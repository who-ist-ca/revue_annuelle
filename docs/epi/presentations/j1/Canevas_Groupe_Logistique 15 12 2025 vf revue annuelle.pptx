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16.xml" ContentType="application/vnd.openxmlformats-officedocument.presentationml.tags+xml"/>
  <Override PartName="/ppt/notesSlides/notesSlide11.xml" ContentType="application/vnd.openxmlformats-officedocument.presentationml.notesSlide+xml"/>
  <Override PartName="/ppt/tags/tag17.xml" ContentType="application/vnd.openxmlformats-officedocument.presentationml.tags+xml"/>
  <Override PartName="/ppt/notesSlides/notesSlide12.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2.xml" ContentType="application/vnd.openxmlformats-officedocument.themeOverride+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3.xml" ContentType="application/vnd.openxmlformats-officedocument.themeOverr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4.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4.xml" ContentType="application/vnd.openxmlformats-officedocument.themeOverr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5.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5.xml" ContentType="application/vnd.openxmlformats-officedocument.themeOverr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2"/>
    <p:sldMasterId id="2147483671" r:id="rId3"/>
    <p:sldMasterId id="2147483684" r:id="rId4"/>
  </p:sldMasterIdLst>
  <p:notesMasterIdLst>
    <p:notesMasterId r:id="rId50"/>
  </p:notesMasterIdLst>
  <p:handoutMasterIdLst>
    <p:handoutMasterId r:id="rId51"/>
  </p:handoutMasterIdLst>
  <p:sldIdLst>
    <p:sldId id="258" r:id="rId5"/>
    <p:sldId id="273" r:id="rId6"/>
    <p:sldId id="264" r:id="rId7"/>
    <p:sldId id="263" r:id="rId8"/>
    <p:sldId id="16764840" r:id="rId9"/>
    <p:sldId id="2147471279" r:id="rId10"/>
    <p:sldId id="16764825" r:id="rId11"/>
    <p:sldId id="16764826" r:id="rId12"/>
    <p:sldId id="16764816" r:id="rId13"/>
    <p:sldId id="312" r:id="rId14"/>
    <p:sldId id="2147471271" r:id="rId15"/>
    <p:sldId id="304" r:id="rId16"/>
    <p:sldId id="2147471272" r:id="rId17"/>
    <p:sldId id="305" r:id="rId18"/>
    <p:sldId id="306" r:id="rId19"/>
    <p:sldId id="265" r:id="rId20"/>
    <p:sldId id="266" r:id="rId21"/>
    <p:sldId id="2147471273" r:id="rId22"/>
    <p:sldId id="2147471264" r:id="rId23"/>
    <p:sldId id="2147471274" r:id="rId24"/>
    <p:sldId id="2147471280" r:id="rId25"/>
    <p:sldId id="267" r:id="rId26"/>
    <p:sldId id="268" r:id="rId27"/>
    <p:sldId id="269" r:id="rId28"/>
    <p:sldId id="270" r:id="rId29"/>
    <p:sldId id="326" r:id="rId30"/>
    <p:sldId id="256" r:id="rId31"/>
    <p:sldId id="313" r:id="rId32"/>
    <p:sldId id="2147471266" r:id="rId33"/>
    <p:sldId id="2147471267" r:id="rId34"/>
    <p:sldId id="2147471268" r:id="rId35"/>
    <p:sldId id="2147471278" r:id="rId36"/>
    <p:sldId id="2147471281" r:id="rId37"/>
    <p:sldId id="311" r:id="rId38"/>
    <p:sldId id="2147471270" r:id="rId39"/>
    <p:sldId id="274" r:id="rId40"/>
    <p:sldId id="2147471261" r:id="rId41"/>
    <p:sldId id="289" r:id="rId42"/>
    <p:sldId id="2147471262" r:id="rId43"/>
    <p:sldId id="2147471256" r:id="rId44"/>
    <p:sldId id="2147471263" r:id="rId45"/>
    <p:sldId id="276" r:id="rId46"/>
    <p:sldId id="277" r:id="rId47"/>
    <p:sldId id="278" r:id="rId48"/>
    <p:sldId id="279" r:id="rId49"/>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ina Seminara" initials="NS" lastIdx="0" clrIdx="0"/>
  <p:cmAuthor id="2" name="Ashley Hartz" initials="AH" lastIdx="0" clrIdx="1"/>
  <p:cmAuthor id="3" name="Samera Zaidi" initials="SZ" lastIdx="0" clrIdx="2"/>
  <p:cmAuthor id="4" name="Kaitlin Love" initials="KL" lastIdx="0" clrIdx="3"/>
  <p:cmAuthor id="5" name="Jordan Freeman" initials="JF" lastIdx="0" clrIdx="4"/>
  <p:cmAuthor id="6" name="Leila Scott" initials="LS" lastIdx="0" clrIdx="5"/>
  <p:cmAuthor id="7" name="Mona Korsgard" initials="MK" lastIdx="0" clrIdx="6"/>
  <p:cmAuthor id="8" name="Emma Vincent" initials="EV" lastIdx="0" clrIdx="7"/>
  <p:cmAuthor id="9" name="Juan Andres Gil" initials="JAG" lastIdx="0" clrIdx="8"/>
  <p:cmAuthor id="10" name="Catherine Muller" initials="CM" lastIdx="0" clrIdx="9"/>
  <p:cmAuthor id="11" name="Cairn Verhulst" initials="CV" lastIdx="0" clrIdx="10"/>
  <p:cmAuthor id="12" name="Daniel Murphy" initials="DM" lastIdx="0" clrIdx="11"/>
  <p:cmAuthor id="13" name="Megan Bellinger" initials="MB" lastIdx="0" clrIdx="12"/>
  <p:cmAuthor id="14" name="Massimiliano Sani" initials="MS" lastIdx="0" clrIdx="13"/>
  <p:cmAuthor id="15" name="Jeremiah Chinodya" initials="JC" lastIdx="0" clrIdx="14"/>
  <p:cmAuthor id="16" name="Loveness Chimombe" initials="LC" lastIdx="0" clrIdx="15"/>
  <p:cmAuthor id="17" name="Hollis Henry" initials="HH" lastIdx="0" clrIdx="16"/>
  <p:cmAuthor id="18" name="UNICEF ESARO" initials="UNICEF" lastIdx="0" clrIdx="17"/>
  <p:cmAuthor id="19" name="Sanya Batra" initials="SB" lastIdx="0" clrIdx="18"/>
  <p:cmAuthor id="20" name="Marika Klein" initials="MK" lastIdx="0" clrIdx="19"/>
  <p:cmAuthor id="21" name="Seth Messinger" initials="SM" lastIdx="0" clrIdx="20"/>
  <p:cmAuthor id="22" name="Sandra Sonia Dupuy" initials="SSD" lastIdx="0" clrIdx="2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23232"/>
    <a:srgbClr val="202020"/>
    <a:srgbClr val="990000"/>
    <a:srgbClr val="B2B2B2"/>
    <a:srgbClr val="CC3300"/>
    <a:srgbClr val="CC0000"/>
    <a:srgbClr val="FF33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B1200F2-4B9B-4B48-A217-FBE2C27DE404}" styleName="Table_2">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 styleId="{5DB981F9-9FF4-4B95-8F46-62E531D600E4}"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 styleId="{B301B821-A1FF-4177-AEE7-76D212191A09}" styleName="Style moyen 1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001" autoAdjust="0"/>
    <p:restoredTop sz="94660"/>
  </p:normalViewPr>
  <p:slideViewPr>
    <p:cSldViewPr snapToGrid="0" showGuides="1">
      <p:cViewPr varScale="1">
        <p:scale>
          <a:sx n="80" d="100"/>
          <a:sy n="80" d="100"/>
        </p:scale>
        <p:origin x="900" y="267"/>
      </p:cViewPr>
      <p:guideLst>
        <p:guide orient="horz" pos="2160"/>
        <p:guide pos="3835"/>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notesMaster" Target="notesMasters/notesMaster1.xml"/><Relationship Id="rId55"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presProps" Target="presProp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commentAuthors" Target="commentAuthor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handoutMaster" Target="handoutMasters/handoutMaster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s>
</file>

<file path=ppt/charts/_rels/chart1.xml.rels><?xml version="1.0" encoding="UTF-8" standalone="yes"?>
<Relationships xmlns="http://schemas.openxmlformats.org/package/2006/relationships"><Relationship Id="rId2" Type="http://schemas.openxmlformats.org/officeDocument/2006/relationships/package" Target="../embeddings/Microsoft_Excel_Worksheet.xlsx"/><Relationship Id="rId1" Type="http://schemas.openxmlformats.org/officeDocument/2006/relationships/themeOverride" Target="../theme/themeOverride1.xml"/></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3" Type="http://schemas.openxmlformats.org/officeDocument/2006/relationships/themeOverride" Target="../theme/themeOverride5.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view3D>
      <c:rotX val="30"/>
      <c:rotY val="0"/>
      <c:depthPercent val="100"/>
      <c:rAngAx val="0"/>
    </c:view3D>
    <c:floor>
      <c:thickness val="0"/>
      <c:spPr>
        <a:noFill/>
        <a:ln>
          <a:noFill/>
        </a:ln>
        <a:effectLst/>
      </c:spPr>
    </c:floor>
    <c:sideWall>
      <c:thickness val="0"/>
      <c:spPr>
        <a:noFill/>
        <a:ln>
          <a:noFill/>
        </a:ln>
        <a:effectLst/>
      </c:spPr>
    </c:sideWall>
    <c:backWall>
      <c:thickness val="0"/>
      <c:spPr>
        <a:noFill/>
        <a:ln>
          <a:noFill/>
        </a:ln>
        <a:effectLst/>
      </c:spPr>
    </c:backWall>
    <c:plotArea>
      <c:layout/>
      <c:pie3DChart>
        <c:varyColors val="1"/>
        <c:ser>
          <c:idx val="0"/>
          <c:order val="0"/>
          <c:dPt>
            <c:idx val="0"/>
            <c:bubble3D val="0"/>
            <c:spPr>
              <a:solidFill>
                <a:srgbClr val="00B050"/>
              </a:solidFill>
              <a:ln w="25400">
                <a:solidFill>
                  <a:schemeClr val="lt1"/>
                </a:solidFill>
              </a:ln>
              <a:effectLst/>
              <a:scene3d>
                <a:camera prst="orthographicFront"/>
                <a:lightRig rig="threePt" dir="t"/>
              </a:scene3d>
              <a:sp3d contourW="25400">
                <a:contourClr>
                  <a:schemeClr val="lt1"/>
                </a:contourClr>
              </a:sp3d>
            </c:spPr>
            <c:extLst>
              <c:ext xmlns:c16="http://schemas.microsoft.com/office/drawing/2014/chart" uri="{C3380CC4-5D6E-409C-BE32-E72D297353CC}">
                <c16:uniqueId val="{00000001-6E9E-48A4-8DBC-5FEE622DCD2B}"/>
              </c:ext>
            </c:extLst>
          </c:dPt>
          <c:dPt>
            <c:idx val="1"/>
            <c:bubble3D val="0"/>
            <c:spPr>
              <a:solidFill>
                <a:srgbClr val="FFFF00"/>
              </a:solidFill>
              <a:ln w="25400">
                <a:solidFill>
                  <a:schemeClr val="lt1"/>
                </a:solidFill>
              </a:ln>
              <a:effectLst/>
              <a:scene3d>
                <a:camera prst="orthographicFront"/>
                <a:lightRig rig="threePt" dir="t"/>
              </a:scene3d>
              <a:sp3d contourW="25400">
                <a:contourClr>
                  <a:schemeClr val="lt1"/>
                </a:contourClr>
              </a:sp3d>
            </c:spPr>
            <c:extLst>
              <c:ext xmlns:c16="http://schemas.microsoft.com/office/drawing/2014/chart" uri="{C3380CC4-5D6E-409C-BE32-E72D297353CC}">
                <c16:uniqueId val="{00000003-6E9E-48A4-8DBC-5FEE622DCD2B}"/>
              </c:ext>
            </c:extLst>
          </c:dPt>
          <c:dPt>
            <c:idx val="2"/>
            <c:bubble3D val="0"/>
            <c:spPr>
              <a:solidFill>
                <a:srgbClr val="FF0000"/>
              </a:solidFill>
              <a:ln w="25400">
                <a:solidFill>
                  <a:schemeClr val="lt1"/>
                </a:solidFill>
              </a:ln>
              <a:effectLst/>
              <a:scene3d>
                <a:camera prst="orthographicFront"/>
                <a:lightRig rig="threePt" dir="t"/>
              </a:scene3d>
              <a:sp3d contourW="25400">
                <a:contourClr>
                  <a:schemeClr val="lt1"/>
                </a:contourClr>
              </a:sp3d>
            </c:spPr>
            <c:extLst>
              <c:ext xmlns:c16="http://schemas.microsoft.com/office/drawing/2014/chart" uri="{C3380CC4-5D6E-409C-BE32-E72D297353CC}">
                <c16:uniqueId val="{00000005-6E9E-48A4-8DBC-5FEE622DCD2B}"/>
              </c:ext>
            </c:extLst>
          </c:dPt>
          <c:dLbls>
            <c:dLbl>
              <c:idx val="0"/>
              <c:tx>
                <c:rich>
                  <a:bodyPr rot="0" vert="horz"/>
                  <a:lstStyle/>
                  <a:p>
                    <a:fld id="{EDDACB66-B8A7-46FD-B386-F6894C3A107D}" type="VALUE">
                      <a:rPr lang="en-US" sz="1600" b="1" smtClean="0">
                        <a:latin typeface="Times New Roman" panose="02020603050405020304" pitchFamily="18" charset="0"/>
                        <a:cs typeface="Times New Roman" panose="02020603050405020304" pitchFamily="18" charset="0"/>
                      </a:rPr>
                      <a:pPr/>
                      <a:t>[VALEUR]</a:t>
                    </a:fld>
                    <a:r>
                      <a:rPr lang="en-US" sz="1600" b="1" baseline="0" dirty="0">
                        <a:latin typeface="Times New Roman" panose="02020603050405020304" pitchFamily="18" charset="0"/>
                        <a:cs typeface="Times New Roman" panose="02020603050405020304" pitchFamily="18" charset="0"/>
                      </a:rPr>
                      <a:t> </a:t>
                    </a:r>
                    <a:r>
                      <a:rPr lang="en-US" sz="1200" b="0" dirty="0">
                        <a:latin typeface="Times New Roman" panose="02020603050405020304" pitchFamily="18" charset="0"/>
                        <a:cs typeface="Times New Roman" panose="02020603050405020304" pitchFamily="18" charset="0"/>
                      </a:rPr>
                      <a:t>(</a:t>
                    </a:r>
                    <a:r>
                      <a:rPr lang="en-US" sz="1200" b="0" i="1" dirty="0">
                        <a:latin typeface="Times New Roman" panose="02020603050405020304" pitchFamily="18" charset="0"/>
                        <a:cs typeface="Times New Roman" panose="02020603050405020304" pitchFamily="18" charset="0"/>
                      </a:rPr>
                      <a:t>10 </a:t>
                    </a:r>
                    <a:r>
                      <a:rPr lang="en-US" sz="1200" b="0" i="1" dirty="0" err="1">
                        <a:latin typeface="Times New Roman" panose="02020603050405020304" pitchFamily="18" charset="0"/>
                        <a:cs typeface="Times New Roman" panose="02020603050405020304" pitchFamily="18" charset="0"/>
                      </a:rPr>
                      <a:t>activités</a:t>
                    </a:r>
                    <a:r>
                      <a:rPr lang="en-US" sz="1200" b="0" i="1" dirty="0">
                        <a:latin typeface="Times New Roman" panose="02020603050405020304" pitchFamily="18" charset="0"/>
                        <a:cs typeface="Times New Roman" panose="02020603050405020304" pitchFamily="18" charset="0"/>
                      </a:rPr>
                      <a:t> </a:t>
                    </a:r>
                    <a:r>
                      <a:rPr lang="en-US" sz="1200" b="0" i="1" dirty="0" err="1">
                        <a:latin typeface="Times New Roman" panose="02020603050405020304" pitchFamily="18" charset="0"/>
                        <a:cs typeface="Times New Roman" panose="02020603050405020304" pitchFamily="18" charset="0"/>
                      </a:rPr>
                      <a:t>réalisées</a:t>
                    </a:r>
                    <a:r>
                      <a:rPr lang="en-US" sz="1200" b="0" i="1" dirty="0">
                        <a:latin typeface="Times New Roman" panose="02020603050405020304" pitchFamily="18" charset="0"/>
                        <a:cs typeface="Times New Roman" panose="02020603050405020304" pitchFamily="18" charset="0"/>
                      </a:rPr>
                      <a:t>)</a:t>
                    </a:r>
                  </a:p>
                </c:rich>
              </c:tx>
              <c:spPr>
                <a:noFill/>
                <a:ln>
                  <a:noFill/>
                </a:ln>
                <a:effectLst/>
              </c:spPr>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6E9E-48A4-8DBC-5FEE622DCD2B}"/>
                </c:ext>
              </c:extLst>
            </c:dLbl>
            <c:dLbl>
              <c:idx val="1"/>
              <c:layout>
                <c:manualLayout>
                  <c:x val="-0.13354278649053167"/>
                  <c:y val="-0.29853516982721762"/>
                </c:manualLayout>
              </c:layout>
              <c:tx>
                <c:rich>
                  <a:bodyPr rot="0" vert="horz"/>
                  <a:lstStyle/>
                  <a:p>
                    <a:fld id="{4D7938C0-1727-4369-8F5D-C75A05B07FCB}" type="VALUE">
                      <a:rPr lang="fr-FR" sz="1600" b="1" smtClean="0">
                        <a:latin typeface="Times New Roman" panose="02020603050405020304" pitchFamily="18" charset="0"/>
                        <a:cs typeface="Times New Roman" panose="02020603050405020304" pitchFamily="18" charset="0"/>
                      </a:rPr>
                      <a:pPr/>
                      <a:t>[VALEUR]</a:t>
                    </a:fld>
                    <a:r>
                      <a:rPr lang="fr-FR" sz="1600" b="1" baseline="0" dirty="0">
                        <a:latin typeface="Times New Roman" panose="02020603050405020304" pitchFamily="18" charset="0"/>
                        <a:cs typeface="Times New Roman" panose="02020603050405020304" pitchFamily="18" charset="0"/>
                      </a:rPr>
                      <a:t> </a:t>
                    </a:r>
                    <a:r>
                      <a:rPr lang="fr-FR" sz="1200" b="0" dirty="0">
                        <a:latin typeface="Times New Roman" panose="02020603050405020304" pitchFamily="18" charset="0"/>
                        <a:cs typeface="Times New Roman" panose="02020603050405020304" pitchFamily="18" charset="0"/>
                      </a:rPr>
                      <a:t>(</a:t>
                    </a:r>
                    <a:r>
                      <a:rPr lang="fr-FR" sz="1200" b="0" i="1" dirty="0">
                        <a:latin typeface="Times New Roman" panose="02020603050405020304" pitchFamily="18" charset="0"/>
                        <a:cs typeface="Times New Roman" panose="02020603050405020304" pitchFamily="18" charset="0"/>
                      </a:rPr>
                      <a:t>6 activités partiellement réalisées)</a:t>
                    </a:r>
                  </a:p>
                </c:rich>
              </c:tx>
              <c:spPr>
                <a:noFill/>
                <a:ln>
                  <a:noFill/>
                </a:ln>
                <a:effectLst/>
              </c:spPr>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6E9E-48A4-8DBC-5FEE622DCD2B}"/>
                </c:ext>
              </c:extLst>
            </c:dLbl>
            <c:dLbl>
              <c:idx val="2"/>
              <c:tx>
                <c:rich>
                  <a:bodyPr rot="0" vert="horz"/>
                  <a:lstStyle/>
                  <a:p>
                    <a:fld id="{4579A7C5-E249-48BA-9407-48C6C68BAC6E}" type="VALUE">
                      <a:rPr lang="fr-FR" sz="1600" b="1" smtClean="0">
                        <a:latin typeface="Times New Roman" panose="02020603050405020304" pitchFamily="18" charset="0"/>
                        <a:cs typeface="Times New Roman" panose="02020603050405020304" pitchFamily="18" charset="0"/>
                      </a:rPr>
                      <a:pPr/>
                      <a:t>[VALEUR]</a:t>
                    </a:fld>
                    <a:r>
                      <a:rPr lang="fr-FR" sz="1600" b="1" baseline="0" dirty="0">
                        <a:latin typeface="Times New Roman" panose="02020603050405020304" pitchFamily="18" charset="0"/>
                        <a:cs typeface="Times New Roman" panose="02020603050405020304" pitchFamily="18" charset="0"/>
                      </a:rPr>
                      <a:t> </a:t>
                    </a:r>
                    <a:r>
                      <a:rPr lang="fr-FR" sz="1600" b="1" dirty="0">
                        <a:latin typeface="Times New Roman" panose="02020603050405020304" pitchFamily="18" charset="0"/>
                        <a:cs typeface="Times New Roman" panose="02020603050405020304" pitchFamily="18" charset="0"/>
                      </a:rPr>
                      <a:t> </a:t>
                    </a:r>
                    <a:r>
                      <a:rPr lang="fr-FR" sz="1200" b="0" dirty="0">
                        <a:latin typeface="Times New Roman" panose="02020603050405020304" pitchFamily="18" charset="0"/>
                        <a:cs typeface="Times New Roman" panose="02020603050405020304" pitchFamily="18" charset="0"/>
                      </a:rPr>
                      <a:t>(</a:t>
                    </a:r>
                    <a:r>
                      <a:rPr lang="fr-FR" sz="1200" b="0" i="1" dirty="0">
                        <a:latin typeface="Times New Roman" panose="02020603050405020304" pitchFamily="18" charset="0"/>
                        <a:cs typeface="Times New Roman" panose="02020603050405020304" pitchFamily="18" charset="0"/>
                      </a:rPr>
                      <a:t>13 activités non réalisées)</a:t>
                    </a:r>
                  </a:p>
                </c:rich>
              </c:tx>
              <c:spPr>
                <a:noFill/>
                <a:ln>
                  <a:noFill/>
                </a:ln>
                <a:effectLst/>
              </c:spPr>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6E9E-48A4-8DBC-5FEE622DCD2B}"/>
                </c:ext>
              </c:extLst>
            </c:dLbl>
            <c:spPr>
              <a:noFill/>
              <a:ln>
                <a:noFill/>
              </a:ln>
              <a:effectLst/>
            </c:spPr>
            <c:txPr>
              <a:bodyPr rot="0" vert="horz"/>
              <a:lstStyle/>
              <a:p>
                <a:pPr>
                  <a:defRPr sz="1600" b="1">
                    <a:latin typeface="Times New Roman" panose="02020603050405020304" pitchFamily="18" charset="0"/>
                    <a:cs typeface="Times New Roman" panose="02020603050405020304" pitchFamily="18" charset="0"/>
                  </a:defRPr>
                </a:pPr>
                <a:endParaRPr lang="fr-FR"/>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Feuil1!$J$5:$L$5</c:f>
              <c:strCache>
                <c:ptCount val="3"/>
                <c:pt idx="0">
                  <c:v>Realisées</c:v>
                </c:pt>
                <c:pt idx="1">
                  <c:v>Partiellement réalisées</c:v>
                </c:pt>
                <c:pt idx="2">
                  <c:v>Non Réalisées</c:v>
                </c:pt>
              </c:strCache>
            </c:strRef>
          </c:cat>
          <c:val>
            <c:numRef>
              <c:f>Feuil1!$J$7:$L$7</c:f>
              <c:numCache>
                <c:formatCode>0%</c:formatCode>
                <c:ptCount val="3"/>
                <c:pt idx="0">
                  <c:v>0.34482758620689657</c:v>
                </c:pt>
                <c:pt idx="1">
                  <c:v>0.20689655172413793</c:v>
                </c:pt>
                <c:pt idx="2">
                  <c:v>0.44827586206896552</c:v>
                </c:pt>
              </c:numCache>
            </c:numRef>
          </c:val>
          <c:extLst>
            <c:ext xmlns:c16="http://schemas.microsoft.com/office/drawing/2014/chart" uri="{C3380CC4-5D6E-409C-BE32-E72D297353CC}">
              <c16:uniqueId val="{00000006-6E9E-48A4-8DBC-5FEE622DCD2B}"/>
            </c:ext>
          </c:extLst>
        </c:ser>
        <c:dLbls>
          <c:showLegendKey val="0"/>
          <c:showVal val="0"/>
          <c:showCatName val="0"/>
          <c:showSerName val="0"/>
          <c:showPercent val="0"/>
          <c:showBubbleSize val="0"/>
          <c:showLeaderLines val="1"/>
        </c:dLbls>
      </c:pie3DChart>
      <c:spPr>
        <a:noFill/>
        <a:ln>
          <a:noFill/>
        </a:ln>
        <a:effectLst/>
      </c:spPr>
    </c:plotArea>
    <c:legend>
      <c:legendPos val="b"/>
      <c:layout>
        <c:manualLayout>
          <c:xMode val="edge"/>
          <c:yMode val="edge"/>
          <c:x val="6.6152237108556805E-2"/>
          <c:y val="0.91323272090988605"/>
          <c:w val="0.89225870309015498"/>
          <c:h val="6.2957755280589903E-2"/>
        </c:manualLayout>
      </c:layout>
      <c:overlay val="0"/>
      <c:spPr>
        <a:noFill/>
        <a:ln>
          <a:noFill/>
        </a:ln>
        <a:effectLst/>
      </c:spPr>
      <c:txPr>
        <a:bodyPr rot="0" vert="horz"/>
        <a:lstStyle/>
        <a:p>
          <a:pPr>
            <a:defRPr sz="1400">
              <a:solidFill>
                <a:schemeClr val="accent1">
                  <a:lumMod val="50000"/>
                </a:schemeClr>
              </a:solidFill>
            </a:defRPr>
          </a:pPr>
          <a:endParaRPr lang="fr-FR"/>
        </a:p>
      </c:txPr>
    </c:legend>
    <c:plotVisOnly val="1"/>
    <c:dispBlanksAs val="gap"/>
    <c:showDLblsOverMax val="0"/>
    <c:extLst>
      <c:ext uri="{0b15fc19-7d7d-44ad-8c2d-2c3a37ce22c3}">
        <chartProps xmlns="https://web.wps.cn/et/2018/main" chartId="{0819c31f-a0f7-4294-922a-d64ba184b10e}"/>
      </c:ext>
    </c:extLst>
  </c:chart>
  <c:spPr>
    <a:noFill/>
    <a:ln>
      <a:noFill/>
    </a:ln>
    <a:effectLst/>
  </c:spPr>
  <c:txPr>
    <a:bodyPr/>
    <a:lstStyle/>
    <a:p>
      <a:pPr>
        <a:defRPr lang="fr-FR" sz="900">
          <a:latin typeface="Times New Roman" panose="02020603050405020304" pitchFamily="18" charset="0"/>
          <a:cs typeface="Times New Roman" panose="02020603050405020304" pitchFamily="18" charset="0"/>
        </a:defRPr>
      </a:pPr>
      <a:endParaRPr lang="fr-FR"/>
    </a:p>
  </c:txPr>
  <c:externalData r:id="rId2">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7"/>
    </mc:Choice>
    <mc:Fallback>
      <c:style val="7"/>
    </mc:Fallback>
  </mc:AlternateContent>
  <c:clrMapOvr bg1="lt1" tx1="dk1" bg2="lt2" tx2="dk2" accent1="accent1" accent2="accent2" accent3="accent3" accent4="accent4" accent5="accent5" accent6="accent6" hlink="hlink" folHlink="folHlink"/>
  <c:chart>
    <c:title>
      <c:tx>
        <c:strRef>
          <c:f>Grf_dispo1!$A$47</c:f>
          <c:strCache>
            <c:ptCount val="1"/>
            <c:pt idx="0">
              <c:v>Nbre de jours de disponibilité des vaccins - nov-2025</c:v>
            </c:pt>
          </c:strCache>
        </c:strRef>
      </c:tx>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fr-FR"/>
        </a:p>
      </c:txPr>
    </c:title>
    <c:autoTitleDeleted val="0"/>
    <c:plotArea>
      <c:layout>
        <c:manualLayout>
          <c:layoutTarget val="inner"/>
          <c:xMode val="edge"/>
          <c:yMode val="edge"/>
          <c:x val="6.6671684094869135E-2"/>
          <c:y val="0.12948051716010001"/>
          <c:w val="0.91229560037178037"/>
          <c:h val="0.59932104526044239"/>
        </c:manualLayout>
      </c:layout>
      <c:barChart>
        <c:barDir val="col"/>
        <c:grouping val="stacked"/>
        <c:varyColors val="0"/>
        <c:ser>
          <c:idx val="0"/>
          <c:order val="0"/>
          <c:tx>
            <c:strRef>
              <c:f>Analys_charts!$I$6</c:f>
              <c:strCache>
                <c:ptCount val="1"/>
                <c:pt idx="0">
                  <c:v>Jours de rupture (stock = 0)</c:v>
                </c:pt>
              </c:strCache>
            </c:strRef>
          </c:tx>
          <c:spPr>
            <a:solidFill>
              <a:srgbClr val="C00000"/>
            </a:solidFill>
            <a:ln>
              <a:noFill/>
            </a:ln>
            <a:effectLst>
              <a:outerShdw blurRad="40000" dist="23000" dir="5400000" rotWithShape="0">
                <a:srgbClr val="000000">
                  <a:alpha val="35000"/>
                </a:srgbClr>
              </a:outerShdw>
            </a:effectLst>
          </c:spPr>
          <c:invertIfNegative val="0"/>
          <c:dPt>
            <c:idx val="8"/>
            <c:invertIfNegative val="0"/>
            <c:bubble3D val="0"/>
            <c:spPr>
              <a:no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16-9F42-46D3-AE60-E848878FEAB0}"/>
              </c:ext>
            </c:extLst>
          </c:dPt>
          <c:dLbls>
            <c:dLbl>
              <c:idx val="0"/>
              <c:delete val="1"/>
              <c:extLst>
                <c:ext xmlns:c15="http://schemas.microsoft.com/office/drawing/2012/chart" uri="{CE6537A1-D6FC-4f65-9D91-7224C49458BB}"/>
                <c:ext xmlns:c16="http://schemas.microsoft.com/office/drawing/2014/chart" uri="{C3380CC4-5D6E-409C-BE32-E72D297353CC}">
                  <c16:uniqueId val="{00000004-9F42-46D3-AE60-E848878FEAB0}"/>
                </c:ext>
              </c:extLst>
            </c:dLbl>
            <c:dLbl>
              <c:idx val="1"/>
              <c:delete val="1"/>
              <c:extLst>
                <c:ext xmlns:c15="http://schemas.microsoft.com/office/drawing/2012/chart" uri="{CE6537A1-D6FC-4f65-9D91-7224C49458BB}"/>
                <c:ext xmlns:c16="http://schemas.microsoft.com/office/drawing/2014/chart" uri="{C3380CC4-5D6E-409C-BE32-E72D297353CC}">
                  <c16:uniqueId val="{00000006-9F42-46D3-AE60-E848878FEAB0}"/>
                </c:ext>
              </c:extLst>
            </c:dLbl>
            <c:dLbl>
              <c:idx val="2"/>
              <c:delete val="1"/>
              <c:extLst>
                <c:ext xmlns:c15="http://schemas.microsoft.com/office/drawing/2012/chart" uri="{CE6537A1-D6FC-4f65-9D91-7224C49458BB}"/>
                <c:ext xmlns:c16="http://schemas.microsoft.com/office/drawing/2014/chart" uri="{C3380CC4-5D6E-409C-BE32-E72D297353CC}">
                  <c16:uniqueId val="{00000007-9F42-46D3-AE60-E848878FEAB0}"/>
                </c:ext>
              </c:extLst>
            </c:dLbl>
            <c:dLbl>
              <c:idx val="4"/>
              <c:delete val="1"/>
              <c:extLst>
                <c:ext xmlns:c15="http://schemas.microsoft.com/office/drawing/2012/chart" uri="{CE6537A1-D6FC-4f65-9D91-7224C49458BB}"/>
                <c:ext xmlns:c16="http://schemas.microsoft.com/office/drawing/2014/chart" uri="{C3380CC4-5D6E-409C-BE32-E72D297353CC}">
                  <c16:uniqueId val="{00000008-9F42-46D3-AE60-E848878FEAB0}"/>
                </c:ext>
              </c:extLst>
            </c:dLbl>
            <c:dLbl>
              <c:idx val="5"/>
              <c:delete val="1"/>
              <c:extLst>
                <c:ext xmlns:c15="http://schemas.microsoft.com/office/drawing/2012/chart" uri="{CE6537A1-D6FC-4f65-9D91-7224C49458BB}"/>
                <c:ext xmlns:c16="http://schemas.microsoft.com/office/drawing/2014/chart" uri="{C3380CC4-5D6E-409C-BE32-E72D297353CC}">
                  <c16:uniqueId val="{00000009-9F42-46D3-AE60-E848878FEAB0}"/>
                </c:ext>
              </c:extLst>
            </c:dLbl>
            <c:dLbl>
              <c:idx val="6"/>
              <c:delete val="1"/>
              <c:extLst>
                <c:ext xmlns:c15="http://schemas.microsoft.com/office/drawing/2012/chart" uri="{CE6537A1-D6FC-4f65-9D91-7224C49458BB}"/>
                <c:ext xmlns:c16="http://schemas.microsoft.com/office/drawing/2014/chart" uri="{C3380CC4-5D6E-409C-BE32-E72D297353CC}">
                  <c16:uniqueId val="{0000000A-9F42-46D3-AE60-E848878FEAB0}"/>
                </c:ext>
              </c:extLst>
            </c:dLbl>
            <c:dLbl>
              <c:idx val="8"/>
              <c:delete val="1"/>
              <c:extLst>
                <c:ext xmlns:c15="http://schemas.microsoft.com/office/drawing/2012/chart" uri="{CE6537A1-D6FC-4f65-9D91-7224C49458BB}"/>
                <c:ext xmlns:c16="http://schemas.microsoft.com/office/drawing/2014/chart" uri="{C3380CC4-5D6E-409C-BE32-E72D297353CC}">
                  <c16:uniqueId val="{00000016-9F42-46D3-AE60-E848878FEAB0}"/>
                </c:ext>
              </c:extLst>
            </c:dLbl>
            <c:dLbl>
              <c:idx val="9"/>
              <c:delete val="1"/>
              <c:extLst>
                <c:ext xmlns:c15="http://schemas.microsoft.com/office/drawing/2012/chart" uri="{CE6537A1-D6FC-4f65-9D91-7224C49458BB}"/>
                <c:ext xmlns:c16="http://schemas.microsoft.com/office/drawing/2014/chart" uri="{C3380CC4-5D6E-409C-BE32-E72D297353CC}">
                  <c16:uniqueId val="{0000000B-9F42-46D3-AE60-E848878FEAB0}"/>
                </c:ext>
              </c:extLst>
            </c:dLbl>
            <c:dLbl>
              <c:idx val="10"/>
              <c:delete val="1"/>
              <c:extLst>
                <c:ext xmlns:c15="http://schemas.microsoft.com/office/drawing/2012/chart" uri="{CE6537A1-D6FC-4f65-9D91-7224C49458BB}"/>
                <c:ext xmlns:c16="http://schemas.microsoft.com/office/drawing/2014/chart" uri="{C3380CC4-5D6E-409C-BE32-E72D297353CC}">
                  <c16:uniqueId val="{0000000C-9F42-46D3-AE60-E848878FEAB0}"/>
                </c:ext>
              </c:extLst>
            </c:dLbl>
            <c:spPr>
              <a:noFill/>
              <a:ln>
                <a:noFill/>
              </a:ln>
              <a:effectLst/>
            </c:spPr>
            <c:txPr>
              <a:bodyPr rot="0" spcFirstLastPara="1" vertOverflow="ellipsis" vert="horz" wrap="square" anchor="ctr" anchorCtr="1"/>
              <a:lstStyle/>
              <a:p>
                <a:pPr>
                  <a:defRPr sz="1200" b="1" i="0" u="none" strike="noStrike" kern="1200" baseline="0">
                    <a:solidFill>
                      <a:schemeClr val="bg1"/>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[0]!aaax</c:f>
              <c:strCache>
                <c:ptCount val="11"/>
                <c:pt idx="0">
                  <c:v>BCG</c:v>
                </c:pt>
                <c:pt idx="1">
                  <c:v>IPV</c:v>
                </c:pt>
                <c:pt idx="2">
                  <c:v>DTwP-HepB-Hib</c:v>
                </c:pt>
                <c:pt idx="3">
                  <c:v>YF</c:v>
                </c:pt>
                <c:pt idx="4">
                  <c:v>Measles</c:v>
                </c:pt>
                <c:pt idx="5">
                  <c:v>bOPV</c:v>
                </c:pt>
                <c:pt idx="6">
                  <c:v>Td</c:v>
                </c:pt>
                <c:pt idx="7">
                  <c:v>PCV13</c:v>
                </c:pt>
                <c:pt idx="8">
                  <c:v>Rota_Liq</c:v>
                </c:pt>
                <c:pt idx="9">
                  <c:v>Rota_Lyo</c:v>
                </c:pt>
                <c:pt idx="10">
                  <c:v>R21</c:v>
                </c:pt>
              </c:strCache>
            </c:strRef>
          </c:cat>
          <c:val>
            <c:numRef>
              <c:f>[0]!ddd</c:f>
              <c:numCache>
                <c:formatCode>General</c:formatCode>
                <c:ptCount val="11"/>
                <c:pt idx="0">
                  <c:v>0</c:v>
                </c:pt>
                <c:pt idx="1">
                  <c:v>0</c:v>
                </c:pt>
                <c:pt idx="2">
                  <c:v>0</c:v>
                </c:pt>
                <c:pt idx="3">
                  <c:v>168</c:v>
                </c:pt>
                <c:pt idx="4">
                  <c:v>0</c:v>
                </c:pt>
                <c:pt idx="5">
                  <c:v>0</c:v>
                </c:pt>
                <c:pt idx="6">
                  <c:v>0</c:v>
                </c:pt>
                <c:pt idx="7">
                  <c:v>13</c:v>
                </c:pt>
                <c:pt idx="8">
                  <c:v>153</c:v>
                </c:pt>
                <c:pt idx="9">
                  <c:v>0</c:v>
                </c:pt>
                <c:pt idx="10">
                  <c:v>0</c:v>
                </c:pt>
              </c:numCache>
            </c:numRef>
          </c:val>
          <c:extLst>
            <c:ext xmlns:c16="http://schemas.microsoft.com/office/drawing/2014/chart" uri="{C3380CC4-5D6E-409C-BE32-E72D297353CC}">
              <c16:uniqueId val="{00000000-9F42-46D3-AE60-E848878FEAB0}"/>
            </c:ext>
          </c:extLst>
        </c:ser>
        <c:ser>
          <c:idx val="1"/>
          <c:order val="1"/>
          <c:tx>
            <c:strRef>
              <c:f>Analys_charts!$J$6</c:f>
              <c:strCache>
                <c:ptCount val="1"/>
                <c:pt idx="0">
                  <c:v>Jours de stock &lt; Réserve</c:v>
                </c:pt>
              </c:strCache>
            </c:strRef>
          </c:tx>
          <c:spPr>
            <a:solidFill>
              <a:schemeClr val="accent2">
                <a:lumMod val="40000"/>
                <a:lumOff val="60000"/>
              </a:schemeClr>
            </a:solidFill>
            <a:ln>
              <a:noFill/>
            </a:ln>
            <a:effectLst>
              <a:outerShdw blurRad="40000" dist="23000" dir="5400000" rotWithShape="0">
                <a:srgbClr val="000000">
                  <a:alpha val="35000"/>
                </a:srgbClr>
              </a:outerShdw>
            </a:effectLst>
          </c:spPr>
          <c:invertIfNegative val="0"/>
          <c:dLbls>
            <c:dLbl>
              <c:idx val="1"/>
              <c:delete val="1"/>
              <c:extLst>
                <c:ext xmlns:c15="http://schemas.microsoft.com/office/drawing/2012/chart" uri="{CE6537A1-D6FC-4f65-9D91-7224C49458BB}"/>
                <c:ext xmlns:c16="http://schemas.microsoft.com/office/drawing/2014/chart" uri="{C3380CC4-5D6E-409C-BE32-E72D297353CC}">
                  <c16:uniqueId val="{00000005-9F42-46D3-AE60-E848878FEAB0}"/>
                </c:ext>
              </c:extLst>
            </c:dLbl>
            <c:dLbl>
              <c:idx val="8"/>
              <c:delete val="1"/>
              <c:extLst>
                <c:ext xmlns:c15="http://schemas.microsoft.com/office/drawing/2012/chart" uri="{CE6537A1-D6FC-4f65-9D91-7224C49458BB}"/>
                <c:ext xmlns:c16="http://schemas.microsoft.com/office/drawing/2014/chart" uri="{C3380CC4-5D6E-409C-BE32-E72D297353CC}">
                  <c16:uniqueId val="{00000010-9F42-46D3-AE60-E848878FEAB0}"/>
                </c:ext>
              </c:extLst>
            </c:dLbl>
            <c:spPr>
              <a:noFill/>
              <a:ln>
                <a:noFill/>
              </a:ln>
              <a:effectLst/>
            </c:spPr>
            <c:txPr>
              <a:bodyPr rot="0" spcFirstLastPara="1" vertOverflow="ellipsis" vert="horz" wrap="square" anchor="ctr" anchorCtr="1"/>
              <a:lstStyle/>
              <a:p>
                <a:pPr>
                  <a:defRPr sz="1200" b="1" i="0" u="none" strike="noStrike" kern="1200" baseline="0">
                    <a:solidFill>
                      <a:schemeClr val="tx1"/>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[0]!aaax</c:f>
              <c:strCache>
                <c:ptCount val="11"/>
                <c:pt idx="0">
                  <c:v>BCG</c:v>
                </c:pt>
                <c:pt idx="1">
                  <c:v>IPV</c:v>
                </c:pt>
                <c:pt idx="2">
                  <c:v>DTwP-HepB-Hib</c:v>
                </c:pt>
                <c:pt idx="3">
                  <c:v>YF</c:v>
                </c:pt>
                <c:pt idx="4">
                  <c:v>Measles</c:v>
                </c:pt>
                <c:pt idx="5">
                  <c:v>bOPV</c:v>
                </c:pt>
                <c:pt idx="6">
                  <c:v>Td</c:v>
                </c:pt>
                <c:pt idx="7">
                  <c:v>PCV13</c:v>
                </c:pt>
                <c:pt idx="8">
                  <c:v>Rota_Liq</c:v>
                </c:pt>
                <c:pt idx="9">
                  <c:v>Rota_Lyo</c:v>
                </c:pt>
                <c:pt idx="10">
                  <c:v>R21</c:v>
                </c:pt>
              </c:strCache>
            </c:strRef>
          </c:cat>
          <c:val>
            <c:numRef>
              <c:f>[0]!aady</c:f>
              <c:numCache>
                <c:formatCode>General</c:formatCode>
                <c:ptCount val="11"/>
                <c:pt idx="0">
                  <c:v>177</c:v>
                </c:pt>
                <c:pt idx="1">
                  <c:v>0</c:v>
                </c:pt>
                <c:pt idx="2">
                  <c:v>125</c:v>
                </c:pt>
                <c:pt idx="3">
                  <c:v>94</c:v>
                </c:pt>
                <c:pt idx="4">
                  <c:v>126</c:v>
                </c:pt>
                <c:pt idx="5">
                  <c:v>61</c:v>
                </c:pt>
                <c:pt idx="6">
                  <c:v>26</c:v>
                </c:pt>
                <c:pt idx="7">
                  <c:v>236</c:v>
                </c:pt>
                <c:pt idx="8">
                  <c:v>0</c:v>
                </c:pt>
                <c:pt idx="9">
                  <c:v>276</c:v>
                </c:pt>
                <c:pt idx="10">
                  <c:v>34</c:v>
                </c:pt>
              </c:numCache>
            </c:numRef>
          </c:val>
          <c:extLst>
            <c:ext xmlns:c16="http://schemas.microsoft.com/office/drawing/2014/chart" uri="{C3380CC4-5D6E-409C-BE32-E72D297353CC}">
              <c16:uniqueId val="{00000001-9F42-46D3-AE60-E848878FEAB0}"/>
            </c:ext>
          </c:extLst>
        </c:ser>
        <c:ser>
          <c:idx val="2"/>
          <c:order val="2"/>
          <c:tx>
            <c:strRef>
              <c:f>Analys_charts!$K$6</c:f>
              <c:strCache>
                <c:ptCount val="1"/>
                <c:pt idx="0">
                  <c:v>Jours de stock &gt; Smaxi</c:v>
                </c:pt>
              </c:strCache>
            </c:strRef>
          </c:tx>
          <c:spPr>
            <a:gradFill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gradFill>
            <a:ln>
              <a:noFill/>
            </a:ln>
            <a:effectLst>
              <a:outerShdw blurRad="40000" dist="23000" dir="5400000" rotWithShape="0">
                <a:srgbClr val="000000">
                  <a:alpha val="35000"/>
                </a:srgbClr>
              </a:outerShdw>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15-9F42-46D3-AE60-E848878FEAB0}"/>
                </c:ext>
              </c:extLst>
            </c:dLbl>
            <c:dLbl>
              <c:idx val="2"/>
              <c:delete val="1"/>
              <c:extLst>
                <c:ext xmlns:c15="http://schemas.microsoft.com/office/drawing/2012/chart" uri="{CE6537A1-D6FC-4f65-9D91-7224C49458BB}"/>
                <c:ext xmlns:c16="http://schemas.microsoft.com/office/drawing/2014/chart" uri="{C3380CC4-5D6E-409C-BE32-E72D297353CC}">
                  <c16:uniqueId val="{00000014-9F42-46D3-AE60-E848878FEAB0}"/>
                </c:ext>
              </c:extLst>
            </c:dLbl>
            <c:dLbl>
              <c:idx val="3"/>
              <c:delete val="1"/>
              <c:extLst>
                <c:ext xmlns:c15="http://schemas.microsoft.com/office/drawing/2012/chart" uri="{CE6537A1-D6FC-4f65-9D91-7224C49458BB}"/>
                <c:ext xmlns:c16="http://schemas.microsoft.com/office/drawing/2014/chart" uri="{C3380CC4-5D6E-409C-BE32-E72D297353CC}">
                  <c16:uniqueId val="{00000013-9F42-46D3-AE60-E848878FEAB0}"/>
                </c:ext>
              </c:extLst>
            </c:dLbl>
            <c:dLbl>
              <c:idx val="4"/>
              <c:delete val="1"/>
              <c:extLst>
                <c:ext xmlns:c15="http://schemas.microsoft.com/office/drawing/2012/chart" uri="{CE6537A1-D6FC-4f65-9D91-7224C49458BB}"/>
                <c:ext xmlns:c16="http://schemas.microsoft.com/office/drawing/2014/chart" uri="{C3380CC4-5D6E-409C-BE32-E72D297353CC}">
                  <c16:uniqueId val="{00000012-9F42-46D3-AE60-E848878FEAB0}"/>
                </c:ext>
              </c:extLst>
            </c:dLbl>
            <c:dLbl>
              <c:idx val="7"/>
              <c:delete val="1"/>
              <c:extLst>
                <c:ext xmlns:c15="http://schemas.microsoft.com/office/drawing/2012/chart" uri="{CE6537A1-D6FC-4f65-9D91-7224C49458BB}"/>
                <c:ext xmlns:c16="http://schemas.microsoft.com/office/drawing/2014/chart" uri="{C3380CC4-5D6E-409C-BE32-E72D297353CC}">
                  <c16:uniqueId val="{00000011-9F42-46D3-AE60-E848878FEAB0}"/>
                </c:ext>
              </c:extLst>
            </c:dLbl>
            <c:dLbl>
              <c:idx val="8"/>
              <c:delete val="1"/>
              <c:extLst>
                <c:ext xmlns:c15="http://schemas.microsoft.com/office/drawing/2012/chart" uri="{CE6537A1-D6FC-4f65-9D91-7224C49458BB}"/>
                <c:ext xmlns:c16="http://schemas.microsoft.com/office/drawing/2014/chart" uri="{C3380CC4-5D6E-409C-BE32-E72D297353CC}">
                  <c16:uniqueId val="{0000000E-9F42-46D3-AE60-E848878FEAB0}"/>
                </c:ext>
              </c:extLst>
            </c:dLbl>
            <c:dLbl>
              <c:idx val="9"/>
              <c:delete val="1"/>
              <c:extLst>
                <c:ext xmlns:c15="http://schemas.microsoft.com/office/drawing/2012/chart" uri="{CE6537A1-D6FC-4f65-9D91-7224C49458BB}"/>
                <c:ext xmlns:c16="http://schemas.microsoft.com/office/drawing/2014/chart" uri="{C3380CC4-5D6E-409C-BE32-E72D297353CC}">
                  <c16:uniqueId val="{0000000F-9F42-46D3-AE60-E848878FEAB0}"/>
                </c:ext>
              </c:extLst>
            </c:dLbl>
            <c:dLbl>
              <c:idx val="10"/>
              <c:delete val="1"/>
              <c:extLst>
                <c:ext xmlns:c15="http://schemas.microsoft.com/office/drawing/2012/chart" uri="{CE6537A1-D6FC-4f65-9D91-7224C49458BB}"/>
                <c:ext xmlns:c16="http://schemas.microsoft.com/office/drawing/2014/chart" uri="{C3380CC4-5D6E-409C-BE32-E72D297353CC}">
                  <c16:uniqueId val="{0000000D-9F42-46D3-AE60-E848878FEAB0}"/>
                </c:ext>
              </c:extLst>
            </c:dLbl>
            <c:spPr>
              <a:noFill/>
              <a:ln>
                <a:noFill/>
              </a:ln>
              <a:effectLst/>
            </c:spPr>
            <c:txPr>
              <a:bodyPr rot="0" spcFirstLastPara="1" vertOverflow="ellipsis" vert="horz" wrap="square" anchor="ctr" anchorCtr="1"/>
              <a:lstStyle/>
              <a:p>
                <a:pPr>
                  <a:defRPr sz="1200" b="1" i="0" u="none" strike="noStrike" kern="1200" baseline="0">
                    <a:solidFill>
                      <a:schemeClr val="tx2"/>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[0]!aaax</c:f>
              <c:strCache>
                <c:ptCount val="11"/>
                <c:pt idx="0">
                  <c:v>BCG</c:v>
                </c:pt>
                <c:pt idx="1">
                  <c:v>IPV</c:v>
                </c:pt>
                <c:pt idx="2">
                  <c:v>DTwP-HepB-Hib</c:v>
                </c:pt>
                <c:pt idx="3">
                  <c:v>YF</c:v>
                </c:pt>
                <c:pt idx="4">
                  <c:v>Measles</c:v>
                </c:pt>
                <c:pt idx="5">
                  <c:v>bOPV</c:v>
                </c:pt>
                <c:pt idx="6">
                  <c:v>Td</c:v>
                </c:pt>
                <c:pt idx="7">
                  <c:v>PCV13</c:v>
                </c:pt>
                <c:pt idx="8">
                  <c:v>Rota_Liq</c:v>
                </c:pt>
                <c:pt idx="9">
                  <c:v>Rota_Lyo</c:v>
                </c:pt>
                <c:pt idx="10">
                  <c:v>R21</c:v>
                </c:pt>
              </c:strCache>
            </c:strRef>
          </c:cat>
          <c:val>
            <c:numRef>
              <c:f>[0]!adc</c:f>
              <c:numCache>
                <c:formatCode>General</c:formatCode>
                <c:ptCount val="11"/>
                <c:pt idx="0">
                  <c:v>0</c:v>
                </c:pt>
                <c:pt idx="1">
                  <c:v>124</c:v>
                </c:pt>
                <c:pt idx="2">
                  <c:v>0</c:v>
                </c:pt>
                <c:pt idx="3">
                  <c:v>0</c:v>
                </c:pt>
                <c:pt idx="4">
                  <c:v>0</c:v>
                </c:pt>
                <c:pt idx="5">
                  <c:v>58</c:v>
                </c:pt>
                <c:pt idx="6">
                  <c:v>34</c:v>
                </c:pt>
                <c:pt idx="7">
                  <c:v>0</c:v>
                </c:pt>
                <c:pt idx="8">
                  <c:v>0</c:v>
                </c:pt>
                <c:pt idx="9">
                  <c:v>0</c:v>
                </c:pt>
                <c:pt idx="10">
                  <c:v>0</c:v>
                </c:pt>
              </c:numCache>
            </c:numRef>
          </c:val>
          <c:extLst>
            <c:ext xmlns:c16="http://schemas.microsoft.com/office/drawing/2014/chart" uri="{C3380CC4-5D6E-409C-BE32-E72D297353CC}">
              <c16:uniqueId val="{00000002-9F42-46D3-AE60-E848878FEAB0}"/>
            </c:ext>
          </c:extLst>
        </c:ser>
        <c:ser>
          <c:idx val="3"/>
          <c:order val="3"/>
          <c:tx>
            <c:strRef>
              <c:f>Analys_charts!$L$6</c:f>
              <c:strCache>
                <c:ptCount val="1"/>
                <c:pt idx="0">
                  <c:v>Jours de stock adéquat</c:v>
                </c:pt>
              </c:strCache>
            </c:strRef>
          </c:tx>
          <c:spPr>
            <a:solidFill>
              <a:srgbClr val="006666"/>
            </a:solidFill>
            <a:ln>
              <a:noFill/>
            </a:ln>
            <a:effectLst>
              <a:outerShdw blurRad="40000" dist="23000" dir="5400000" rotWithShape="0">
                <a:srgbClr val="000000">
                  <a:alpha val="35000"/>
                </a:srgbClr>
              </a:outerShdw>
            </a:effectLst>
          </c:spPr>
          <c:invertIfNegative val="0"/>
          <c:dLbls>
            <c:spPr>
              <a:noFill/>
              <a:ln>
                <a:noFill/>
              </a:ln>
              <a:effectLst/>
            </c:spPr>
            <c:txPr>
              <a:bodyPr rot="0" spcFirstLastPara="1" vertOverflow="ellipsis" vert="horz" wrap="square" anchor="ctr" anchorCtr="1"/>
              <a:lstStyle/>
              <a:p>
                <a:pPr>
                  <a:defRPr sz="1200" b="1" i="0" u="none" strike="noStrike" kern="1200" baseline="0">
                    <a:solidFill>
                      <a:schemeClr val="bg1"/>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[0]!aaax</c:f>
              <c:strCache>
                <c:ptCount val="11"/>
                <c:pt idx="0">
                  <c:v>BCG</c:v>
                </c:pt>
                <c:pt idx="1">
                  <c:v>IPV</c:v>
                </c:pt>
                <c:pt idx="2">
                  <c:v>DTwP-HepB-Hib</c:v>
                </c:pt>
                <c:pt idx="3">
                  <c:v>YF</c:v>
                </c:pt>
                <c:pt idx="4">
                  <c:v>Measles</c:v>
                </c:pt>
                <c:pt idx="5">
                  <c:v>bOPV</c:v>
                </c:pt>
                <c:pt idx="6">
                  <c:v>Td</c:v>
                </c:pt>
                <c:pt idx="7">
                  <c:v>PCV13</c:v>
                </c:pt>
                <c:pt idx="8">
                  <c:v>Rota_Liq</c:v>
                </c:pt>
                <c:pt idx="9">
                  <c:v>Rota_Lyo</c:v>
                </c:pt>
                <c:pt idx="10">
                  <c:v>R21</c:v>
                </c:pt>
              </c:strCache>
            </c:strRef>
          </c:cat>
          <c:val>
            <c:numRef>
              <c:f>[0]!ada</c:f>
              <c:numCache>
                <c:formatCode>General</c:formatCode>
                <c:ptCount val="11"/>
                <c:pt idx="0">
                  <c:v>158</c:v>
                </c:pt>
                <c:pt idx="1">
                  <c:v>211</c:v>
                </c:pt>
                <c:pt idx="2">
                  <c:v>210</c:v>
                </c:pt>
                <c:pt idx="3">
                  <c:v>73</c:v>
                </c:pt>
                <c:pt idx="4">
                  <c:v>181</c:v>
                </c:pt>
                <c:pt idx="5">
                  <c:v>216</c:v>
                </c:pt>
                <c:pt idx="6">
                  <c:v>275</c:v>
                </c:pt>
                <c:pt idx="7">
                  <c:v>86</c:v>
                </c:pt>
                <c:pt idx="8">
                  <c:v>182</c:v>
                </c:pt>
                <c:pt idx="9">
                  <c:v>59</c:v>
                </c:pt>
                <c:pt idx="10">
                  <c:v>301</c:v>
                </c:pt>
              </c:numCache>
            </c:numRef>
          </c:val>
          <c:extLst>
            <c:ext xmlns:c16="http://schemas.microsoft.com/office/drawing/2014/chart" uri="{C3380CC4-5D6E-409C-BE32-E72D297353CC}">
              <c16:uniqueId val="{00000003-9F42-46D3-AE60-E848878FEAB0}"/>
            </c:ext>
          </c:extLst>
        </c:ser>
        <c:dLbls>
          <c:showLegendKey val="0"/>
          <c:showVal val="0"/>
          <c:showCatName val="0"/>
          <c:showSerName val="0"/>
          <c:showPercent val="0"/>
          <c:showBubbleSize val="0"/>
        </c:dLbls>
        <c:gapWidth val="100"/>
        <c:overlap val="100"/>
        <c:axId val="1228922904"/>
        <c:axId val="1228921592"/>
      </c:barChart>
      <c:catAx>
        <c:axId val="1228922904"/>
        <c:scaling>
          <c:orientation val="minMax"/>
        </c:scaling>
        <c:delete val="0"/>
        <c:axPos val="b"/>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2"/>
                </a:solidFill>
                <a:latin typeface="Times New Roman" panose="02020603050405020304" pitchFamily="18" charset="0"/>
                <a:ea typeface="+mn-ea"/>
                <a:cs typeface="Times New Roman" panose="02020603050405020304" pitchFamily="18" charset="0"/>
              </a:defRPr>
            </a:pPr>
            <a:endParaRPr lang="fr-FR"/>
          </a:p>
        </c:txPr>
        <c:crossAx val="1228921592"/>
        <c:crosses val="autoZero"/>
        <c:auto val="1"/>
        <c:lblAlgn val="ctr"/>
        <c:lblOffset val="100"/>
        <c:noMultiLvlLbl val="0"/>
      </c:catAx>
      <c:valAx>
        <c:axId val="1228921592"/>
        <c:scaling>
          <c:orientation val="minMax"/>
        </c:scaling>
        <c:delete val="0"/>
        <c:axPos val="l"/>
        <c:majorGridlines>
          <c:spPr>
            <a:ln w="9525" cap="flat" cmpd="sng" algn="ctr">
              <a:solidFill>
                <a:schemeClr val="tx2">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2"/>
                </a:solidFill>
                <a:latin typeface="Times New Roman" panose="02020603050405020304" pitchFamily="18" charset="0"/>
                <a:ea typeface="+mn-ea"/>
                <a:cs typeface="Times New Roman" panose="02020603050405020304" pitchFamily="18" charset="0"/>
              </a:defRPr>
            </a:pPr>
            <a:endParaRPr lang="fr-FR"/>
          </a:p>
        </c:txPr>
        <c:crossAx val="1228922904"/>
        <c:crosses val="autoZero"/>
        <c:crossBetween val="between"/>
      </c:valAx>
      <c:spPr>
        <a:noFill/>
        <a:ln>
          <a:noFill/>
        </a:ln>
        <a:effectLst/>
      </c:spPr>
    </c:plotArea>
    <c:legend>
      <c:legendPos val="b"/>
      <c:layout>
        <c:manualLayout>
          <c:xMode val="edge"/>
          <c:yMode val="edge"/>
          <c:x val="1.1782340420135727E-2"/>
          <c:y val="0.92581830605715232"/>
          <c:w val="0.97412755173486776"/>
          <c:h val="6.7202225432215157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2"/>
              </a:solidFill>
              <a:latin typeface="Times New Roman" panose="02020603050405020304" pitchFamily="18" charset="0"/>
              <a:ea typeface="+mn-ea"/>
              <a:cs typeface="Times New Roman" panose="02020603050405020304" pitchFamily="18" charset="0"/>
            </a:defRPr>
          </a:pPr>
          <a:endParaRPr lang="fr-F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ysClr val="windowText" lastClr="000000"/>
      </a:solidFill>
      <a:round/>
    </a:ln>
    <a:effectLst/>
  </c:spPr>
  <c:txPr>
    <a:bodyPr/>
    <a:lstStyle/>
    <a:p>
      <a:pPr>
        <a:defRPr sz="1000">
          <a:latin typeface="Times New Roman" panose="02020603050405020304" pitchFamily="18" charset="0"/>
          <a:cs typeface="Times New Roman" panose="02020603050405020304" pitchFamily="18" charset="0"/>
        </a:defRPr>
      </a:pPr>
      <a:endParaRPr lang="fr-FR"/>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strRef>
          <c:f>Grf_dispo1!$A$67</c:f>
          <c:strCache>
            <c:ptCount val="1"/>
            <c:pt idx="0">
              <c:v>Nbre de jours de disponibilité du matériel d'injection - nov-2025</c:v>
            </c:pt>
          </c:strCache>
        </c:strRef>
      </c:tx>
      <c:overlay val="0"/>
      <c:spPr>
        <a:noFill/>
        <a:ln>
          <a:noFill/>
        </a:ln>
        <a:effectLst/>
      </c:spPr>
      <c:txPr>
        <a:bodyPr rot="0" spcFirstLastPara="1" vertOverflow="ellipsis" vert="horz" wrap="square" anchor="ctr" anchorCtr="1"/>
        <a:lstStyle/>
        <a:p>
          <a:pPr>
            <a:defRPr sz="132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fr-FR"/>
        </a:p>
      </c:txPr>
    </c:title>
    <c:autoTitleDeleted val="0"/>
    <c:plotArea>
      <c:layout>
        <c:manualLayout>
          <c:layoutTarget val="inner"/>
          <c:xMode val="edge"/>
          <c:yMode val="edge"/>
          <c:x val="6.6575356460760557E-2"/>
          <c:y val="0.14953496818892278"/>
          <c:w val="0.90775513234038696"/>
          <c:h val="0.53537203090250096"/>
        </c:manualLayout>
      </c:layout>
      <c:barChart>
        <c:barDir val="col"/>
        <c:grouping val="stacked"/>
        <c:varyColors val="0"/>
        <c:ser>
          <c:idx val="0"/>
          <c:order val="0"/>
          <c:tx>
            <c:strRef>
              <c:f>Analys_charts!$I$6</c:f>
              <c:strCache>
                <c:ptCount val="1"/>
                <c:pt idx="0">
                  <c:v>Jours de rupture (stock = 0)</c:v>
                </c:pt>
              </c:strCache>
            </c:strRef>
          </c:tx>
          <c:spPr>
            <a:solidFill>
              <a:srgbClr val="C00000"/>
            </a:solidFill>
            <a:ln>
              <a:noFill/>
            </a:ln>
            <a:effectLst/>
          </c:spPr>
          <c:invertIfNegative val="0"/>
          <c:cat>
            <c:strRef>
              <c:f>(Analys_charts!$B$29,Analys_charts!$B$31:$B$33,Analys_charts!$B$35)</c:f>
              <c:strCache>
                <c:ptCount val="5"/>
                <c:pt idx="0">
                  <c:v>SAB_0.05ml</c:v>
                </c:pt>
                <c:pt idx="1">
                  <c:v>SAB_0.5ml</c:v>
                </c:pt>
                <c:pt idx="2">
                  <c:v>Sdilution_2ml</c:v>
                </c:pt>
                <c:pt idx="3">
                  <c:v>Sdilution_5ml</c:v>
                </c:pt>
                <c:pt idx="4">
                  <c:v>BS_5l</c:v>
                </c:pt>
              </c:strCache>
              <c:extLst/>
            </c:strRef>
          </c:cat>
          <c:val>
            <c:numRef>
              <c:f>(Analys_charts!$I$29,Analys_charts!$I$31:$I$33,Analys_charts!$I$35)</c:f>
              <c:numCache>
                <c:formatCode>General</c:formatCode>
                <c:ptCount val="5"/>
                <c:pt idx="0">
                  <c:v>0</c:v>
                </c:pt>
                <c:pt idx="1">
                  <c:v>0</c:v>
                </c:pt>
                <c:pt idx="2">
                  <c:v>0</c:v>
                </c:pt>
                <c:pt idx="3">
                  <c:v>0</c:v>
                </c:pt>
                <c:pt idx="4">
                  <c:v>0</c:v>
                </c:pt>
              </c:numCache>
              <c:extLst/>
            </c:numRef>
          </c:val>
          <c:extLst>
            <c:ext xmlns:c16="http://schemas.microsoft.com/office/drawing/2014/chart" uri="{C3380CC4-5D6E-409C-BE32-E72D297353CC}">
              <c16:uniqueId val="{00000000-7979-4C40-B67F-F8CE587650C0}"/>
            </c:ext>
          </c:extLst>
        </c:ser>
        <c:ser>
          <c:idx val="1"/>
          <c:order val="1"/>
          <c:tx>
            <c:strRef>
              <c:f>Analys_charts!$J$6</c:f>
              <c:strCache>
                <c:ptCount val="1"/>
                <c:pt idx="0">
                  <c:v>Jours de stock &lt; Réserve</c:v>
                </c:pt>
              </c:strCache>
            </c:strRef>
          </c:tx>
          <c:spPr>
            <a:solidFill>
              <a:schemeClr val="accent2">
                <a:lumMod val="40000"/>
                <a:lumOff val="60000"/>
              </a:schemeClr>
            </a:solidFill>
            <a:ln>
              <a:noFill/>
            </a:ln>
            <a:effectLst/>
          </c:spPr>
          <c:invertIfNegative val="0"/>
          <c:dLbls>
            <c:dLbl>
              <c:idx val="2"/>
              <c:delete val="1"/>
              <c:extLst>
                <c:ext xmlns:c15="http://schemas.microsoft.com/office/drawing/2012/chart" uri="{CE6537A1-D6FC-4f65-9D91-7224C49458BB}"/>
                <c:ext xmlns:c16="http://schemas.microsoft.com/office/drawing/2014/chart" uri="{C3380CC4-5D6E-409C-BE32-E72D297353CC}">
                  <c16:uniqueId val="{00000009-7979-4C40-B67F-F8CE587650C0}"/>
                </c:ext>
              </c:extLst>
            </c:dLbl>
            <c:dLbl>
              <c:idx val="3"/>
              <c:delete val="1"/>
              <c:extLst>
                <c:ext xmlns:c15="http://schemas.microsoft.com/office/drawing/2012/chart" uri="{CE6537A1-D6FC-4f65-9D91-7224C49458BB}"/>
                <c:ext xmlns:c16="http://schemas.microsoft.com/office/drawing/2014/chart" uri="{C3380CC4-5D6E-409C-BE32-E72D297353CC}">
                  <c16:uniqueId val="{0000000A-7979-4C40-B67F-F8CE587650C0}"/>
                </c:ext>
              </c:extLst>
            </c:dLbl>
            <c:spPr>
              <a:noFill/>
              <a:ln>
                <a:noFill/>
              </a:ln>
              <a:effectLst/>
            </c:spPr>
            <c:txPr>
              <a:bodyPr rot="0" spcFirstLastPara="1" vertOverflow="ellipsis" vert="horz" wrap="square" anchor="ctr" anchorCtr="1"/>
              <a:lstStyle/>
              <a:p>
                <a:pPr>
                  <a:defRPr sz="1400" b="1" i="0" u="none" strike="noStrike" kern="1200" baseline="0">
                    <a:solidFill>
                      <a:schemeClr val="tx1"/>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(Analys_charts!$B$29,Analys_charts!$B$31:$B$33,Analys_charts!$B$35)</c:f>
              <c:strCache>
                <c:ptCount val="5"/>
                <c:pt idx="0">
                  <c:v>SAB_0.05ml</c:v>
                </c:pt>
                <c:pt idx="1">
                  <c:v>SAB_0.5ml</c:v>
                </c:pt>
                <c:pt idx="2">
                  <c:v>Sdilution_2ml</c:v>
                </c:pt>
                <c:pt idx="3">
                  <c:v>Sdilution_5ml</c:v>
                </c:pt>
                <c:pt idx="4">
                  <c:v>BS_5l</c:v>
                </c:pt>
              </c:strCache>
              <c:extLst/>
            </c:strRef>
          </c:cat>
          <c:val>
            <c:numRef>
              <c:f>(Analys_charts!$J$29,Analys_charts!$J$31:$J$33,Analys_charts!$J$35)</c:f>
              <c:numCache>
                <c:formatCode>General</c:formatCode>
                <c:ptCount val="5"/>
                <c:pt idx="0">
                  <c:v>102</c:v>
                </c:pt>
                <c:pt idx="1">
                  <c:v>205</c:v>
                </c:pt>
                <c:pt idx="2">
                  <c:v>0</c:v>
                </c:pt>
                <c:pt idx="3">
                  <c:v>0</c:v>
                </c:pt>
                <c:pt idx="4">
                  <c:v>178</c:v>
                </c:pt>
              </c:numCache>
              <c:extLst/>
            </c:numRef>
          </c:val>
          <c:extLst>
            <c:ext xmlns:c16="http://schemas.microsoft.com/office/drawing/2014/chart" uri="{C3380CC4-5D6E-409C-BE32-E72D297353CC}">
              <c16:uniqueId val="{00000001-7979-4C40-B67F-F8CE587650C0}"/>
            </c:ext>
          </c:extLst>
        </c:ser>
        <c:ser>
          <c:idx val="2"/>
          <c:order val="2"/>
          <c:tx>
            <c:strRef>
              <c:f>Analys_charts!$K$6</c:f>
              <c:strCache>
                <c:ptCount val="1"/>
                <c:pt idx="0">
                  <c:v>Jours de stock &gt; Smaxi</c:v>
                </c:pt>
              </c:strCache>
            </c:strRef>
          </c:tx>
          <c:spPr>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5-7979-4C40-B67F-F8CE587650C0}"/>
                </c:ext>
              </c:extLst>
            </c:dLbl>
            <c:dLbl>
              <c:idx val="1"/>
              <c:delete val="1"/>
              <c:extLst>
                <c:ext xmlns:c15="http://schemas.microsoft.com/office/drawing/2012/chart" uri="{CE6537A1-D6FC-4f65-9D91-7224C49458BB}"/>
                <c:ext xmlns:c16="http://schemas.microsoft.com/office/drawing/2014/chart" uri="{C3380CC4-5D6E-409C-BE32-E72D297353CC}">
                  <c16:uniqueId val="{00000004-7979-4C40-B67F-F8CE587650C0}"/>
                </c:ext>
              </c:extLst>
            </c:dLbl>
            <c:dLbl>
              <c:idx val="4"/>
              <c:delete val="1"/>
              <c:extLst>
                <c:ext xmlns:c15="http://schemas.microsoft.com/office/drawing/2012/chart" uri="{CE6537A1-D6FC-4f65-9D91-7224C49458BB}"/>
                <c:ext xmlns:c16="http://schemas.microsoft.com/office/drawing/2014/chart" uri="{C3380CC4-5D6E-409C-BE32-E72D297353CC}">
                  <c16:uniqueId val="{00000006-7979-4C40-B67F-F8CE587650C0}"/>
                </c:ext>
              </c:extLst>
            </c:dLbl>
            <c:spPr>
              <a:noFill/>
              <a:ln>
                <a:noFill/>
              </a:ln>
              <a:effectLst/>
            </c:spPr>
            <c:txPr>
              <a:bodyPr rot="0" spcFirstLastPara="1" vertOverflow="ellipsis" vert="horz" wrap="square" anchor="ctr" anchorCtr="1"/>
              <a:lstStyle/>
              <a:p>
                <a:pPr>
                  <a:defRPr sz="1200" b="1" i="0" u="none" strike="noStrike" kern="1200" baseline="0">
                    <a:solidFill>
                      <a:schemeClr val="tx1"/>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(Analys_charts!$B$29,Analys_charts!$B$31:$B$33,Analys_charts!$B$35)</c:f>
              <c:strCache>
                <c:ptCount val="5"/>
                <c:pt idx="0">
                  <c:v>SAB_0.05ml</c:v>
                </c:pt>
                <c:pt idx="1">
                  <c:v>SAB_0.5ml</c:v>
                </c:pt>
                <c:pt idx="2">
                  <c:v>Sdilution_2ml</c:v>
                </c:pt>
                <c:pt idx="3">
                  <c:v>Sdilution_5ml</c:v>
                </c:pt>
                <c:pt idx="4">
                  <c:v>BS_5l</c:v>
                </c:pt>
              </c:strCache>
              <c:extLst/>
            </c:strRef>
          </c:cat>
          <c:val>
            <c:numRef>
              <c:f>(Analys_charts!$K$29,Analys_charts!$K$31:$K$33,Analys_charts!$K$35)</c:f>
              <c:numCache>
                <c:formatCode>General</c:formatCode>
                <c:ptCount val="5"/>
                <c:pt idx="0">
                  <c:v>0</c:v>
                </c:pt>
                <c:pt idx="1">
                  <c:v>0</c:v>
                </c:pt>
                <c:pt idx="2">
                  <c:v>176</c:v>
                </c:pt>
                <c:pt idx="3">
                  <c:v>123</c:v>
                </c:pt>
                <c:pt idx="4">
                  <c:v>0</c:v>
                </c:pt>
              </c:numCache>
              <c:extLst/>
            </c:numRef>
          </c:val>
          <c:extLst>
            <c:ext xmlns:c16="http://schemas.microsoft.com/office/drawing/2014/chart" uri="{C3380CC4-5D6E-409C-BE32-E72D297353CC}">
              <c16:uniqueId val="{00000002-7979-4C40-B67F-F8CE587650C0}"/>
            </c:ext>
          </c:extLst>
        </c:ser>
        <c:ser>
          <c:idx val="3"/>
          <c:order val="3"/>
          <c:tx>
            <c:strRef>
              <c:f>Analys_charts!$L$6</c:f>
              <c:strCache>
                <c:ptCount val="1"/>
                <c:pt idx="0">
                  <c:v>Jours de stock adéquat</c:v>
                </c:pt>
              </c:strCache>
            </c:strRef>
          </c:tx>
          <c:spPr>
            <a:solidFill>
              <a:srgbClr val="006666"/>
            </a:solidFill>
            <a:ln>
              <a:noFill/>
            </a:ln>
            <a:effectLst/>
          </c:spPr>
          <c:invertIfNegative val="0"/>
          <c:dLbls>
            <c:spPr>
              <a:noFill/>
              <a:ln>
                <a:noFill/>
              </a:ln>
              <a:effectLst/>
            </c:spPr>
            <c:txPr>
              <a:bodyPr rot="0" spcFirstLastPara="1" vertOverflow="ellipsis" vert="horz" wrap="square" anchor="ctr" anchorCtr="1"/>
              <a:lstStyle/>
              <a:p>
                <a:pPr>
                  <a:defRPr sz="1200" b="1" i="0" u="none" strike="noStrike" kern="1200" baseline="0">
                    <a:solidFill>
                      <a:schemeClr val="bg1"/>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(Analys_charts!$B$29,Analys_charts!$B$31:$B$33,Analys_charts!$B$35)</c:f>
              <c:strCache>
                <c:ptCount val="5"/>
                <c:pt idx="0">
                  <c:v>SAB_0.05ml</c:v>
                </c:pt>
                <c:pt idx="1">
                  <c:v>SAB_0.5ml</c:v>
                </c:pt>
                <c:pt idx="2">
                  <c:v>Sdilution_2ml</c:v>
                </c:pt>
                <c:pt idx="3">
                  <c:v>Sdilution_5ml</c:v>
                </c:pt>
                <c:pt idx="4">
                  <c:v>BS_5l</c:v>
                </c:pt>
              </c:strCache>
              <c:extLst/>
            </c:strRef>
          </c:cat>
          <c:val>
            <c:numRef>
              <c:f>(Analys_charts!$L$29,Analys_charts!$L$31:$L$33,Analys_charts!$L$35)</c:f>
              <c:numCache>
                <c:formatCode>General</c:formatCode>
                <c:ptCount val="5"/>
                <c:pt idx="0">
                  <c:v>205</c:v>
                </c:pt>
                <c:pt idx="1">
                  <c:v>102</c:v>
                </c:pt>
                <c:pt idx="2">
                  <c:v>131</c:v>
                </c:pt>
                <c:pt idx="3">
                  <c:v>184</c:v>
                </c:pt>
                <c:pt idx="4">
                  <c:v>129</c:v>
                </c:pt>
              </c:numCache>
              <c:extLst/>
            </c:numRef>
          </c:val>
          <c:extLst>
            <c:ext xmlns:c16="http://schemas.microsoft.com/office/drawing/2014/chart" uri="{C3380CC4-5D6E-409C-BE32-E72D297353CC}">
              <c16:uniqueId val="{00000003-7979-4C40-B67F-F8CE587650C0}"/>
            </c:ext>
          </c:extLst>
        </c:ser>
        <c:dLbls>
          <c:showLegendKey val="0"/>
          <c:showVal val="0"/>
          <c:showCatName val="0"/>
          <c:showSerName val="0"/>
          <c:showPercent val="0"/>
          <c:showBubbleSize val="0"/>
        </c:dLbls>
        <c:gapWidth val="100"/>
        <c:overlap val="100"/>
        <c:axId val="1107999360"/>
        <c:axId val="1107998048"/>
      </c:barChart>
      <c:catAx>
        <c:axId val="11079993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fr-FR"/>
          </a:p>
        </c:txPr>
        <c:crossAx val="1107998048"/>
        <c:crosses val="autoZero"/>
        <c:auto val="1"/>
        <c:lblAlgn val="ctr"/>
        <c:lblOffset val="100"/>
        <c:noMultiLvlLbl val="0"/>
      </c:catAx>
      <c:valAx>
        <c:axId val="110799804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fr-FR"/>
          </a:p>
        </c:txPr>
        <c:crossAx val="1107999360"/>
        <c:crosses val="autoZero"/>
        <c:crossBetween val="between"/>
      </c:valAx>
      <c:spPr>
        <a:noFill/>
        <a:ln>
          <a:noFill/>
        </a:ln>
        <a:effectLst/>
      </c:spPr>
    </c:plotArea>
    <c:legend>
      <c:legendPos val="b"/>
      <c:layout>
        <c:manualLayout>
          <c:xMode val="edge"/>
          <c:yMode val="edge"/>
          <c:x val="1.7140324578749908E-2"/>
          <c:y val="0.91255689509052496"/>
          <c:w val="0.96571935084250016"/>
          <c:h val="7.3590861445934255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fr-F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ysClr val="windowText" lastClr="000000"/>
      </a:solidFill>
      <a:round/>
    </a:ln>
    <a:effectLst/>
  </c:spPr>
  <c:txPr>
    <a:bodyPr/>
    <a:lstStyle/>
    <a:p>
      <a:pPr>
        <a:defRPr sz="1100">
          <a:solidFill>
            <a:schemeClr val="tx1"/>
          </a:solidFill>
          <a:latin typeface="Times New Roman" panose="02020603050405020304" pitchFamily="18" charset="0"/>
          <a:cs typeface="Times New Roman" panose="02020603050405020304" pitchFamily="18" charset="0"/>
        </a:defRPr>
      </a:pPr>
      <a:endParaRPr lang="fr-FR"/>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lang="fr-FR" sz="1440" b="0" i="0" u="none" strike="noStrike" kern="1200" cap="none" spc="20" baseline="0">
                <a:solidFill>
                  <a:schemeClr val="tx1"/>
                </a:solidFill>
                <a:latin typeface="Times New Roman" panose="02020603050405020304" pitchFamily="18" charset="0"/>
                <a:ea typeface="+mn-ea"/>
                <a:cs typeface="Times New Roman" panose="02020603050405020304" pitchFamily="18" charset="0"/>
              </a:defRPr>
            </a:pPr>
            <a:r>
              <a:rPr lang="fr-FR"/>
              <a:t>Evolution du stock rotasiil dans les antennes</a:t>
            </a:r>
          </a:p>
        </c:rich>
      </c:tx>
      <c:overlay val="0"/>
      <c:spPr>
        <a:noFill/>
        <a:ln>
          <a:noFill/>
        </a:ln>
        <a:effectLst/>
      </c:spPr>
      <c:txPr>
        <a:bodyPr rot="0" spcFirstLastPara="1" vertOverflow="ellipsis" vert="horz" wrap="square" anchor="ctr" anchorCtr="1"/>
        <a:lstStyle/>
        <a:p>
          <a:pPr>
            <a:defRPr lang="fr-FR" sz="1440" b="0" i="0" u="none" strike="noStrike" kern="1200" cap="none" spc="20" baseline="0">
              <a:solidFill>
                <a:schemeClr val="tx1"/>
              </a:solidFill>
              <a:latin typeface="Times New Roman" panose="02020603050405020304" pitchFamily="18" charset="0"/>
              <a:ea typeface="+mn-ea"/>
              <a:cs typeface="Times New Roman" panose="02020603050405020304" pitchFamily="18" charset="0"/>
            </a:defRPr>
          </a:pPr>
          <a:endParaRPr lang="fr-FR"/>
        </a:p>
      </c:txPr>
    </c:title>
    <c:autoTitleDeleted val="0"/>
    <c:plotArea>
      <c:layout/>
      <c:areaChart>
        <c:grouping val="stacked"/>
        <c:varyColors val="0"/>
        <c:ser>
          <c:idx val="0"/>
          <c:order val="0"/>
          <c:tx>
            <c:strRef>
              <c:f>Feuil2!$B$6</c:f>
              <c:strCache>
                <c:ptCount val="1"/>
                <c:pt idx="0">
                  <c:v>Stock rotasiil dans les natennes</c:v>
                </c:pt>
              </c:strCache>
            </c:strRef>
          </c:tx>
          <c:spPr>
            <a:solidFill>
              <a:srgbClr val="0097A7">
                <a:lumMod val="75000"/>
              </a:srgbClr>
            </a:solidFill>
            <a:ln w="9525" cap="flat" cmpd="sng" algn="ctr">
              <a:solidFill>
                <a:schemeClr val="accent1">
                  <a:shade val="95000"/>
                </a:schemeClr>
              </a:solidFill>
              <a:round/>
            </a:ln>
            <a:effectLst/>
          </c:spPr>
          <c:cat>
            <c:strRef>
              <c:f>Feuil2!$D$5:$R$5</c:f>
              <c:strCache>
                <c:ptCount val="15"/>
                <c:pt idx="0">
                  <c:v>S34</c:v>
                </c:pt>
                <c:pt idx="1">
                  <c:v>S35</c:v>
                </c:pt>
                <c:pt idx="2">
                  <c:v>S36</c:v>
                </c:pt>
                <c:pt idx="3">
                  <c:v>S37</c:v>
                </c:pt>
                <c:pt idx="4">
                  <c:v>S38</c:v>
                </c:pt>
                <c:pt idx="5">
                  <c:v>S39</c:v>
                </c:pt>
                <c:pt idx="6">
                  <c:v>S40</c:v>
                </c:pt>
                <c:pt idx="7">
                  <c:v>S41</c:v>
                </c:pt>
                <c:pt idx="8">
                  <c:v>S42</c:v>
                </c:pt>
                <c:pt idx="9">
                  <c:v>S43</c:v>
                </c:pt>
                <c:pt idx="10">
                  <c:v>S44</c:v>
                </c:pt>
                <c:pt idx="11">
                  <c:v>S45</c:v>
                </c:pt>
                <c:pt idx="12">
                  <c:v>S46</c:v>
                </c:pt>
                <c:pt idx="13">
                  <c:v>S47</c:v>
                </c:pt>
                <c:pt idx="14">
                  <c:v>S48</c:v>
                </c:pt>
              </c:strCache>
            </c:strRef>
          </c:cat>
          <c:val>
            <c:numRef>
              <c:f>Feuil2!$D$6:$R$6</c:f>
              <c:numCache>
                <c:formatCode>_-* #\ ##0_-;\-* #\ ##0_-;_-* "-"??_-;_-@_-</c:formatCode>
                <c:ptCount val="15"/>
                <c:pt idx="0">
                  <c:v>2142380</c:v>
                </c:pt>
                <c:pt idx="1">
                  <c:v>2000328</c:v>
                </c:pt>
                <c:pt idx="2">
                  <c:v>2012620</c:v>
                </c:pt>
                <c:pt idx="3">
                  <c:v>1706944</c:v>
                </c:pt>
                <c:pt idx="4">
                  <c:v>1399620</c:v>
                </c:pt>
                <c:pt idx="5">
                  <c:v>1321080</c:v>
                </c:pt>
                <c:pt idx="6">
                  <c:v>1061710</c:v>
                </c:pt>
                <c:pt idx="7">
                  <c:v>1006910</c:v>
                </c:pt>
                <c:pt idx="8">
                  <c:v>1013278</c:v>
                </c:pt>
                <c:pt idx="9">
                  <c:v>954878</c:v>
                </c:pt>
                <c:pt idx="10">
                  <c:v>827412</c:v>
                </c:pt>
                <c:pt idx="11">
                  <c:v>823512</c:v>
                </c:pt>
                <c:pt idx="12">
                  <c:v>705604</c:v>
                </c:pt>
                <c:pt idx="13">
                  <c:v>644768</c:v>
                </c:pt>
                <c:pt idx="14">
                  <c:v>532478</c:v>
                </c:pt>
              </c:numCache>
            </c:numRef>
          </c:val>
          <c:extLst>
            <c:ext xmlns:c16="http://schemas.microsoft.com/office/drawing/2014/chart" uri="{C3380CC4-5D6E-409C-BE32-E72D297353CC}">
              <c16:uniqueId val="{00000000-74EF-4D4D-A9A8-83457BCF1C17}"/>
            </c:ext>
          </c:extLst>
        </c:ser>
        <c:ser>
          <c:idx val="1"/>
          <c:order val="1"/>
          <c:tx>
            <c:strRef>
              <c:f>Feuil2!$B$7</c:f>
              <c:strCache>
                <c:ptCount val="1"/>
                <c:pt idx="0">
                  <c:v>Nbre antenne avec stock 0</c:v>
                </c:pt>
              </c:strCache>
            </c:strRef>
          </c:tx>
          <c:spPr>
            <a:solidFill>
              <a:srgbClr val="FF0000"/>
            </a:solidFill>
            <a:ln w="76200" cap="flat" cmpd="sng" algn="ctr">
              <a:solidFill>
                <a:srgbClr val="FF0000"/>
              </a:solidFill>
              <a:round/>
            </a:ln>
            <a:effectLst/>
          </c:spPr>
          <c:dLbls>
            <c:dLbl>
              <c:idx val="0"/>
              <c:layout>
                <c:manualLayout>
                  <c:x val="-2.1670356439183001E-17"/>
                  <c:y val="-3.610108303249100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4EF-4D4D-A9A8-83457BCF1C17}"/>
                </c:ext>
              </c:extLst>
            </c:dLbl>
            <c:dLbl>
              <c:idx val="1"/>
              <c:layout>
                <c:manualLayout>
                  <c:x val="0"/>
                  <c:y val="-4.8134777376654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74EF-4D4D-A9A8-83457BCF1C17}"/>
                </c:ext>
              </c:extLst>
            </c:dLbl>
            <c:dLbl>
              <c:idx val="2"/>
              <c:layout>
                <c:manualLayout>
                  <c:x val="4.72813238770686E-3"/>
                  <c:y val="-4.011231448054550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4EF-4D4D-A9A8-83457BCF1C17}"/>
                </c:ext>
              </c:extLst>
            </c:dLbl>
            <c:dLbl>
              <c:idx val="3"/>
              <c:layout>
                <c:manualLayout>
                  <c:x val="0"/>
                  <c:y val="-2.807862013638190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74EF-4D4D-A9A8-83457BCF1C17}"/>
                </c:ext>
              </c:extLst>
            </c:dLbl>
            <c:dLbl>
              <c:idx val="4"/>
              <c:layout>
                <c:manualLayout>
                  <c:x val="7.0921985815602002E-3"/>
                  <c:y val="-4.4123545928600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74EF-4D4D-A9A8-83457BCF1C17}"/>
                </c:ext>
              </c:extLst>
            </c:dLbl>
            <c:dLbl>
              <c:idx val="5"/>
              <c:layout>
                <c:manualLayout>
                  <c:x val="2.36406619385343E-3"/>
                  <c:y val="-2.807862013638190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74EF-4D4D-A9A8-83457BCF1C17}"/>
                </c:ext>
              </c:extLst>
            </c:dLbl>
            <c:dLbl>
              <c:idx val="6"/>
              <c:layout>
                <c:manualLayout>
                  <c:x val="7.09219858156011E-3"/>
                  <c:y val="-3.610108303249109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74EF-4D4D-A9A8-83457BCF1C17}"/>
                </c:ext>
              </c:extLst>
            </c:dLbl>
            <c:spPr>
              <a:solidFill>
                <a:srgbClr val="FF7C80"/>
              </a:solidFill>
              <a:ln>
                <a:noFill/>
              </a:ln>
              <a:effectLst/>
            </c:spPr>
            <c:txPr>
              <a:bodyPr rot="0" spcFirstLastPara="1" vertOverflow="ellipsis" vert="horz" wrap="square" anchor="ctr" anchorCtr="1"/>
              <a:lstStyle/>
              <a:p>
                <a:pPr>
                  <a:defRPr lang="fr-F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Feuil2!$D$5:$R$5</c:f>
              <c:strCache>
                <c:ptCount val="15"/>
                <c:pt idx="0">
                  <c:v>S34</c:v>
                </c:pt>
                <c:pt idx="1">
                  <c:v>S35</c:v>
                </c:pt>
                <c:pt idx="2">
                  <c:v>S36</c:v>
                </c:pt>
                <c:pt idx="3">
                  <c:v>S37</c:v>
                </c:pt>
                <c:pt idx="4">
                  <c:v>S38</c:v>
                </c:pt>
                <c:pt idx="5">
                  <c:v>S39</c:v>
                </c:pt>
                <c:pt idx="6">
                  <c:v>S40</c:v>
                </c:pt>
                <c:pt idx="7">
                  <c:v>S41</c:v>
                </c:pt>
                <c:pt idx="8">
                  <c:v>S42</c:v>
                </c:pt>
                <c:pt idx="9">
                  <c:v>S43</c:v>
                </c:pt>
                <c:pt idx="10">
                  <c:v>S44</c:v>
                </c:pt>
                <c:pt idx="11">
                  <c:v>S45</c:v>
                </c:pt>
                <c:pt idx="12">
                  <c:v>S46</c:v>
                </c:pt>
                <c:pt idx="13">
                  <c:v>S47</c:v>
                </c:pt>
                <c:pt idx="14">
                  <c:v>S48</c:v>
                </c:pt>
              </c:strCache>
            </c:strRef>
          </c:cat>
          <c:val>
            <c:numRef>
              <c:f>Feuil2!$D$7:$R$7</c:f>
              <c:numCache>
                <c:formatCode>General</c:formatCode>
                <c:ptCount val="15"/>
                <c:pt idx="0">
                  <c:v>4</c:v>
                </c:pt>
                <c:pt idx="1">
                  <c:v>5</c:v>
                </c:pt>
                <c:pt idx="2">
                  <c:v>6</c:v>
                </c:pt>
                <c:pt idx="3">
                  <c:v>9</c:v>
                </c:pt>
                <c:pt idx="4">
                  <c:v>10</c:v>
                </c:pt>
                <c:pt idx="5">
                  <c:v>11</c:v>
                </c:pt>
                <c:pt idx="6">
                  <c:v>13</c:v>
                </c:pt>
                <c:pt idx="7">
                  <c:v>13</c:v>
                </c:pt>
                <c:pt idx="8">
                  <c:v>16</c:v>
                </c:pt>
                <c:pt idx="9">
                  <c:v>18</c:v>
                </c:pt>
                <c:pt idx="10">
                  <c:v>19</c:v>
                </c:pt>
                <c:pt idx="11">
                  <c:v>20</c:v>
                </c:pt>
                <c:pt idx="12">
                  <c:v>22</c:v>
                </c:pt>
                <c:pt idx="13">
                  <c:v>22</c:v>
                </c:pt>
                <c:pt idx="14">
                  <c:v>28</c:v>
                </c:pt>
              </c:numCache>
            </c:numRef>
          </c:val>
          <c:extLst>
            <c:ext xmlns:c16="http://schemas.microsoft.com/office/drawing/2014/chart" uri="{C3380CC4-5D6E-409C-BE32-E72D297353CC}">
              <c16:uniqueId val="{00000008-74EF-4D4D-A9A8-83457BCF1C17}"/>
            </c:ext>
          </c:extLst>
        </c:ser>
        <c:dLbls>
          <c:showLegendKey val="0"/>
          <c:showVal val="0"/>
          <c:showCatName val="0"/>
          <c:showSerName val="0"/>
          <c:showPercent val="0"/>
          <c:showBubbleSize val="0"/>
        </c:dLbls>
        <c:axId val="1092226864"/>
        <c:axId val="1092227944"/>
      </c:areaChart>
      <c:barChart>
        <c:barDir val="col"/>
        <c:grouping val="clustered"/>
        <c:varyColors val="0"/>
        <c:ser>
          <c:idx val="2"/>
          <c:order val="2"/>
          <c:tx>
            <c:strRef>
              <c:f>Feuil2!$B$8</c:f>
              <c:strCache>
                <c:ptCount val="1"/>
                <c:pt idx="0">
                  <c:v>Stock dans les ZS</c:v>
                </c:pt>
              </c:strCache>
            </c:strRef>
          </c:tx>
          <c:spPr>
            <a:gradFill rotWithShape="1">
              <a:gsLst>
                <a:gs pos="0">
                  <a:schemeClr val="accent3">
                    <a:lumMod val="110000"/>
                    <a:satMod val="105000"/>
                    <a:tint val="67000"/>
                  </a:schemeClr>
                </a:gs>
                <a:gs pos="50000">
                  <a:schemeClr val="accent3">
                    <a:lumMod val="105000"/>
                    <a:satMod val="103000"/>
                    <a:tint val="73000"/>
                  </a:schemeClr>
                </a:gs>
                <a:gs pos="100000">
                  <a:schemeClr val="accent3">
                    <a:lumMod val="105000"/>
                    <a:satMod val="109000"/>
                    <a:tint val="81000"/>
                  </a:schemeClr>
                </a:gs>
              </a:gsLst>
              <a:lin ang="5400000" scaled="0"/>
            </a:gradFill>
            <a:ln w="9525" cap="flat" cmpd="sng" algn="ctr">
              <a:solidFill>
                <a:schemeClr val="accent3">
                  <a:shade val="95000"/>
                </a:schemeClr>
              </a:solidFill>
              <a:round/>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9-74EF-4D4D-A9A8-83457BCF1C17}"/>
                </c:ext>
              </c:extLst>
            </c:dLbl>
            <c:dLbl>
              <c:idx val="1"/>
              <c:delete val="1"/>
              <c:extLst>
                <c:ext xmlns:c15="http://schemas.microsoft.com/office/drawing/2012/chart" uri="{CE6537A1-D6FC-4f65-9D91-7224C49458BB}"/>
                <c:ext xmlns:c16="http://schemas.microsoft.com/office/drawing/2014/chart" uri="{C3380CC4-5D6E-409C-BE32-E72D297353CC}">
                  <c16:uniqueId val="{0000000A-74EF-4D4D-A9A8-83457BCF1C17}"/>
                </c:ext>
              </c:extLst>
            </c:dLbl>
            <c:dLbl>
              <c:idx val="3"/>
              <c:delete val="1"/>
              <c:extLst>
                <c:ext xmlns:c15="http://schemas.microsoft.com/office/drawing/2012/chart" uri="{CE6537A1-D6FC-4f65-9D91-7224C49458BB}"/>
                <c:ext xmlns:c16="http://schemas.microsoft.com/office/drawing/2014/chart" uri="{C3380CC4-5D6E-409C-BE32-E72D297353CC}">
                  <c16:uniqueId val="{0000000B-74EF-4D4D-A9A8-83457BCF1C17}"/>
                </c:ext>
              </c:extLst>
            </c:dLbl>
            <c:dLbl>
              <c:idx val="5"/>
              <c:delete val="1"/>
              <c:extLst>
                <c:ext xmlns:c15="http://schemas.microsoft.com/office/drawing/2012/chart" uri="{CE6537A1-D6FC-4f65-9D91-7224C49458BB}"/>
                <c:ext xmlns:c16="http://schemas.microsoft.com/office/drawing/2014/chart" uri="{C3380CC4-5D6E-409C-BE32-E72D297353CC}">
                  <c16:uniqueId val="{0000000C-74EF-4D4D-A9A8-83457BCF1C17}"/>
                </c:ext>
              </c:extLst>
            </c:dLbl>
            <c:dLbl>
              <c:idx val="7"/>
              <c:delete val="1"/>
              <c:extLst>
                <c:ext xmlns:c15="http://schemas.microsoft.com/office/drawing/2012/chart" uri="{CE6537A1-D6FC-4f65-9D91-7224C49458BB}"/>
                <c:ext xmlns:c16="http://schemas.microsoft.com/office/drawing/2014/chart" uri="{C3380CC4-5D6E-409C-BE32-E72D297353CC}">
                  <c16:uniqueId val="{0000000D-74EF-4D4D-A9A8-83457BCF1C17}"/>
                </c:ext>
              </c:extLst>
            </c:dLbl>
            <c:dLbl>
              <c:idx val="8"/>
              <c:delete val="1"/>
              <c:extLst>
                <c:ext xmlns:c15="http://schemas.microsoft.com/office/drawing/2012/chart" uri="{CE6537A1-D6FC-4f65-9D91-7224C49458BB}"/>
                <c:ext xmlns:c16="http://schemas.microsoft.com/office/drawing/2014/chart" uri="{C3380CC4-5D6E-409C-BE32-E72D297353CC}">
                  <c16:uniqueId val="{0000000E-74EF-4D4D-A9A8-83457BCF1C17}"/>
                </c:ext>
              </c:extLst>
            </c:dLbl>
            <c:dLbl>
              <c:idx val="9"/>
              <c:delete val="1"/>
              <c:extLst>
                <c:ext xmlns:c15="http://schemas.microsoft.com/office/drawing/2012/chart" uri="{CE6537A1-D6FC-4f65-9D91-7224C49458BB}"/>
                <c:ext xmlns:c16="http://schemas.microsoft.com/office/drawing/2014/chart" uri="{C3380CC4-5D6E-409C-BE32-E72D297353CC}">
                  <c16:uniqueId val="{0000000F-74EF-4D4D-A9A8-83457BCF1C17}"/>
                </c:ext>
              </c:extLst>
            </c:dLbl>
            <c:dLbl>
              <c:idx val="10"/>
              <c:delete val="1"/>
              <c:extLst>
                <c:ext xmlns:c15="http://schemas.microsoft.com/office/drawing/2012/chart" uri="{CE6537A1-D6FC-4f65-9D91-7224C49458BB}"/>
                <c:ext xmlns:c16="http://schemas.microsoft.com/office/drawing/2014/chart" uri="{C3380CC4-5D6E-409C-BE32-E72D297353CC}">
                  <c16:uniqueId val="{00000010-74EF-4D4D-A9A8-83457BCF1C17}"/>
                </c:ext>
              </c:extLst>
            </c:dLbl>
            <c:dLbl>
              <c:idx val="11"/>
              <c:layout>
                <c:manualLayout>
                  <c:x val="-4.0576959635510203E-2"/>
                  <c:y val="0.15911764312259"/>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74EF-4D4D-A9A8-83457BCF1C17}"/>
                </c:ext>
              </c:extLst>
            </c:dLbl>
            <c:dLbl>
              <c:idx val="12"/>
              <c:layout>
                <c:manualLayout>
                  <c:x val="-2.7888932271219798E-3"/>
                  <c:y val="0.19478769624845299"/>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74EF-4D4D-A9A8-83457BCF1C17}"/>
                </c:ext>
              </c:extLst>
            </c:dLbl>
            <c:dLbl>
              <c:idx val="13"/>
              <c:delete val="1"/>
              <c:extLst>
                <c:ext xmlns:c15="http://schemas.microsoft.com/office/drawing/2012/chart" uri="{CE6537A1-D6FC-4f65-9D91-7224C49458BB}"/>
                <c:ext xmlns:c16="http://schemas.microsoft.com/office/drawing/2014/chart" uri="{C3380CC4-5D6E-409C-BE32-E72D297353CC}">
                  <c16:uniqueId val="{00000013-74EF-4D4D-A9A8-83457BCF1C17}"/>
                </c:ext>
              </c:extLst>
            </c:dLbl>
            <c:dLbl>
              <c:idx val="14"/>
              <c:delete val="1"/>
              <c:extLst>
                <c:ext xmlns:c15="http://schemas.microsoft.com/office/drawing/2012/chart" uri="{CE6537A1-D6FC-4f65-9D91-7224C49458BB}"/>
                <c:ext xmlns:c16="http://schemas.microsoft.com/office/drawing/2014/chart" uri="{C3380CC4-5D6E-409C-BE32-E72D297353CC}">
                  <c16:uniqueId val="{00000014-74EF-4D4D-A9A8-83457BCF1C17}"/>
                </c:ext>
              </c:extLst>
            </c:dLbl>
            <c:spPr>
              <a:noFill/>
              <a:ln>
                <a:noFill/>
              </a:ln>
              <a:effectLst/>
            </c:spPr>
            <c:txPr>
              <a:bodyPr rot="0" spcFirstLastPara="1" vertOverflow="ellipsis" vert="horz" wrap="square" anchor="ctr" anchorCtr="1"/>
              <a:lstStyle/>
              <a:p>
                <a:pPr>
                  <a:defRPr lang="fr-F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Feuil2!$D$5:$R$5</c:f>
              <c:strCache>
                <c:ptCount val="15"/>
                <c:pt idx="0">
                  <c:v>S34</c:v>
                </c:pt>
                <c:pt idx="1">
                  <c:v>S35</c:v>
                </c:pt>
                <c:pt idx="2">
                  <c:v>S36</c:v>
                </c:pt>
                <c:pt idx="3">
                  <c:v>S37</c:v>
                </c:pt>
                <c:pt idx="4">
                  <c:v>S38</c:v>
                </c:pt>
                <c:pt idx="5">
                  <c:v>S39</c:v>
                </c:pt>
                <c:pt idx="6">
                  <c:v>S40</c:v>
                </c:pt>
                <c:pt idx="7">
                  <c:v>S41</c:v>
                </c:pt>
                <c:pt idx="8">
                  <c:v>S42</c:v>
                </c:pt>
                <c:pt idx="9">
                  <c:v>S43</c:v>
                </c:pt>
                <c:pt idx="10">
                  <c:v>S44</c:v>
                </c:pt>
                <c:pt idx="11">
                  <c:v>S45</c:v>
                </c:pt>
                <c:pt idx="12">
                  <c:v>S46</c:v>
                </c:pt>
                <c:pt idx="13">
                  <c:v>S47</c:v>
                </c:pt>
                <c:pt idx="14">
                  <c:v>S48</c:v>
                </c:pt>
              </c:strCache>
            </c:strRef>
          </c:cat>
          <c:val>
            <c:numRef>
              <c:f>Feuil2!$D$8:$R$8</c:f>
              <c:numCache>
                <c:formatCode>General</c:formatCode>
                <c:ptCount val="15"/>
                <c:pt idx="2" formatCode="_-* #\ ##0_-;\-* #\ ##0_-;_-* &quot;-&quot;??_-;_-@_-">
                  <c:v>867376</c:v>
                </c:pt>
                <c:pt idx="4" formatCode="_-* #\ ##0_-;\-* #\ ##0_-;_-* &quot;-&quot;??_-;_-@_-">
                  <c:v>889294</c:v>
                </c:pt>
                <c:pt idx="6" formatCode="_-* #\ ##0_-;\-* #\ ##0_-;_-* &quot;-&quot;??_-;_-@_-">
                  <c:v>848500</c:v>
                </c:pt>
                <c:pt idx="11" formatCode="_-* #\ ##0_-;\-* #\ ##0_-;_-* &quot;-&quot;??_-;_-@_-">
                  <c:v>960476</c:v>
                </c:pt>
                <c:pt idx="12" formatCode="_-* #\ ##0_-;\-* #\ ##0_-;_-* &quot;-&quot;??_-;_-@_-">
                  <c:v>864428</c:v>
                </c:pt>
              </c:numCache>
            </c:numRef>
          </c:val>
          <c:extLst>
            <c:ext xmlns:c16="http://schemas.microsoft.com/office/drawing/2014/chart" uri="{C3380CC4-5D6E-409C-BE32-E72D297353CC}">
              <c16:uniqueId val="{00000015-74EF-4D4D-A9A8-83457BCF1C17}"/>
            </c:ext>
          </c:extLst>
        </c:ser>
        <c:dLbls>
          <c:showLegendKey val="0"/>
          <c:showVal val="0"/>
          <c:showCatName val="0"/>
          <c:showSerName val="0"/>
          <c:showPercent val="0"/>
          <c:showBubbleSize val="0"/>
        </c:dLbls>
        <c:gapWidth val="150"/>
        <c:axId val="1092226864"/>
        <c:axId val="1092227944"/>
      </c:barChart>
      <c:catAx>
        <c:axId val="10922268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fr-F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fr-FR"/>
          </a:p>
        </c:txPr>
        <c:crossAx val="1092227944"/>
        <c:crosses val="autoZero"/>
        <c:auto val="1"/>
        <c:lblAlgn val="ctr"/>
        <c:lblOffset val="100"/>
        <c:noMultiLvlLbl val="0"/>
      </c:catAx>
      <c:valAx>
        <c:axId val="1092227944"/>
        <c:scaling>
          <c:orientation val="minMax"/>
        </c:scaling>
        <c:delete val="0"/>
        <c:axPos val="l"/>
        <c:numFmt formatCode="_-* #\ ##0_-;\-* #\ ##0_-;_-* &quot;-&quot;??_-;_-@_-" sourceLinked="1"/>
        <c:majorTickMark val="none"/>
        <c:minorTickMark val="none"/>
        <c:tickLblPos val="nextTo"/>
        <c:spPr>
          <a:noFill/>
          <a:ln>
            <a:noFill/>
          </a:ln>
          <a:effectLst/>
        </c:spPr>
        <c:txPr>
          <a:bodyPr rot="-60000000" spcFirstLastPara="1" vertOverflow="ellipsis" vert="horz" wrap="square" anchor="ctr" anchorCtr="1"/>
          <a:lstStyle/>
          <a:p>
            <a:pPr>
              <a:defRPr lang="fr-F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fr-FR"/>
          </a:p>
        </c:txPr>
        <c:crossAx val="1092226864"/>
        <c:crosses val="autoZero"/>
        <c:crossBetween val="between"/>
      </c:valAx>
      <c:spPr>
        <a:noFill/>
        <a:ln>
          <a:noFill/>
        </a:ln>
        <a:effectLst/>
      </c:spPr>
    </c:plotArea>
    <c:legend>
      <c:legendPos val="b"/>
      <c:layout>
        <c:manualLayout>
          <c:xMode val="edge"/>
          <c:yMode val="edge"/>
          <c:x val="9.4229604885849305E-3"/>
          <c:y val="0.91695442908287805"/>
          <c:w val="0.94057691969755797"/>
          <c:h val="6.1347710491314197E-2"/>
        </c:manualLayout>
      </c:layout>
      <c:overlay val="0"/>
      <c:spPr>
        <a:noFill/>
        <a:ln>
          <a:noFill/>
        </a:ln>
        <a:effectLst/>
      </c:spPr>
      <c:txPr>
        <a:bodyPr rot="0" spcFirstLastPara="1" vertOverflow="ellipsis" vert="horz" wrap="square" anchor="ctr" anchorCtr="1"/>
        <a:lstStyle/>
        <a:p>
          <a:pPr>
            <a:defRPr lang="fr-F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fr-FR"/>
        </a:p>
      </c:txPr>
    </c:legend>
    <c:plotVisOnly val="1"/>
    <c:dispBlanksAs val="zero"/>
    <c:showDLblsOverMax val="0"/>
    <c:extLst>
      <c:ext uri="{0b15fc19-7d7d-44ad-8c2d-2c3a37ce22c3}">
        <chartProps xmlns="https://web.wps.cn/et/2018/main" chartId="{afef0cc8-8ea0-49f7-91dd-5193009ed409}"/>
      </c:ext>
    </c:extLst>
  </c:chart>
  <c:spPr>
    <a:noFill/>
    <a:ln>
      <a:noFill/>
    </a:ln>
    <a:effectLst/>
  </c:spPr>
  <c:txPr>
    <a:bodyPr/>
    <a:lstStyle/>
    <a:p>
      <a:pPr>
        <a:defRPr lang="fr-FR" sz="1200">
          <a:solidFill>
            <a:schemeClr val="tx1"/>
          </a:solidFill>
          <a:latin typeface="Times New Roman" panose="02020603050405020304" pitchFamily="18" charset="0"/>
          <a:cs typeface="Times New Roman" panose="02020603050405020304" pitchFamily="18" charset="0"/>
        </a:defRPr>
      </a:pPr>
      <a:endParaRPr lang="fr-FR"/>
    </a:p>
  </c:txPr>
  <c:externalData r:id="rId4">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strRef>
          <c:f>Grf_dispo1!$T$47</c:f>
          <c:strCache>
            <c:ptCount val="1"/>
            <c:pt idx="0">
              <c:v>Nbre total de livraisons par mois - déc-2025</c:v>
            </c:pt>
          </c:strCache>
        </c:strRef>
      </c:tx>
      <c:layout>
        <c:manualLayout>
          <c:xMode val="edge"/>
          <c:yMode val="edge"/>
          <c:x val="0.20098578570271894"/>
          <c:y val="1.4044913927387997E-2"/>
        </c:manualLayout>
      </c:layout>
      <c:overlay val="0"/>
      <c:spPr>
        <a:noFill/>
        <a:ln>
          <a:noFill/>
        </a:ln>
        <a:effectLst/>
      </c:spPr>
      <c:txPr>
        <a:bodyPr rot="0" spcFirstLastPara="1" vertOverflow="ellipsis" vert="horz" wrap="square" anchor="ctr" anchorCtr="1"/>
        <a:lstStyle/>
        <a:p>
          <a:pPr>
            <a:defRPr sz="1680" b="0" i="0" u="none" strike="noStrike" kern="1200" cap="none" spc="0" normalizeH="0" baseline="0">
              <a:solidFill>
                <a:schemeClr val="tx1">
                  <a:lumMod val="65000"/>
                  <a:lumOff val="35000"/>
                </a:schemeClr>
              </a:solidFill>
              <a:latin typeface="Times New Roman" panose="02020603050405020304" pitchFamily="18" charset="0"/>
              <a:ea typeface="+mj-ea"/>
              <a:cs typeface="Times New Roman" panose="02020603050405020304" pitchFamily="18" charset="0"/>
            </a:defRPr>
          </a:pPr>
          <a:endParaRPr lang="fr-FR"/>
        </a:p>
      </c:txPr>
    </c:title>
    <c:autoTitleDeleted val="0"/>
    <c:plotArea>
      <c:layout>
        <c:manualLayout>
          <c:layoutTarget val="inner"/>
          <c:xMode val="edge"/>
          <c:yMode val="edge"/>
          <c:x val="9.2050303235224243E-2"/>
          <c:y val="9.7957485044099221E-2"/>
          <c:w val="0.89958250888968205"/>
          <c:h val="0.68803875619548904"/>
        </c:manualLayout>
      </c:layout>
      <c:barChart>
        <c:barDir val="col"/>
        <c:grouping val="clustered"/>
        <c:varyColors val="0"/>
        <c:ser>
          <c:idx val="0"/>
          <c:order val="0"/>
          <c:tx>
            <c:strRef>
              <c:f>distr_status!$E$5</c:f>
              <c:strCache>
                <c:ptCount val="1"/>
                <c:pt idx="0">
                  <c:v>vaccins</c:v>
                </c:pt>
              </c:strCache>
            </c:strRef>
          </c:tx>
          <c:spPr>
            <a:solidFill>
              <a:srgbClr val="78909C">
                <a:lumMod val="75000"/>
              </a:srgbClr>
            </a:solidFill>
            <a:ln>
              <a:noFill/>
            </a:ln>
            <a:effectLst/>
          </c:spPr>
          <c:invertIfNegative val="0"/>
          <c:cat>
            <c:numRef>
              <c:f>distr_status!$E$6:$P$6</c:f>
              <c:numCache>
                <c:formatCode>mmm\-yy</c:formatCode>
                <c:ptCount val="12"/>
                <c:pt idx="0">
                  <c:v>45658</c:v>
                </c:pt>
                <c:pt idx="1">
                  <c:v>45689</c:v>
                </c:pt>
                <c:pt idx="2">
                  <c:v>45717</c:v>
                </c:pt>
                <c:pt idx="3">
                  <c:v>45748</c:v>
                </c:pt>
                <c:pt idx="4">
                  <c:v>45778</c:v>
                </c:pt>
                <c:pt idx="5">
                  <c:v>45809</c:v>
                </c:pt>
                <c:pt idx="6">
                  <c:v>45839</c:v>
                </c:pt>
                <c:pt idx="7">
                  <c:v>45870</c:v>
                </c:pt>
                <c:pt idx="8">
                  <c:v>45901</c:v>
                </c:pt>
                <c:pt idx="9">
                  <c:v>45931</c:v>
                </c:pt>
                <c:pt idx="10">
                  <c:v>45962</c:v>
                </c:pt>
                <c:pt idx="11">
                  <c:v>45992</c:v>
                </c:pt>
              </c:numCache>
            </c:numRef>
          </c:cat>
          <c:val>
            <c:numRef>
              <c:f>distr_status!$E$7:$P$7</c:f>
              <c:numCache>
                <c:formatCode>_(* #,##0_);_(* \(#,##0\);_(* "-"_);_(@_)</c:formatCode>
                <c:ptCount val="12"/>
                <c:pt idx="0">
                  <c:v>7</c:v>
                </c:pt>
                <c:pt idx="1">
                  <c:v>35</c:v>
                </c:pt>
                <c:pt idx="2">
                  <c:v>34</c:v>
                </c:pt>
                <c:pt idx="3">
                  <c:v>20</c:v>
                </c:pt>
                <c:pt idx="4">
                  <c:v>36</c:v>
                </c:pt>
                <c:pt idx="5">
                  <c:v>22</c:v>
                </c:pt>
                <c:pt idx="6">
                  <c:v>34</c:v>
                </c:pt>
                <c:pt idx="7">
                  <c:v>50</c:v>
                </c:pt>
                <c:pt idx="8">
                  <c:v>31</c:v>
                </c:pt>
                <c:pt idx="9">
                  <c:v>47</c:v>
                </c:pt>
                <c:pt idx="10">
                  <c:v>66</c:v>
                </c:pt>
                <c:pt idx="11">
                  <c:v>0</c:v>
                </c:pt>
              </c:numCache>
            </c:numRef>
          </c:val>
          <c:extLst>
            <c:ext xmlns:c16="http://schemas.microsoft.com/office/drawing/2014/chart" uri="{C3380CC4-5D6E-409C-BE32-E72D297353CC}">
              <c16:uniqueId val="{00000000-401B-49D8-B867-949ACF3BB5D4}"/>
            </c:ext>
          </c:extLst>
        </c:ser>
        <c:ser>
          <c:idx val="1"/>
          <c:order val="1"/>
          <c:tx>
            <c:strRef>
              <c:f>distr_status!$S$5</c:f>
              <c:strCache>
                <c:ptCount val="1"/>
                <c:pt idx="0">
                  <c:v>matériel d'injection</c:v>
                </c:pt>
              </c:strCache>
            </c:strRef>
          </c:tx>
          <c:spPr>
            <a:solidFill>
              <a:srgbClr val="990000"/>
            </a:solidFill>
            <a:ln>
              <a:noFill/>
            </a:ln>
            <a:effectLst/>
          </c:spPr>
          <c:invertIfNegative val="0"/>
          <c:cat>
            <c:numRef>
              <c:f>distr_status!$E$6:$P$6</c:f>
              <c:numCache>
                <c:formatCode>mmm\-yy</c:formatCode>
                <c:ptCount val="12"/>
                <c:pt idx="0">
                  <c:v>45658</c:v>
                </c:pt>
                <c:pt idx="1">
                  <c:v>45689</c:v>
                </c:pt>
                <c:pt idx="2">
                  <c:v>45717</c:v>
                </c:pt>
                <c:pt idx="3">
                  <c:v>45748</c:v>
                </c:pt>
                <c:pt idx="4">
                  <c:v>45778</c:v>
                </c:pt>
                <c:pt idx="5">
                  <c:v>45809</c:v>
                </c:pt>
                <c:pt idx="6">
                  <c:v>45839</c:v>
                </c:pt>
                <c:pt idx="7">
                  <c:v>45870</c:v>
                </c:pt>
                <c:pt idx="8">
                  <c:v>45901</c:v>
                </c:pt>
                <c:pt idx="9">
                  <c:v>45931</c:v>
                </c:pt>
                <c:pt idx="10">
                  <c:v>45962</c:v>
                </c:pt>
                <c:pt idx="11">
                  <c:v>45992</c:v>
                </c:pt>
              </c:numCache>
            </c:numRef>
          </c:cat>
          <c:val>
            <c:numRef>
              <c:f>distr_status!$S$7:$AD$7</c:f>
              <c:numCache>
                <c:formatCode>_(* #,##0_);_(* \(#,##0\);_(* "-"_);_(@_)</c:formatCode>
                <c:ptCount val="12"/>
                <c:pt idx="0">
                  <c:v>5</c:v>
                </c:pt>
                <c:pt idx="1">
                  <c:v>31</c:v>
                </c:pt>
                <c:pt idx="2">
                  <c:v>20</c:v>
                </c:pt>
                <c:pt idx="3">
                  <c:v>13</c:v>
                </c:pt>
                <c:pt idx="4">
                  <c:v>29</c:v>
                </c:pt>
                <c:pt idx="5">
                  <c:v>15</c:v>
                </c:pt>
                <c:pt idx="6">
                  <c:v>25</c:v>
                </c:pt>
                <c:pt idx="7">
                  <c:v>31</c:v>
                </c:pt>
                <c:pt idx="8">
                  <c:v>21</c:v>
                </c:pt>
                <c:pt idx="9">
                  <c:v>35</c:v>
                </c:pt>
                <c:pt idx="10">
                  <c:v>45</c:v>
                </c:pt>
                <c:pt idx="11">
                  <c:v>0</c:v>
                </c:pt>
              </c:numCache>
            </c:numRef>
          </c:val>
          <c:extLst>
            <c:ext xmlns:c16="http://schemas.microsoft.com/office/drawing/2014/chart" uri="{C3380CC4-5D6E-409C-BE32-E72D297353CC}">
              <c16:uniqueId val="{00000001-401B-49D8-B867-949ACF3BB5D4}"/>
            </c:ext>
          </c:extLst>
        </c:ser>
        <c:dLbls>
          <c:showLegendKey val="0"/>
          <c:showVal val="0"/>
          <c:showCatName val="0"/>
          <c:showSerName val="0"/>
          <c:showPercent val="0"/>
          <c:showBubbleSize val="0"/>
        </c:dLbls>
        <c:gapWidth val="199"/>
        <c:axId val="190814080"/>
        <c:axId val="190815616"/>
      </c:barChart>
      <c:dateAx>
        <c:axId val="190814080"/>
        <c:scaling>
          <c:orientation val="minMax"/>
        </c:scaling>
        <c:delete val="0"/>
        <c:axPos val="b"/>
        <c:numFmt formatCode="mmm\-yy" sourceLinked="0"/>
        <c:majorTickMark val="out"/>
        <c:minorTickMark val="none"/>
        <c:tickLblPos val="nextTo"/>
        <c:spPr>
          <a:noFill/>
          <a:ln w="9525" cap="flat" cmpd="sng" algn="ctr">
            <a:solidFill>
              <a:schemeClr val="tx1">
                <a:lumMod val="15000"/>
                <a:lumOff val="85000"/>
              </a:schemeClr>
            </a:solidFill>
            <a:round/>
          </a:ln>
          <a:effectLst/>
        </c:spPr>
        <c:txPr>
          <a:bodyPr rot="-2700000" spcFirstLastPara="1" vertOverflow="ellipsis" wrap="square" anchor="ctr" anchorCtr="1"/>
          <a:lstStyle/>
          <a:p>
            <a:pPr>
              <a:defRPr sz="1100" b="0" i="0" u="none" strike="noStrike" kern="1200" cap="none" spc="0" normalizeH="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fr-FR"/>
          </a:p>
        </c:txPr>
        <c:crossAx val="190815616"/>
        <c:crosses val="autoZero"/>
        <c:auto val="1"/>
        <c:lblOffset val="100"/>
        <c:baseTimeUnit val="months"/>
        <c:majorUnit val="1"/>
        <c:majorTimeUnit val="months"/>
        <c:minorUnit val="1"/>
        <c:minorTimeUnit val="months"/>
      </c:dateAx>
      <c:valAx>
        <c:axId val="190815616"/>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_(* #,##0_);_(* \(#,##0\);_(* &quot;-&quot;_);_(@_)" sourceLinked="1"/>
        <c:majorTickMark val="none"/>
        <c:minorTickMark val="none"/>
        <c:tickLblPos val="nextTo"/>
        <c:spPr>
          <a:noFill/>
          <a:ln>
            <a:noFill/>
          </a:ln>
          <a:effectLst/>
        </c:spPr>
        <c:txPr>
          <a:bodyPr rot="0" spcFirstLastPara="1" vertOverflow="ellipsis" wrap="square" anchor="ctr" anchorCtr="1"/>
          <a:lstStyle/>
          <a:p>
            <a:pPr>
              <a:defRPr sz="14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fr-FR"/>
          </a:p>
        </c:txPr>
        <c:crossAx val="190814080"/>
        <c:crosses val="autoZero"/>
        <c:crossBetween val="between"/>
      </c:valAx>
      <c:spPr>
        <a:noFill/>
        <a:ln>
          <a:noFill/>
        </a:ln>
        <a:effectLst/>
      </c:spPr>
    </c:plotArea>
    <c:legend>
      <c:legendPos val="t"/>
      <c:layout>
        <c:manualLayout>
          <c:xMode val="edge"/>
          <c:yMode val="edge"/>
          <c:x val="0.2384434758134511"/>
          <c:y val="0.92130618761420857"/>
          <c:w val="0.53826915110339335"/>
          <c:h val="7.657353821812983E-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fr-FR"/>
        </a:p>
      </c:txPr>
    </c:legend>
    <c:plotVisOnly val="1"/>
    <c:dispBlanksAs val="gap"/>
    <c:showDLblsOverMax val="0"/>
  </c:chart>
  <c:spPr>
    <a:solidFill>
      <a:schemeClr val="bg1"/>
    </a:solidFill>
    <a:ln w="9525" cap="flat" cmpd="sng" algn="ctr">
      <a:solidFill>
        <a:sysClr val="windowText" lastClr="000000"/>
      </a:solidFill>
      <a:round/>
    </a:ln>
    <a:effectLst/>
  </c:spPr>
  <c:txPr>
    <a:bodyPr/>
    <a:lstStyle/>
    <a:p>
      <a:pPr>
        <a:defRPr sz="1400">
          <a:latin typeface="Times New Roman" panose="02020603050405020304" pitchFamily="18" charset="0"/>
          <a:cs typeface="Times New Roman" panose="02020603050405020304" pitchFamily="18" charset="0"/>
        </a:defRPr>
      </a:pPr>
      <a:endParaRPr lang="fr-FR"/>
    </a:p>
  </c:txPr>
  <c:externalData r:id="rId4">
    <c:autoUpdate val="0"/>
  </c:externalData>
</c:chartSpace>
</file>

<file path=ppt/charts/colors1.xml><?xml version="1.0" encoding="utf-8"?>
<cs:colorStyle xmlns:cs="http://schemas.microsoft.com/office/drawing/2012/chartStyle" xmlns:a="http://schemas.openxmlformats.org/drawingml/2006/main" meth="withinLinearReversed" id="25">
  <a:schemeClr val="accent5"/>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02">
  <cs:axisTitle>
    <cs:lnRef idx="0"/>
    <cs:fillRef idx="0"/>
    <cs:effectRef idx="0"/>
    <cs:fontRef idx="minor">
      <a:schemeClr val="tx2"/>
    </cs:fontRef>
    <cs:defRPr sz="900"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900" kern="1200"/>
  </cs:chartArea>
  <cs:dataLabel>
    <cs:lnRef idx="0"/>
    <cs:fillRef idx="0"/>
    <cs:effectRef idx="0"/>
    <cs:fontRef idx="minor">
      <a:schemeClr val="tx2"/>
    </cs:fontRef>
    <cs:defRPr sz="900"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900"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900"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160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900"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900" kern="1200"/>
  </cs:valueAxis>
  <cs:wall>
    <cs:lnRef idx="0"/>
    <cs:fillRef idx="0"/>
    <cs:effectRef idx="0"/>
    <cs:fontRef idx="minor">
      <a:schemeClr val="tx2"/>
    </cs:fontRef>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25">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5"/>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75000"/>
            <a:lumOff val="25000"/>
          </a:schemeClr>
        </a:solidFill>
      </a:ln>
    </cs:spPr>
  </cs:downBar>
  <cs:dropLine>
    <cs:lnRef idx="0"/>
    <cs:fillRef idx="0"/>
    <cs:effectRef idx="0"/>
    <cs:fontRef idx="minor">
      <a:schemeClr val="dk1"/>
    </cs:fontRef>
    <cs:spPr>
      <a:ln w="9525">
        <a:solidFill>
          <a:schemeClr val="tx1">
            <a:lumMod val="75000"/>
            <a:lumOff val="25000"/>
          </a:schemeClr>
        </a:solidFill>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75000"/>
            <a:lumOff val="25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12">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0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en-US"/>
          </a:p>
        </p:txBody>
      </p:sp>
      <p:sp>
        <p:nvSpPr>
          <p:cNvPr id="3" name="Date Placeholder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en-US" smtClean="0"/>
              <a:t>12/14/2025</a:t>
            </a:fld>
            <a:endParaRPr lang="en-US"/>
          </a:p>
        </p:txBody>
      </p:sp>
      <p:sp>
        <p:nvSpPr>
          <p:cNvPr id="4" name="Footer Placeholder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en-US"/>
          </a:p>
        </p:txBody>
      </p:sp>
      <p:sp>
        <p:nvSpPr>
          <p:cNvPr id="5" name="Slide Number Placeholder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en-US" smtClean="0"/>
              <a:t>‹N°›</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en-US"/>
          </a:p>
        </p:txBody>
      </p:sp>
      <p:sp>
        <p:nvSpPr>
          <p:cNvPr id="3" name="Slide Number Placeholder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en-US" smtClean="0"/>
              <a:t>12/14/2025</a:t>
            </a:fld>
            <a:endParaRPr lang="en-US"/>
          </a:p>
        </p:txBody>
      </p:sp>
      <p:sp>
        <p:nvSpPr>
          <p:cNvPr id="4" name="Slide Image Placehoder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en-US"/>
          </a:p>
        </p:txBody>
      </p:sp>
      <p:sp>
        <p:nvSpPr>
          <p:cNvPr id="5" name="Note Placeholder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en-US" smtClean="0"/>
              <a:t>‹N°›</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fr-FR"/>
          </a:p>
        </p:txBody>
      </p:sp>
      <p:sp>
        <p:nvSpPr>
          <p:cNvPr id="164" name="Google Shape;1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fr-FR"/>
          </a:p>
        </p:txBody>
      </p:sp>
      <p:sp>
        <p:nvSpPr>
          <p:cNvPr id="164" name="Google Shape;1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295a8824d0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fr-FR"/>
          </a:p>
        </p:txBody>
      </p:sp>
      <p:sp>
        <p:nvSpPr>
          <p:cNvPr id="219" name="Google Shape;219;g3295a8824d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p8: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fr-FR"/>
          </a:p>
        </p:txBody>
      </p:sp>
      <p:sp>
        <p:nvSpPr>
          <p:cNvPr id="557" name="Google Shape;557;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p:cNvGrpSpPr/>
        <p:nvPr/>
      </p:nvGrpSpPr>
      <p:grpSpPr>
        <a:xfrm>
          <a:off x="0" y="0"/>
          <a:ext cx="0" cy="0"/>
          <a:chOff x="0" y="0"/>
          <a:chExt cx="0" cy="0"/>
        </a:xfrm>
      </p:grpSpPr>
      <p:sp>
        <p:nvSpPr>
          <p:cNvPr id="642" name="Google Shape;642;p9: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fr-FR"/>
          </a:p>
        </p:txBody>
      </p:sp>
      <p:sp>
        <p:nvSpPr>
          <p:cNvPr id="643" name="Google Shape;643;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a:extLst>
            <a:ext uri="{FF2B5EF4-FFF2-40B4-BE49-F238E27FC236}">
              <a16:creationId xmlns:a16="http://schemas.microsoft.com/office/drawing/2014/main" id="{51C5F479-D790-8F29-23D5-1608EBC83D53}"/>
            </a:ext>
          </a:extLst>
        </p:cNvPr>
        <p:cNvGrpSpPr/>
        <p:nvPr/>
      </p:nvGrpSpPr>
      <p:grpSpPr>
        <a:xfrm>
          <a:off x="0" y="0"/>
          <a:ext cx="0" cy="0"/>
          <a:chOff x="0" y="0"/>
          <a:chExt cx="0" cy="0"/>
        </a:xfrm>
      </p:grpSpPr>
      <p:sp>
        <p:nvSpPr>
          <p:cNvPr id="642" name="Google Shape;642;p9:notes">
            <a:extLst>
              <a:ext uri="{FF2B5EF4-FFF2-40B4-BE49-F238E27FC236}">
                <a16:creationId xmlns:a16="http://schemas.microsoft.com/office/drawing/2014/main" id="{616207E6-FF68-D158-A8C3-691A4261B228}"/>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fr-FR"/>
          </a:p>
        </p:txBody>
      </p:sp>
      <p:sp>
        <p:nvSpPr>
          <p:cNvPr id="643" name="Google Shape;643;p9:notes">
            <a:extLst>
              <a:ext uri="{FF2B5EF4-FFF2-40B4-BE49-F238E27FC236}">
                <a16:creationId xmlns:a16="http://schemas.microsoft.com/office/drawing/2014/main" id="{9E4E3C9D-961C-3CBF-037E-CD4018C7436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dirty="0"/>
          </a:p>
        </p:txBody>
      </p:sp>
    </p:spTree>
    <p:extLst>
      <p:ext uri="{BB962C8B-B14F-4D97-AF65-F5344CB8AC3E}">
        <p14:creationId xmlns:p14="http://schemas.microsoft.com/office/powerpoint/2010/main" val="37326839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p:cNvGrpSpPr/>
        <p:nvPr/>
      </p:nvGrpSpPr>
      <p:grpSpPr>
        <a:xfrm>
          <a:off x="0" y="0"/>
          <a:ext cx="0" cy="0"/>
          <a:chOff x="0" y="0"/>
          <a:chExt cx="0" cy="0"/>
        </a:xfrm>
      </p:grpSpPr>
      <p:sp>
        <p:nvSpPr>
          <p:cNvPr id="642" name="Google Shape;642;p9: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fr-FR"/>
          </a:p>
        </p:txBody>
      </p:sp>
      <p:sp>
        <p:nvSpPr>
          <p:cNvPr id="643" name="Google Shape;643;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p:cNvGrpSpPr/>
        <p:nvPr/>
      </p:nvGrpSpPr>
      <p:grpSpPr>
        <a:xfrm>
          <a:off x="0" y="0"/>
          <a:ext cx="0" cy="0"/>
          <a:chOff x="0" y="0"/>
          <a:chExt cx="0" cy="0"/>
        </a:xfrm>
      </p:grpSpPr>
      <p:sp>
        <p:nvSpPr>
          <p:cNvPr id="642" name="Google Shape;642;p9: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fr-FR"/>
          </a:p>
        </p:txBody>
      </p:sp>
      <p:sp>
        <p:nvSpPr>
          <p:cNvPr id="643" name="Google Shape;643;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p:cNvGrpSpPr/>
        <p:nvPr/>
      </p:nvGrpSpPr>
      <p:grpSpPr>
        <a:xfrm>
          <a:off x="0" y="0"/>
          <a:ext cx="0" cy="0"/>
          <a:chOff x="0" y="0"/>
          <a:chExt cx="0" cy="0"/>
        </a:xfrm>
      </p:grpSpPr>
      <p:sp>
        <p:nvSpPr>
          <p:cNvPr id="642" name="Google Shape;642;p9: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fr-FR"/>
          </a:p>
        </p:txBody>
      </p:sp>
      <p:sp>
        <p:nvSpPr>
          <p:cNvPr id="643" name="Google Shape;643;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fr-FR"/>
          </a:p>
        </p:txBody>
      </p:sp>
      <p:sp>
        <p:nvSpPr>
          <p:cNvPr id="164" name="Google Shape;1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7">
          <a:extLst>
            <a:ext uri="{FF2B5EF4-FFF2-40B4-BE49-F238E27FC236}">
              <a16:creationId xmlns:a16="http://schemas.microsoft.com/office/drawing/2014/main" id="{8C20E003-CAC8-4261-76F4-5BB3A1FFF957}"/>
            </a:ext>
          </a:extLst>
        </p:cNvPr>
        <p:cNvGrpSpPr/>
        <p:nvPr/>
      </p:nvGrpSpPr>
      <p:grpSpPr>
        <a:xfrm>
          <a:off x="0" y="0"/>
          <a:ext cx="0" cy="0"/>
          <a:chOff x="0" y="0"/>
          <a:chExt cx="0" cy="0"/>
        </a:xfrm>
      </p:grpSpPr>
      <p:sp>
        <p:nvSpPr>
          <p:cNvPr id="1288" name="Google Shape;1288;g2f1c646a89f_0_0:notes">
            <a:extLst>
              <a:ext uri="{FF2B5EF4-FFF2-40B4-BE49-F238E27FC236}">
                <a16:creationId xmlns:a16="http://schemas.microsoft.com/office/drawing/2014/main" id="{75966316-1B6D-E566-E8F4-F80DEC6B9531}"/>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fr-FR"/>
          </a:p>
        </p:txBody>
      </p:sp>
      <p:sp>
        <p:nvSpPr>
          <p:cNvPr id="1289" name="Google Shape;1289;g2f1c646a89f_0_0:notes">
            <a:extLst>
              <a:ext uri="{FF2B5EF4-FFF2-40B4-BE49-F238E27FC236}">
                <a16:creationId xmlns:a16="http://schemas.microsoft.com/office/drawing/2014/main" id="{7446DF7F-ED3C-DB0C-78BC-89E6FA5DFDF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36983546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7"/>
        <p:cNvGrpSpPr/>
        <p:nvPr/>
      </p:nvGrpSpPr>
      <p:grpSpPr>
        <a:xfrm>
          <a:off x="0" y="0"/>
          <a:ext cx="0" cy="0"/>
          <a:chOff x="0" y="0"/>
          <a:chExt cx="0" cy="0"/>
        </a:xfrm>
      </p:grpSpPr>
      <p:sp>
        <p:nvSpPr>
          <p:cNvPr id="1288" name="Google Shape;1288;g2f1c646a89f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fr-FR"/>
          </a:p>
        </p:txBody>
      </p:sp>
      <p:sp>
        <p:nvSpPr>
          <p:cNvPr id="1289" name="Google Shape;1289;g2f1c646a89f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7"/>
        <p:cNvGrpSpPr/>
        <p:nvPr/>
      </p:nvGrpSpPr>
      <p:grpSpPr>
        <a:xfrm>
          <a:off x="0" y="0"/>
          <a:ext cx="0" cy="0"/>
          <a:chOff x="0" y="0"/>
          <a:chExt cx="0" cy="0"/>
        </a:xfrm>
      </p:grpSpPr>
      <p:sp>
        <p:nvSpPr>
          <p:cNvPr id="1288" name="Google Shape;1288;g2f1c646a89f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fr-FR"/>
          </a:p>
        </p:txBody>
      </p:sp>
      <p:sp>
        <p:nvSpPr>
          <p:cNvPr id="1289" name="Google Shape;1289;g2f1c646a89f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4"/>
        <p:cNvGrpSpPr/>
        <p:nvPr/>
      </p:nvGrpSpPr>
      <p:grpSpPr>
        <a:xfrm>
          <a:off x="0" y="0"/>
          <a:ext cx="0" cy="0"/>
          <a:chOff x="0" y="0"/>
          <a:chExt cx="0" cy="0"/>
        </a:xfrm>
      </p:grpSpPr>
      <p:sp>
        <p:nvSpPr>
          <p:cNvPr id="1515" name="Google Shape;1515;p15: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fr-FR"/>
          </a:p>
        </p:txBody>
      </p:sp>
      <p:sp>
        <p:nvSpPr>
          <p:cNvPr id="1516" name="Google Shape;1516;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47: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0" name="Google Shape;340;p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48: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1" name="Google Shape;431;p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9">
          <a:extLst>
            <a:ext uri="{FF2B5EF4-FFF2-40B4-BE49-F238E27FC236}">
              <a16:creationId xmlns:a16="http://schemas.microsoft.com/office/drawing/2014/main" id="{EDB8AF98-C27A-2F7B-1A8B-991C4176F965}"/>
            </a:ext>
          </a:extLst>
        </p:cNvPr>
        <p:cNvGrpSpPr/>
        <p:nvPr/>
      </p:nvGrpSpPr>
      <p:grpSpPr>
        <a:xfrm>
          <a:off x="0" y="0"/>
          <a:ext cx="0" cy="0"/>
          <a:chOff x="0" y="0"/>
          <a:chExt cx="0" cy="0"/>
        </a:xfrm>
      </p:grpSpPr>
      <p:sp>
        <p:nvSpPr>
          <p:cNvPr id="1600" name="Google Shape;1600;p45:notes">
            <a:extLst>
              <a:ext uri="{FF2B5EF4-FFF2-40B4-BE49-F238E27FC236}">
                <a16:creationId xmlns:a16="http://schemas.microsoft.com/office/drawing/2014/main" id="{0CFE3FE7-AF05-D3AE-C639-FB52407B99F0}"/>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fr-FR"/>
          </a:p>
        </p:txBody>
      </p:sp>
      <p:sp>
        <p:nvSpPr>
          <p:cNvPr id="1601" name="Google Shape;1601;p45:notes">
            <a:extLst>
              <a:ext uri="{FF2B5EF4-FFF2-40B4-BE49-F238E27FC236}">
                <a16:creationId xmlns:a16="http://schemas.microsoft.com/office/drawing/2014/main" id="{8A7F5D08-F151-8612-EAD2-96ECF286105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34187414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9">
          <a:extLst>
            <a:ext uri="{FF2B5EF4-FFF2-40B4-BE49-F238E27FC236}">
              <a16:creationId xmlns:a16="http://schemas.microsoft.com/office/drawing/2014/main" id="{9F8B47ED-D651-FFF1-6D3B-CE9DF1221AE5}"/>
            </a:ext>
          </a:extLst>
        </p:cNvPr>
        <p:cNvGrpSpPr/>
        <p:nvPr/>
      </p:nvGrpSpPr>
      <p:grpSpPr>
        <a:xfrm>
          <a:off x="0" y="0"/>
          <a:ext cx="0" cy="0"/>
          <a:chOff x="0" y="0"/>
          <a:chExt cx="0" cy="0"/>
        </a:xfrm>
      </p:grpSpPr>
      <p:sp>
        <p:nvSpPr>
          <p:cNvPr id="1600" name="Google Shape;1600;p45:notes">
            <a:extLst>
              <a:ext uri="{FF2B5EF4-FFF2-40B4-BE49-F238E27FC236}">
                <a16:creationId xmlns:a16="http://schemas.microsoft.com/office/drawing/2014/main" id="{24F2CB2C-F877-45C8-0D73-320E32121E12}"/>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fr-FR"/>
          </a:p>
        </p:txBody>
      </p:sp>
      <p:sp>
        <p:nvSpPr>
          <p:cNvPr id="1601" name="Google Shape;1601;p45:notes">
            <a:extLst>
              <a:ext uri="{FF2B5EF4-FFF2-40B4-BE49-F238E27FC236}">
                <a16:creationId xmlns:a16="http://schemas.microsoft.com/office/drawing/2014/main" id="{67418F8A-28C5-1503-8318-6A1BF13BD57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109698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9">
          <a:extLst>
            <a:ext uri="{FF2B5EF4-FFF2-40B4-BE49-F238E27FC236}">
              <a16:creationId xmlns:a16="http://schemas.microsoft.com/office/drawing/2014/main" id="{A81CA096-1BBB-763E-DD7C-D2ADA50265C4}"/>
            </a:ext>
          </a:extLst>
        </p:cNvPr>
        <p:cNvGrpSpPr/>
        <p:nvPr/>
      </p:nvGrpSpPr>
      <p:grpSpPr>
        <a:xfrm>
          <a:off x="0" y="0"/>
          <a:ext cx="0" cy="0"/>
          <a:chOff x="0" y="0"/>
          <a:chExt cx="0" cy="0"/>
        </a:xfrm>
      </p:grpSpPr>
      <p:sp>
        <p:nvSpPr>
          <p:cNvPr id="1600" name="Google Shape;1600;p45:notes">
            <a:extLst>
              <a:ext uri="{FF2B5EF4-FFF2-40B4-BE49-F238E27FC236}">
                <a16:creationId xmlns:a16="http://schemas.microsoft.com/office/drawing/2014/main" id="{C321EEE5-CDF0-460B-642E-646E5D0E2C98}"/>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fr-FR"/>
          </a:p>
        </p:txBody>
      </p:sp>
      <p:sp>
        <p:nvSpPr>
          <p:cNvPr id="1601" name="Google Shape;1601;p45:notes">
            <a:extLst>
              <a:ext uri="{FF2B5EF4-FFF2-40B4-BE49-F238E27FC236}">
                <a16:creationId xmlns:a16="http://schemas.microsoft.com/office/drawing/2014/main" id="{9F49EAF2-CD61-0FE3-4261-31AA06CBFD3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1259677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3a7c1daa6c7_1_192:notes"/>
          <p:cNvSpPr>
            <a:spLocks noGrp="1" noRot="1" noChangeAspect="1"/>
          </p:cNvSpPr>
          <p:nvPr>
            <p:ph type="sldImg" idx="2"/>
          </p:nvPr>
        </p:nvSpPr>
        <p:spPr>
          <a:xfrm>
            <a:off x="369337" y="612721"/>
            <a:ext cx="5883300" cy="3063600"/>
          </a:xfrm>
          <a:custGeom>
            <a:avLst/>
            <a:gdLst/>
            <a:ahLst/>
            <a:cxnLst/>
            <a:rect l="l" t="t" r="r" b="b"/>
            <a:pathLst>
              <a:path w="120000" h="120000" extrusionOk="0">
                <a:moveTo>
                  <a:pt x="0" y="0"/>
                </a:moveTo>
                <a:lnTo>
                  <a:pt x="120000" y="0"/>
                </a:lnTo>
                <a:lnTo>
                  <a:pt x="120000" y="120000"/>
                </a:lnTo>
                <a:lnTo>
                  <a:pt x="0" y="120000"/>
                </a:lnTo>
                <a:close/>
              </a:path>
            </a:pathLst>
          </a:custGeom>
          <a:noFill/>
          <a:ln w="11950" cap="flat" cmpd="sng">
            <a:solidFill>
              <a:srgbClr val="000000"/>
            </a:solidFill>
            <a:prstDash val="solid"/>
            <a:round/>
            <a:headEnd type="none" w="sm" len="sm"/>
            <a:tailEnd type="none" w="sm" len="sm"/>
          </a:ln>
        </p:spPr>
      </p:sp>
      <p:sp>
        <p:nvSpPr>
          <p:cNvPr id="520" name="Google Shape;520;g3a7c1daa6c7_1_192:notes"/>
          <p:cNvSpPr txBox="1">
            <a:spLocks noGrp="1"/>
          </p:cNvSpPr>
          <p:nvPr>
            <p:ph type="body" idx="1"/>
          </p:nvPr>
        </p:nvSpPr>
        <p:spPr>
          <a:xfrm>
            <a:off x="662047" y="3880567"/>
            <a:ext cx="5296500" cy="3676200"/>
          </a:xfrm>
          <a:prstGeom prst="rect">
            <a:avLst/>
          </a:prstGeom>
          <a:noFill/>
          <a:ln>
            <a:noFill/>
          </a:ln>
        </p:spPr>
        <p:txBody>
          <a:bodyPr spcFirstLastPara="1" wrap="square" lIns="86075" tIns="86075" rIns="86075" bIns="86075" anchor="t" anchorCtr="0">
            <a:noAutofit/>
          </a:bodyPr>
          <a:lstStyle/>
          <a:p>
            <a:pPr marL="0" lvl="0" indent="0" algn="l" rtl="0">
              <a:lnSpc>
                <a:spcPct val="100000"/>
              </a:lnSpc>
              <a:spcBef>
                <a:spcPts val="0"/>
              </a:spcBef>
              <a:spcAft>
                <a:spcPts val="0"/>
              </a:spcAft>
              <a:buClr>
                <a:schemeClr val="dk1"/>
              </a:buClr>
              <a:buSzPts val="1100"/>
              <a:buFont typeface="Calibri" panose="020F0502020204030204"/>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a7c1daa6c7_1_201:notes"/>
          <p:cNvSpPr>
            <a:spLocks noGrp="1" noRot="1" noChangeAspect="1"/>
          </p:cNvSpPr>
          <p:nvPr>
            <p:ph type="sldImg" idx="2"/>
          </p:nvPr>
        </p:nvSpPr>
        <p:spPr>
          <a:xfrm>
            <a:off x="369337" y="612721"/>
            <a:ext cx="5883300" cy="3063600"/>
          </a:xfrm>
          <a:custGeom>
            <a:avLst/>
            <a:gdLst/>
            <a:ahLst/>
            <a:cxnLst/>
            <a:rect l="l" t="t" r="r" b="b"/>
            <a:pathLst>
              <a:path w="120000" h="120000" extrusionOk="0">
                <a:moveTo>
                  <a:pt x="0" y="0"/>
                </a:moveTo>
                <a:lnTo>
                  <a:pt x="120000" y="0"/>
                </a:lnTo>
                <a:lnTo>
                  <a:pt x="120000" y="120000"/>
                </a:lnTo>
                <a:lnTo>
                  <a:pt x="0" y="120000"/>
                </a:lnTo>
                <a:close/>
              </a:path>
            </a:pathLst>
          </a:custGeom>
          <a:noFill/>
          <a:ln w="11950" cap="flat" cmpd="sng">
            <a:solidFill>
              <a:srgbClr val="000000"/>
            </a:solidFill>
            <a:prstDash val="solid"/>
            <a:round/>
            <a:headEnd type="none" w="sm" len="sm"/>
            <a:tailEnd type="none" w="sm" len="sm"/>
          </a:ln>
        </p:spPr>
      </p:sp>
      <p:sp>
        <p:nvSpPr>
          <p:cNvPr id="530" name="Google Shape;530;g3a7c1daa6c7_1_201:notes"/>
          <p:cNvSpPr txBox="1">
            <a:spLocks noGrp="1"/>
          </p:cNvSpPr>
          <p:nvPr>
            <p:ph type="body" idx="1"/>
          </p:nvPr>
        </p:nvSpPr>
        <p:spPr>
          <a:xfrm>
            <a:off x="662047" y="3880567"/>
            <a:ext cx="5296500" cy="3676200"/>
          </a:xfrm>
          <a:prstGeom prst="rect">
            <a:avLst/>
          </a:prstGeom>
          <a:noFill/>
          <a:ln>
            <a:noFill/>
          </a:ln>
        </p:spPr>
        <p:txBody>
          <a:bodyPr spcFirstLastPara="1" wrap="square" lIns="86075" tIns="86075" rIns="86075" bIns="86075" anchor="t" anchorCtr="0">
            <a:noAutofit/>
          </a:bodyPr>
          <a:lstStyle/>
          <a:p>
            <a:pPr marL="0" lvl="0" indent="0" algn="l" rtl="0">
              <a:lnSpc>
                <a:spcPct val="100000"/>
              </a:lnSpc>
              <a:spcBef>
                <a:spcPts val="0"/>
              </a:spcBef>
              <a:spcAft>
                <a:spcPts val="0"/>
              </a:spcAft>
              <a:buClr>
                <a:schemeClr val="dk1"/>
              </a:buClr>
              <a:buSzPts val="1100"/>
              <a:buFont typeface="Calibri" panose="020F0502020204030204"/>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g3a7c1daa6c7_1_210:notes"/>
          <p:cNvSpPr>
            <a:spLocks noGrp="1" noRot="1" noChangeAspect="1"/>
          </p:cNvSpPr>
          <p:nvPr>
            <p:ph type="sldImg" idx="2"/>
          </p:nvPr>
        </p:nvSpPr>
        <p:spPr>
          <a:xfrm>
            <a:off x="587375" y="612775"/>
            <a:ext cx="5448300" cy="3063875"/>
          </a:xfrm>
          <a:custGeom>
            <a:avLst/>
            <a:gdLst/>
            <a:ahLst/>
            <a:cxnLst/>
            <a:rect l="l" t="t" r="r" b="b"/>
            <a:pathLst>
              <a:path w="120000" h="120000" extrusionOk="0">
                <a:moveTo>
                  <a:pt x="0" y="0"/>
                </a:moveTo>
                <a:lnTo>
                  <a:pt x="120000" y="0"/>
                </a:lnTo>
                <a:lnTo>
                  <a:pt x="120000" y="120000"/>
                </a:lnTo>
                <a:lnTo>
                  <a:pt x="0" y="120000"/>
                </a:lnTo>
                <a:close/>
              </a:path>
            </a:pathLst>
          </a:custGeom>
          <a:noFill/>
          <a:ln w="11950" cap="flat" cmpd="sng">
            <a:solidFill>
              <a:srgbClr val="000000"/>
            </a:solidFill>
            <a:prstDash val="solid"/>
            <a:round/>
            <a:headEnd type="none" w="sm" len="sm"/>
            <a:tailEnd type="none" w="sm" len="sm"/>
          </a:ln>
        </p:spPr>
      </p:sp>
      <p:sp>
        <p:nvSpPr>
          <p:cNvPr id="540" name="Google Shape;540;g3a7c1daa6c7_1_210:notes"/>
          <p:cNvSpPr txBox="1">
            <a:spLocks noGrp="1"/>
          </p:cNvSpPr>
          <p:nvPr>
            <p:ph type="body" idx="1"/>
          </p:nvPr>
        </p:nvSpPr>
        <p:spPr>
          <a:xfrm>
            <a:off x="662047" y="3880567"/>
            <a:ext cx="5296500" cy="3676200"/>
          </a:xfrm>
          <a:prstGeom prst="rect">
            <a:avLst/>
          </a:prstGeom>
          <a:noFill/>
          <a:ln>
            <a:noFill/>
          </a:ln>
        </p:spPr>
        <p:txBody>
          <a:bodyPr spcFirstLastPara="1" wrap="square" lIns="86075" tIns="86075" rIns="86075" bIns="86075" anchor="t" anchorCtr="0">
            <a:noAutofit/>
          </a:bodyPr>
          <a:lstStyle/>
          <a:p>
            <a:pPr marL="0" lvl="0" indent="0" algn="l" rtl="0">
              <a:lnSpc>
                <a:spcPct val="100000"/>
              </a:lnSpc>
              <a:spcBef>
                <a:spcPts val="0"/>
              </a:spcBef>
              <a:spcAft>
                <a:spcPts val="0"/>
              </a:spcAft>
              <a:buClr>
                <a:schemeClr val="dk1"/>
              </a:buClr>
              <a:buSzPts val="1100"/>
              <a:buFont typeface="Calibri" panose="020F0502020204030204"/>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g3a7c1daa6c7_1_267:notes"/>
          <p:cNvSpPr>
            <a:spLocks noGrp="1" noRot="1" noChangeAspect="1"/>
          </p:cNvSpPr>
          <p:nvPr>
            <p:ph type="sldImg" idx="2"/>
          </p:nvPr>
        </p:nvSpPr>
        <p:spPr>
          <a:xfrm>
            <a:off x="369337" y="612721"/>
            <a:ext cx="5883300" cy="3063600"/>
          </a:xfrm>
          <a:custGeom>
            <a:avLst/>
            <a:gdLst/>
            <a:ahLst/>
            <a:cxnLst/>
            <a:rect l="l" t="t" r="r" b="b"/>
            <a:pathLst>
              <a:path w="120000" h="120000" extrusionOk="0">
                <a:moveTo>
                  <a:pt x="0" y="0"/>
                </a:moveTo>
                <a:lnTo>
                  <a:pt x="120000" y="0"/>
                </a:lnTo>
                <a:lnTo>
                  <a:pt x="120000" y="120000"/>
                </a:lnTo>
                <a:lnTo>
                  <a:pt x="0" y="120000"/>
                </a:lnTo>
                <a:close/>
              </a:path>
            </a:pathLst>
          </a:custGeom>
          <a:noFill/>
          <a:ln w="11950" cap="flat" cmpd="sng">
            <a:solidFill>
              <a:srgbClr val="000000"/>
            </a:solidFill>
            <a:prstDash val="solid"/>
            <a:round/>
            <a:headEnd type="none" w="sm" len="sm"/>
            <a:tailEnd type="none" w="sm" len="sm"/>
          </a:ln>
        </p:spPr>
      </p:sp>
      <p:sp>
        <p:nvSpPr>
          <p:cNvPr id="550" name="Google Shape;550;g3a7c1daa6c7_1_267:notes"/>
          <p:cNvSpPr txBox="1">
            <a:spLocks noGrp="1"/>
          </p:cNvSpPr>
          <p:nvPr>
            <p:ph type="body" idx="1"/>
          </p:nvPr>
        </p:nvSpPr>
        <p:spPr>
          <a:xfrm>
            <a:off x="662047" y="3880567"/>
            <a:ext cx="5296500" cy="3676200"/>
          </a:xfrm>
          <a:prstGeom prst="rect">
            <a:avLst/>
          </a:prstGeom>
          <a:noFill/>
          <a:ln>
            <a:noFill/>
          </a:ln>
        </p:spPr>
        <p:txBody>
          <a:bodyPr spcFirstLastPara="1" wrap="square" lIns="86075" tIns="86075" rIns="86075" bIns="86075" anchor="t" anchorCtr="0">
            <a:noAutofit/>
          </a:bodyPr>
          <a:lstStyle/>
          <a:p>
            <a:pPr marL="0" lvl="0" indent="0" algn="l" rtl="0">
              <a:lnSpc>
                <a:spcPct val="100000"/>
              </a:lnSpc>
              <a:spcBef>
                <a:spcPts val="0"/>
              </a:spcBef>
              <a:spcAft>
                <a:spcPts val="0"/>
              </a:spcAft>
              <a:buClr>
                <a:schemeClr val="dk1"/>
              </a:buClr>
              <a:buSzPts val="1100"/>
              <a:buFont typeface="Calibri" panose="020F0502020204030204"/>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en-GB" dirty="0"/>
          </a:p>
        </p:txBody>
      </p:sp>
      <p:sp>
        <p:nvSpPr>
          <p:cNvPr id="4" name="Espace réservé du numéro de diapositive 3"/>
          <p:cNvSpPr>
            <a:spLocks noGrp="1"/>
          </p:cNvSpPr>
          <p:nvPr>
            <p:ph type="sldNum" sz="quarter" idx="5"/>
          </p:nvPr>
        </p:nvSpPr>
        <p:spPr/>
        <p:txBody>
          <a:bodyPr/>
          <a:lstStyle/>
          <a:p>
            <a:fld id="{EAAEF260-C889-4AB3-8562-662E57F997EA}" type="slidenum">
              <a:rPr lang="en-GB" smtClean="0"/>
              <a:t>27</a:t>
            </a:fld>
            <a:endParaRPr lang="en-GB"/>
          </a:p>
        </p:txBody>
      </p:sp>
    </p:spTree>
    <p:extLst>
      <p:ext uri="{BB962C8B-B14F-4D97-AF65-F5344CB8AC3E}">
        <p14:creationId xmlns:p14="http://schemas.microsoft.com/office/powerpoint/2010/main" val="33202975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fr-FR"/>
          </a:p>
        </p:txBody>
      </p:sp>
      <p:sp>
        <p:nvSpPr>
          <p:cNvPr id="164" name="Google Shape;1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9">
          <a:extLst>
            <a:ext uri="{FF2B5EF4-FFF2-40B4-BE49-F238E27FC236}">
              <a16:creationId xmlns:a16="http://schemas.microsoft.com/office/drawing/2014/main" id="{3EECEFE7-D6A1-FF77-63A5-C94AB9EAE15F}"/>
            </a:ext>
          </a:extLst>
        </p:cNvPr>
        <p:cNvGrpSpPr/>
        <p:nvPr/>
      </p:nvGrpSpPr>
      <p:grpSpPr>
        <a:xfrm>
          <a:off x="0" y="0"/>
          <a:ext cx="0" cy="0"/>
          <a:chOff x="0" y="0"/>
          <a:chExt cx="0" cy="0"/>
        </a:xfrm>
      </p:grpSpPr>
      <p:sp>
        <p:nvSpPr>
          <p:cNvPr id="1840" name="Google Shape;1840;p20:notes">
            <a:extLst>
              <a:ext uri="{FF2B5EF4-FFF2-40B4-BE49-F238E27FC236}">
                <a16:creationId xmlns:a16="http://schemas.microsoft.com/office/drawing/2014/main" id="{1B08F4E9-AE4E-E855-8F9B-04BFCC4A15B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41" name="Google Shape;1841;p20:notes">
            <a:extLst>
              <a:ext uri="{FF2B5EF4-FFF2-40B4-BE49-F238E27FC236}">
                <a16:creationId xmlns:a16="http://schemas.microsoft.com/office/drawing/2014/main" id="{8BB5E43A-C4F6-A860-515C-408070569FA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Tree>
    <p:extLst>
      <p:ext uri="{BB962C8B-B14F-4D97-AF65-F5344CB8AC3E}">
        <p14:creationId xmlns:p14="http://schemas.microsoft.com/office/powerpoint/2010/main" val="39540841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9">
          <a:extLst>
            <a:ext uri="{FF2B5EF4-FFF2-40B4-BE49-F238E27FC236}">
              <a16:creationId xmlns:a16="http://schemas.microsoft.com/office/drawing/2014/main" id="{EDAB4BB7-54A9-65B5-83BC-37243906DB17}"/>
            </a:ext>
          </a:extLst>
        </p:cNvPr>
        <p:cNvGrpSpPr/>
        <p:nvPr/>
      </p:nvGrpSpPr>
      <p:grpSpPr>
        <a:xfrm>
          <a:off x="0" y="0"/>
          <a:ext cx="0" cy="0"/>
          <a:chOff x="0" y="0"/>
          <a:chExt cx="0" cy="0"/>
        </a:xfrm>
      </p:grpSpPr>
      <p:sp>
        <p:nvSpPr>
          <p:cNvPr id="1850" name="Google Shape;1850;p21:notes">
            <a:extLst>
              <a:ext uri="{FF2B5EF4-FFF2-40B4-BE49-F238E27FC236}">
                <a16:creationId xmlns:a16="http://schemas.microsoft.com/office/drawing/2014/main" id="{8F2F9AD8-C660-3782-481B-DEC93C91787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51" name="Google Shape;1851;p21:notes">
            <a:extLst>
              <a:ext uri="{FF2B5EF4-FFF2-40B4-BE49-F238E27FC236}">
                <a16:creationId xmlns:a16="http://schemas.microsoft.com/office/drawing/2014/main" id="{28A0D455-258F-4F73-D349-1F5ADA44B7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Tree>
    <p:extLst>
      <p:ext uri="{BB962C8B-B14F-4D97-AF65-F5344CB8AC3E}">
        <p14:creationId xmlns:p14="http://schemas.microsoft.com/office/powerpoint/2010/main" val="40423171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9">
          <a:extLst>
            <a:ext uri="{FF2B5EF4-FFF2-40B4-BE49-F238E27FC236}">
              <a16:creationId xmlns:a16="http://schemas.microsoft.com/office/drawing/2014/main" id="{764F9296-02AC-0A17-F283-A041D0FF211D}"/>
            </a:ext>
          </a:extLst>
        </p:cNvPr>
        <p:cNvGrpSpPr/>
        <p:nvPr/>
      </p:nvGrpSpPr>
      <p:grpSpPr>
        <a:xfrm>
          <a:off x="0" y="0"/>
          <a:ext cx="0" cy="0"/>
          <a:chOff x="0" y="0"/>
          <a:chExt cx="0" cy="0"/>
        </a:xfrm>
      </p:grpSpPr>
      <p:sp>
        <p:nvSpPr>
          <p:cNvPr id="1850" name="Google Shape;1850;p21:notes">
            <a:extLst>
              <a:ext uri="{FF2B5EF4-FFF2-40B4-BE49-F238E27FC236}">
                <a16:creationId xmlns:a16="http://schemas.microsoft.com/office/drawing/2014/main" id="{B969F735-8F0C-5BEB-8FBA-06F30735474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51" name="Google Shape;1851;p21:notes">
            <a:extLst>
              <a:ext uri="{FF2B5EF4-FFF2-40B4-BE49-F238E27FC236}">
                <a16:creationId xmlns:a16="http://schemas.microsoft.com/office/drawing/2014/main" id="{F55FFF3F-E698-2EC2-0FF2-ECC7F67DDF9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Tree>
    <p:extLst>
      <p:ext uri="{BB962C8B-B14F-4D97-AF65-F5344CB8AC3E}">
        <p14:creationId xmlns:p14="http://schemas.microsoft.com/office/powerpoint/2010/main" val="25562954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9">
          <a:extLst>
            <a:ext uri="{FF2B5EF4-FFF2-40B4-BE49-F238E27FC236}">
              <a16:creationId xmlns:a16="http://schemas.microsoft.com/office/drawing/2014/main" id="{8FEF106A-BFF7-1B50-BEB7-AEBAA96DA9D7}"/>
            </a:ext>
          </a:extLst>
        </p:cNvPr>
        <p:cNvGrpSpPr/>
        <p:nvPr/>
      </p:nvGrpSpPr>
      <p:grpSpPr>
        <a:xfrm>
          <a:off x="0" y="0"/>
          <a:ext cx="0" cy="0"/>
          <a:chOff x="0" y="0"/>
          <a:chExt cx="0" cy="0"/>
        </a:xfrm>
      </p:grpSpPr>
      <p:sp>
        <p:nvSpPr>
          <p:cNvPr id="1850" name="Google Shape;1850;p21:notes">
            <a:extLst>
              <a:ext uri="{FF2B5EF4-FFF2-40B4-BE49-F238E27FC236}">
                <a16:creationId xmlns:a16="http://schemas.microsoft.com/office/drawing/2014/main" id="{300E58A1-725B-4D3B-1401-5382C0359BF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51" name="Google Shape;1851;p21:notes">
            <a:extLst>
              <a:ext uri="{FF2B5EF4-FFF2-40B4-BE49-F238E27FC236}">
                <a16:creationId xmlns:a16="http://schemas.microsoft.com/office/drawing/2014/main" id="{5FE33DED-22A2-E078-64E6-FF69B51B6D5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Tree>
    <p:extLst>
      <p:ext uri="{BB962C8B-B14F-4D97-AF65-F5344CB8AC3E}">
        <p14:creationId xmlns:p14="http://schemas.microsoft.com/office/powerpoint/2010/main" val="7851520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8"/>
        <p:cNvGrpSpPr/>
        <p:nvPr/>
      </p:nvGrpSpPr>
      <p:grpSpPr>
        <a:xfrm>
          <a:off x="0" y="0"/>
          <a:ext cx="0" cy="0"/>
          <a:chOff x="0" y="0"/>
          <a:chExt cx="0" cy="0"/>
        </a:xfrm>
      </p:grpSpPr>
      <p:sp>
        <p:nvSpPr>
          <p:cNvPr id="2279" name="Google Shape;2279;p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80" name="Google Shape;2280;p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8">
          <a:extLst>
            <a:ext uri="{FF2B5EF4-FFF2-40B4-BE49-F238E27FC236}">
              <a16:creationId xmlns:a16="http://schemas.microsoft.com/office/drawing/2014/main" id="{CB55FB09-F6E9-AC78-9277-09C0BA269FB4}"/>
            </a:ext>
          </a:extLst>
        </p:cNvPr>
        <p:cNvGrpSpPr/>
        <p:nvPr/>
      </p:nvGrpSpPr>
      <p:grpSpPr>
        <a:xfrm>
          <a:off x="0" y="0"/>
          <a:ext cx="0" cy="0"/>
          <a:chOff x="0" y="0"/>
          <a:chExt cx="0" cy="0"/>
        </a:xfrm>
      </p:grpSpPr>
      <p:sp>
        <p:nvSpPr>
          <p:cNvPr id="2279" name="Google Shape;2279;p48:notes">
            <a:extLst>
              <a:ext uri="{FF2B5EF4-FFF2-40B4-BE49-F238E27FC236}">
                <a16:creationId xmlns:a16="http://schemas.microsoft.com/office/drawing/2014/main" id="{D2AA21EA-939C-34A2-8831-06DC9409EC9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80" name="Google Shape;2280;p48:notes">
            <a:extLst>
              <a:ext uri="{FF2B5EF4-FFF2-40B4-BE49-F238E27FC236}">
                <a16:creationId xmlns:a16="http://schemas.microsoft.com/office/drawing/2014/main" id="{EF40AD1A-872C-4B29-48DB-2D35B54C64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Tree>
    <p:extLst>
      <p:ext uri="{BB962C8B-B14F-4D97-AF65-F5344CB8AC3E}">
        <p14:creationId xmlns:p14="http://schemas.microsoft.com/office/powerpoint/2010/main" val="235687355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fr-FR"/>
          </a:p>
        </p:txBody>
      </p:sp>
      <p:sp>
        <p:nvSpPr>
          <p:cNvPr id="164" name="Google Shape;1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4">
          <a:extLst>
            <a:ext uri="{FF2B5EF4-FFF2-40B4-BE49-F238E27FC236}">
              <a16:creationId xmlns:a16="http://schemas.microsoft.com/office/drawing/2014/main" id="{03B3D886-2D14-0BBB-63AC-41A6B3757426}"/>
            </a:ext>
          </a:extLst>
        </p:cNvPr>
        <p:cNvGrpSpPr/>
        <p:nvPr/>
      </p:nvGrpSpPr>
      <p:grpSpPr>
        <a:xfrm>
          <a:off x="0" y="0"/>
          <a:ext cx="0" cy="0"/>
          <a:chOff x="0" y="0"/>
          <a:chExt cx="0" cy="0"/>
        </a:xfrm>
      </p:grpSpPr>
      <p:sp>
        <p:nvSpPr>
          <p:cNvPr id="2245" name="Google Shape;2245;p24:notes">
            <a:extLst>
              <a:ext uri="{FF2B5EF4-FFF2-40B4-BE49-F238E27FC236}">
                <a16:creationId xmlns:a16="http://schemas.microsoft.com/office/drawing/2014/main" id="{919BFBC5-ECAB-803B-6722-5978D8CCE86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fr-FR"/>
          </a:p>
        </p:txBody>
      </p:sp>
      <p:sp>
        <p:nvSpPr>
          <p:cNvPr id="2246" name="Google Shape;2246;p24:notes">
            <a:extLst>
              <a:ext uri="{FF2B5EF4-FFF2-40B4-BE49-F238E27FC236}">
                <a16:creationId xmlns:a16="http://schemas.microsoft.com/office/drawing/2014/main" id="{775B1BD8-7DE1-A72F-B206-B0265B82B9B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Tree>
    <p:extLst>
      <p:ext uri="{BB962C8B-B14F-4D97-AF65-F5344CB8AC3E}">
        <p14:creationId xmlns:p14="http://schemas.microsoft.com/office/powerpoint/2010/main" val="426187024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4"/>
        <p:cNvGrpSpPr/>
        <p:nvPr/>
      </p:nvGrpSpPr>
      <p:grpSpPr>
        <a:xfrm>
          <a:off x="0" y="0"/>
          <a:ext cx="0" cy="0"/>
          <a:chOff x="0" y="0"/>
          <a:chExt cx="0" cy="0"/>
        </a:xfrm>
      </p:grpSpPr>
      <p:sp>
        <p:nvSpPr>
          <p:cNvPr id="2245" name="Google Shape;2245;p2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fr-FR"/>
          </a:p>
        </p:txBody>
      </p:sp>
      <p:sp>
        <p:nvSpPr>
          <p:cNvPr id="2246" name="Google Shape;2246;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4">
          <a:extLst>
            <a:ext uri="{FF2B5EF4-FFF2-40B4-BE49-F238E27FC236}">
              <a16:creationId xmlns:a16="http://schemas.microsoft.com/office/drawing/2014/main" id="{2C94FD63-8B41-512F-F700-E154229507F4}"/>
            </a:ext>
          </a:extLst>
        </p:cNvPr>
        <p:cNvGrpSpPr/>
        <p:nvPr/>
      </p:nvGrpSpPr>
      <p:grpSpPr>
        <a:xfrm>
          <a:off x="0" y="0"/>
          <a:ext cx="0" cy="0"/>
          <a:chOff x="0" y="0"/>
          <a:chExt cx="0" cy="0"/>
        </a:xfrm>
      </p:grpSpPr>
      <p:sp>
        <p:nvSpPr>
          <p:cNvPr id="2245" name="Google Shape;2245;p24:notes">
            <a:extLst>
              <a:ext uri="{FF2B5EF4-FFF2-40B4-BE49-F238E27FC236}">
                <a16:creationId xmlns:a16="http://schemas.microsoft.com/office/drawing/2014/main" id="{E497B575-E9F6-290B-0C8A-49E21DE40CF1}"/>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fr-FR"/>
          </a:p>
        </p:txBody>
      </p:sp>
      <p:sp>
        <p:nvSpPr>
          <p:cNvPr id="2246" name="Google Shape;2246;p24:notes">
            <a:extLst>
              <a:ext uri="{FF2B5EF4-FFF2-40B4-BE49-F238E27FC236}">
                <a16:creationId xmlns:a16="http://schemas.microsoft.com/office/drawing/2014/main" id="{57A26DA3-836F-81A1-48BA-E2B459275D0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r>
              <a:rPr lang="fr-FR" dirty="0"/>
              <a:t>;</a:t>
            </a:r>
            <a:endParaRPr dirty="0"/>
          </a:p>
        </p:txBody>
      </p:sp>
    </p:spTree>
    <p:extLst>
      <p:ext uri="{BB962C8B-B14F-4D97-AF65-F5344CB8AC3E}">
        <p14:creationId xmlns:p14="http://schemas.microsoft.com/office/powerpoint/2010/main" val="234388655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4">
          <a:extLst>
            <a:ext uri="{FF2B5EF4-FFF2-40B4-BE49-F238E27FC236}">
              <a16:creationId xmlns:a16="http://schemas.microsoft.com/office/drawing/2014/main" id="{32E725D3-9DEC-A000-5768-A98A29B8768D}"/>
            </a:ext>
          </a:extLst>
        </p:cNvPr>
        <p:cNvGrpSpPr/>
        <p:nvPr/>
      </p:nvGrpSpPr>
      <p:grpSpPr>
        <a:xfrm>
          <a:off x="0" y="0"/>
          <a:ext cx="0" cy="0"/>
          <a:chOff x="0" y="0"/>
          <a:chExt cx="0" cy="0"/>
        </a:xfrm>
      </p:grpSpPr>
      <p:sp>
        <p:nvSpPr>
          <p:cNvPr id="2245" name="Google Shape;2245;p24:notes">
            <a:extLst>
              <a:ext uri="{FF2B5EF4-FFF2-40B4-BE49-F238E27FC236}">
                <a16:creationId xmlns:a16="http://schemas.microsoft.com/office/drawing/2014/main" id="{007628A5-743A-451A-F0D2-273D93233952}"/>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fr-FR"/>
          </a:p>
        </p:txBody>
      </p:sp>
      <p:sp>
        <p:nvSpPr>
          <p:cNvPr id="2246" name="Google Shape;2246;p24:notes">
            <a:extLst>
              <a:ext uri="{FF2B5EF4-FFF2-40B4-BE49-F238E27FC236}">
                <a16:creationId xmlns:a16="http://schemas.microsoft.com/office/drawing/2014/main" id="{301DA90D-FA80-6946-46C7-14DF49CB168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r>
              <a:rPr lang="fr-FR" dirty="0"/>
              <a:t>;</a:t>
            </a:r>
            <a:endParaRPr dirty="0"/>
          </a:p>
        </p:txBody>
      </p:sp>
    </p:spTree>
    <p:extLst>
      <p:ext uri="{BB962C8B-B14F-4D97-AF65-F5344CB8AC3E}">
        <p14:creationId xmlns:p14="http://schemas.microsoft.com/office/powerpoint/2010/main" val="185789441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4">
          <a:extLst>
            <a:ext uri="{FF2B5EF4-FFF2-40B4-BE49-F238E27FC236}">
              <a16:creationId xmlns:a16="http://schemas.microsoft.com/office/drawing/2014/main" id="{1B6A0DE2-48DD-B508-EA5A-A9F25A90AC70}"/>
            </a:ext>
          </a:extLst>
        </p:cNvPr>
        <p:cNvGrpSpPr/>
        <p:nvPr/>
      </p:nvGrpSpPr>
      <p:grpSpPr>
        <a:xfrm>
          <a:off x="0" y="0"/>
          <a:ext cx="0" cy="0"/>
          <a:chOff x="0" y="0"/>
          <a:chExt cx="0" cy="0"/>
        </a:xfrm>
      </p:grpSpPr>
      <p:sp>
        <p:nvSpPr>
          <p:cNvPr id="2245" name="Google Shape;2245;p24:notes">
            <a:extLst>
              <a:ext uri="{FF2B5EF4-FFF2-40B4-BE49-F238E27FC236}">
                <a16:creationId xmlns:a16="http://schemas.microsoft.com/office/drawing/2014/main" id="{263021FF-85E1-5D51-EF70-BBE8E59B9AA5}"/>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fr-FR"/>
          </a:p>
        </p:txBody>
      </p:sp>
      <p:sp>
        <p:nvSpPr>
          <p:cNvPr id="2246" name="Google Shape;2246;p24:notes">
            <a:extLst>
              <a:ext uri="{FF2B5EF4-FFF2-40B4-BE49-F238E27FC236}">
                <a16:creationId xmlns:a16="http://schemas.microsoft.com/office/drawing/2014/main" id="{AC41143B-E599-DD13-2A2B-03FA45D9E4C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Tree>
    <p:extLst>
      <p:ext uri="{BB962C8B-B14F-4D97-AF65-F5344CB8AC3E}">
        <p14:creationId xmlns:p14="http://schemas.microsoft.com/office/powerpoint/2010/main" val="201776562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295a8824d0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fr-FR"/>
          </a:p>
        </p:txBody>
      </p:sp>
      <p:sp>
        <p:nvSpPr>
          <p:cNvPr id="219" name="Google Shape;219;g3295a8824d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fr-FR"/>
          </a:p>
        </p:txBody>
      </p:sp>
      <p:sp>
        <p:nvSpPr>
          <p:cNvPr id="164" name="Google Shape;1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295a8824d0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fr-FR"/>
          </a:p>
        </p:txBody>
      </p:sp>
      <p:sp>
        <p:nvSpPr>
          <p:cNvPr id="219" name="Google Shape;219;g3295a8824d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295a8824d0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fr-FR"/>
          </a:p>
        </p:txBody>
      </p:sp>
      <p:sp>
        <p:nvSpPr>
          <p:cNvPr id="219" name="Google Shape;219;g3295a8824d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322962"/>
            <a:ext cx="9144000" cy="2187001"/>
          </a:xfrm>
        </p:spPr>
        <p:txBody>
          <a:bodyPr anchor="b">
            <a:normAutofit/>
          </a:bodyPr>
          <a:lstStyle>
            <a:lvl1pPr algn="ctr">
              <a:lnSpc>
                <a:spcPct val="130000"/>
              </a:lnSpc>
              <a:defRPr sz="6000">
                <a:effectLst/>
                <a:latin typeface="Calibri Light" panose="020F0302020204030204" pitchFamily="34" charset="0"/>
              </a:defRPr>
            </a:lvl1pPr>
          </a:lstStyle>
          <a:p>
            <a:r>
              <a:rPr lang="en-US" dirty="0"/>
              <a:t>Click to edit Master title style</a:t>
            </a:r>
          </a:p>
        </p:txBody>
      </p:sp>
      <p:sp>
        <p:nvSpPr>
          <p:cNvPr id="4" name="Date Placeholder  3"/>
          <p:cNvSpPr>
            <a:spLocks noGrp="1"/>
          </p:cNvSpPr>
          <p:nvPr>
            <p:ph type="dt" sz="half" idx="10"/>
          </p:nvPr>
        </p:nvSpPr>
        <p:spPr/>
        <p:txBody>
          <a:bodyPr/>
          <a:lstStyle/>
          <a:p>
            <a:fld id="{760FBDFE-C587-4B4C-A407-44438C67B59E}"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E70B2-8BF9-45C0-BB95-33D1B9D3A854}" type="slidenum">
              <a:rPr lang="en-US" smtClean="0"/>
              <a:t>‹N°›</a:t>
            </a:fld>
            <a:endParaRPr lang="en-US"/>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2400">
                <a:solidFill>
                  <a:schemeClr val="tx1">
                    <a:lumMod val="75000"/>
                    <a:lumOff val="25000"/>
                  </a:schemeClr>
                </a:solidFill>
                <a:effectLst/>
                <a:latin typeface="Calibri Light" panose="020F0302020204030204" pitchFamily="34" charset="0"/>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47700" y="258445"/>
            <a:ext cx="10515600" cy="1325563"/>
          </a:xfrm>
        </p:spPr>
        <p:txBody>
          <a:bodyPr anchor="ctr" anchorCtr="0">
            <a:normAutofit/>
          </a:bodyPr>
          <a:lstStyle>
            <a:lvl1pPr>
              <a:defRPr sz="4400" b="1">
                <a:effectLst/>
                <a:latin typeface="Calibri Light" panose="020F0302020204030204" pitchFamily="34" charset="0"/>
              </a:defRPr>
            </a:lvl1pPr>
          </a:lstStyle>
          <a:p>
            <a:r>
              <a:rPr lang="en-US" dirty="0"/>
              <a:t>Click to edit Master title style</a:t>
            </a:r>
          </a:p>
        </p:txBody>
      </p:sp>
      <p:sp>
        <p:nvSpPr>
          <p:cNvPr id="3" name="Content Placeholder 2"/>
          <p:cNvSpPr>
            <a:spLocks noGrp="1"/>
          </p:cNvSpPr>
          <p:nvPr>
            <p:ph idx="1"/>
          </p:nvPr>
        </p:nvSpPr>
        <p:spPr>
          <a:xfrm>
            <a:off x="647700" y="1825625"/>
            <a:ext cx="10515600" cy="4351338"/>
          </a:xfrm>
        </p:spPr>
        <p:txBody>
          <a:bodyPr>
            <a:normAutofit/>
          </a:bodyPr>
          <a:lstStyle>
            <a:lvl1pPr>
              <a:defRPr sz="2800">
                <a:solidFill>
                  <a:schemeClr val="tx1">
                    <a:lumMod val="75000"/>
                    <a:lumOff val="25000"/>
                  </a:schemeClr>
                </a:solidFill>
                <a:latin typeface="Calibri Light" panose="020F0302020204030204" pitchFamily="34" charset="0"/>
                <a:cs typeface="Calibri Light" panose="020F0302020204030204" pitchFamily="34" charset="0"/>
              </a:defRPr>
            </a:lvl1pPr>
            <a:lvl2pPr>
              <a:defRPr sz="2400">
                <a:solidFill>
                  <a:schemeClr val="tx1">
                    <a:lumMod val="75000"/>
                    <a:lumOff val="25000"/>
                  </a:schemeClr>
                </a:solidFill>
                <a:latin typeface="Calibri Light" panose="020F0302020204030204" pitchFamily="34" charset="0"/>
                <a:cs typeface="Calibri Light" panose="020F0302020204030204" pitchFamily="34" charset="0"/>
              </a:defRPr>
            </a:lvl2pPr>
            <a:lvl3pPr>
              <a:defRPr sz="2000">
                <a:solidFill>
                  <a:schemeClr val="tx1">
                    <a:lumMod val="75000"/>
                    <a:lumOff val="25000"/>
                  </a:schemeClr>
                </a:solidFill>
                <a:latin typeface="Calibri Light" panose="020F0302020204030204" pitchFamily="34" charset="0"/>
                <a:cs typeface="Calibri Light" panose="020F0302020204030204" pitchFamily="34" charset="0"/>
              </a:defRPr>
            </a:lvl3pPr>
            <a:lvl4pPr>
              <a:defRPr sz="1800">
                <a:solidFill>
                  <a:schemeClr val="tx1">
                    <a:lumMod val="75000"/>
                    <a:lumOff val="25000"/>
                  </a:schemeClr>
                </a:solidFill>
                <a:latin typeface="Calibri Light" panose="020F0302020204030204" pitchFamily="34" charset="0"/>
                <a:cs typeface="Calibri Light" panose="020F0302020204030204" pitchFamily="34" charset="0"/>
              </a:defRPr>
            </a:lvl4pPr>
            <a:lvl5pPr>
              <a:defRPr sz="1800">
                <a:solidFill>
                  <a:schemeClr val="tx1">
                    <a:lumMod val="75000"/>
                    <a:lumOff val="25000"/>
                  </a:schemeClr>
                </a:solidFill>
                <a:latin typeface="Calibri Light" panose="020F0302020204030204" pitchFamily="34" charset="0"/>
                <a:cs typeface="Calibri Light" panose="020F0302020204030204" pitchFamily="34" charset="0"/>
              </a:defRPr>
            </a:lvl5pPr>
          </a:lstStyle>
          <a:p>
            <a:pPr lvl="0"/>
            <a:r>
              <a:rPr lang="en-US" dirty="0"/>
              <a:t>Click to edit Master text styles</a:t>
            </a:r>
          </a:p>
          <a:p>
            <a:pPr lvl="1"/>
            <a:r>
              <a:rPr lang="en-US" dirty="0"/>
              <a:t>Second level </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760FBDFE-C587-4B4C-A407-44438C67B59E}"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E70B2-8BF9-45C0-BB95-33D1B9D3A854}" type="slidenum">
              <a:rPr lang="en-US" smtClean="0"/>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3750945"/>
            <a:ext cx="9843135" cy="811530"/>
          </a:xfrm>
        </p:spPr>
        <p:txBody>
          <a:bodyPr anchor="b">
            <a:noAutofit/>
          </a:bodyPr>
          <a:lstStyle>
            <a:lvl1pPr>
              <a:defRPr sz="6000">
                <a:effectLst/>
              </a:defRPr>
            </a:lvl1pPr>
          </a:lstStyle>
          <a:p>
            <a:r>
              <a:rPr lang="en-US" dirty="0">
                <a:sym typeface="+mn-ea"/>
              </a:rPr>
              <a:t>Click to edit Master title style</a:t>
            </a:r>
          </a:p>
        </p:txBody>
      </p:sp>
      <p:sp>
        <p:nvSpPr>
          <p:cNvPr id="3" name="Text Placeholder 2"/>
          <p:cNvSpPr>
            <a:spLocks noGrp="1"/>
          </p:cNvSpPr>
          <p:nvPr>
            <p:ph type="body" idx="1"/>
          </p:nvPr>
        </p:nvSpPr>
        <p:spPr>
          <a:xfrm>
            <a:off x="831850" y="4610028"/>
            <a:ext cx="7321550" cy="647555"/>
          </a:xfrm>
        </p:spPr>
        <p:txBody>
          <a:bodyPr>
            <a:noAutofit/>
          </a:bodyPr>
          <a:lstStyle>
            <a:lvl1pPr marL="0" indent="0">
              <a:buNone/>
              <a:defRPr sz="24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Slide Number Placeholder 3"/>
          <p:cNvSpPr>
            <a:spLocks noGrp="1"/>
          </p:cNvSpPr>
          <p:nvPr>
            <p:ph type="dt" sz="half" idx="10"/>
          </p:nvPr>
        </p:nvSpPr>
        <p:spPr/>
        <p:txBody>
          <a:bodyPr/>
          <a:lstStyle/>
          <a:p>
            <a:fld id="{760FBDFE-C587-4B4C-A407-44438C67B59E}"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E70B2-8BF9-45C0-BB95-33D1B9D3A854}" type="slidenum">
              <a:rPr lang="en-US" smtClean="0"/>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47700" y="258445"/>
            <a:ext cx="10515600" cy="1325563"/>
          </a:xfrm>
        </p:spPr>
        <p:txBody>
          <a:bodyPr>
            <a:normAutofit/>
          </a:bodyPr>
          <a:lstStyle>
            <a:lvl1pPr>
              <a:defRPr sz="4400" b="0" i="0">
                <a:effectLst/>
              </a:defRPr>
            </a:lvl1pPr>
          </a:lstStyle>
          <a:p>
            <a:r>
              <a:rPr lang="en-US" dirty="0">
                <a:sym typeface="+mn-ea"/>
              </a:rPr>
              <a:t>Click to edit Master title style</a:t>
            </a:r>
            <a:endParaRPr lang="en-US" dirty="0"/>
          </a:p>
        </p:txBody>
      </p:sp>
      <p:sp>
        <p:nvSpPr>
          <p:cNvPr id="3" name="Content Placeholder 2"/>
          <p:cNvSpPr>
            <a:spLocks noGrp="1"/>
          </p:cNvSpPr>
          <p:nvPr>
            <p:ph sz="half" idx="1"/>
          </p:nvPr>
        </p:nvSpPr>
        <p:spPr>
          <a:xfrm>
            <a:off x="647700" y="1825625"/>
            <a:ext cx="5181600" cy="4351338"/>
          </a:xfrm>
        </p:spPr>
        <p:txBody>
          <a:bodyPr>
            <a:normAutofit/>
          </a:bodyPr>
          <a:lstStyle>
            <a:lvl1pPr>
              <a:lnSpc>
                <a:spcPct val="150000"/>
              </a:lnSpc>
              <a:defRPr sz="2800">
                <a:solidFill>
                  <a:schemeClr val="tx1">
                    <a:lumMod val="75000"/>
                    <a:lumOff val="25000"/>
                  </a:schemeClr>
                </a:solidFill>
                <a:latin typeface="Calibri Light" panose="020F0302020204030204" pitchFamily="34" charset="0"/>
                <a:cs typeface="Calibri Light" panose="020F0302020204030204" pitchFamily="34" charset="0"/>
              </a:defRPr>
            </a:lvl1pPr>
            <a:lvl2pPr>
              <a:lnSpc>
                <a:spcPct val="150000"/>
              </a:lnSpc>
              <a:defRPr sz="2400">
                <a:solidFill>
                  <a:schemeClr val="tx1">
                    <a:lumMod val="75000"/>
                    <a:lumOff val="25000"/>
                  </a:schemeClr>
                </a:solidFill>
                <a:latin typeface="Calibri Light" panose="020F0302020204030204" pitchFamily="34" charset="0"/>
                <a:cs typeface="Calibri Light" panose="020F0302020204030204" pitchFamily="34" charset="0"/>
              </a:defRPr>
            </a:lvl2pPr>
            <a:lvl3pPr>
              <a:lnSpc>
                <a:spcPct val="150000"/>
              </a:lnSpc>
              <a:defRPr sz="2000">
                <a:solidFill>
                  <a:schemeClr val="tx1">
                    <a:lumMod val="75000"/>
                    <a:lumOff val="25000"/>
                  </a:schemeClr>
                </a:solidFill>
                <a:latin typeface="Calibri Light" panose="020F0302020204030204" pitchFamily="34" charset="0"/>
                <a:cs typeface="Calibri Light" panose="020F0302020204030204" pitchFamily="34" charset="0"/>
              </a:defRPr>
            </a:lvl3pPr>
            <a:lvl4pPr>
              <a:lnSpc>
                <a:spcPct val="150000"/>
              </a:lnSpc>
              <a:defRPr sz="1800">
                <a:solidFill>
                  <a:schemeClr val="tx1">
                    <a:lumMod val="75000"/>
                    <a:lumOff val="25000"/>
                  </a:schemeClr>
                </a:solidFill>
                <a:latin typeface="Calibri Light" panose="020F0302020204030204" pitchFamily="34" charset="0"/>
                <a:cs typeface="Calibri Light" panose="020F0302020204030204" pitchFamily="34" charset="0"/>
              </a:defRPr>
            </a:lvl4pPr>
            <a:lvl5pPr>
              <a:lnSpc>
                <a:spcPct val="150000"/>
              </a:lnSpc>
              <a:defRPr sz="1800">
                <a:solidFill>
                  <a:schemeClr val="tx1">
                    <a:lumMod val="75000"/>
                    <a:lumOff val="25000"/>
                  </a:schemeClr>
                </a:solidFill>
                <a:latin typeface="Calibri Light" panose="020F0302020204030204" pitchFamily="34" charset="0"/>
                <a:cs typeface="Calibri Light" panose="020F03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981700" y="1825625"/>
            <a:ext cx="5181600" cy="4351338"/>
          </a:xfrm>
        </p:spPr>
        <p:txBody>
          <a:bodyPr>
            <a:normAutofit/>
          </a:bodyPr>
          <a:lstStyle>
            <a:lvl1pPr>
              <a:lnSpc>
                <a:spcPct val="150000"/>
              </a:lnSpc>
              <a:defRPr kumimoji="0" lang="en-US" sz="2800" b="0" i="0" u="none" strike="noStrike" kern="1200" cap="none" spc="0" normalizeH="0" baseline="0" noProof="1" dirty="0">
                <a:solidFill>
                  <a:schemeClr val="tx1">
                    <a:lumMod val="75000"/>
                    <a:lumOff val="25000"/>
                  </a:schemeClr>
                </a:solidFill>
                <a:latin typeface="Calibri Light" panose="020F0302020204030204" pitchFamily="34" charset="0"/>
                <a:ea typeface="+mn-ea"/>
                <a:cs typeface="+mn-cs"/>
              </a:defRPr>
            </a:lvl1pPr>
            <a:lvl2pPr>
              <a:lnSpc>
                <a:spcPct val="150000"/>
              </a:lnSpc>
              <a:defRPr sz="2400">
                <a:solidFill>
                  <a:schemeClr val="tx1">
                    <a:lumMod val="75000"/>
                    <a:lumOff val="25000"/>
                  </a:schemeClr>
                </a:solidFill>
              </a:defRPr>
            </a:lvl2pPr>
            <a:lvl3pPr>
              <a:lnSpc>
                <a:spcPct val="150000"/>
              </a:lnSpc>
              <a:defRPr sz="2000">
                <a:solidFill>
                  <a:schemeClr val="tx1">
                    <a:lumMod val="75000"/>
                    <a:lumOff val="25000"/>
                  </a:schemeClr>
                </a:solidFill>
              </a:defRPr>
            </a:lvl3pPr>
            <a:lvl4pPr>
              <a:lnSpc>
                <a:spcPct val="150000"/>
              </a:lnSpc>
              <a:defRPr sz="2000">
                <a:solidFill>
                  <a:schemeClr val="tx1">
                    <a:lumMod val="75000"/>
                    <a:lumOff val="25000"/>
                  </a:schemeClr>
                </a:solidFill>
              </a:defRPr>
            </a:lvl4pPr>
            <a:lvl5pPr>
              <a:lnSpc>
                <a:spcPct val="150000"/>
              </a:lnSpc>
              <a:defRPr sz="2000">
                <a:solidFill>
                  <a:schemeClr val="tx1">
                    <a:lumMod val="75000"/>
                    <a:lumOff val="25000"/>
                  </a:schemeClr>
                </a:solidFill>
              </a:defRPr>
            </a:lvl5pPr>
          </a:lstStyle>
          <a:p>
            <a:pPr lvl="0"/>
            <a:r>
              <a:rPr lang="en-US" dirty="0"/>
              <a:t>Click to edit Master text styles</a:t>
            </a:r>
          </a:p>
          <a:p>
            <a:pPr lvl="1"/>
            <a:r>
              <a:rPr lang="en-US" dirty="0">
                <a:sym typeface="+mn-ea"/>
              </a:rPr>
              <a:t>Second level</a:t>
            </a:r>
            <a:endParaRPr lang="en-US" dirty="0"/>
          </a:p>
          <a:p>
            <a:pPr lvl="2"/>
            <a:r>
              <a:rPr lang="en-US" dirty="0">
                <a:sym typeface="+mn-ea"/>
              </a:rPr>
              <a:t>Third level</a:t>
            </a:r>
            <a:endParaRPr lang="en-US" dirty="0"/>
          </a:p>
          <a:p>
            <a:pPr lvl="3"/>
            <a:r>
              <a:rPr lang="en-US" dirty="0">
                <a:sym typeface="+mn-ea"/>
              </a:rPr>
              <a:t>Fourth level</a:t>
            </a:r>
            <a:endParaRPr lang="en-US" dirty="0"/>
          </a:p>
          <a:p>
            <a:pPr lvl="4"/>
            <a:r>
              <a:rPr lang="en-US" dirty="0">
                <a:sym typeface="+mn-ea"/>
              </a:rPr>
              <a:t>Fifth level</a:t>
            </a:r>
            <a:endParaRPr lang="en-US" dirty="0"/>
          </a:p>
        </p:txBody>
      </p:sp>
      <p:sp>
        <p:nvSpPr>
          <p:cNvPr id="5" name="Date Placeholder 4"/>
          <p:cNvSpPr>
            <a:spLocks noGrp="1"/>
          </p:cNvSpPr>
          <p:nvPr>
            <p:ph type="dt" sz="half" idx="10"/>
          </p:nvPr>
        </p:nvSpPr>
        <p:spPr/>
        <p:txBody>
          <a:bodyPr/>
          <a:lstStyle/>
          <a:p>
            <a:fld id="{760FBDFE-C587-4B4C-A407-44438C67B59E}" type="datetimeFigureOut">
              <a:rPr lang="en-US" smtClean="0"/>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AE70B2-8BF9-45C0-BB95-33D1B9D3A854}" type="slidenum">
              <a:rPr lang="en-US" smtClean="0"/>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lvl1pPr>
              <a:defRPr sz="4400"/>
            </a:lvl1pPr>
          </a:lstStyle>
          <a:p>
            <a:r>
              <a:rPr lang="en-US" dirty="0">
                <a:sym typeface="+mn-ea"/>
              </a:rPr>
              <a:t>Click to edit Master title style</a:t>
            </a:r>
            <a:endParaRPr lang="en-US"/>
          </a:p>
        </p:txBody>
      </p:sp>
      <p:sp>
        <p:nvSpPr>
          <p:cNvPr id="3" name="Text Placeholder 2"/>
          <p:cNvSpPr>
            <a:spLocks noGrp="1"/>
          </p:cNvSpPr>
          <p:nvPr>
            <p:ph type="body" idx="1"/>
          </p:nvPr>
        </p:nvSpPr>
        <p:spPr>
          <a:xfrm>
            <a:off x="839788" y="1744961"/>
            <a:ext cx="5157787" cy="823912"/>
          </a:xfrm>
        </p:spPr>
        <p:txBody>
          <a:bodyPr anchor="b"/>
          <a:lstStyle>
            <a:lvl1pPr marL="0" indent="0">
              <a:buNone/>
              <a:defRPr sz="2400" b="1">
                <a:latin typeface="Calibri Light" panose="020F0302020204030204" pitchFamily="34" charset="0"/>
                <a:cs typeface="Calibri Light" panose="020F03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615609"/>
            <a:ext cx="5157787" cy="357405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atin typeface="Calibri Light" panose="020F0302020204030204" pitchFamily="34" charset="0"/>
                <a:cs typeface="Calibri Light" panose="020F03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内容占位符 5"/>
          <p:cNvSpPr>
            <a:spLocks noGrp="1"/>
          </p:cNvSpPr>
          <p:nvPr>
            <p:ph sz="quarter" idx="4"/>
          </p:nvPr>
        </p:nvSpPr>
        <p:spPr>
          <a:xfrm>
            <a:off x="6172200" y="2615609"/>
            <a:ext cx="5183188" cy="3574054"/>
          </a:xfrm>
        </p:spPr>
        <p:txBody>
          <a:bodyPr/>
          <a:lstStyle/>
          <a:p>
            <a:pPr lvl="0"/>
            <a:r>
              <a:rPr lang="en-US" dirty="0">
                <a:sym typeface="+mn-ea"/>
              </a:rPr>
              <a:t>Click to edit Master text styles</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760FBDFE-C587-4B4C-A407-44438C67B59E}" type="datetimeFigureOut">
              <a:rPr lang="en-US" smtClean="0"/>
              <a:t>12/14/2025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9AE70B2-8BF9-45C0-BB95-33D1B9D3A854}" type="slidenum">
              <a:rPr lang="en-US" smtClean="0"/>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2766219"/>
            <a:ext cx="10515600" cy="1325563"/>
          </a:xfrm>
        </p:spPr>
        <p:txBody>
          <a:bodyPr>
            <a:normAutofit/>
          </a:bodyPr>
          <a:lstStyle>
            <a:lvl1pPr algn="ctr">
              <a:defRPr sz="4400" b="0">
                <a:effectLst/>
                <a:latin typeface="Calibri Light" panose="020F0302020204030204" pitchFamily="34" charset="0"/>
                <a:cs typeface="Calibri Light" panose="020F0302020204030204" pitchFamily="34" charset="0"/>
              </a:defRPr>
            </a:lvl1pPr>
          </a:lstStyle>
          <a:p>
            <a:r>
              <a:rPr lang="en-US" dirty="0"/>
              <a:t>Click to edit Master title style</a:t>
            </a:r>
          </a:p>
        </p:txBody>
      </p:sp>
      <p:sp>
        <p:nvSpPr>
          <p:cNvPr id="3" name="Date Placeholder 2"/>
          <p:cNvSpPr>
            <a:spLocks noGrp="1"/>
          </p:cNvSpPr>
          <p:nvPr>
            <p:ph type="dt" sz="half" idx="10"/>
          </p:nvPr>
        </p:nvSpPr>
        <p:spPr/>
        <p:txBody>
          <a:bodyPr/>
          <a:lstStyle/>
          <a:p>
            <a:fld id="{760FBDFE-C587-4B4C-A407-44438C67B59E}" type="datetimeFigureOut">
              <a:rPr lang="en-US" smtClean="0"/>
              <a:t>12/14/2025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AE70B2-8BF9-45C0-BB95-33D1B9D3A854}" type="slidenum">
              <a:rPr lang="en-US" smtClean="0"/>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0FBDFE-C587-4B4C-A407-44438C67B59E}" type="datetimeFigureOut">
              <a:rPr lang="en-US" smtClean="0"/>
              <a:t>12/14/2025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9AE70B2-8BF9-45C0-BB95-33D1B9D3A854}" type="slidenum">
              <a:rPr lang="en-US" smtClean="0"/>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6747" y="127000"/>
            <a:ext cx="4165200" cy="1600200"/>
          </a:xfrm>
        </p:spPr>
        <p:txBody>
          <a:bodyPr anchor="ctr" anchorCtr="0">
            <a:normAutofit/>
          </a:bodyPr>
          <a:lstStyle>
            <a:lvl1pPr>
              <a:defRPr sz="3200" b="0">
                <a:effectLst/>
                <a:latin typeface="Calibri Light" panose="020F0302020204030204" pitchFamily="34" charset="0"/>
                <a:cs typeface="Calibri Light" panose="020F0302020204030204" pitchFamily="34" charset="0"/>
              </a:defRPr>
            </a:lvl1pPr>
          </a:lstStyle>
          <a:p>
            <a:r>
              <a:rPr lang="en-US" dirty="0"/>
              <a:t>Click to edit Master title style</a:t>
            </a:r>
          </a:p>
        </p:txBody>
      </p:sp>
      <p:sp>
        <p:nvSpPr>
          <p:cNvPr id="3" name="Picture Placeholder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9EFD9D74-47D9-4702-A33C-335B63B48DBF}" type="datetimeFigureOut">
              <a:rPr lang="en-US" smtClean="0"/>
              <a:t>12/14/2025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ABC47A4-756D-490B-A52F-7D9E2C9FC05F}" type="slidenum">
              <a:rPr lang="en-US" smtClean="0"/>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824484" y="365125"/>
            <a:ext cx="1529316" cy="5811838"/>
          </a:xfrm>
        </p:spPr>
        <p:txBody>
          <a:bodyPr vert="eaVert">
            <a:normAutofit/>
          </a:bodyPr>
          <a:lstStyle>
            <a:lvl1pPr>
              <a:defRPr sz="4400"/>
            </a:lvl1pPr>
          </a:lstStyle>
          <a:p>
            <a:r>
              <a:rPr lang="en-US"/>
              <a:t>Click to edit Master title style</a:t>
            </a:r>
          </a:p>
        </p:txBody>
      </p:sp>
      <p:sp>
        <p:nvSpPr>
          <p:cNvPr id="3" name="Vertical Text Placeholder 2"/>
          <p:cNvSpPr>
            <a:spLocks noGrp="1"/>
          </p:cNvSpPr>
          <p:nvPr>
            <p:ph type="body" orient="vert" idx="1"/>
          </p:nvPr>
        </p:nvSpPr>
        <p:spPr>
          <a:xfrm>
            <a:off x="838200" y="365125"/>
            <a:ext cx="8879958"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760FBDFE-C587-4B4C-A407-44438C67B59E}"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E70B2-8BF9-45C0-BB95-33D1B9D3A854}" type="slidenum">
              <a:rPr lang="en-US" smtClean="0"/>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60FBDFE-C587-4B4C-A407-44438C67B59E}" type="datetimeFigureOut">
              <a:rPr lang="en-US" smtClean="0"/>
              <a:t>12/14/2025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AE70B2-8BF9-45C0-BB95-33D1B9D3A854}" type="slidenum">
              <a:rPr lang="en-US" smtClean="0"/>
              <a:t>‹N°›</a:t>
            </a:fld>
            <a:endParaRPr lang="en-US"/>
          </a:p>
        </p:txBody>
      </p:sp>
      <p:sp>
        <p:nvSpPr>
          <p:cNvPr id="7" name="Content Placeholder 6"/>
          <p:cNvSpPr>
            <a:spLocks noGrp="1"/>
          </p:cNvSpPr>
          <p:nvPr>
            <p:ph sz="quarter" idx="13"/>
          </p:nvPr>
        </p:nvSpPr>
        <p:spPr>
          <a:xfrm>
            <a:off x="838200" y="551543"/>
            <a:ext cx="10515600" cy="5558971"/>
          </a:xfrm>
        </p:spPr>
        <p:txBody>
          <a:bodyPr/>
          <a:lstStyle/>
          <a:p>
            <a:pPr lvl="0"/>
            <a:r>
              <a:rPr lang="en-US" dirty="0">
                <a:sym typeface="+mn-ea"/>
              </a:rPr>
              <a:t>Click to edit Master text styles</a:t>
            </a:r>
            <a:endParaRPr lang="en-US" dirty="0"/>
          </a:p>
          <a:p>
            <a:pPr lvl="1"/>
            <a:r>
              <a:rPr lang="en-US" dirty="0">
                <a:sym typeface="+mn-ea"/>
              </a:rPr>
              <a:t>Second level</a:t>
            </a:r>
            <a:endParaRPr lang="en-US" dirty="0"/>
          </a:p>
          <a:p>
            <a:pPr lvl="2"/>
            <a:r>
              <a:rPr lang="en-US" dirty="0">
                <a:sym typeface="+mn-ea"/>
              </a:rPr>
              <a:t>Third level</a:t>
            </a:r>
            <a:endParaRPr lang="en-US" dirty="0"/>
          </a:p>
          <a:p>
            <a:pPr lvl="3"/>
            <a:r>
              <a:rPr lang="en-US" dirty="0">
                <a:sym typeface="+mn-ea"/>
              </a:rPr>
              <a:t>Fourth level</a:t>
            </a:r>
            <a:endParaRPr lang="en-US" dirty="0"/>
          </a:p>
          <a:p>
            <a:pPr lvl="4"/>
            <a:r>
              <a:rPr lang="en-US" dirty="0">
                <a:sym typeface="+mn-ea"/>
              </a:rPr>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3"/>
        <p:cNvGrpSpPr/>
        <p:nvPr/>
      </p:nvGrpSpPr>
      <p:grpSpPr>
        <a:xfrm>
          <a:off x="0" y="0"/>
          <a:ext cx="0" cy="0"/>
          <a:chOff x="0" y="0"/>
          <a:chExt cx="0" cy="0"/>
        </a:xfrm>
      </p:grpSpPr>
      <p:sp>
        <p:nvSpPr>
          <p:cNvPr id="14" name="Google Shape;14;p32"/>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32"/>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609585" lvl="0" indent="-457189" algn="l">
              <a:lnSpc>
                <a:spcPct val="115000"/>
              </a:lnSpc>
              <a:spcBef>
                <a:spcPts val="0"/>
              </a:spcBef>
              <a:spcAft>
                <a:spcPts val="0"/>
              </a:spcAft>
              <a:buSzPts val="1800"/>
              <a:buChar char="●"/>
              <a:defRPr/>
            </a:lvl1pPr>
            <a:lvl2pPr marL="1219170" lvl="1" indent="-423323" algn="l">
              <a:lnSpc>
                <a:spcPct val="115000"/>
              </a:lnSpc>
              <a:spcBef>
                <a:spcPts val="0"/>
              </a:spcBef>
              <a:spcAft>
                <a:spcPts val="0"/>
              </a:spcAft>
              <a:buSzPts val="1400"/>
              <a:buChar char="○"/>
              <a:defRPr/>
            </a:lvl2pPr>
            <a:lvl3pPr marL="1828754" lvl="2" indent="-423323" algn="l">
              <a:lnSpc>
                <a:spcPct val="115000"/>
              </a:lnSpc>
              <a:spcBef>
                <a:spcPts val="0"/>
              </a:spcBef>
              <a:spcAft>
                <a:spcPts val="0"/>
              </a:spcAft>
              <a:buSzPts val="1400"/>
              <a:buChar char="■"/>
              <a:defRPr/>
            </a:lvl3pPr>
            <a:lvl4pPr marL="2438339" lvl="3" indent="-423323" algn="l">
              <a:lnSpc>
                <a:spcPct val="115000"/>
              </a:lnSpc>
              <a:spcBef>
                <a:spcPts val="0"/>
              </a:spcBef>
              <a:spcAft>
                <a:spcPts val="0"/>
              </a:spcAft>
              <a:buSzPts val="1400"/>
              <a:buChar char="●"/>
              <a:defRPr/>
            </a:lvl4pPr>
            <a:lvl5pPr marL="3047924" lvl="4" indent="-423323" algn="l">
              <a:lnSpc>
                <a:spcPct val="115000"/>
              </a:lnSpc>
              <a:spcBef>
                <a:spcPts val="0"/>
              </a:spcBef>
              <a:spcAft>
                <a:spcPts val="0"/>
              </a:spcAft>
              <a:buSzPts val="1400"/>
              <a:buChar char="○"/>
              <a:defRPr/>
            </a:lvl5pPr>
            <a:lvl6pPr marL="3657509" lvl="5" indent="-423323" algn="l">
              <a:lnSpc>
                <a:spcPct val="115000"/>
              </a:lnSpc>
              <a:spcBef>
                <a:spcPts val="0"/>
              </a:spcBef>
              <a:spcAft>
                <a:spcPts val="0"/>
              </a:spcAft>
              <a:buSzPts val="1400"/>
              <a:buChar char="■"/>
              <a:defRPr/>
            </a:lvl6pPr>
            <a:lvl7pPr marL="4267093" lvl="6" indent="-423323" algn="l">
              <a:lnSpc>
                <a:spcPct val="115000"/>
              </a:lnSpc>
              <a:spcBef>
                <a:spcPts val="0"/>
              </a:spcBef>
              <a:spcAft>
                <a:spcPts val="0"/>
              </a:spcAft>
              <a:buSzPts val="1400"/>
              <a:buChar char="●"/>
              <a:defRPr/>
            </a:lvl7pPr>
            <a:lvl8pPr marL="4876678" lvl="7" indent="-423323" algn="l">
              <a:lnSpc>
                <a:spcPct val="115000"/>
              </a:lnSpc>
              <a:spcBef>
                <a:spcPts val="0"/>
              </a:spcBef>
              <a:spcAft>
                <a:spcPts val="0"/>
              </a:spcAft>
              <a:buSzPts val="1400"/>
              <a:buChar char="○"/>
              <a:defRPr/>
            </a:lvl8pPr>
            <a:lvl9pPr marL="5486263" lvl="8" indent="-423323" algn="l">
              <a:lnSpc>
                <a:spcPct val="115000"/>
              </a:lnSpc>
              <a:spcBef>
                <a:spcPts val="0"/>
              </a:spcBef>
              <a:spcAft>
                <a:spcPts val="0"/>
              </a:spcAft>
              <a:buSzPts val="1400"/>
              <a:buChar char="■"/>
              <a:defRPr/>
            </a:lvl9pPr>
          </a:lstStyle>
          <a:p>
            <a:endParaRPr/>
          </a:p>
        </p:txBody>
      </p:sp>
      <p:sp>
        <p:nvSpPr>
          <p:cNvPr id="16" name="Google Shape;16;p32"/>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n-GB" smtClean="0"/>
              <a:pPr/>
              <a:t>‹N°›</a:t>
            </a:fld>
            <a:endParaRPr lang="en-GB"/>
          </a:p>
        </p:txBody>
      </p:sp>
    </p:spTree>
    <p:extLst>
      <p:ext uri="{BB962C8B-B14F-4D97-AF65-F5344CB8AC3E}">
        <p14:creationId xmlns:p14="http://schemas.microsoft.com/office/powerpoint/2010/main" val="32461644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611" y="992767"/>
            <a:ext cx="11360800" cy="27368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6935"/>
            </a:lvl1pPr>
            <a:lvl2pPr lvl="1" algn="ctr">
              <a:spcBef>
                <a:spcPts val="0"/>
              </a:spcBef>
              <a:spcAft>
                <a:spcPts val="0"/>
              </a:spcAft>
              <a:buSzPts val="5200"/>
              <a:buNone/>
              <a:defRPr sz="6935"/>
            </a:lvl2pPr>
            <a:lvl3pPr lvl="2" algn="ctr">
              <a:spcBef>
                <a:spcPts val="0"/>
              </a:spcBef>
              <a:spcAft>
                <a:spcPts val="0"/>
              </a:spcAft>
              <a:buSzPts val="5200"/>
              <a:buNone/>
              <a:defRPr sz="6935"/>
            </a:lvl3pPr>
            <a:lvl4pPr lvl="3" algn="ctr">
              <a:spcBef>
                <a:spcPts val="0"/>
              </a:spcBef>
              <a:spcAft>
                <a:spcPts val="0"/>
              </a:spcAft>
              <a:buSzPts val="5200"/>
              <a:buNone/>
              <a:defRPr sz="6935"/>
            </a:lvl4pPr>
            <a:lvl5pPr lvl="4" algn="ctr">
              <a:spcBef>
                <a:spcPts val="0"/>
              </a:spcBef>
              <a:spcAft>
                <a:spcPts val="0"/>
              </a:spcAft>
              <a:buSzPts val="5200"/>
              <a:buNone/>
              <a:defRPr sz="6935"/>
            </a:lvl5pPr>
            <a:lvl6pPr lvl="5" algn="ctr">
              <a:spcBef>
                <a:spcPts val="0"/>
              </a:spcBef>
              <a:spcAft>
                <a:spcPts val="0"/>
              </a:spcAft>
              <a:buSzPts val="5200"/>
              <a:buNone/>
              <a:defRPr sz="6935"/>
            </a:lvl6pPr>
            <a:lvl7pPr lvl="6" algn="ctr">
              <a:spcBef>
                <a:spcPts val="0"/>
              </a:spcBef>
              <a:spcAft>
                <a:spcPts val="0"/>
              </a:spcAft>
              <a:buSzPts val="5200"/>
              <a:buNone/>
              <a:defRPr sz="6935"/>
            </a:lvl7pPr>
            <a:lvl8pPr lvl="7" algn="ctr">
              <a:spcBef>
                <a:spcPts val="0"/>
              </a:spcBef>
              <a:spcAft>
                <a:spcPts val="0"/>
              </a:spcAft>
              <a:buSzPts val="5200"/>
              <a:buNone/>
              <a:defRPr sz="6935"/>
            </a:lvl8pPr>
            <a:lvl9pPr lvl="8" algn="ctr">
              <a:spcBef>
                <a:spcPts val="0"/>
              </a:spcBef>
              <a:spcAft>
                <a:spcPts val="0"/>
              </a:spcAft>
              <a:buSzPts val="5200"/>
              <a:buNone/>
              <a:defRPr sz="6935"/>
            </a:lvl9pPr>
          </a:lstStyle>
          <a:p>
            <a:endParaRPr/>
          </a:p>
        </p:txBody>
      </p:sp>
      <p:sp>
        <p:nvSpPr>
          <p:cNvPr id="11" name="Google Shape;11;p2"/>
          <p:cNvSpPr txBox="1">
            <a:spLocks noGrp="1"/>
          </p:cNvSpPr>
          <p:nvPr>
            <p:ph type="subTitle" idx="1"/>
          </p:nvPr>
        </p:nvSpPr>
        <p:spPr>
          <a:xfrm>
            <a:off x="415600" y="3778833"/>
            <a:ext cx="11360800" cy="105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3735"/>
            </a:lvl1pPr>
            <a:lvl2pPr lvl="1" algn="ctr">
              <a:lnSpc>
                <a:spcPct val="100000"/>
              </a:lnSpc>
              <a:spcBef>
                <a:spcPts val="0"/>
              </a:spcBef>
              <a:spcAft>
                <a:spcPts val="0"/>
              </a:spcAft>
              <a:buSzPts val="2800"/>
              <a:buNone/>
              <a:defRPr sz="3735"/>
            </a:lvl2pPr>
            <a:lvl3pPr lvl="2" algn="ctr">
              <a:lnSpc>
                <a:spcPct val="100000"/>
              </a:lnSpc>
              <a:spcBef>
                <a:spcPts val="0"/>
              </a:spcBef>
              <a:spcAft>
                <a:spcPts val="0"/>
              </a:spcAft>
              <a:buSzPts val="2800"/>
              <a:buNone/>
              <a:defRPr sz="3735"/>
            </a:lvl3pPr>
            <a:lvl4pPr lvl="3" algn="ctr">
              <a:lnSpc>
                <a:spcPct val="100000"/>
              </a:lnSpc>
              <a:spcBef>
                <a:spcPts val="0"/>
              </a:spcBef>
              <a:spcAft>
                <a:spcPts val="0"/>
              </a:spcAft>
              <a:buSzPts val="2800"/>
              <a:buNone/>
              <a:defRPr sz="3735"/>
            </a:lvl4pPr>
            <a:lvl5pPr lvl="4" algn="ctr">
              <a:lnSpc>
                <a:spcPct val="100000"/>
              </a:lnSpc>
              <a:spcBef>
                <a:spcPts val="0"/>
              </a:spcBef>
              <a:spcAft>
                <a:spcPts val="0"/>
              </a:spcAft>
              <a:buSzPts val="2800"/>
              <a:buNone/>
              <a:defRPr sz="3735"/>
            </a:lvl5pPr>
            <a:lvl6pPr lvl="5" algn="ctr">
              <a:lnSpc>
                <a:spcPct val="100000"/>
              </a:lnSpc>
              <a:spcBef>
                <a:spcPts val="0"/>
              </a:spcBef>
              <a:spcAft>
                <a:spcPts val="0"/>
              </a:spcAft>
              <a:buSzPts val="2800"/>
              <a:buNone/>
              <a:defRPr sz="3735"/>
            </a:lvl6pPr>
            <a:lvl7pPr lvl="6" algn="ctr">
              <a:lnSpc>
                <a:spcPct val="100000"/>
              </a:lnSpc>
              <a:spcBef>
                <a:spcPts val="0"/>
              </a:spcBef>
              <a:spcAft>
                <a:spcPts val="0"/>
              </a:spcAft>
              <a:buSzPts val="2800"/>
              <a:buNone/>
              <a:defRPr sz="3735"/>
            </a:lvl7pPr>
            <a:lvl8pPr lvl="7" algn="ctr">
              <a:lnSpc>
                <a:spcPct val="100000"/>
              </a:lnSpc>
              <a:spcBef>
                <a:spcPts val="0"/>
              </a:spcBef>
              <a:spcAft>
                <a:spcPts val="0"/>
              </a:spcAft>
              <a:buSzPts val="2800"/>
              <a:buNone/>
              <a:defRPr sz="3735"/>
            </a:lvl8pPr>
            <a:lvl9pPr lvl="8" algn="ctr">
              <a:lnSpc>
                <a:spcPct val="100000"/>
              </a:lnSpc>
              <a:spcBef>
                <a:spcPts val="0"/>
              </a:spcBef>
              <a:spcAft>
                <a:spcPts val="0"/>
              </a:spcAft>
              <a:buSzPts val="2800"/>
              <a:buNone/>
              <a:defRPr sz="3735"/>
            </a:lvl9pPr>
          </a:lstStyle>
          <a:p>
            <a:endParaRPr/>
          </a:p>
        </p:txBody>
      </p:sp>
      <p:sp>
        <p:nvSpPr>
          <p:cNvPr id="12" name="Google Shape;12;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600" y="2867800"/>
            <a:ext cx="11360800" cy="1122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4800"/>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endParaRPr/>
          </a:p>
        </p:txBody>
      </p:sp>
      <p:sp>
        <p:nvSpPr>
          <p:cNvPr id="15" name="Google Shape;15;p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600" lvl="0" indent="-457200">
              <a:spcBef>
                <a:spcPts val="0"/>
              </a:spcBef>
              <a:spcAft>
                <a:spcPts val="0"/>
              </a:spcAft>
              <a:buSzPts val="1800"/>
              <a:buChar char="●"/>
              <a:defRPr/>
            </a:lvl1pPr>
            <a:lvl2pPr marL="1219200" lvl="1" indent="-423545">
              <a:spcBef>
                <a:spcPts val="0"/>
              </a:spcBef>
              <a:spcAft>
                <a:spcPts val="0"/>
              </a:spcAft>
              <a:buSzPts val="1400"/>
              <a:buChar char="○"/>
              <a:defRPr/>
            </a:lvl2pPr>
            <a:lvl3pPr marL="1828800" lvl="2" indent="-423545">
              <a:spcBef>
                <a:spcPts val="0"/>
              </a:spcBef>
              <a:spcAft>
                <a:spcPts val="0"/>
              </a:spcAft>
              <a:buSzPts val="1400"/>
              <a:buChar char="■"/>
              <a:defRPr/>
            </a:lvl3pPr>
            <a:lvl4pPr marL="2438400" lvl="3" indent="-423545">
              <a:spcBef>
                <a:spcPts val="0"/>
              </a:spcBef>
              <a:spcAft>
                <a:spcPts val="0"/>
              </a:spcAft>
              <a:buSzPts val="1400"/>
              <a:buChar char="●"/>
              <a:defRPr/>
            </a:lvl4pPr>
            <a:lvl5pPr marL="3048000" lvl="4" indent="-423545">
              <a:spcBef>
                <a:spcPts val="0"/>
              </a:spcBef>
              <a:spcAft>
                <a:spcPts val="0"/>
              </a:spcAft>
              <a:buSzPts val="1400"/>
              <a:buChar char="○"/>
              <a:defRPr/>
            </a:lvl5pPr>
            <a:lvl6pPr marL="3657600" lvl="5" indent="-423545">
              <a:spcBef>
                <a:spcPts val="0"/>
              </a:spcBef>
              <a:spcAft>
                <a:spcPts val="0"/>
              </a:spcAft>
              <a:buSzPts val="1400"/>
              <a:buChar char="■"/>
              <a:defRPr/>
            </a:lvl6pPr>
            <a:lvl7pPr marL="4267200" lvl="6" indent="-423545">
              <a:spcBef>
                <a:spcPts val="0"/>
              </a:spcBef>
              <a:spcAft>
                <a:spcPts val="0"/>
              </a:spcAft>
              <a:buSzPts val="1400"/>
              <a:buChar char="●"/>
              <a:defRPr/>
            </a:lvl7pPr>
            <a:lvl8pPr marL="4876800" lvl="7" indent="-423545">
              <a:spcBef>
                <a:spcPts val="0"/>
              </a:spcBef>
              <a:spcAft>
                <a:spcPts val="0"/>
              </a:spcAft>
              <a:buSzPts val="1400"/>
              <a:buChar char="○"/>
              <a:defRPr/>
            </a:lvl8pPr>
            <a:lvl9pPr marL="5486400" lvl="8" indent="-423545">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415600" y="1536633"/>
            <a:ext cx="5333200" cy="4555200"/>
          </a:xfrm>
          <a:prstGeom prst="rect">
            <a:avLst/>
          </a:prstGeom>
        </p:spPr>
        <p:txBody>
          <a:bodyPr spcFirstLastPara="1" wrap="square" lIns="91425" tIns="91425" rIns="91425" bIns="91425" anchor="t" anchorCtr="0">
            <a:normAutofit/>
          </a:bodyPr>
          <a:lstStyle>
            <a:lvl1pPr marL="609600" lvl="0" indent="-423545">
              <a:spcBef>
                <a:spcPts val="0"/>
              </a:spcBef>
              <a:spcAft>
                <a:spcPts val="0"/>
              </a:spcAft>
              <a:buSzPts val="1400"/>
              <a:buChar char="●"/>
              <a:defRPr sz="1865"/>
            </a:lvl1pPr>
            <a:lvl2pPr marL="1219200" lvl="1" indent="-406400">
              <a:spcBef>
                <a:spcPts val="0"/>
              </a:spcBef>
              <a:spcAft>
                <a:spcPts val="0"/>
              </a:spcAft>
              <a:buSzPts val="1200"/>
              <a:buChar char="○"/>
              <a:defRPr sz="1600"/>
            </a:lvl2pPr>
            <a:lvl3pPr marL="1828800" lvl="2" indent="-406400">
              <a:spcBef>
                <a:spcPts val="0"/>
              </a:spcBef>
              <a:spcAft>
                <a:spcPts val="0"/>
              </a:spcAft>
              <a:buSzPts val="1200"/>
              <a:buChar char="■"/>
              <a:defRPr sz="1600"/>
            </a:lvl3pPr>
            <a:lvl4pPr marL="2438400" lvl="3" indent="-406400">
              <a:spcBef>
                <a:spcPts val="0"/>
              </a:spcBef>
              <a:spcAft>
                <a:spcPts val="0"/>
              </a:spcAft>
              <a:buSzPts val="1200"/>
              <a:buChar char="●"/>
              <a:defRPr sz="1600"/>
            </a:lvl4pPr>
            <a:lvl5pPr marL="3048000" lvl="4" indent="-406400">
              <a:spcBef>
                <a:spcPts val="0"/>
              </a:spcBef>
              <a:spcAft>
                <a:spcPts val="0"/>
              </a:spcAft>
              <a:buSzPts val="1200"/>
              <a:buChar char="○"/>
              <a:defRPr sz="1600"/>
            </a:lvl5pPr>
            <a:lvl6pPr marL="3657600" lvl="5" indent="-406400">
              <a:spcBef>
                <a:spcPts val="0"/>
              </a:spcBef>
              <a:spcAft>
                <a:spcPts val="0"/>
              </a:spcAft>
              <a:buSzPts val="1200"/>
              <a:buChar char="■"/>
              <a:defRPr sz="1600"/>
            </a:lvl6pPr>
            <a:lvl7pPr marL="4267200" lvl="6" indent="-406400">
              <a:spcBef>
                <a:spcPts val="0"/>
              </a:spcBef>
              <a:spcAft>
                <a:spcPts val="0"/>
              </a:spcAft>
              <a:buSzPts val="1200"/>
              <a:buChar char="●"/>
              <a:defRPr sz="1600"/>
            </a:lvl7pPr>
            <a:lvl8pPr marL="4876800" lvl="7" indent="-406400">
              <a:spcBef>
                <a:spcPts val="0"/>
              </a:spcBef>
              <a:spcAft>
                <a:spcPts val="0"/>
              </a:spcAft>
              <a:buSzPts val="1200"/>
              <a:buChar char="○"/>
              <a:defRPr sz="1600"/>
            </a:lvl8pPr>
            <a:lvl9pPr marL="5486400" lvl="8" indent="-406400">
              <a:spcBef>
                <a:spcPts val="0"/>
              </a:spcBef>
              <a:spcAft>
                <a:spcPts val="0"/>
              </a:spcAft>
              <a:buSzPts val="1200"/>
              <a:buChar char="■"/>
              <a:defRPr sz="1600"/>
            </a:lvl9pPr>
          </a:lstStyle>
          <a:p>
            <a:endParaRPr/>
          </a:p>
        </p:txBody>
      </p:sp>
      <p:sp>
        <p:nvSpPr>
          <p:cNvPr id="23" name="Google Shape;23;p5"/>
          <p:cNvSpPr txBox="1">
            <a:spLocks noGrp="1"/>
          </p:cNvSpPr>
          <p:nvPr>
            <p:ph type="body" idx="2"/>
          </p:nvPr>
        </p:nvSpPr>
        <p:spPr>
          <a:xfrm>
            <a:off x="6443200" y="1536633"/>
            <a:ext cx="5333200" cy="4555200"/>
          </a:xfrm>
          <a:prstGeom prst="rect">
            <a:avLst/>
          </a:prstGeom>
        </p:spPr>
        <p:txBody>
          <a:bodyPr spcFirstLastPara="1" wrap="square" lIns="91425" tIns="91425" rIns="91425" bIns="91425" anchor="t" anchorCtr="0">
            <a:normAutofit/>
          </a:bodyPr>
          <a:lstStyle>
            <a:lvl1pPr marL="609600" lvl="0" indent="-423545">
              <a:spcBef>
                <a:spcPts val="0"/>
              </a:spcBef>
              <a:spcAft>
                <a:spcPts val="0"/>
              </a:spcAft>
              <a:buSzPts val="1400"/>
              <a:buChar char="●"/>
              <a:defRPr sz="1865"/>
            </a:lvl1pPr>
            <a:lvl2pPr marL="1219200" lvl="1" indent="-406400">
              <a:spcBef>
                <a:spcPts val="0"/>
              </a:spcBef>
              <a:spcAft>
                <a:spcPts val="0"/>
              </a:spcAft>
              <a:buSzPts val="1200"/>
              <a:buChar char="○"/>
              <a:defRPr sz="1600"/>
            </a:lvl2pPr>
            <a:lvl3pPr marL="1828800" lvl="2" indent="-406400">
              <a:spcBef>
                <a:spcPts val="0"/>
              </a:spcBef>
              <a:spcAft>
                <a:spcPts val="0"/>
              </a:spcAft>
              <a:buSzPts val="1200"/>
              <a:buChar char="■"/>
              <a:defRPr sz="1600"/>
            </a:lvl3pPr>
            <a:lvl4pPr marL="2438400" lvl="3" indent="-406400">
              <a:spcBef>
                <a:spcPts val="0"/>
              </a:spcBef>
              <a:spcAft>
                <a:spcPts val="0"/>
              </a:spcAft>
              <a:buSzPts val="1200"/>
              <a:buChar char="●"/>
              <a:defRPr sz="1600"/>
            </a:lvl4pPr>
            <a:lvl5pPr marL="3048000" lvl="4" indent="-406400">
              <a:spcBef>
                <a:spcPts val="0"/>
              </a:spcBef>
              <a:spcAft>
                <a:spcPts val="0"/>
              </a:spcAft>
              <a:buSzPts val="1200"/>
              <a:buChar char="○"/>
              <a:defRPr sz="1600"/>
            </a:lvl5pPr>
            <a:lvl6pPr marL="3657600" lvl="5" indent="-406400">
              <a:spcBef>
                <a:spcPts val="0"/>
              </a:spcBef>
              <a:spcAft>
                <a:spcPts val="0"/>
              </a:spcAft>
              <a:buSzPts val="1200"/>
              <a:buChar char="■"/>
              <a:defRPr sz="1600"/>
            </a:lvl6pPr>
            <a:lvl7pPr marL="4267200" lvl="6" indent="-406400">
              <a:spcBef>
                <a:spcPts val="0"/>
              </a:spcBef>
              <a:spcAft>
                <a:spcPts val="0"/>
              </a:spcAft>
              <a:buSzPts val="1200"/>
              <a:buChar char="●"/>
              <a:defRPr sz="1600"/>
            </a:lvl7pPr>
            <a:lvl8pPr marL="4876800" lvl="7" indent="-406400">
              <a:spcBef>
                <a:spcPts val="0"/>
              </a:spcBef>
              <a:spcAft>
                <a:spcPts val="0"/>
              </a:spcAft>
              <a:buSzPts val="1200"/>
              <a:buChar char="○"/>
              <a:defRPr sz="1600"/>
            </a:lvl8pPr>
            <a:lvl9pPr marL="5486400" lvl="8" indent="-406400">
              <a:spcBef>
                <a:spcPts val="0"/>
              </a:spcBef>
              <a:spcAft>
                <a:spcPts val="0"/>
              </a:spcAft>
              <a:buSzPts val="1200"/>
              <a:buChar char="■"/>
              <a:defRPr sz="1600"/>
            </a:lvl9pPr>
          </a:lstStyle>
          <a:p>
            <a:endParaRPr/>
          </a:p>
        </p:txBody>
      </p:sp>
      <p:sp>
        <p:nvSpPr>
          <p:cNvPr id="24" name="Google Shape;24;p5"/>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15600" y="740800"/>
            <a:ext cx="3744000" cy="10076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a:p>
        </p:txBody>
      </p:sp>
      <p:sp>
        <p:nvSpPr>
          <p:cNvPr id="30" name="Google Shape;30;p7"/>
          <p:cNvSpPr txBox="1">
            <a:spLocks noGrp="1"/>
          </p:cNvSpPr>
          <p:nvPr>
            <p:ph type="body" idx="1"/>
          </p:nvPr>
        </p:nvSpPr>
        <p:spPr>
          <a:xfrm>
            <a:off x="415600" y="1852800"/>
            <a:ext cx="3744000" cy="4239200"/>
          </a:xfrm>
          <a:prstGeom prst="rect">
            <a:avLst/>
          </a:prstGeom>
        </p:spPr>
        <p:txBody>
          <a:bodyPr spcFirstLastPara="1" wrap="square" lIns="91425" tIns="91425" rIns="91425" bIns="91425" anchor="t" anchorCtr="0">
            <a:normAutofit/>
          </a:bodyPr>
          <a:lstStyle>
            <a:lvl1pPr marL="609600" lvl="0" indent="-406400">
              <a:spcBef>
                <a:spcPts val="0"/>
              </a:spcBef>
              <a:spcAft>
                <a:spcPts val="0"/>
              </a:spcAft>
              <a:buSzPts val="1200"/>
              <a:buChar char="●"/>
              <a:defRPr sz="1600"/>
            </a:lvl1pPr>
            <a:lvl2pPr marL="1219200" lvl="1" indent="-406400">
              <a:spcBef>
                <a:spcPts val="0"/>
              </a:spcBef>
              <a:spcAft>
                <a:spcPts val="0"/>
              </a:spcAft>
              <a:buSzPts val="1200"/>
              <a:buChar char="○"/>
              <a:defRPr sz="1600"/>
            </a:lvl2pPr>
            <a:lvl3pPr marL="1828800" lvl="2" indent="-406400">
              <a:spcBef>
                <a:spcPts val="0"/>
              </a:spcBef>
              <a:spcAft>
                <a:spcPts val="0"/>
              </a:spcAft>
              <a:buSzPts val="1200"/>
              <a:buChar char="■"/>
              <a:defRPr sz="1600"/>
            </a:lvl3pPr>
            <a:lvl4pPr marL="2438400" lvl="3" indent="-406400">
              <a:spcBef>
                <a:spcPts val="0"/>
              </a:spcBef>
              <a:spcAft>
                <a:spcPts val="0"/>
              </a:spcAft>
              <a:buSzPts val="1200"/>
              <a:buChar char="●"/>
              <a:defRPr sz="1600"/>
            </a:lvl4pPr>
            <a:lvl5pPr marL="3048000" lvl="4" indent="-406400">
              <a:spcBef>
                <a:spcPts val="0"/>
              </a:spcBef>
              <a:spcAft>
                <a:spcPts val="0"/>
              </a:spcAft>
              <a:buSzPts val="1200"/>
              <a:buChar char="○"/>
              <a:defRPr sz="1600"/>
            </a:lvl5pPr>
            <a:lvl6pPr marL="3657600" lvl="5" indent="-406400">
              <a:spcBef>
                <a:spcPts val="0"/>
              </a:spcBef>
              <a:spcAft>
                <a:spcPts val="0"/>
              </a:spcAft>
              <a:buSzPts val="1200"/>
              <a:buChar char="■"/>
              <a:defRPr sz="1600"/>
            </a:lvl6pPr>
            <a:lvl7pPr marL="4267200" lvl="6" indent="-406400">
              <a:spcBef>
                <a:spcPts val="0"/>
              </a:spcBef>
              <a:spcAft>
                <a:spcPts val="0"/>
              </a:spcAft>
              <a:buSzPts val="1200"/>
              <a:buChar char="●"/>
              <a:defRPr sz="1600"/>
            </a:lvl7pPr>
            <a:lvl8pPr marL="4876800" lvl="7" indent="-406400">
              <a:spcBef>
                <a:spcPts val="0"/>
              </a:spcBef>
              <a:spcAft>
                <a:spcPts val="0"/>
              </a:spcAft>
              <a:buSzPts val="1200"/>
              <a:buChar char="○"/>
              <a:defRPr sz="1600"/>
            </a:lvl8pPr>
            <a:lvl9pPr marL="5486400" lvl="8" indent="-406400">
              <a:spcBef>
                <a:spcPts val="0"/>
              </a:spcBef>
              <a:spcAft>
                <a:spcPts val="0"/>
              </a:spcAft>
              <a:buSzPts val="1200"/>
              <a:buChar char="■"/>
              <a:defRPr sz="1600"/>
            </a:lvl9pPr>
          </a:lstStyle>
          <a:p>
            <a:endParaRPr/>
          </a:p>
        </p:txBody>
      </p:sp>
      <p:sp>
        <p:nvSpPr>
          <p:cNvPr id="31" name="Google Shape;31;p7"/>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653667" y="600200"/>
            <a:ext cx="8490400" cy="54544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64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endParaRPr/>
          </a:p>
        </p:txBody>
      </p:sp>
      <p:sp>
        <p:nvSpPr>
          <p:cNvPr id="34" name="Google Shape;34;p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sp>
        <p:nvSpPr>
          <p:cNvPr id="37" name="Google Shape;37;p9"/>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5600"/>
            </a:lvl1pPr>
            <a:lvl2pPr lvl="1" algn="ctr">
              <a:spcBef>
                <a:spcPts val="0"/>
              </a:spcBef>
              <a:spcAft>
                <a:spcPts val="0"/>
              </a:spcAft>
              <a:buSzPts val="4200"/>
              <a:buNone/>
              <a:defRPr sz="5600"/>
            </a:lvl2pPr>
            <a:lvl3pPr lvl="2" algn="ctr">
              <a:spcBef>
                <a:spcPts val="0"/>
              </a:spcBef>
              <a:spcAft>
                <a:spcPts val="0"/>
              </a:spcAft>
              <a:buSzPts val="4200"/>
              <a:buNone/>
              <a:defRPr sz="5600"/>
            </a:lvl3pPr>
            <a:lvl4pPr lvl="3" algn="ctr">
              <a:spcBef>
                <a:spcPts val="0"/>
              </a:spcBef>
              <a:spcAft>
                <a:spcPts val="0"/>
              </a:spcAft>
              <a:buSzPts val="4200"/>
              <a:buNone/>
              <a:defRPr sz="5600"/>
            </a:lvl4pPr>
            <a:lvl5pPr lvl="4" algn="ctr">
              <a:spcBef>
                <a:spcPts val="0"/>
              </a:spcBef>
              <a:spcAft>
                <a:spcPts val="0"/>
              </a:spcAft>
              <a:buSzPts val="4200"/>
              <a:buNone/>
              <a:defRPr sz="5600"/>
            </a:lvl5pPr>
            <a:lvl6pPr lvl="5" algn="ctr">
              <a:spcBef>
                <a:spcPts val="0"/>
              </a:spcBef>
              <a:spcAft>
                <a:spcPts val="0"/>
              </a:spcAft>
              <a:buSzPts val="4200"/>
              <a:buNone/>
              <a:defRPr sz="5600"/>
            </a:lvl6pPr>
            <a:lvl7pPr lvl="6" algn="ctr">
              <a:spcBef>
                <a:spcPts val="0"/>
              </a:spcBef>
              <a:spcAft>
                <a:spcPts val="0"/>
              </a:spcAft>
              <a:buSzPts val="4200"/>
              <a:buNone/>
              <a:defRPr sz="5600"/>
            </a:lvl7pPr>
            <a:lvl8pPr lvl="7" algn="ctr">
              <a:spcBef>
                <a:spcPts val="0"/>
              </a:spcBef>
              <a:spcAft>
                <a:spcPts val="0"/>
              </a:spcAft>
              <a:buSzPts val="4200"/>
              <a:buNone/>
              <a:defRPr sz="5600"/>
            </a:lvl8pPr>
            <a:lvl9pPr lvl="8" algn="ctr">
              <a:spcBef>
                <a:spcPts val="0"/>
              </a:spcBef>
              <a:spcAft>
                <a:spcPts val="0"/>
              </a:spcAft>
              <a:buSzPts val="4200"/>
              <a:buNone/>
              <a:defRPr sz="5600"/>
            </a:lvl9pPr>
          </a:lstStyle>
          <a:p>
            <a:endParaRPr/>
          </a:p>
        </p:txBody>
      </p:sp>
      <p:sp>
        <p:nvSpPr>
          <p:cNvPr id="38" name="Google Shape;38;p9"/>
          <p:cNvSpPr txBox="1">
            <a:spLocks noGrp="1"/>
          </p:cNvSpPr>
          <p:nvPr>
            <p:ph type="subTitle" idx="1"/>
          </p:nvPr>
        </p:nvSpPr>
        <p:spPr>
          <a:xfrm>
            <a:off x="354000" y="3737433"/>
            <a:ext cx="5393600" cy="164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39" name="Google Shape;39;p9"/>
          <p:cNvSpPr txBox="1">
            <a:spLocks noGrp="1"/>
          </p:cNvSpPr>
          <p:nvPr>
            <p:ph type="body" idx="2"/>
          </p:nvPr>
        </p:nvSpPr>
        <p:spPr>
          <a:xfrm>
            <a:off x="6586000" y="965433"/>
            <a:ext cx="5116000" cy="4926800"/>
          </a:xfrm>
          <a:prstGeom prst="rect">
            <a:avLst/>
          </a:prstGeom>
        </p:spPr>
        <p:txBody>
          <a:bodyPr spcFirstLastPara="1" wrap="square" lIns="91425" tIns="91425" rIns="91425" bIns="91425" anchor="ctr" anchorCtr="0">
            <a:normAutofit/>
          </a:bodyPr>
          <a:lstStyle>
            <a:lvl1pPr marL="609600" lvl="0" indent="-457200">
              <a:spcBef>
                <a:spcPts val="0"/>
              </a:spcBef>
              <a:spcAft>
                <a:spcPts val="0"/>
              </a:spcAft>
              <a:buSzPts val="1800"/>
              <a:buChar char="●"/>
              <a:defRPr/>
            </a:lvl1pPr>
            <a:lvl2pPr marL="1219200" lvl="1" indent="-423545">
              <a:spcBef>
                <a:spcPts val="0"/>
              </a:spcBef>
              <a:spcAft>
                <a:spcPts val="0"/>
              </a:spcAft>
              <a:buSzPts val="1400"/>
              <a:buChar char="○"/>
              <a:defRPr/>
            </a:lvl2pPr>
            <a:lvl3pPr marL="1828800" lvl="2" indent="-423545">
              <a:spcBef>
                <a:spcPts val="0"/>
              </a:spcBef>
              <a:spcAft>
                <a:spcPts val="0"/>
              </a:spcAft>
              <a:buSzPts val="1400"/>
              <a:buChar char="■"/>
              <a:defRPr/>
            </a:lvl3pPr>
            <a:lvl4pPr marL="2438400" lvl="3" indent="-423545">
              <a:spcBef>
                <a:spcPts val="0"/>
              </a:spcBef>
              <a:spcAft>
                <a:spcPts val="0"/>
              </a:spcAft>
              <a:buSzPts val="1400"/>
              <a:buChar char="●"/>
              <a:defRPr/>
            </a:lvl4pPr>
            <a:lvl5pPr marL="3048000" lvl="4" indent="-423545">
              <a:spcBef>
                <a:spcPts val="0"/>
              </a:spcBef>
              <a:spcAft>
                <a:spcPts val="0"/>
              </a:spcAft>
              <a:buSzPts val="1400"/>
              <a:buChar char="○"/>
              <a:defRPr/>
            </a:lvl5pPr>
            <a:lvl6pPr marL="3657600" lvl="5" indent="-423545">
              <a:spcBef>
                <a:spcPts val="0"/>
              </a:spcBef>
              <a:spcAft>
                <a:spcPts val="0"/>
              </a:spcAft>
              <a:buSzPts val="1400"/>
              <a:buChar char="■"/>
              <a:defRPr/>
            </a:lvl6pPr>
            <a:lvl7pPr marL="4267200" lvl="6" indent="-423545">
              <a:spcBef>
                <a:spcPts val="0"/>
              </a:spcBef>
              <a:spcAft>
                <a:spcPts val="0"/>
              </a:spcAft>
              <a:buSzPts val="1400"/>
              <a:buChar char="●"/>
              <a:defRPr/>
            </a:lvl7pPr>
            <a:lvl8pPr marL="4876800" lvl="7" indent="-423545">
              <a:spcBef>
                <a:spcPts val="0"/>
              </a:spcBef>
              <a:spcAft>
                <a:spcPts val="0"/>
              </a:spcAft>
              <a:buSzPts val="1400"/>
              <a:buChar char="○"/>
              <a:defRPr/>
            </a:lvl8pPr>
            <a:lvl9pPr marL="5486400" lvl="8" indent="-423545">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15600" y="5640767"/>
            <a:ext cx="7998400" cy="806800"/>
          </a:xfrm>
          <a:prstGeom prst="rect">
            <a:avLst/>
          </a:prstGeom>
        </p:spPr>
        <p:txBody>
          <a:bodyPr spcFirstLastPara="1" wrap="square" lIns="91425" tIns="91425" rIns="91425" bIns="91425" anchor="ctr" anchorCtr="0">
            <a:normAutofit/>
          </a:bodyPr>
          <a:lstStyle>
            <a:lvl1pPr marL="609600" lvl="0" indent="-3048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15600" y="1474833"/>
            <a:ext cx="11360800" cy="26180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6000"/>
            </a:lvl1pPr>
            <a:lvl2pPr lvl="1" algn="ctr">
              <a:spcBef>
                <a:spcPts val="0"/>
              </a:spcBef>
              <a:spcAft>
                <a:spcPts val="0"/>
              </a:spcAft>
              <a:buSzPts val="12000"/>
              <a:buNone/>
              <a:defRPr sz="16000"/>
            </a:lvl2pPr>
            <a:lvl3pPr lvl="2" algn="ctr">
              <a:spcBef>
                <a:spcPts val="0"/>
              </a:spcBef>
              <a:spcAft>
                <a:spcPts val="0"/>
              </a:spcAft>
              <a:buSzPts val="12000"/>
              <a:buNone/>
              <a:defRPr sz="16000"/>
            </a:lvl3pPr>
            <a:lvl4pPr lvl="3" algn="ctr">
              <a:spcBef>
                <a:spcPts val="0"/>
              </a:spcBef>
              <a:spcAft>
                <a:spcPts val="0"/>
              </a:spcAft>
              <a:buSzPts val="12000"/>
              <a:buNone/>
              <a:defRPr sz="16000"/>
            </a:lvl4pPr>
            <a:lvl5pPr lvl="4" algn="ctr">
              <a:spcBef>
                <a:spcPts val="0"/>
              </a:spcBef>
              <a:spcAft>
                <a:spcPts val="0"/>
              </a:spcAft>
              <a:buSzPts val="12000"/>
              <a:buNone/>
              <a:defRPr sz="16000"/>
            </a:lvl5pPr>
            <a:lvl6pPr lvl="5" algn="ctr">
              <a:spcBef>
                <a:spcPts val="0"/>
              </a:spcBef>
              <a:spcAft>
                <a:spcPts val="0"/>
              </a:spcAft>
              <a:buSzPts val="12000"/>
              <a:buNone/>
              <a:defRPr sz="16000"/>
            </a:lvl6pPr>
            <a:lvl7pPr lvl="6" algn="ctr">
              <a:spcBef>
                <a:spcPts val="0"/>
              </a:spcBef>
              <a:spcAft>
                <a:spcPts val="0"/>
              </a:spcAft>
              <a:buSzPts val="12000"/>
              <a:buNone/>
              <a:defRPr sz="16000"/>
            </a:lvl7pPr>
            <a:lvl8pPr lvl="7" algn="ctr">
              <a:spcBef>
                <a:spcPts val="0"/>
              </a:spcBef>
              <a:spcAft>
                <a:spcPts val="0"/>
              </a:spcAft>
              <a:buSzPts val="12000"/>
              <a:buNone/>
              <a:defRPr sz="16000"/>
            </a:lvl8pPr>
            <a:lvl9pPr lvl="8" algn="ctr">
              <a:spcBef>
                <a:spcPts val="0"/>
              </a:spcBef>
              <a:spcAft>
                <a:spcPts val="0"/>
              </a:spcAft>
              <a:buSzPts val="12000"/>
              <a:buNone/>
              <a:defRPr sz="16000"/>
            </a:lvl9pPr>
          </a:lstStyle>
          <a:p>
            <a:r>
              <a:t>xx%</a:t>
            </a:r>
          </a:p>
        </p:txBody>
      </p:sp>
      <p:sp>
        <p:nvSpPr>
          <p:cNvPr id="46" name="Google Shape;46;p11"/>
          <p:cNvSpPr txBox="1">
            <a:spLocks noGrp="1"/>
          </p:cNvSpPr>
          <p:nvPr>
            <p:ph type="body" idx="1"/>
          </p:nvPr>
        </p:nvSpPr>
        <p:spPr>
          <a:xfrm>
            <a:off x="415600" y="4202967"/>
            <a:ext cx="11360800" cy="1734400"/>
          </a:xfrm>
          <a:prstGeom prst="rect">
            <a:avLst/>
          </a:prstGeom>
        </p:spPr>
        <p:txBody>
          <a:bodyPr spcFirstLastPara="1" wrap="square" lIns="91425" tIns="91425" rIns="91425" bIns="91425" anchor="t" anchorCtr="0">
            <a:normAutofit/>
          </a:bodyPr>
          <a:lstStyle>
            <a:lvl1pPr marL="609600" lvl="0" indent="-457200" algn="ctr">
              <a:spcBef>
                <a:spcPts val="0"/>
              </a:spcBef>
              <a:spcAft>
                <a:spcPts val="0"/>
              </a:spcAft>
              <a:buSzPts val="1800"/>
              <a:buChar char="●"/>
              <a:defRPr/>
            </a:lvl1pPr>
            <a:lvl2pPr marL="1219200" lvl="1" indent="-423545" algn="ctr">
              <a:spcBef>
                <a:spcPts val="0"/>
              </a:spcBef>
              <a:spcAft>
                <a:spcPts val="0"/>
              </a:spcAft>
              <a:buSzPts val="1400"/>
              <a:buChar char="○"/>
              <a:defRPr/>
            </a:lvl2pPr>
            <a:lvl3pPr marL="1828800" lvl="2" indent="-423545" algn="ctr">
              <a:spcBef>
                <a:spcPts val="0"/>
              </a:spcBef>
              <a:spcAft>
                <a:spcPts val="0"/>
              </a:spcAft>
              <a:buSzPts val="1400"/>
              <a:buChar char="■"/>
              <a:defRPr/>
            </a:lvl3pPr>
            <a:lvl4pPr marL="2438400" lvl="3" indent="-423545" algn="ctr">
              <a:spcBef>
                <a:spcPts val="0"/>
              </a:spcBef>
              <a:spcAft>
                <a:spcPts val="0"/>
              </a:spcAft>
              <a:buSzPts val="1400"/>
              <a:buChar char="●"/>
              <a:defRPr/>
            </a:lvl4pPr>
            <a:lvl5pPr marL="3048000" lvl="4" indent="-423545" algn="ctr">
              <a:spcBef>
                <a:spcPts val="0"/>
              </a:spcBef>
              <a:spcAft>
                <a:spcPts val="0"/>
              </a:spcAft>
              <a:buSzPts val="1400"/>
              <a:buChar char="○"/>
              <a:defRPr/>
            </a:lvl5pPr>
            <a:lvl6pPr marL="3657600" lvl="5" indent="-423545" algn="ctr">
              <a:spcBef>
                <a:spcPts val="0"/>
              </a:spcBef>
              <a:spcAft>
                <a:spcPts val="0"/>
              </a:spcAft>
              <a:buSzPts val="1400"/>
              <a:buChar char="■"/>
              <a:defRPr/>
            </a:lvl6pPr>
            <a:lvl7pPr marL="4267200" lvl="6" indent="-423545" algn="ctr">
              <a:spcBef>
                <a:spcPts val="0"/>
              </a:spcBef>
              <a:spcAft>
                <a:spcPts val="0"/>
              </a:spcAft>
              <a:buSzPts val="1400"/>
              <a:buChar char="●"/>
              <a:defRPr/>
            </a:lvl7pPr>
            <a:lvl8pPr marL="4876800" lvl="7" indent="-423545" algn="ctr">
              <a:spcBef>
                <a:spcPts val="0"/>
              </a:spcBef>
              <a:spcAft>
                <a:spcPts val="0"/>
              </a:spcAft>
              <a:buSzPts val="1400"/>
              <a:buChar char="○"/>
              <a:defRPr/>
            </a:lvl8pPr>
            <a:lvl9pPr marL="5486400" lvl="8" indent="-423545"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31"/>
          <p:cNvSpPr txBox="1">
            <a:spLocks noGrp="1"/>
          </p:cNvSpPr>
          <p:nvPr>
            <p:ph type="ctrTitle"/>
          </p:nvPr>
        </p:nvSpPr>
        <p:spPr>
          <a:xfrm>
            <a:off x="415611" y="992767"/>
            <a:ext cx="11360800" cy="27368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6935"/>
            </a:lvl1pPr>
            <a:lvl2pPr lvl="1" algn="ctr">
              <a:lnSpc>
                <a:spcPct val="100000"/>
              </a:lnSpc>
              <a:spcBef>
                <a:spcPts val="0"/>
              </a:spcBef>
              <a:spcAft>
                <a:spcPts val="0"/>
              </a:spcAft>
              <a:buSzPts val="5200"/>
              <a:buNone/>
              <a:defRPr sz="6935"/>
            </a:lvl2pPr>
            <a:lvl3pPr lvl="2" algn="ctr">
              <a:lnSpc>
                <a:spcPct val="100000"/>
              </a:lnSpc>
              <a:spcBef>
                <a:spcPts val="0"/>
              </a:spcBef>
              <a:spcAft>
                <a:spcPts val="0"/>
              </a:spcAft>
              <a:buSzPts val="5200"/>
              <a:buNone/>
              <a:defRPr sz="6935"/>
            </a:lvl3pPr>
            <a:lvl4pPr lvl="3" algn="ctr">
              <a:lnSpc>
                <a:spcPct val="100000"/>
              </a:lnSpc>
              <a:spcBef>
                <a:spcPts val="0"/>
              </a:spcBef>
              <a:spcAft>
                <a:spcPts val="0"/>
              </a:spcAft>
              <a:buSzPts val="5200"/>
              <a:buNone/>
              <a:defRPr sz="6935"/>
            </a:lvl4pPr>
            <a:lvl5pPr lvl="4" algn="ctr">
              <a:lnSpc>
                <a:spcPct val="100000"/>
              </a:lnSpc>
              <a:spcBef>
                <a:spcPts val="0"/>
              </a:spcBef>
              <a:spcAft>
                <a:spcPts val="0"/>
              </a:spcAft>
              <a:buSzPts val="5200"/>
              <a:buNone/>
              <a:defRPr sz="6935"/>
            </a:lvl5pPr>
            <a:lvl6pPr lvl="5" algn="ctr">
              <a:lnSpc>
                <a:spcPct val="100000"/>
              </a:lnSpc>
              <a:spcBef>
                <a:spcPts val="0"/>
              </a:spcBef>
              <a:spcAft>
                <a:spcPts val="0"/>
              </a:spcAft>
              <a:buSzPts val="5200"/>
              <a:buNone/>
              <a:defRPr sz="6935"/>
            </a:lvl6pPr>
            <a:lvl7pPr lvl="6" algn="ctr">
              <a:lnSpc>
                <a:spcPct val="100000"/>
              </a:lnSpc>
              <a:spcBef>
                <a:spcPts val="0"/>
              </a:spcBef>
              <a:spcAft>
                <a:spcPts val="0"/>
              </a:spcAft>
              <a:buSzPts val="5200"/>
              <a:buNone/>
              <a:defRPr sz="6935"/>
            </a:lvl7pPr>
            <a:lvl8pPr lvl="7" algn="ctr">
              <a:lnSpc>
                <a:spcPct val="100000"/>
              </a:lnSpc>
              <a:spcBef>
                <a:spcPts val="0"/>
              </a:spcBef>
              <a:spcAft>
                <a:spcPts val="0"/>
              </a:spcAft>
              <a:buSzPts val="5200"/>
              <a:buNone/>
              <a:defRPr sz="6935"/>
            </a:lvl8pPr>
            <a:lvl9pPr lvl="8" algn="ctr">
              <a:lnSpc>
                <a:spcPct val="100000"/>
              </a:lnSpc>
              <a:spcBef>
                <a:spcPts val="0"/>
              </a:spcBef>
              <a:spcAft>
                <a:spcPts val="0"/>
              </a:spcAft>
              <a:buSzPts val="5200"/>
              <a:buNone/>
              <a:defRPr sz="6935"/>
            </a:lvl9pPr>
          </a:lstStyle>
          <a:p>
            <a:endParaRPr/>
          </a:p>
        </p:txBody>
      </p:sp>
      <p:sp>
        <p:nvSpPr>
          <p:cNvPr id="11" name="Google Shape;11;p31"/>
          <p:cNvSpPr txBox="1">
            <a:spLocks noGrp="1"/>
          </p:cNvSpPr>
          <p:nvPr>
            <p:ph type="subTitle" idx="1"/>
          </p:nvPr>
        </p:nvSpPr>
        <p:spPr>
          <a:xfrm>
            <a:off x="415600" y="3778833"/>
            <a:ext cx="11360800" cy="10568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3735"/>
            </a:lvl1pPr>
            <a:lvl2pPr lvl="1" algn="ctr">
              <a:lnSpc>
                <a:spcPct val="100000"/>
              </a:lnSpc>
              <a:spcBef>
                <a:spcPts val="0"/>
              </a:spcBef>
              <a:spcAft>
                <a:spcPts val="0"/>
              </a:spcAft>
              <a:buSzPts val="2800"/>
              <a:buNone/>
              <a:defRPr sz="3735"/>
            </a:lvl2pPr>
            <a:lvl3pPr lvl="2" algn="ctr">
              <a:lnSpc>
                <a:spcPct val="100000"/>
              </a:lnSpc>
              <a:spcBef>
                <a:spcPts val="0"/>
              </a:spcBef>
              <a:spcAft>
                <a:spcPts val="0"/>
              </a:spcAft>
              <a:buSzPts val="2800"/>
              <a:buNone/>
              <a:defRPr sz="3735"/>
            </a:lvl3pPr>
            <a:lvl4pPr lvl="3" algn="ctr">
              <a:lnSpc>
                <a:spcPct val="100000"/>
              </a:lnSpc>
              <a:spcBef>
                <a:spcPts val="0"/>
              </a:spcBef>
              <a:spcAft>
                <a:spcPts val="0"/>
              </a:spcAft>
              <a:buSzPts val="2800"/>
              <a:buNone/>
              <a:defRPr sz="3735"/>
            </a:lvl4pPr>
            <a:lvl5pPr lvl="4" algn="ctr">
              <a:lnSpc>
                <a:spcPct val="100000"/>
              </a:lnSpc>
              <a:spcBef>
                <a:spcPts val="0"/>
              </a:spcBef>
              <a:spcAft>
                <a:spcPts val="0"/>
              </a:spcAft>
              <a:buSzPts val="2800"/>
              <a:buNone/>
              <a:defRPr sz="3735"/>
            </a:lvl5pPr>
            <a:lvl6pPr lvl="5" algn="ctr">
              <a:lnSpc>
                <a:spcPct val="100000"/>
              </a:lnSpc>
              <a:spcBef>
                <a:spcPts val="0"/>
              </a:spcBef>
              <a:spcAft>
                <a:spcPts val="0"/>
              </a:spcAft>
              <a:buSzPts val="2800"/>
              <a:buNone/>
              <a:defRPr sz="3735"/>
            </a:lvl6pPr>
            <a:lvl7pPr lvl="6" algn="ctr">
              <a:lnSpc>
                <a:spcPct val="100000"/>
              </a:lnSpc>
              <a:spcBef>
                <a:spcPts val="0"/>
              </a:spcBef>
              <a:spcAft>
                <a:spcPts val="0"/>
              </a:spcAft>
              <a:buSzPts val="2800"/>
              <a:buNone/>
              <a:defRPr sz="3735"/>
            </a:lvl7pPr>
            <a:lvl8pPr lvl="7" algn="ctr">
              <a:lnSpc>
                <a:spcPct val="100000"/>
              </a:lnSpc>
              <a:spcBef>
                <a:spcPts val="0"/>
              </a:spcBef>
              <a:spcAft>
                <a:spcPts val="0"/>
              </a:spcAft>
              <a:buSzPts val="2800"/>
              <a:buNone/>
              <a:defRPr sz="3735"/>
            </a:lvl8pPr>
            <a:lvl9pPr lvl="8" algn="ctr">
              <a:lnSpc>
                <a:spcPct val="100000"/>
              </a:lnSpc>
              <a:spcBef>
                <a:spcPts val="0"/>
              </a:spcBef>
              <a:spcAft>
                <a:spcPts val="0"/>
              </a:spcAft>
              <a:buSzPts val="2800"/>
              <a:buNone/>
              <a:defRPr sz="3735"/>
            </a:lvl9pPr>
          </a:lstStyle>
          <a:p>
            <a:endParaRPr/>
          </a:p>
        </p:txBody>
      </p:sp>
      <p:sp>
        <p:nvSpPr>
          <p:cNvPr id="12" name="Google Shape;12;p3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32"/>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32"/>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609600" lvl="0" indent="-457200" algn="l">
              <a:lnSpc>
                <a:spcPct val="115000"/>
              </a:lnSpc>
              <a:spcBef>
                <a:spcPts val="0"/>
              </a:spcBef>
              <a:spcAft>
                <a:spcPts val="0"/>
              </a:spcAft>
              <a:buSzPts val="1800"/>
              <a:buChar char="●"/>
              <a:defRPr/>
            </a:lvl1pPr>
            <a:lvl2pPr marL="1219200" lvl="1" indent="-423545" algn="l">
              <a:lnSpc>
                <a:spcPct val="115000"/>
              </a:lnSpc>
              <a:spcBef>
                <a:spcPts val="0"/>
              </a:spcBef>
              <a:spcAft>
                <a:spcPts val="0"/>
              </a:spcAft>
              <a:buSzPts val="1400"/>
              <a:buChar char="○"/>
              <a:defRPr/>
            </a:lvl2pPr>
            <a:lvl3pPr marL="1828800" lvl="2" indent="-423545" algn="l">
              <a:lnSpc>
                <a:spcPct val="115000"/>
              </a:lnSpc>
              <a:spcBef>
                <a:spcPts val="0"/>
              </a:spcBef>
              <a:spcAft>
                <a:spcPts val="0"/>
              </a:spcAft>
              <a:buSzPts val="1400"/>
              <a:buChar char="■"/>
              <a:defRPr/>
            </a:lvl3pPr>
            <a:lvl4pPr marL="2438400" lvl="3" indent="-423545" algn="l">
              <a:lnSpc>
                <a:spcPct val="115000"/>
              </a:lnSpc>
              <a:spcBef>
                <a:spcPts val="0"/>
              </a:spcBef>
              <a:spcAft>
                <a:spcPts val="0"/>
              </a:spcAft>
              <a:buSzPts val="1400"/>
              <a:buChar char="●"/>
              <a:defRPr/>
            </a:lvl4pPr>
            <a:lvl5pPr marL="3048000" lvl="4" indent="-423545" algn="l">
              <a:lnSpc>
                <a:spcPct val="115000"/>
              </a:lnSpc>
              <a:spcBef>
                <a:spcPts val="0"/>
              </a:spcBef>
              <a:spcAft>
                <a:spcPts val="0"/>
              </a:spcAft>
              <a:buSzPts val="1400"/>
              <a:buChar char="○"/>
              <a:defRPr/>
            </a:lvl5pPr>
            <a:lvl6pPr marL="3657600" lvl="5" indent="-423545" algn="l">
              <a:lnSpc>
                <a:spcPct val="115000"/>
              </a:lnSpc>
              <a:spcBef>
                <a:spcPts val="0"/>
              </a:spcBef>
              <a:spcAft>
                <a:spcPts val="0"/>
              </a:spcAft>
              <a:buSzPts val="1400"/>
              <a:buChar char="■"/>
              <a:defRPr/>
            </a:lvl6pPr>
            <a:lvl7pPr marL="4267200" lvl="6" indent="-423545" algn="l">
              <a:lnSpc>
                <a:spcPct val="115000"/>
              </a:lnSpc>
              <a:spcBef>
                <a:spcPts val="0"/>
              </a:spcBef>
              <a:spcAft>
                <a:spcPts val="0"/>
              </a:spcAft>
              <a:buSzPts val="1400"/>
              <a:buChar char="●"/>
              <a:defRPr/>
            </a:lvl7pPr>
            <a:lvl8pPr marL="4876800" lvl="7" indent="-423545" algn="l">
              <a:lnSpc>
                <a:spcPct val="115000"/>
              </a:lnSpc>
              <a:spcBef>
                <a:spcPts val="0"/>
              </a:spcBef>
              <a:spcAft>
                <a:spcPts val="0"/>
              </a:spcAft>
              <a:buSzPts val="1400"/>
              <a:buChar char="○"/>
              <a:defRPr/>
            </a:lvl8pPr>
            <a:lvl9pPr marL="5486400" lvl="8" indent="-423545" algn="l">
              <a:lnSpc>
                <a:spcPct val="115000"/>
              </a:lnSpc>
              <a:spcBef>
                <a:spcPts val="0"/>
              </a:spcBef>
              <a:spcAft>
                <a:spcPts val="0"/>
              </a:spcAft>
              <a:buSzPts val="1400"/>
              <a:buChar char="■"/>
              <a:defRPr/>
            </a:lvl9pPr>
          </a:lstStyle>
          <a:p>
            <a:endParaRPr/>
          </a:p>
        </p:txBody>
      </p:sp>
      <p:sp>
        <p:nvSpPr>
          <p:cNvPr id="16" name="Google Shape;16;p32"/>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0"/>
        <p:cNvGrpSpPr/>
        <p:nvPr/>
      </p:nvGrpSpPr>
      <p:grpSpPr>
        <a:xfrm>
          <a:off x="0" y="0"/>
          <a:ext cx="0" cy="0"/>
          <a:chOff x="0" y="0"/>
          <a:chExt cx="0" cy="0"/>
        </a:xfrm>
      </p:grpSpPr>
      <p:sp>
        <p:nvSpPr>
          <p:cNvPr id="21" name="Google Shape;21;p33"/>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2"/>
        <p:cNvGrpSpPr/>
        <p:nvPr/>
      </p:nvGrpSpPr>
      <p:grpSpPr>
        <a:xfrm>
          <a:off x="0" y="0"/>
          <a:ext cx="0" cy="0"/>
          <a:chOff x="0" y="0"/>
          <a:chExt cx="0" cy="0"/>
        </a:xfrm>
      </p:grpSpPr>
      <p:sp>
        <p:nvSpPr>
          <p:cNvPr id="23" name="Google Shape;23;p35"/>
          <p:cNvSpPr txBox="1">
            <a:spLocks noGrp="1"/>
          </p:cNvSpPr>
          <p:nvPr>
            <p:ph type="title"/>
          </p:nvPr>
        </p:nvSpPr>
        <p:spPr>
          <a:xfrm>
            <a:off x="415600" y="2867800"/>
            <a:ext cx="11360800" cy="11224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4800"/>
            </a:lvl1pPr>
            <a:lvl2pPr lvl="1" algn="ctr">
              <a:lnSpc>
                <a:spcPct val="100000"/>
              </a:lnSpc>
              <a:spcBef>
                <a:spcPts val="0"/>
              </a:spcBef>
              <a:spcAft>
                <a:spcPts val="0"/>
              </a:spcAft>
              <a:buSzPts val="3600"/>
              <a:buNone/>
              <a:defRPr sz="4800"/>
            </a:lvl2pPr>
            <a:lvl3pPr lvl="2" algn="ctr">
              <a:lnSpc>
                <a:spcPct val="100000"/>
              </a:lnSpc>
              <a:spcBef>
                <a:spcPts val="0"/>
              </a:spcBef>
              <a:spcAft>
                <a:spcPts val="0"/>
              </a:spcAft>
              <a:buSzPts val="3600"/>
              <a:buNone/>
              <a:defRPr sz="4800"/>
            </a:lvl3pPr>
            <a:lvl4pPr lvl="3" algn="ctr">
              <a:lnSpc>
                <a:spcPct val="100000"/>
              </a:lnSpc>
              <a:spcBef>
                <a:spcPts val="0"/>
              </a:spcBef>
              <a:spcAft>
                <a:spcPts val="0"/>
              </a:spcAft>
              <a:buSzPts val="3600"/>
              <a:buNone/>
              <a:defRPr sz="4800"/>
            </a:lvl4pPr>
            <a:lvl5pPr lvl="4" algn="ctr">
              <a:lnSpc>
                <a:spcPct val="100000"/>
              </a:lnSpc>
              <a:spcBef>
                <a:spcPts val="0"/>
              </a:spcBef>
              <a:spcAft>
                <a:spcPts val="0"/>
              </a:spcAft>
              <a:buSzPts val="3600"/>
              <a:buNone/>
              <a:defRPr sz="4800"/>
            </a:lvl5pPr>
            <a:lvl6pPr lvl="5" algn="ctr">
              <a:lnSpc>
                <a:spcPct val="100000"/>
              </a:lnSpc>
              <a:spcBef>
                <a:spcPts val="0"/>
              </a:spcBef>
              <a:spcAft>
                <a:spcPts val="0"/>
              </a:spcAft>
              <a:buSzPts val="3600"/>
              <a:buNone/>
              <a:defRPr sz="4800"/>
            </a:lvl6pPr>
            <a:lvl7pPr lvl="6" algn="ctr">
              <a:lnSpc>
                <a:spcPct val="100000"/>
              </a:lnSpc>
              <a:spcBef>
                <a:spcPts val="0"/>
              </a:spcBef>
              <a:spcAft>
                <a:spcPts val="0"/>
              </a:spcAft>
              <a:buSzPts val="3600"/>
              <a:buNone/>
              <a:defRPr sz="4800"/>
            </a:lvl7pPr>
            <a:lvl8pPr lvl="7" algn="ctr">
              <a:lnSpc>
                <a:spcPct val="100000"/>
              </a:lnSpc>
              <a:spcBef>
                <a:spcPts val="0"/>
              </a:spcBef>
              <a:spcAft>
                <a:spcPts val="0"/>
              </a:spcAft>
              <a:buSzPts val="3600"/>
              <a:buNone/>
              <a:defRPr sz="4800"/>
            </a:lvl8pPr>
            <a:lvl9pPr lvl="8" algn="ctr">
              <a:lnSpc>
                <a:spcPct val="100000"/>
              </a:lnSpc>
              <a:spcBef>
                <a:spcPts val="0"/>
              </a:spcBef>
              <a:spcAft>
                <a:spcPts val="0"/>
              </a:spcAft>
              <a:buSzPts val="3600"/>
              <a:buNone/>
              <a:defRPr sz="4800"/>
            </a:lvl9pPr>
          </a:lstStyle>
          <a:p>
            <a:endParaRPr/>
          </a:p>
        </p:txBody>
      </p:sp>
      <p:sp>
        <p:nvSpPr>
          <p:cNvPr id="24" name="Google Shape;24;p35"/>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sp>
        <p:nvSpPr>
          <p:cNvPr id="26" name="Google Shape;26;p36"/>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36"/>
          <p:cNvSpPr txBox="1">
            <a:spLocks noGrp="1"/>
          </p:cNvSpPr>
          <p:nvPr>
            <p:ph type="body" idx="1"/>
          </p:nvPr>
        </p:nvSpPr>
        <p:spPr>
          <a:xfrm>
            <a:off x="415600" y="1536633"/>
            <a:ext cx="5333200" cy="4555200"/>
          </a:xfrm>
          <a:prstGeom prst="rect">
            <a:avLst/>
          </a:prstGeom>
          <a:noFill/>
          <a:ln>
            <a:noFill/>
          </a:ln>
        </p:spPr>
        <p:txBody>
          <a:bodyPr spcFirstLastPara="1" wrap="square" lIns="91425" tIns="91425" rIns="91425" bIns="91425" anchor="t" anchorCtr="0">
            <a:normAutofit/>
          </a:bodyPr>
          <a:lstStyle>
            <a:lvl1pPr marL="609600" lvl="0" indent="-423545" algn="l">
              <a:lnSpc>
                <a:spcPct val="115000"/>
              </a:lnSpc>
              <a:spcBef>
                <a:spcPts val="0"/>
              </a:spcBef>
              <a:spcAft>
                <a:spcPts val="0"/>
              </a:spcAft>
              <a:buSzPts val="1400"/>
              <a:buChar char="●"/>
              <a:defRPr sz="1865"/>
            </a:lvl1pPr>
            <a:lvl2pPr marL="1219200" lvl="1" indent="-406400" algn="l">
              <a:lnSpc>
                <a:spcPct val="115000"/>
              </a:lnSpc>
              <a:spcBef>
                <a:spcPts val="0"/>
              </a:spcBef>
              <a:spcAft>
                <a:spcPts val="0"/>
              </a:spcAft>
              <a:buSzPts val="1200"/>
              <a:buChar char="○"/>
              <a:defRPr sz="1600"/>
            </a:lvl2pPr>
            <a:lvl3pPr marL="1828800" lvl="2" indent="-406400" algn="l">
              <a:lnSpc>
                <a:spcPct val="115000"/>
              </a:lnSpc>
              <a:spcBef>
                <a:spcPts val="0"/>
              </a:spcBef>
              <a:spcAft>
                <a:spcPts val="0"/>
              </a:spcAft>
              <a:buSzPts val="1200"/>
              <a:buChar char="■"/>
              <a:defRPr sz="1600"/>
            </a:lvl3pPr>
            <a:lvl4pPr marL="2438400" lvl="3" indent="-406400" algn="l">
              <a:lnSpc>
                <a:spcPct val="115000"/>
              </a:lnSpc>
              <a:spcBef>
                <a:spcPts val="0"/>
              </a:spcBef>
              <a:spcAft>
                <a:spcPts val="0"/>
              </a:spcAft>
              <a:buSzPts val="1200"/>
              <a:buChar char="●"/>
              <a:defRPr sz="1600"/>
            </a:lvl4pPr>
            <a:lvl5pPr marL="3048000" lvl="4" indent="-406400" algn="l">
              <a:lnSpc>
                <a:spcPct val="115000"/>
              </a:lnSpc>
              <a:spcBef>
                <a:spcPts val="0"/>
              </a:spcBef>
              <a:spcAft>
                <a:spcPts val="0"/>
              </a:spcAft>
              <a:buSzPts val="1200"/>
              <a:buChar char="○"/>
              <a:defRPr sz="1600"/>
            </a:lvl5pPr>
            <a:lvl6pPr marL="3657600" lvl="5" indent="-406400" algn="l">
              <a:lnSpc>
                <a:spcPct val="115000"/>
              </a:lnSpc>
              <a:spcBef>
                <a:spcPts val="0"/>
              </a:spcBef>
              <a:spcAft>
                <a:spcPts val="0"/>
              </a:spcAft>
              <a:buSzPts val="1200"/>
              <a:buChar char="■"/>
              <a:defRPr sz="1600"/>
            </a:lvl6pPr>
            <a:lvl7pPr marL="4267200" lvl="6" indent="-406400" algn="l">
              <a:lnSpc>
                <a:spcPct val="115000"/>
              </a:lnSpc>
              <a:spcBef>
                <a:spcPts val="0"/>
              </a:spcBef>
              <a:spcAft>
                <a:spcPts val="0"/>
              </a:spcAft>
              <a:buSzPts val="1200"/>
              <a:buChar char="●"/>
              <a:defRPr sz="1600"/>
            </a:lvl7pPr>
            <a:lvl8pPr marL="4876800" lvl="7" indent="-406400" algn="l">
              <a:lnSpc>
                <a:spcPct val="115000"/>
              </a:lnSpc>
              <a:spcBef>
                <a:spcPts val="0"/>
              </a:spcBef>
              <a:spcAft>
                <a:spcPts val="0"/>
              </a:spcAft>
              <a:buSzPts val="1200"/>
              <a:buChar char="○"/>
              <a:defRPr sz="1600"/>
            </a:lvl8pPr>
            <a:lvl9pPr marL="5486400" lvl="8" indent="-406400" algn="l">
              <a:lnSpc>
                <a:spcPct val="115000"/>
              </a:lnSpc>
              <a:spcBef>
                <a:spcPts val="0"/>
              </a:spcBef>
              <a:spcAft>
                <a:spcPts val="0"/>
              </a:spcAft>
              <a:buSzPts val="1200"/>
              <a:buChar char="■"/>
              <a:defRPr sz="1600"/>
            </a:lvl9pPr>
          </a:lstStyle>
          <a:p>
            <a:endParaRPr/>
          </a:p>
        </p:txBody>
      </p:sp>
      <p:sp>
        <p:nvSpPr>
          <p:cNvPr id="28" name="Google Shape;28;p36"/>
          <p:cNvSpPr txBox="1">
            <a:spLocks noGrp="1"/>
          </p:cNvSpPr>
          <p:nvPr>
            <p:ph type="body" idx="2"/>
          </p:nvPr>
        </p:nvSpPr>
        <p:spPr>
          <a:xfrm>
            <a:off x="6443200" y="1536633"/>
            <a:ext cx="5333200" cy="4555200"/>
          </a:xfrm>
          <a:prstGeom prst="rect">
            <a:avLst/>
          </a:prstGeom>
          <a:noFill/>
          <a:ln>
            <a:noFill/>
          </a:ln>
        </p:spPr>
        <p:txBody>
          <a:bodyPr spcFirstLastPara="1" wrap="square" lIns="91425" tIns="91425" rIns="91425" bIns="91425" anchor="t" anchorCtr="0">
            <a:normAutofit/>
          </a:bodyPr>
          <a:lstStyle>
            <a:lvl1pPr marL="609600" lvl="0" indent="-423545" algn="l">
              <a:lnSpc>
                <a:spcPct val="115000"/>
              </a:lnSpc>
              <a:spcBef>
                <a:spcPts val="0"/>
              </a:spcBef>
              <a:spcAft>
                <a:spcPts val="0"/>
              </a:spcAft>
              <a:buSzPts val="1400"/>
              <a:buChar char="●"/>
              <a:defRPr sz="1865"/>
            </a:lvl1pPr>
            <a:lvl2pPr marL="1219200" lvl="1" indent="-406400" algn="l">
              <a:lnSpc>
                <a:spcPct val="115000"/>
              </a:lnSpc>
              <a:spcBef>
                <a:spcPts val="0"/>
              </a:spcBef>
              <a:spcAft>
                <a:spcPts val="0"/>
              </a:spcAft>
              <a:buSzPts val="1200"/>
              <a:buChar char="○"/>
              <a:defRPr sz="1600"/>
            </a:lvl2pPr>
            <a:lvl3pPr marL="1828800" lvl="2" indent="-406400" algn="l">
              <a:lnSpc>
                <a:spcPct val="115000"/>
              </a:lnSpc>
              <a:spcBef>
                <a:spcPts val="0"/>
              </a:spcBef>
              <a:spcAft>
                <a:spcPts val="0"/>
              </a:spcAft>
              <a:buSzPts val="1200"/>
              <a:buChar char="■"/>
              <a:defRPr sz="1600"/>
            </a:lvl3pPr>
            <a:lvl4pPr marL="2438400" lvl="3" indent="-406400" algn="l">
              <a:lnSpc>
                <a:spcPct val="115000"/>
              </a:lnSpc>
              <a:spcBef>
                <a:spcPts val="0"/>
              </a:spcBef>
              <a:spcAft>
                <a:spcPts val="0"/>
              </a:spcAft>
              <a:buSzPts val="1200"/>
              <a:buChar char="●"/>
              <a:defRPr sz="1600"/>
            </a:lvl4pPr>
            <a:lvl5pPr marL="3048000" lvl="4" indent="-406400" algn="l">
              <a:lnSpc>
                <a:spcPct val="115000"/>
              </a:lnSpc>
              <a:spcBef>
                <a:spcPts val="0"/>
              </a:spcBef>
              <a:spcAft>
                <a:spcPts val="0"/>
              </a:spcAft>
              <a:buSzPts val="1200"/>
              <a:buChar char="○"/>
              <a:defRPr sz="1600"/>
            </a:lvl5pPr>
            <a:lvl6pPr marL="3657600" lvl="5" indent="-406400" algn="l">
              <a:lnSpc>
                <a:spcPct val="115000"/>
              </a:lnSpc>
              <a:spcBef>
                <a:spcPts val="0"/>
              </a:spcBef>
              <a:spcAft>
                <a:spcPts val="0"/>
              </a:spcAft>
              <a:buSzPts val="1200"/>
              <a:buChar char="■"/>
              <a:defRPr sz="1600"/>
            </a:lvl6pPr>
            <a:lvl7pPr marL="4267200" lvl="6" indent="-406400" algn="l">
              <a:lnSpc>
                <a:spcPct val="115000"/>
              </a:lnSpc>
              <a:spcBef>
                <a:spcPts val="0"/>
              </a:spcBef>
              <a:spcAft>
                <a:spcPts val="0"/>
              </a:spcAft>
              <a:buSzPts val="1200"/>
              <a:buChar char="●"/>
              <a:defRPr sz="1600"/>
            </a:lvl7pPr>
            <a:lvl8pPr marL="4876800" lvl="7" indent="-406400" algn="l">
              <a:lnSpc>
                <a:spcPct val="115000"/>
              </a:lnSpc>
              <a:spcBef>
                <a:spcPts val="0"/>
              </a:spcBef>
              <a:spcAft>
                <a:spcPts val="0"/>
              </a:spcAft>
              <a:buSzPts val="1200"/>
              <a:buChar char="○"/>
              <a:defRPr sz="1600"/>
            </a:lvl8pPr>
            <a:lvl9pPr marL="5486400" lvl="8" indent="-406400" algn="l">
              <a:lnSpc>
                <a:spcPct val="115000"/>
              </a:lnSpc>
              <a:spcBef>
                <a:spcPts val="0"/>
              </a:spcBef>
              <a:spcAft>
                <a:spcPts val="0"/>
              </a:spcAft>
              <a:buSzPts val="1200"/>
              <a:buChar char="■"/>
              <a:defRPr sz="1600"/>
            </a:lvl9pPr>
          </a:lstStyle>
          <a:p>
            <a:endParaRPr/>
          </a:p>
        </p:txBody>
      </p:sp>
      <p:sp>
        <p:nvSpPr>
          <p:cNvPr id="29" name="Google Shape;29;p36"/>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
        <p:cNvGrpSpPr/>
        <p:nvPr/>
      </p:nvGrpSpPr>
      <p:grpSpPr>
        <a:xfrm>
          <a:off x="0" y="0"/>
          <a:ext cx="0" cy="0"/>
          <a:chOff x="0" y="0"/>
          <a:chExt cx="0" cy="0"/>
        </a:xfrm>
      </p:grpSpPr>
      <p:sp>
        <p:nvSpPr>
          <p:cNvPr id="31" name="Google Shape;31;p37"/>
          <p:cNvSpPr txBox="1">
            <a:spLocks noGrp="1"/>
          </p:cNvSpPr>
          <p:nvPr>
            <p:ph type="title"/>
          </p:nvPr>
        </p:nvSpPr>
        <p:spPr>
          <a:xfrm>
            <a:off x="415600" y="740800"/>
            <a:ext cx="3744000" cy="10076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3200"/>
            </a:lvl1pPr>
            <a:lvl2pPr lvl="1" algn="l">
              <a:lnSpc>
                <a:spcPct val="100000"/>
              </a:lnSpc>
              <a:spcBef>
                <a:spcPts val="0"/>
              </a:spcBef>
              <a:spcAft>
                <a:spcPts val="0"/>
              </a:spcAft>
              <a:buSzPts val="2400"/>
              <a:buNone/>
              <a:defRPr sz="3200"/>
            </a:lvl2pPr>
            <a:lvl3pPr lvl="2" algn="l">
              <a:lnSpc>
                <a:spcPct val="100000"/>
              </a:lnSpc>
              <a:spcBef>
                <a:spcPts val="0"/>
              </a:spcBef>
              <a:spcAft>
                <a:spcPts val="0"/>
              </a:spcAft>
              <a:buSzPts val="2400"/>
              <a:buNone/>
              <a:defRPr sz="3200"/>
            </a:lvl3pPr>
            <a:lvl4pPr lvl="3" algn="l">
              <a:lnSpc>
                <a:spcPct val="100000"/>
              </a:lnSpc>
              <a:spcBef>
                <a:spcPts val="0"/>
              </a:spcBef>
              <a:spcAft>
                <a:spcPts val="0"/>
              </a:spcAft>
              <a:buSzPts val="2400"/>
              <a:buNone/>
              <a:defRPr sz="3200"/>
            </a:lvl4pPr>
            <a:lvl5pPr lvl="4" algn="l">
              <a:lnSpc>
                <a:spcPct val="100000"/>
              </a:lnSpc>
              <a:spcBef>
                <a:spcPts val="0"/>
              </a:spcBef>
              <a:spcAft>
                <a:spcPts val="0"/>
              </a:spcAft>
              <a:buSzPts val="2400"/>
              <a:buNone/>
              <a:defRPr sz="3200"/>
            </a:lvl5pPr>
            <a:lvl6pPr lvl="5" algn="l">
              <a:lnSpc>
                <a:spcPct val="100000"/>
              </a:lnSpc>
              <a:spcBef>
                <a:spcPts val="0"/>
              </a:spcBef>
              <a:spcAft>
                <a:spcPts val="0"/>
              </a:spcAft>
              <a:buSzPts val="2400"/>
              <a:buNone/>
              <a:defRPr sz="3200"/>
            </a:lvl6pPr>
            <a:lvl7pPr lvl="6" algn="l">
              <a:lnSpc>
                <a:spcPct val="100000"/>
              </a:lnSpc>
              <a:spcBef>
                <a:spcPts val="0"/>
              </a:spcBef>
              <a:spcAft>
                <a:spcPts val="0"/>
              </a:spcAft>
              <a:buSzPts val="2400"/>
              <a:buNone/>
              <a:defRPr sz="3200"/>
            </a:lvl7pPr>
            <a:lvl8pPr lvl="7" algn="l">
              <a:lnSpc>
                <a:spcPct val="100000"/>
              </a:lnSpc>
              <a:spcBef>
                <a:spcPts val="0"/>
              </a:spcBef>
              <a:spcAft>
                <a:spcPts val="0"/>
              </a:spcAft>
              <a:buSzPts val="2400"/>
              <a:buNone/>
              <a:defRPr sz="3200"/>
            </a:lvl8pPr>
            <a:lvl9pPr lvl="8" algn="l">
              <a:lnSpc>
                <a:spcPct val="100000"/>
              </a:lnSpc>
              <a:spcBef>
                <a:spcPts val="0"/>
              </a:spcBef>
              <a:spcAft>
                <a:spcPts val="0"/>
              </a:spcAft>
              <a:buSzPts val="2400"/>
              <a:buNone/>
              <a:defRPr sz="3200"/>
            </a:lvl9pPr>
          </a:lstStyle>
          <a:p>
            <a:endParaRPr/>
          </a:p>
        </p:txBody>
      </p:sp>
      <p:sp>
        <p:nvSpPr>
          <p:cNvPr id="32" name="Google Shape;32;p37"/>
          <p:cNvSpPr txBox="1">
            <a:spLocks noGrp="1"/>
          </p:cNvSpPr>
          <p:nvPr>
            <p:ph type="body" idx="1"/>
          </p:nvPr>
        </p:nvSpPr>
        <p:spPr>
          <a:xfrm>
            <a:off x="415600" y="1852800"/>
            <a:ext cx="3744000" cy="4239200"/>
          </a:xfrm>
          <a:prstGeom prst="rect">
            <a:avLst/>
          </a:prstGeom>
          <a:noFill/>
          <a:ln>
            <a:noFill/>
          </a:ln>
        </p:spPr>
        <p:txBody>
          <a:bodyPr spcFirstLastPara="1" wrap="square" lIns="91425" tIns="91425" rIns="91425" bIns="91425" anchor="t" anchorCtr="0">
            <a:normAutofit/>
          </a:bodyPr>
          <a:lstStyle>
            <a:lvl1pPr marL="609600" lvl="0" indent="-406400" algn="l">
              <a:lnSpc>
                <a:spcPct val="115000"/>
              </a:lnSpc>
              <a:spcBef>
                <a:spcPts val="0"/>
              </a:spcBef>
              <a:spcAft>
                <a:spcPts val="0"/>
              </a:spcAft>
              <a:buSzPts val="1200"/>
              <a:buChar char="●"/>
              <a:defRPr sz="1600"/>
            </a:lvl1pPr>
            <a:lvl2pPr marL="1219200" lvl="1" indent="-406400" algn="l">
              <a:lnSpc>
                <a:spcPct val="115000"/>
              </a:lnSpc>
              <a:spcBef>
                <a:spcPts val="0"/>
              </a:spcBef>
              <a:spcAft>
                <a:spcPts val="0"/>
              </a:spcAft>
              <a:buSzPts val="1200"/>
              <a:buChar char="○"/>
              <a:defRPr sz="1600"/>
            </a:lvl2pPr>
            <a:lvl3pPr marL="1828800" lvl="2" indent="-406400" algn="l">
              <a:lnSpc>
                <a:spcPct val="115000"/>
              </a:lnSpc>
              <a:spcBef>
                <a:spcPts val="0"/>
              </a:spcBef>
              <a:spcAft>
                <a:spcPts val="0"/>
              </a:spcAft>
              <a:buSzPts val="1200"/>
              <a:buChar char="■"/>
              <a:defRPr sz="1600"/>
            </a:lvl3pPr>
            <a:lvl4pPr marL="2438400" lvl="3" indent="-406400" algn="l">
              <a:lnSpc>
                <a:spcPct val="115000"/>
              </a:lnSpc>
              <a:spcBef>
                <a:spcPts val="0"/>
              </a:spcBef>
              <a:spcAft>
                <a:spcPts val="0"/>
              </a:spcAft>
              <a:buSzPts val="1200"/>
              <a:buChar char="●"/>
              <a:defRPr sz="1600"/>
            </a:lvl4pPr>
            <a:lvl5pPr marL="3048000" lvl="4" indent="-406400" algn="l">
              <a:lnSpc>
                <a:spcPct val="115000"/>
              </a:lnSpc>
              <a:spcBef>
                <a:spcPts val="0"/>
              </a:spcBef>
              <a:spcAft>
                <a:spcPts val="0"/>
              </a:spcAft>
              <a:buSzPts val="1200"/>
              <a:buChar char="○"/>
              <a:defRPr sz="1600"/>
            </a:lvl5pPr>
            <a:lvl6pPr marL="3657600" lvl="5" indent="-406400" algn="l">
              <a:lnSpc>
                <a:spcPct val="115000"/>
              </a:lnSpc>
              <a:spcBef>
                <a:spcPts val="0"/>
              </a:spcBef>
              <a:spcAft>
                <a:spcPts val="0"/>
              </a:spcAft>
              <a:buSzPts val="1200"/>
              <a:buChar char="■"/>
              <a:defRPr sz="1600"/>
            </a:lvl6pPr>
            <a:lvl7pPr marL="4267200" lvl="6" indent="-406400" algn="l">
              <a:lnSpc>
                <a:spcPct val="115000"/>
              </a:lnSpc>
              <a:spcBef>
                <a:spcPts val="0"/>
              </a:spcBef>
              <a:spcAft>
                <a:spcPts val="0"/>
              </a:spcAft>
              <a:buSzPts val="1200"/>
              <a:buChar char="●"/>
              <a:defRPr sz="1600"/>
            </a:lvl7pPr>
            <a:lvl8pPr marL="4876800" lvl="7" indent="-406400" algn="l">
              <a:lnSpc>
                <a:spcPct val="115000"/>
              </a:lnSpc>
              <a:spcBef>
                <a:spcPts val="0"/>
              </a:spcBef>
              <a:spcAft>
                <a:spcPts val="0"/>
              </a:spcAft>
              <a:buSzPts val="1200"/>
              <a:buChar char="○"/>
              <a:defRPr sz="1600"/>
            </a:lvl8pPr>
            <a:lvl9pPr marL="5486400" lvl="8" indent="-406400" algn="l">
              <a:lnSpc>
                <a:spcPct val="115000"/>
              </a:lnSpc>
              <a:spcBef>
                <a:spcPts val="0"/>
              </a:spcBef>
              <a:spcAft>
                <a:spcPts val="0"/>
              </a:spcAft>
              <a:buSzPts val="1200"/>
              <a:buChar char="■"/>
              <a:defRPr sz="1600"/>
            </a:lvl9pPr>
          </a:lstStyle>
          <a:p>
            <a:endParaRPr/>
          </a:p>
        </p:txBody>
      </p:sp>
      <p:sp>
        <p:nvSpPr>
          <p:cNvPr id="33" name="Google Shape;33;p37"/>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4"/>
        <p:cNvGrpSpPr/>
        <p:nvPr/>
      </p:nvGrpSpPr>
      <p:grpSpPr>
        <a:xfrm>
          <a:off x="0" y="0"/>
          <a:ext cx="0" cy="0"/>
          <a:chOff x="0" y="0"/>
          <a:chExt cx="0" cy="0"/>
        </a:xfrm>
      </p:grpSpPr>
      <p:sp>
        <p:nvSpPr>
          <p:cNvPr id="35" name="Google Shape;35;p38"/>
          <p:cNvSpPr txBox="1">
            <a:spLocks noGrp="1"/>
          </p:cNvSpPr>
          <p:nvPr>
            <p:ph type="title"/>
          </p:nvPr>
        </p:nvSpPr>
        <p:spPr>
          <a:xfrm>
            <a:off x="653667" y="600200"/>
            <a:ext cx="8490400" cy="54544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6400"/>
            </a:lvl1pPr>
            <a:lvl2pPr lvl="1" algn="l">
              <a:lnSpc>
                <a:spcPct val="100000"/>
              </a:lnSpc>
              <a:spcBef>
                <a:spcPts val="0"/>
              </a:spcBef>
              <a:spcAft>
                <a:spcPts val="0"/>
              </a:spcAft>
              <a:buSzPts val="4800"/>
              <a:buNone/>
              <a:defRPr sz="6400"/>
            </a:lvl2pPr>
            <a:lvl3pPr lvl="2" algn="l">
              <a:lnSpc>
                <a:spcPct val="100000"/>
              </a:lnSpc>
              <a:spcBef>
                <a:spcPts val="0"/>
              </a:spcBef>
              <a:spcAft>
                <a:spcPts val="0"/>
              </a:spcAft>
              <a:buSzPts val="4800"/>
              <a:buNone/>
              <a:defRPr sz="6400"/>
            </a:lvl3pPr>
            <a:lvl4pPr lvl="3" algn="l">
              <a:lnSpc>
                <a:spcPct val="100000"/>
              </a:lnSpc>
              <a:spcBef>
                <a:spcPts val="0"/>
              </a:spcBef>
              <a:spcAft>
                <a:spcPts val="0"/>
              </a:spcAft>
              <a:buSzPts val="4800"/>
              <a:buNone/>
              <a:defRPr sz="6400"/>
            </a:lvl4pPr>
            <a:lvl5pPr lvl="4" algn="l">
              <a:lnSpc>
                <a:spcPct val="100000"/>
              </a:lnSpc>
              <a:spcBef>
                <a:spcPts val="0"/>
              </a:spcBef>
              <a:spcAft>
                <a:spcPts val="0"/>
              </a:spcAft>
              <a:buSzPts val="4800"/>
              <a:buNone/>
              <a:defRPr sz="6400"/>
            </a:lvl5pPr>
            <a:lvl6pPr lvl="5" algn="l">
              <a:lnSpc>
                <a:spcPct val="100000"/>
              </a:lnSpc>
              <a:spcBef>
                <a:spcPts val="0"/>
              </a:spcBef>
              <a:spcAft>
                <a:spcPts val="0"/>
              </a:spcAft>
              <a:buSzPts val="4800"/>
              <a:buNone/>
              <a:defRPr sz="6400"/>
            </a:lvl6pPr>
            <a:lvl7pPr lvl="6" algn="l">
              <a:lnSpc>
                <a:spcPct val="100000"/>
              </a:lnSpc>
              <a:spcBef>
                <a:spcPts val="0"/>
              </a:spcBef>
              <a:spcAft>
                <a:spcPts val="0"/>
              </a:spcAft>
              <a:buSzPts val="4800"/>
              <a:buNone/>
              <a:defRPr sz="6400"/>
            </a:lvl7pPr>
            <a:lvl8pPr lvl="7" algn="l">
              <a:lnSpc>
                <a:spcPct val="100000"/>
              </a:lnSpc>
              <a:spcBef>
                <a:spcPts val="0"/>
              </a:spcBef>
              <a:spcAft>
                <a:spcPts val="0"/>
              </a:spcAft>
              <a:buSzPts val="4800"/>
              <a:buNone/>
              <a:defRPr sz="6400"/>
            </a:lvl8pPr>
            <a:lvl9pPr lvl="8" algn="l">
              <a:lnSpc>
                <a:spcPct val="100000"/>
              </a:lnSpc>
              <a:spcBef>
                <a:spcPts val="0"/>
              </a:spcBef>
              <a:spcAft>
                <a:spcPts val="0"/>
              </a:spcAft>
              <a:buSzPts val="4800"/>
              <a:buNone/>
              <a:defRPr sz="6400"/>
            </a:lvl9pPr>
          </a:lstStyle>
          <a:p>
            <a:endParaRPr/>
          </a:p>
        </p:txBody>
      </p:sp>
      <p:sp>
        <p:nvSpPr>
          <p:cNvPr id="36" name="Google Shape;36;p38"/>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
        <p:cNvGrpSpPr/>
        <p:nvPr/>
      </p:nvGrpSpPr>
      <p:grpSpPr>
        <a:xfrm>
          <a:off x="0" y="0"/>
          <a:ext cx="0" cy="0"/>
          <a:chOff x="0" y="0"/>
          <a:chExt cx="0" cy="0"/>
        </a:xfrm>
      </p:grpSpPr>
      <p:sp>
        <p:nvSpPr>
          <p:cNvPr id="38" name="Google Shape;38;p39"/>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865"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9" name="Google Shape;39;p39"/>
          <p:cNvSpPr txBox="1">
            <a:spLocks noGrp="1"/>
          </p:cNvSpPr>
          <p:nvPr>
            <p:ph type="title"/>
          </p:nvPr>
        </p:nvSpPr>
        <p:spPr>
          <a:xfrm>
            <a:off x="354000" y="1644233"/>
            <a:ext cx="5393600" cy="19764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5600"/>
            </a:lvl1pPr>
            <a:lvl2pPr lvl="1" algn="ctr">
              <a:lnSpc>
                <a:spcPct val="100000"/>
              </a:lnSpc>
              <a:spcBef>
                <a:spcPts val="0"/>
              </a:spcBef>
              <a:spcAft>
                <a:spcPts val="0"/>
              </a:spcAft>
              <a:buSzPts val="4200"/>
              <a:buNone/>
              <a:defRPr sz="5600"/>
            </a:lvl2pPr>
            <a:lvl3pPr lvl="2" algn="ctr">
              <a:lnSpc>
                <a:spcPct val="100000"/>
              </a:lnSpc>
              <a:spcBef>
                <a:spcPts val="0"/>
              </a:spcBef>
              <a:spcAft>
                <a:spcPts val="0"/>
              </a:spcAft>
              <a:buSzPts val="4200"/>
              <a:buNone/>
              <a:defRPr sz="5600"/>
            </a:lvl3pPr>
            <a:lvl4pPr lvl="3" algn="ctr">
              <a:lnSpc>
                <a:spcPct val="100000"/>
              </a:lnSpc>
              <a:spcBef>
                <a:spcPts val="0"/>
              </a:spcBef>
              <a:spcAft>
                <a:spcPts val="0"/>
              </a:spcAft>
              <a:buSzPts val="4200"/>
              <a:buNone/>
              <a:defRPr sz="5600"/>
            </a:lvl4pPr>
            <a:lvl5pPr lvl="4" algn="ctr">
              <a:lnSpc>
                <a:spcPct val="100000"/>
              </a:lnSpc>
              <a:spcBef>
                <a:spcPts val="0"/>
              </a:spcBef>
              <a:spcAft>
                <a:spcPts val="0"/>
              </a:spcAft>
              <a:buSzPts val="4200"/>
              <a:buNone/>
              <a:defRPr sz="5600"/>
            </a:lvl5pPr>
            <a:lvl6pPr lvl="5" algn="ctr">
              <a:lnSpc>
                <a:spcPct val="100000"/>
              </a:lnSpc>
              <a:spcBef>
                <a:spcPts val="0"/>
              </a:spcBef>
              <a:spcAft>
                <a:spcPts val="0"/>
              </a:spcAft>
              <a:buSzPts val="4200"/>
              <a:buNone/>
              <a:defRPr sz="5600"/>
            </a:lvl6pPr>
            <a:lvl7pPr lvl="6" algn="ctr">
              <a:lnSpc>
                <a:spcPct val="100000"/>
              </a:lnSpc>
              <a:spcBef>
                <a:spcPts val="0"/>
              </a:spcBef>
              <a:spcAft>
                <a:spcPts val="0"/>
              </a:spcAft>
              <a:buSzPts val="4200"/>
              <a:buNone/>
              <a:defRPr sz="5600"/>
            </a:lvl7pPr>
            <a:lvl8pPr lvl="7" algn="ctr">
              <a:lnSpc>
                <a:spcPct val="100000"/>
              </a:lnSpc>
              <a:spcBef>
                <a:spcPts val="0"/>
              </a:spcBef>
              <a:spcAft>
                <a:spcPts val="0"/>
              </a:spcAft>
              <a:buSzPts val="4200"/>
              <a:buNone/>
              <a:defRPr sz="5600"/>
            </a:lvl8pPr>
            <a:lvl9pPr lvl="8" algn="ctr">
              <a:lnSpc>
                <a:spcPct val="100000"/>
              </a:lnSpc>
              <a:spcBef>
                <a:spcPts val="0"/>
              </a:spcBef>
              <a:spcAft>
                <a:spcPts val="0"/>
              </a:spcAft>
              <a:buSzPts val="4200"/>
              <a:buNone/>
              <a:defRPr sz="5600"/>
            </a:lvl9pPr>
          </a:lstStyle>
          <a:p>
            <a:endParaRPr/>
          </a:p>
        </p:txBody>
      </p:sp>
      <p:sp>
        <p:nvSpPr>
          <p:cNvPr id="40" name="Google Shape;40;p39"/>
          <p:cNvSpPr txBox="1">
            <a:spLocks noGrp="1"/>
          </p:cNvSpPr>
          <p:nvPr>
            <p:ph type="subTitle" idx="1"/>
          </p:nvPr>
        </p:nvSpPr>
        <p:spPr>
          <a:xfrm>
            <a:off x="354000" y="3737433"/>
            <a:ext cx="5393600" cy="16468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41" name="Google Shape;41;p39"/>
          <p:cNvSpPr txBox="1">
            <a:spLocks noGrp="1"/>
          </p:cNvSpPr>
          <p:nvPr>
            <p:ph type="body" idx="2"/>
          </p:nvPr>
        </p:nvSpPr>
        <p:spPr>
          <a:xfrm>
            <a:off x="6586000" y="965433"/>
            <a:ext cx="5116000" cy="4926800"/>
          </a:xfrm>
          <a:prstGeom prst="rect">
            <a:avLst/>
          </a:prstGeom>
          <a:noFill/>
          <a:ln>
            <a:noFill/>
          </a:ln>
        </p:spPr>
        <p:txBody>
          <a:bodyPr spcFirstLastPara="1" wrap="square" lIns="91425" tIns="91425" rIns="91425" bIns="91425" anchor="ctr" anchorCtr="0">
            <a:normAutofit/>
          </a:bodyPr>
          <a:lstStyle>
            <a:lvl1pPr marL="609600" lvl="0" indent="-457200" algn="l">
              <a:lnSpc>
                <a:spcPct val="115000"/>
              </a:lnSpc>
              <a:spcBef>
                <a:spcPts val="0"/>
              </a:spcBef>
              <a:spcAft>
                <a:spcPts val="0"/>
              </a:spcAft>
              <a:buSzPts val="1800"/>
              <a:buChar char="●"/>
              <a:defRPr/>
            </a:lvl1pPr>
            <a:lvl2pPr marL="1219200" lvl="1" indent="-423545" algn="l">
              <a:lnSpc>
                <a:spcPct val="115000"/>
              </a:lnSpc>
              <a:spcBef>
                <a:spcPts val="0"/>
              </a:spcBef>
              <a:spcAft>
                <a:spcPts val="0"/>
              </a:spcAft>
              <a:buSzPts val="1400"/>
              <a:buChar char="○"/>
              <a:defRPr/>
            </a:lvl2pPr>
            <a:lvl3pPr marL="1828800" lvl="2" indent="-423545" algn="l">
              <a:lnSpc>
                <a:spcPct val="115000"/>
              </a:lnSpc>
              <a:spcBef>
                <a:spcPts val="0"/>
              </a:spcBef>
              <a:spcAft>
                <a:spcPts val="0"/>
              </a:spcAft>
              <a:buSzPts val="1400"/>
              <a:buChar char="■"/>
              <a:defRPr/>
            </a:lvl3pPr>
            <a:lvl4pPr marL="2438400" lvl="3" indent="-423545" algn="l">
              <a:lnSpc>
                <a:spcPct val="115000"/>
              </a:lnSpc>
              <a:spcBef>
                <a:spcPts val="0"/>
              </a:spcBef>
              <a:spcAft>
                <a:spcPts val="0"/>
              </a:spcAft>
              <a:buSzPts val="1400"/>
              <a:buChar char="●"/>
              <a:defRPr/>
            </a:lvl4pPr>
            <a:lvl5pPr marL="3048000" lvl="4" indent="-423545" algn="l">
              <a:lnSpc>
                <a:spcPct val="115000"/>
              </a:lnSpc>
              <a:spcBef>
                <a:spcPts val="0"/>
              </a:spcBef>
              <a:spcAft>
                <a:spcPts val="0"/>
              </a:spcAft>
              <a:buSzPts val="1400"/>
              <a:buChar char="○"/>
              <a:defRPr/>
            </a:lvl5pPr>
            <a:lvl6pPr marL="3657600" lvl="5" indent="-423545" algn="l">
              <a:lnSpc>
                <a:spcPct val="115000"/>
              </a:lnSpc>
              <a:spcBef>
                <a:spcPts val="0"/>
              </a:spcBef>
              <a:spcAft>
                <a:spcPts val="0"/>
              </a:spcAft>
              <a:buSzPts val="1400"/>
              <a:buChar char="■"/>
              <a:defRPr/>
            </a:lvl6pPr>
            <a:lvl7pPr marL="4267200" lvl="6" indent="-423545" algn="l">
              <a:lnSpc>
                <a:spcPct val="115000"/>
              </a:lnSpc>
              <a:spcBef>
                <a:spcPts val="0"/>
              </a:spcBef>
              <a:spcAft>
                <a:spcPts val="0"/>
              </a:spcAft>
              <a:buSzPts val="1400"/>
              <a:buChar char="●"/>
              <a:defRPr/>
            </a:lvl7pPr>
            <a:lvl8pPr marL="4876800" lvl="7" indent="-423545" algn="l">
              <a:lnSpc>
                <a:spcPct val="115000"/>
              </a:lnSpc>
              <a:spcBef>
                <a:spcPts val="0"/>
              </a:spcBef>
              <a:spcAft>
                <a:spcPts val="0"/>
              </a:spcAft>
              <a:buSzPts val="1400"/>
              <a:buChar char="○"/>
              <a:defRPr/>
            </a:lvl8pPr>
            <a:lvl9pPr marL="5486400" lvl="8" indent="-423545" algn="l">
              <a:lnSpc>
                <a:spcPct val="115000"/>
              </a:lnSpc>
              <a:spcBef>
                <a:spcPts val="0"/>
              </a:spcBef>
              <a:spcAft>
                <a:spcPts val="0"/>
              </a:spcAft>
              <a:buSzPts val="1400"/>
              <a:buChar char="■"/>
              <a:defRPr/>
            </a:lvl9pPr>
          </a:lstStyle>
          <a:p>
            <a:endParaRPr/>
          </a:p>
        </p:txBody>
      </p:sp>
      <p:sp>
        <p:nvSpPr>
          <p:cNvPr id="42" name="Google Shape;42;p39"/>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3"/>
        <p:cNvGrpSpPr/>
        <p:nvPr/>
      </p:nvGrpSpPr>
      <p:grpSpPr>
        <a:xfrm>
          <a:off x="0" y="0"/>
          <a:ext cx="0" cy="0"/>
          <a:chOff x="0" y="0"/>
          <a:chExt cx="0" cy="0"/>
        </a:xfrm>
      </p:grpSpPr>
      <p:sp>
        <p:nvSpPr>
          <p:cNvPr id="44" name="Google Shape;44;p40"/>
          <p:cNvSpPr txBox="1">
            <a:spLocks noGrp="1"/>
          </p:cNvSpPr>
          <p:nvPr>
            <p:ph type="body" idx="1"/>
          </p:nvPr>
        </p:nvSpPr>
        <p:spPr>
          <a:xfrm>
            <a:off x="415600" y="5640767"/>
            <a:ext cx="7998400" cy="806800"/>
          </a:xfrm>
          <a:prstGeom prst="rect">
            <a:avLst/>
          </a:prstGeom>
          <a:noFill/>
          <a:ln>
            <a:noFill/>
          </a:ln>
        </p:spPr>
        <p:txBody>
          <a:bodyPr spcFirstLastPara="1" wrap="square" lIns="91425" tIns="91425" rIns="91425" bIns="91425" anchor="ctr" anchorCtr="0">
            <a:normAutofit/>
          </a:bodyPr>
          <a:lstStyle>
            <a:lvl1pPr marL="609600" lvl="0" indent="-304800" algn="l">
              <a:lnSpc>
                <a:spcPct val="100000"/>
              </a:lnSpc>
              <a:spcBef>
                <a:spcPts val="0"/>
              </a:spcBef>
              <a:spcAft>
                <a:spcPts val="0"/>
              </a:spcAft>
              <a:buSzPts val="1800"/>
              <a:buNone/>
              <a:defRPr/>
            </a:lvl1pPr>
          </a:lstStyle>
          <a:p>
            <a:endParaRPr/>
          </a:p>
        </p:txBody>
      </p:sp>
      <p:sp>
        <p:nvSpPr>
          <p:cNvPr id="45" name="Google Shape;45;p40"/>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6"/>
        <p:cNvGrpSpPr/>
        <p:nvPr/>
      </p:nvGrpSpPr>
      <p:grpSpPr>
        <a:xfrm>
          <a:off x="0" y="0"/>
          <a:ext cx="0" cy="0"/>
          <a:chOff x="0" y="0"/>
          <a:chExt cx="0" cy="0"/>
        </a:xfrm>
      </p:grpSpPr>
      <p:sp>
        <p:nvSpPr>
          <p:cNvPr id="47" name="Google Shape;47;p41"/>
          <p:cNvSpPr txBox="1">
            <a:spLocks noGrp="1"/>
          </p:cNvSpPr>
          <p:nvPr>
            <p:ph type="title" hasCustomPrompt="1"/>
          </p:nvPr>
        </p:nvSpPr>
        <p:spPr>
          <a:xfrm>
            <a:off x="415600" y="1474833"/>
            <a:ext cx="11360800" cy="26180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6000"/>
            </a:lvl1pPr>
            <a:lvl2pPr lvl="1" algn="ctr">
              <a:lnSpc>
                <a:spcPct val="100000"/>
              </a:lnSpc>
              <a:spcBef>
                <a:spcPts val="0"/>
              </a:spcBef>
              <a:spcAft>
                <a:spcPts val="0"/>
              </a:spcAft>
              <a:buSzPts val="12000"/>
              <a:buNone/>
              <a:defRPr sz="16000"/>
            </a:lvl2pPr>
            <a:lvl3pPr lvl="2" algn="ctr">
              <a:lnSpc>
                <a:spcPct val="100000"/>
              </a:lnSpc>
              <a:spcBef>
                <a:spcPts val="0"/>
              </a:spcBef>
              <a:spcAft>
                <a:spcPts val="0"/>
              </a:spcAft>
              <a:buSzPts val="12000"/>
              <a:buNone/>
              <a:defRPr sz="16000"/>
            </a:lvl3pPr>
            <a:lvl4pPr lvl="3" algn="ctr">
              <a:lnSpc>
                <a:spcPct val="100000"/>
              </a:lnSpc>
              <a:spcBef>
                <a:spcPts val="0"/>
              </a:spcBef>
              <a:spcAft>
                <a:spcPts val="0"/>
              </a:spcAft>
              <a:buSzPts val="12000"/>
              <a:buNone/>
              <a:defRPr sz="16000"/>
            </a:lvl4pPr>
            <a:lvl5pPr lvl="4" algn="ctr">
              <a:lnSpc>
                <a:spcPct val="100000"/>
              </a:lnSpc>
              <a:spcBef>
                <a:spcPts val="0"/>
              </a:spcBef>
              <a:spcAft>
                <a:spcPts val="0"/>
              </a:spcAft>
              <a:buSzPts val="12000"/>
              <a:buNone/>
              <a:defRPr sz="16000"/>
            </a:lvl5pPr>
            <a:lvl6pPr lvl="5" algn="ctr">
              <a:lnSpc>
                <a:spcPct val="100000"/>
              </a:lnSpc>
              <a:spcBef>
                <a:spcPts val="0"/>
              </a:spcBef>
              <a:spcAft>
                <a:spcPts val="0"/>
              </a:spcAft>
              <a:buSzPts val="12000"/>
              <a:buNone/>
              <a:defRPr sz="16000"/>
            </a:lvl6pPr>
            <a:lvl7pPr lvl="6" algn="ctr">
              <a:lnSpc>
                <a:spcPct val="100000"/>
              </a:lnSpc>
              <a:spcBef>
                <a:spcPts val="0"/>
              </a:spcBef>
              <a:spcAft>
                <a:spcPts val="0"/>
              </a:spcAft>
              <a:buSzPts val="12000"/>
              <a:buNone/>
              <a:defRPr sz="16000"/>
            </a:lvl7pPr>
            <a:lvl8pPr lvl="7" algn="ctr">
              <a:lnSpc>
                <a:spcPct val="100000"/>
              </a:lnSpc>
              <a:spcBef>
                <a:spcPts val="0"/>
              </a:spcBef>
              <a:spcAft>
                <a:spcPts val="0"/>
              </a:spcAft>
              <a:buSzPts val="12000"/>
              <a:buNone/>
              <a:defRPr sz="16000"/>
            </a:lvl8pPr>
            <a:lvl9pPr lvl="8" algn="ctr">
              <a:lnSpc>
                <a:spcPct val="100000"/>
              </a:lnSpc>
              <a:spcBef>
                <a:spcPts val="0"/>
              </a:spcBef>
              <a:spcAft>
                <a:spcPts val="0"/>
              </a:spcAft>
              <a:buSzPts val="12000"/>
              <a:buNone/>
              <a:defRPr sz="16000"/>
            </a:lvl9pPr>
          </a:lstStyle>
          <a:p>
            <a:r>
              <a:t>xx%</a:t>
            </a:r>
          </a:p>
        </p:txBody>
      </p:sp>
      <p:sp>
        <p:nvSpPr>
          <p:cNvPr id="48" name="Google Shape;48;p41"/>
          <p:cNvSpPr txBox="1">
            <a:spLocks noGrp="1"/>
          </p:cNvSpPr>
          <p:nvPr>
            <p:ph type="body" idx="1"/>
          </p:nvPr>
        </p:nvSpPr>
        <p:spPr>
          <a:xfrm>
            <a:off x="415600" y="4202967"/>
            <a:ext cx="11360800" cy="1734400"/>
          </a:xfrm>
          <a:prstGeom prst="rect">
            <a:avLst/>
          </a:prstGeom>
          <a:noFill/>
          <a:ln>
            <a:noFill/>
          </a:ln>
        </p:spPr>
        <p:txBody>
          <a:bodyPr spcFirstLastPara="1" wrap="square" lIns="91425" tIns="91425" rIns="91425" bIns="91425" anchor="t" anchorCtr="0">
            <a:normAutofit/>
          </a:bodyPr>
          <a:lstStyle>
            <a:lvl1pPr marL="609600" lvl="0" indent="-457200" algn="ctr">
              <a:lnSpc>
                <a:spcPct val="115000"/>
              </a:lnSpc>
              <a:spcBef>
                <a:spcPts val="0"/>
              </a:spcBef>
              <a:spcAft>
                <a:spcPts val="0"/>
              </a:spcAft>
              <a:buSzPts val="1800"/>
              <a:buChar char="●"/>
              <a:defRPr/>
            </a:lvl1pPr>
            <a:lvl2pPr marL="1219200" lvl="1" indent="-423545" algn="ctr">
              <a:lnSpc>
                <a:spcPct val="115000"/>
              </a:lnSpc>
              <a:spcBef>
                <a:spcPts val="0"/>
              </a:spcBef>
              <a:spcAft>
                <a:spcPts val="0"/>
              </a:spcAft>
              <a:buSzPts val="1400"/>
              <a:buChar char="○"/>
              <a:defRPr/>
            </a:lvl2pPr>
            <a:lvl3pPr marL="1828800" lvl="2" indent="-423545" algn="ctr">
              <a:lnSpc>
                <a:spcPct val="115000"/>
              </a:lnSpc>
              <a:spcBef>
                <a:spcPts val="0"/>
              </a:spcBef>
              <a:spcAft>
                <a:spcPts val="0"/>
              </a:spcAft>
              <a:buSzPts val="1400"/>
              <a:buChar char="■"/>
              <a:defRPr/>
            </a:lvl3pPr>
            <a:lvl4pPr marL="2438400" lvl="3" indent="-423545" algn="ctr">
              <a:lnSpc>
                <a:spcPct val="115000"/>
              </a:lnSpc>
              <a:spcBef>
                <a:spcPts val="0"/>
              </a:spcBef>
              <a:spcAft>
                <a:spcPts val="0"/>
              </a:spcAft>
              <a:buSzPts val="1400"/>
              <a:buChar char="●"/>
              <a:defRPr/>
            </a:lvl4pPr>
            <a:lvl5pPr marL="3048000" lvl="4" indent="-423545" algn="ctr">
              <a:lnSpc>
                <a:spcPct val="115000"/>
              </a:lnSpc>
              <a:spcBef>
                <a:spcPts val="0"/>
              </a:spcBef>
              <a:spcAft>
                <a:spcPts val="0"/>
              </a:spcAft>
              <a:buSzPts val="1400"/>
              <a:buChar char="○"/>
              <a:defRPr/>
            </a:lvl5pPr>
            <a:lvl6pPr marL="3657600" lvl="5" indent="-423545" algn="ctr">
              <a:lnSpc>
                <a:spcPct val="115000"/>
              </a:lnSpc>
              <a:spcBef>
                <a:spcPts val="0"/>
              </a:spcBef>
              <a:spcAft>
                <a:spcPts val="0"/>
              </a:spcAft>
              <a:buSzPts val="1400"/>
              <a:buChar char="■"/>
              <a:defRPr/>
            </a:lvl6pPr>
            <a:lvl7pPr marL="4267200" lvl="6" indent="-423545" algn="ctr">
              <a:lnSpc>
                <a:spcPct val="115000"/>
              </a:lnSpc>
              <a:spcBef>
                <a:spcPts val="0"/>
              </a:spcBef>
              <a:spcAft>
                <a:spcPts val="0"/>
              </a:spcAft>
              <a:buSzPts val="1400"/>
              <a:buChar char="●"/>
              <a:defRPr/>
            </a:lvl7pPr>
            <a:lvl8pPr marL="4876800" lvl="7" indent="-423545" algn="ctr">
              <a:lnSpc>
                <a:spcPct val="115000"/>
              </a:lnSpc>
              <a:spcBef>
                <a:spcPts val="0"/>
              </a:spcBef>
              <a:spcAft>
                <a:spcPts val="0"/>
              </a:spcAft>
              <a:buSzPts val="1400"/>
              <a:buChar char="○"/>
              <a:defRPr/>
            </a:lvl8pPr>
            <a:lvl9pPr marL="5486400" lvl="8" indent="-423545" algn="ctr">
              <a:lnSpc>
                <a:spcPct val="115000"/>
              </a:lnSpc>
              <a:spcBef>
                <a:spcPts val="0"/>
              </a:spcBef>
              <a:spcAft>
                <a:spcPts val="0"/>
              </a:spcAft>
              <a:buSzPts val="1400"/>
              <a:buChar char="■"/>
              <a:defRPr/>
            </a:lvl9pPr>
          </a:lstStyle>
          <a:p>
            <a:endParaRPr/>
          </a:p>
        </p:txBody>
      </p:sp>
      <p:sp>
        <p:nvSpPr>
          <p:cNvPr id="49" name="Google Shape;49;p4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re et contenu" type="obj">
  <p:cSld name="OBJECT">
    <p:spTree>
      <p:nvGrpSpPr>
        <p:cNvPr id="1" name="Shape 50"/>
        <p:cNvGrpSpPr/>
        <p:nvPr/>
      </p:nvGrpSpPr>
      <p:grpSpPr>
        <a:xfrm>
          <a:off x="0" y="0"/>
          <a:ext cx="0" cy="0"/>
          <a:chOff x="0" y="0"/>
          <a:chExt cx="0" cy="0"/>
        </a:xfrm>
      </p:grpSpPr>
      <p:sp>
        <p:nvSpPr>
          <p:cNvPr id="51" name="Google Shape;51;p42"/>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2" name="Google Shape;52;p42"/>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609600" lvl="0" indent="-457200" algn="l">
              <a:lnSpc>
                <a:spcPct val="115000"/>
              </a:lnSpc>
              <a:spcBef>
                <a:spcPts val="0"/>
              </a:spcBef>
              <a:spcAft>
                <a:spcPts val="0"/>
              </a:spcAft>
              <a:buSzPts val="1800"/>
              <a:buChar char="●"/>
              <a:defRPr/>
            </a:lvl1pPr>
            <a:lvl2pPr marL="1219200" lvl="1" indent="-423545" algn="l">
              <a:lnSpc>
                <a:spcPct val="115000"/>
              </a:lnSpc>
              <a:spcBef>
                <a:spcPts val="0"/>
              </a:spcBef>
              <a:spcAft>
                <a:spcPts val="0"/>
              </a:spcAft>
              <a:buSzPts val="1400"/>
              <a:buChar char="○"/>
              <a:defRPr/>
            </a:lvl2pPr>
            <a:lvl3pPr marL="1828800" lvl="2" indent="-423545" algn="l">
              <a:lnSpc>
                <a:spcPct val="115000"/>
              </a:lnSpc>
              <a:spcBef>
                <a:spcPts val="0"/>
              </a:spcBef>
              <a:spcAft>
                <a:spcPts val="0"/>
              </a:spcAft>
              <a:buSzPts val="1400"/>
              <a:buChar char="■"/>
              <a:defRPr/>
            </a:lvl3pPr>
            <a:lvl4pPr marL="2438400" lvl="3" indent="-423545" algn="l">
              <a:lnSpc>
                <a:spcPct val="115000"/>
              </a:lnSpc>
              <a:spcBef>
                <a:spcPts val="0"/>
              </a:spcBef>
              <a:spcAft>
                <a:spcPts val="0"/>
              </a:spcAft>
              <a:buSzPts val="1400"/>
              <a:buChar char="●"/>
              <a:defRPr/>
            </a:lvl4pPr>
            <a:lvl5pPr marL="3048000" lvl="4" indent="-423545" algn="l">
              <a:lnSpc>
                <a:spcPct val="115000"/>
              </a:lnSpc>
              <a:spcBef>
                <a:spcPts val="0"/>
              </a:spcBef>
              <a:spcAft>
                <a:spcPts val="0"/>
              </a:spcAft>
              <a:buSzPts val="1400"/>
              <a:buChar char="○"/>
              <a:defRPr/>
            </a:lvl5pPr>
            <a:lvl6pPr marL="3657600" lvl="5" indent="-423545" algn="l">
              <a:lnSpc>
                <a:spcPct val="115000"/>
              </a:lnSpc>
              <a:spcBef>
                <a:spcPts val="0"/>
              </a:spcBef>
              <a:spcAft>
                <a:spcPts val="0"/>
              </a:spcAft>
              <a:buSzPts val="1400"/>
              <a:buChar char="■"/>
              <a:defRPr/>
            </a:lvl6pPr>
            <a:lvl7pPr marL="4267200" lvl="6" indent="-423545" algn="l">
              <a:lnSpc>
                <a:spcPct val="115000"/>
              </a:lnSpc>
              <a:spcBef>
                <a:spcPts val="0"/>
              </a:spcBef>
              <a:spcAft>
                <a:spcPts val="0"/>
              </a:spcAft>
              <a:buSzPts val="1400"/>
              <a:buChar char="●"/>
              <a:defRPr/>
            </a:lvl7pPr>
            <a:lvl8pPr marL="4876800" lvl="7" indent="-423545" algn="l">
              <a:lnSpc>
                <a:spcPct val="115000"/>
              </a:lnSpc>
              <a:spcBef>
                <a:spcPts val="0"/>
              </a:spcBef>
              <a:spcAft>
                <a:spcPts val="0"/>
              </a:spcAft>
              <a:buSzPts val="1400"/>
              <a:buChar char="○"/>
              <a:defRPr/>
            </a:lvl8pPr>
            <a:lvl9pPr marL="5486400" lvl="8" indent="-423545" algn="l">
              <a:lnSpc>
                <a:spcPct val="115000"/>
              </a:lnSpc>
              <a:spcBef>
                <a:spcPts val="0"/>
              </a:spcBef>
              <a:spcAft>
                <a:spcPts val="0"/>
              </a:spcAft>
              <a:buSzPts val="1400"/>
              <a:buChar char="■"/>
              <a:defRPr/>
            </a:lvl9pPr>
          </a:lstStyle>
          <a:p>
            <a:endParaRPr/>
          </a:p>
        </p:txBody>
      </p:sp>
      <p:sp>
        <p:nvSpPr>
          <p:cNvPr id="53" name="Google Shape;53;p42"/>
          <p:cNvSpPr txBox="1">
            <a:spLocks noGrp="1"/>
          </p:cNvSpPr>
          <p:nvPr>
            <p:ph type="dt" idx="10"/>
          </p:nvPr>
        </p:nvSpPr>
        <p:spPr>
          <a:xfrm>
            <a:off x="609600" y="6356351"/>
            <a:ext cx="2844800" cy="365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
        <p:nvSpPr>
          <p:cNvPr id="54" name="Google Shape;54;p42"/>
          <p:cNvSpPr txBox="1">
            <a:spLocks noGrp="1"/>
          </p:cNvSpPr>
          <p:nvPr>
            <p:ph type="ftr" idx="11"/>
          </p:nvPr>
        </p:nvSpPr>
        <p:spPr>
          <a:xfrm>
            <a:off x="4165600" y="6356351"/>
            <a:ext cx="3860800" cy="365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
        <p:nvSpPr>
          <p:cNvPr id="55" name="Google Shape;55;p42"/>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Vide" type="blank">
  <p:cSld name="BLANK">
    <p:spTree>
      <p:nvGrpSpPr>
        <p:cNvPr id="1" name="Shape 62"/>
        <p:cNvGrpSpPr/>
        <p:nvPr/>
      </p:nvGrpSpPr>
      <p:grpSpPr>
        <a:xfrm>
          <a:off x="0" y="0"/>
          <a:ext cx="0" cy="0"/>
          <a:chOff x="0" y="0"/>
          <a:chExt cx="0" cy="0"/>
        </a:xfrm>
      </p:grpSpPr>
      <p:sp>
        <p:nvSpPr>
          <p:cNvPr id="63" name="Google Shape;63;p51"/>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51"/>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51"/>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Diapositive de titre" type="title">
  <p:cSld name="TITLE">
    <p:spTree>
      <p:nvGrpSpPr>
        <p:cNvPr id="1" name="Shape 66"/>
        <p:cNvGrpSpPr/>
        <p:nvPr/>
      </p:nvGrpSpPr>
      <p:grpSpPr>
        <a:xfrm>
          <a:off x="0" y="0"/>
          <a:ext cx="0" cy="0"/>
          <a:chOff x="0" y="0"/>
          <a:chExt cx="0" cy="0"/>
        </a:xfrm>
      </p:grpSpPr>
      <p:sp>
        <p:nvSpPr>
          <p:cNvPr id="67" name="Google Shape;67;p5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52"/>
          <p:cNvSpPr txBox="1">
            <a:spLocks noGrp="1"/>
          </p:cNvSpPr>
          <p:nvPr>
            <p:ph type="subTitle" idx="1"/>
          </p:nvPr>
        </p:nvSpPr>
        <p:spPr>
          <a:xfrm>
            <a:off x="1524000" y="3602037"/>
            <a:ext cx="9144000" cy="1655763"/>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1800"/>
              <a:buNone/>
              <a:defRPr sz="2400"/>
            </a:lvl1pPr>
            <a:lvl2pPr lvl="1" algn="ctr">
              <a:lnSpc>
                <a:spcPct val="90000"/>
              </a:lnSpc>
              <a:spcBef>
                <a:spcPts val="500"/>
              </a:spcBef>
              <a:spcAft>
                <a:spcPts val="0"/>
              </a:spcAft>
              <a:buClr>
                <a:schemeClr val="dk1"/>
              </a:buClr>
              <a:buSzPts val="1500"/>
              <a:buNone/>
              <a:defRPr sz="2000"/>
            </a:lvl2pPr>
            <a:lvl3pPr lvl="2" algn="ctr">
              <a:lnSpc>
                <a:spcPct val="90000"/>
              </a:lnSpc>
              <a:spcBef>
                <a:spcPts val="500"/>
              </a:spcBef>
              <a:spcAft>
                <a:spcPts val="0"/>
              </a:spcAft>
              <a:buClr>
                <a:schemeClr val="dk1"/>
              </a:buClr>
              <a:buSzPts val="1350"/>
              <a:buNone/>
              <a:defRPr sz="1800"/>
            </a:lvl3pPr>
            <a:lvl4pPr lvl="3" algn="ctr">
              <a:lnSpc>
                <a:spcPct val="90000"/>
              </a:lnSpc>
              <a:spcBef>
                <a:spcPts val="500"/>
              </a:spcBef>
              <a:spcAft>
                <a:spcPts val="0"/>
              </a:spcAft>
              <a:buClr>
                <a:schemeClr val="dk1"/>
              </a:buClr>
              <a:buSzPts val="1200"/>
              <a:buNone/>
              <a:defRPr sz="1600"/>
            </a:lvl4pPr>
            <a:lvl5pPr lvl="4" algn="ctr">
              <a:lnSpc>
                <a:spcPct val="90000"/>
              </a:lnSpc>
              <a:spcBef>
                <a:spcPts val="500"/>
              </a:spcBef>
              <a:spcAft>
                <a:spcPts val="0"/>
              </a:spcAft>
              <a:buClr>
                <a:schemeClr val="dk1"/>
              </a:buClr>
              <a:buSzPts val="1200"/>
              <a:buNone/>
              <a:defRPr sz="1600"/>
            </a:lvl5pPr>
            <a:lvl6pPr lvl="5" algn="ctr">
              <a:lnSpc>
                <a:spcPct val="90000"/>
              </a:lnSpc>
              <a:spcBef>
                <a:spcPts val="500"/>
              </a:spcBef>
              <a:spcAft>
                <a:spcPts val="0"/>
              </a:spcAft>
              <a:buClr>
                <a:schemeClr val="dk1"/>
              </a:buClr>
              <a:buSzPts val="1200"/>
              <a:buNone/>
              <a:defRPr sz="1600"/>
            </a:lvl6pPr>
            <a:lvl7pPr lvl="6" algn="ctr">
              <a:lnSpc>
                <a:spcPct val="90000"/>
              </a:lnSpc>
              <a:spcBef>
                <a:spcPts val="500"/>
              </a:spcBef>
              <a:spcAft>
                <a:spcPts val="0"/>
              </a:spcAft>
              <a:buClr>
                <a:schemeClr val="dk1"/>
              </a:buClr>
              <a:buSzPts val="1200"/>
              <a:buNone/>
              <a:defRPr sz="1600"/>
            </a:lvl7pPr>
            <a:lvl8pPr lvl="7" algn="ctr">
              <a:lnSpc>
                <a:spcPct val="90000"/>
              </a:lnSpc>
              <a:spcBef>
                <a:spcPts val="500"/>
              </a:spcBef>
              <a:spcAft>
                <a:spcPts val="0"/>
              </a:spcAft>
              <a:buClr>
                <a:schemeClr val="dk1"/>
              </a:buClr>
              <a:buSzPts val="1200"/>
              <a:buNone/>
              <a:defRPr sz="1600"/>
            </a:lvl8pPr>
            <a:lvl9pPr lvl="8" algn="ctr">
              <a:lnSpc>
                <a:spcPct val="90000"/>
              </a:lnSpc>
              <a:spcBef>
                <a:spcPts val="500"/>
              </a:spcBef>
              <a:spcAft>
                <a:spcPts val="0"/>
              </a:spcAft>
              <a:buClr>
                <a:schemeClr val="dk1"/>
              </a:buClr>
              <a:buSzPts val="1200"/>
              <a:buNone/>
              <a:defRPr sz="1600"/>
            </a:lvl9pPr>
          </a:lstStyle>
          <a:p>
            <a:endParaRPr/>
          </a:p>
        </p:txBody>
      </p:sp>
      <p:sp>
        <p:nvSpPr>
          <p:cNvPr id="69" name="Google Shape;69;p52"/>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52"/>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52"/>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re et contenu" type="obj">
  <p:cSld name="OBJECT">
    <p:spTree>
      <p:nvGrpSpPr>
        <p:cNvPr id="1" name="Shape 72"/>
        <p:cNvGrpSpPr/>
        <p:nvPr/>
      </p:nvGrpSpPr>
      <p:grpSpPr>
        <a:xfrm>
          <a:off x="0" y="0"/>
          <a:ext cx="0" cy="0"/>
          <a:chOff x="0" y="0"/>
          <a:chExt cx="0" cy="0"/>
        </a:xfrm>
      </p:grpSpPr>
      <p:sp>
        <p:nvSpPr>
          <p:cNvPr id="73" name="Google Shape;73;p5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53"/>
          <p:cNvSpPr txBox="1">
            <a:spLocks noGrp="1"/>
          </p:cNvSpPr>
          <p:nvPr>
            <p:ph type="body" idx="1"/>
          </p:nvPr>
        </p:nvSpPr>
        <p:spPr>
          <a:xfrm>
            <a:off x="838200" y="1825625"/>
            <a:ext cx="10515600" cy="4351339"/>
          </a:xfrm>
          <a:prstGeom prst="rect">
            <a:avLst/>
          </a:prstGeom>
          <a:noFill/>
          <a:ln>
            <a:noFill/>
          </a:ln>
        </p:spPr>
        <p:txBody>
          <a:bodyPr spcFirstLastPara="1" wrap="square" lIns="91425" tIns="45700" rIns="91425" bIns="45700" anchor="t" anchorCtr="0">
            <a:normAutofit/>
          </a:bodyPr>
          <a:lstStyle>
            <a:lvl1pPr marL="609600" lvl="0" indent="-457200" algn="l">
              <a:lnSpc>
                <a:spcPct val="90000"/>
              </a:lnSpc>
              <a:spcBef>
                <a:spcPts val="1000"/>
              </a:spcBef>
              <a:spcAft>
                <a:spcPts val="0"/>
              </a:spcAft>
              <a:buClr>
                <a:schemeClr val="dk1"/>
              </a:buClr>
              <a:buSzPts val="1800"/>
              <a:buChar char="•"/>
              <a:defRPr/>
            </a:lvl1pPr>
            <a:lvl2pPr marL="1219200" lvl="1" indent="-457200" algn="l">
              <a:lnSpc>
                <a:spcPct val="90000"/>
              </a:lnSpc>
              <a:spcBef>
                <a:spcPts val="500"/>
              </a:spcBef>
              <a:spcAft>
                <a:spcPts val="0"/>
              </a:spcAft>
              <a:buClr>
                <a:schemeClr val="dk1"/>
              </a:buClr>
              <a:buSzPts val="1800"/>
              <a:buChar char="•"/>
              <a:defRPr/>
            </a:lvl2pPr>
            <a:lvl3pPr marL="1828800" lvl="2" indent="-457200" algn="l">
              <a:lnSpc>
                <a:spcPct val="90000"/>
              </a:lnSpc>
              <a:spcBef>
                <a:spcPts val="500"/>
              </a:spcBef>
              <a:spcAft>
                <a:spcPts val="0"/>
              </a:spcAft>
              <a:buClr>
                <a:schemeClr val="dk1"/>
              </a:buClr>
              <a:buSzPts val="1800"/>
              <a:buChar char="•"/>
              <a:defRPr/>
            </a:lvl3pPr>
            <a:lvl4pPr marL="2438400" lvl="3" indent="-457200" algn="l">
              <a:lnSpc>
                <a:spcPct val="90000"/>
              </a:lnSpc>
              <a:spcBef>
                <a:spcPts val="500"/>
              </a:spcBef>
              <a:spcAft>
                <a:spcPts val="0"/>
              </a:spcAft>
              <a:buClr>
                <a:schemeClr val="dk1"/>
              </a:buClr>
              <a:buSzPts val="1800"/>
              <a:buChar char="•"/>
              <a:defRPr/>
            </a:lvl4pPr>
            <a:lvl5pPr marL="3048000" lvl="4" indent="-457200" algn="l">
              <a:lnSpc>
                <a:spcPct val="90000"/>
              </a:lnSpc>
              <a:spcBef>
                <a:spcPts val="500"/>
              </a:spcBef>
              <a:spcAft>
                <a:spcPts val="0"/>
              </a:spcAft>
              <a:buClr>
                <a:schemeClr val="dk1"/>
              </a:buClr>
              <a:buSzPts val="1800"/>
              <a:buChar char="•"/>
              <a:defRPr/>
            </a:lvl5pPr>
            <a:lvl6pPr marL="3657600" lvl="5" indent="-457200" algn="l">
              <a:lnSpc>
                <a:spcPct val="90000"/>
              </a:lnSpc>
              <a:spcBef>
                <a:spcPts val="500"/>
              </a:spcBef>
              <a:spcAft>
                <a:spcPts val="0"/>
              </a:spcAft>
              <a:buClr>
                <a:schemeClr val="dk1"/>
              </a:buClr>
              <a:buSzPts val="1800"/>
              <a:buChar char="•"/>
              <a:defRPr/>
            </a:lvl6pPr>
            <a:lvl7pPr marL="4267200" lvl="6" indent="-457200" algn="l">
              <a:lnSpc>
                <a:spcPct val="90000"/>
              </a:lnSpc>
              <a:spcBef>
                <a:spcPts val="500"/>
              </a:spcBef>
              <a:spcAft>
                <a:spcPts val="0"/>
              </a:spcAft>
              <a:buClr>
                <a:schemeClr val="dk1"/>
              </a:buClr>
              <a:buSzPts val="1800"/>
              <a:buChar char="•"/>
              <a:defRPr/>
            </a:lvl7pPr>
            <a:lvl8pPr marL="4876800" lvl="7" indent="-457200" algn="l">
              <a:lnSpc>
                <a:spcPct val="90000"/>
              </a:lnSpc>
              <a:spcBef>
                <a:spcPts val="500"/>
              </a:spcBef>
              <a:spcAft>
                <a:spcPts val="0"/>
              </a:spcAft>
              <a:buClr>
                <a:schemeClr val="dk1"/>
              </a:buClr>
              <a:buSzPts val="1800"/>
              <a:buChar char="•"/>
              <a:defRPr/>
            </a:lvl8pPr>
            <a:lvl9pPr marL="5486400" lvl="8" indent="-457200" algn="l">
              <a:lnSpc>
                <a:spcPct val="90000"/>
              </a:lnSpc>
              <a:spcBef>
                <a:spcPts val="500"/>
              </a:spcBef>
              <a:spcAft>
                <a:spcPts val="0"/>
              </a:spcAft>
              <a:buClr>
                <a:schemeClr val="dk1"/>
              </a:buClr>
              <a:buSzPts val="1800"/>
              <a:buChar char="•"/>
              <a:defRPr/>
            </a:lvl9pPr>
          </a:lstStyle>
          <a:p>
            <a:endParaRPr/>
          </a:p>
        </p:txBody>
      </p:sp>
      <p:sp>
        <p:nvSpPr>
          <p:cNvPr id="75" name="Google Shape;75;p53"/>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53"/>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53"/>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re de section" type="secHead">
  <p:cSld name="SECTION_HEADER">
    <p:spTree>
      <p:nvGrpSpPr>
        <p:cNvPr id="1" name="Shape 78"/>
        <p:cNvGrpSpPr/>
        <p:nvPr/>
      </p:nvGrpSpPr>
      <p:grpSpPr>
        <a:xfrm>
          <a:off x="0" y="0"/>
          <a:ext cx="0" cy="0"/>
          <a:chOff x="0" y="0"/>
          <a:chExt cx="0" cy="0"/>
        </a:xfrm>
      </p:grpSpPr>
      <p:sp>
        <p:nvSpPr>
          <p:cNvPr id="79" name="Google Shape;79;p54"/>
          <p:cNvSpPr txBox="1">
            <a:spLocks noGrp="1"/>
          </p:cNvSpPr>
          <p:nvPr>
            <p:ph type="title"/>
          </p:nvPr>
        </p:nvSpPr>
        <p:spPr>
          <a:xfrm>
            <a:off x="831851" y="1709739"/>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54"/>
          <p:cNvSpPr txBox="1">
            <a:spLocks noGrp="1"/>
          </p:cNvSpPr>
          <p:nvPr>
            <p:ph type="body" idx="1"/>
          </p:nvPr>
        </p:nvSpPr>
        <p:spPr>
          <a:xfrm>
            <a:off x="831851" y="4589464"/>
            <a:ext cx="10515600" cy="1500187"/>
          </a:xfrm>
          <a:prstGeom prst="rect">
            <a:avLst/>
          </a:prstGeom>
          <a:noFill/>
          <a:ln>
            <a:noFill/>
          </a:ln>
        </p:spPr>
        <p:txBody>
          <a:bodyPr spcFirstLastPara="1" wrap="square" lIns="91425" tIns="45700" rIns="91425" bIns="45700" anchor="t" anchorCtr="0">
            <a:normAutofit/>
          </a:bodyPr>
          <a:lstStyle>
            <a:lvl1pPr marL="609600" lvl="0" indent="-304800" algn="l">
              <a:lnSpc>
                <a:spcPct val="90000"/>
              </a:lnSpc>
              <a:spcBef>
                <a:spcPts val="1000"/>
              </a:spcBef>
              <a:spcAft>
                <a:spcPts val="0"/>
              </a:spcAft>
              <a:buClr>
                <a:srgbClr val="888888"/>
              </a:buClr>
              <a:buSzPts val="1800"/>
              <a:buNone/>
              <a:defRPr sz="2400">
                <a:solidFill>
                  <a:srgbClr val="888888"/>
                </a:solidFill>
              </a:defRPr>
            </a:lvl1pPr>
            <a:lvl2pPr marL="1219200" lvl="1" indent="-304800" algn="l">
              <a:lnSpc>
                <a:spcPct val="90000"/>
              </a:lnSpc>
              <a:spcBef>
                <a:spcPts val="500"/>
              </a:spcBef>
              <a:spcAft>
                <a:spcPts val="0"/>
              </a:spcAft>
              <a:buClr>
                <a:srgbClr val="888888"/>
              </a:buClr>
              <a:buSzPts val="1500"/>
              <a:buNone/>
              <a:defRPr sz="2000">
                <a:solidFill>
                  <a:srgbClr val="888888"/>
                </a:solidFill>
              </a:defRPr>
            </a:lvl2pPr>
            <a:lvl3pPr marL="1828800" lvl="2" indent="-304800" algn="l">
              <a:lnSpc>
                <a:spcPct val="90000"/>
              </a:lnSpc>
              <a:spcBef>
                <a:spcPts val="500"/>
              </a:spcBef>
              <a:spcAft>
                <a:spcPts val="0"/>
              </a:spcAft>
              <a:buClr>
                <a:srgbClr val="888888"/>
              </a:buClr>
              <a:buSzPts val="1350"/>
              <a:buNone/>
              <a:defRPr sz="1800">
                <a:solidFill>
                  <a:srgbClr val="888888"/>
                </a:solidFill>
              </a:defRPr>
            </a:lvl3pPr>
            <a:lvl4pPr marL="2438400" lvl="3" indent="-304800" algn="l">
              <a:lnSpc>
                <a:spcPct val="90000"/>
              </a:lnSpc>
              <a:spcBef>
                <a:spcPts val="500"/>
              </a:spcBef>
              <a:spcAft>
                <a:spcPts val="0"/>
              </a:spcAft>
              <a:buClr>
                <a:srgbClr val="888888"/>
              </a:buClr>
              <a:buSzPts val="1200"/>
              <a:buNone/>
              <a:defRPr sz="1600">
                <a:solidFill>
                  <a:srgbClr val="888888"/>
                </a:solidFill>
              </a:defRPr>
            </a:lvl4pPr>
            <a:lvl5pPr marL="3048000" lvl="4" indent="-304800" algn="l">
              <a:lnSpc>
                <a:spcPct val="90000"/>
              </a:lnSpc>
              <a:spcBef>
                <a:spcPts val="500"/>
              </a:spcBef>
              <a:spcAft>
                <a:spcPts val="0"/>
              </a:spcAft>
              <a:buClr>
                <a:srgbClr val="888888"/>
              </a:buClr>
              <a:buSzPts val="1200"/>
              <a:buNone/>
              <a:defRPr sz="1600">
                <a:solidFill>
                  <a:srgbClr val="888888"/>
                </a:solidFill>
              </a:defRPr>
            </a:lvl5pPr>
            <a:lvl6pPr marL="3657600" lvl="5" indent="-304800" algn="l">
              <a:lnSpc>
                <a:spcPct val="90000"/>
              </a:lnSpc>
              <a:spcBef>
                <a:spcPts val="500"/>
              </a:spcBef>
              <a:spcAft>
                <a:spcPts val="0"/>
              </a:spcAft>
              <a:buClr>
                <a:srgbClr val="888888"/>
              </a:buClr>
              <a:buSzPts val="1200"/>
              <a:buNone/>
              <a:defRPr sz="1600">
                <a:solidFill>
                  <a:srgbClr val="888888"/>
                </a:solidFill>
              </a:defRPr>
            </a:lvl6pPr>
            <a:lvl7pPr marL="4267200" lvl="6" indent="-304800" algn="l">
              <a:lnSpc>
                <a:spcPct val="90000"/>
              </a:lnSpc>
              <a:spcBef>
                <a:spcPts val="500"/>
              </a:spcBef>
              <a:spcAft>
                <a:spcPts val="0"/>
              </a:spcAft>
              <a:buClr>
                <a:srgbClr val="888888"/>
              </a:buClr>
              <a:buSzPts val="1200"/>
              <a:buNone/>
              <a:defRPr sz="1600">
                <a:solidFill>
                  <a:srgbClr val="888888"/>
                </a:solidFill>
              </a:defRPr>
            </a:lvl7pPr>
            <a:lvl8pPr marL="4876800" lvl="7" indent="-304800" algn="l">
              <a:lnSpc>
                <a:spcPct val="90000"/>
              </a:lnSpc>
              <a:spcBef>
                <a:spcPts val="500"/>
              </a:spcBef>
              <a:spcAft>
                <a:spcPts val="0"/>
              </a:spcAft>
              <a:buClr>
                <a:srgbClr val="888888"/>
              </a:buClr>
              <a:buSzPts val="1200"/>
              <a:buNone/>
              <a:defRPr sz="1600">
                <a:solidFill>
                  <a:srgbClr val="888888"/>
                </a:solidFill>
              </a:defRPr>
            </a:lvl8pPr>
            <a:lvl9pPr marL="5486400" lvl="8" indent="-304800" algn="l">
              <a:lnSpc>
                <a:spcPct val="90000"/>
              </a:lnSpc>
              <a:spcBef>
                <a:spcPts val="500"/>
              </a:spcBef>
              <a:spcAft>
                <a:spcPts val="0"/>
              </a:spcAft>
              <a:buClr>
                <a:srgbClr val="888888"/>
              </a:buClr>
              <a:buSzPts val="1200"/>
              <a:buNone/>
              <a:defRPr sz="1600">
                <a:solidFill>
                  <a:srgbClr val="888888"/>
                </a:solidFill>
              </a:defRPr>
            </a:lvl9pPr>
          </a:lstStyle>
          <a:p>
            <a:endParaRPr/>
          </a:p>
        </p:txBody>
      </p:sp>
      <p:sp>
        <p:nvSpPr>
          <p:cNvPr id="81" name="Google Shape;81;p54"/>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54"/>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54"/>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Deux contenus" type="twoObj">
  <p:cSld name="TWO_OBJECTS">
    <p:spTree>
      <p:nvGrpSpPr>
        <p:cNvPr id="1" name="Shape 84"/>
        <p:cNvGrpSpPr/>
        <p:nvPr/>
      </p:nvGrpSpPr>
      <p:grpSpPr>
        <a:xfrm>
          <a:off x="0" y="0"/>
          <a:ext cx="0" cy="0"/>
          <a:chOff x="0" y="0"/>
          <a:chExt cx="0" cy="0"/>
        </a:xfrm>
      </p:grpSpPr>
      <p:sp>
        <p:nvSpPr>
          <p:cNvPr id="85" name="Google Shape;85;p5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55"/>
          <p:cNvSpPr txBox="1">
            <a:spLocks noGrp="1"/>
          </p:cNvSpPr>
          <p:nvPr>
            <p:ph type="body" idx="1"/>
          </p:nvPr>
        </p:nvSpPr>
        <p:spPr>
          <a:xfrm>
            <a:off x="838200" y="1825625"/>
            <a:ext cx="5181600" cy="4351339"/>
          </a:xfrm>
          <a:prstGeom prst="rect">
            <a:avLst/>
          </a:prstGeom>
          <a:noFill/>
          <a:ln>
            <a:noFill/>
          </a:ln>
        </p:spPr>
        <p:txBody>
          <a:bodyPr spcFirstLastPara="1" wrap="square" lIns="91425" tIns="45700" rIns="91425" bIns="45700" anchor="t" anchorCtr="0">
            <a:normAutofit/>
          </a:bodyPr>
          <a:lstStyle>
            <a:lvl1pPr marL="609600" lvl="0" indent="-457200" algn="l">
              <a:lnSpc>
                <a:spcPct val="90000"/>
              </a:lnSpc>
              <a:spcBef>
                <a:spcPts val="1000"/>
              </a:spcBef>
              <a:spcAft>
                <a:spcPts val="0"/>
              </a:spcAft>
              <a:buClr>
                <a:schemeClr val="dk1"/>
              </a:buClr>
              <a:buSzPts val="1800"/>
              <a:buChar char="•"/>
              <a:defRPr/>
            </a:lvl1pPr>
            <a:lvl2pPr marL="1219200" lvl="1" indent="-457200" algn="l">
              <a:lnSpc>
                <a:spcPct val="90000"/>
              </a:lnSpc>
              <a:spcBef>
                <a:spcPts val="500"/>
              </a:spcBef>
              <a:spcAft>
                <a:spcPts val="0"/>
              </a:spcAft>
              <a:buClr>
                <a:schemeClr val="dk1"/>
              </a:buClr>
              <a:buSzPts val="1800"/>
              <a:buChar char="•"/>
              <a:defRPr/>
            </a:lvl2pPr>
            <a:lvl3pPr marL="1828800" lvl="2" indent="-457200" algn="l">
              <a:lnSpc>
                <a:spcPct val="90000"/>
              </a:lnSpc>
              <a:spcBef>
                <a:spcPts val="500"/>
              </a:spcBef>
              <a:spcAft>
                <a:spcPts val="0"/>
              </a:spcAft>
              <a:buClr>
                <a:schemeClr val="dk1"/>
              </a:buClr>
              <a:buSzPts val="1800"/>
              <a:buChar char="•"/>
              <a:defRPr/>
            </a:lvl3pPr>
            <a:lvl4pPr marL="2438400" lvl="3" indent="-457200" algn="l">
              <a:lnSpc>
                <a:spcPct val="90000"/>
              </a:lnSpc>
              <a:spcBef>
                <a:spcPts val="500"/>
              </a:spcBef>
              <a:spcAft>
                <a:spcPts val="0"/>
              </a:spcAft>
              <a:buClr>
                <a:schemeClr val="dk1"/>
              </a:buClr>
              <a:buSzPts val="1800"/>
              <a:buChar char="•"/>
              <a:defRPr/>
            </a:lvl4pPr>
            <a:lvl5pPr marL="3048000" lvl="4" indent="-457200" algn="l">
              <a:lnSpc>
                <a:spcPct val="90000"/>
              </a:lnSpc>
              <a:spcBef>
                <a:spcPts val="500"/>
              </a:spcBef>
              <a:spcAft>
                <a:spcPts val="0"/>
              </a:spcAft>
              <a:buClr>
                <a:schemeClr val="dk1"/>
              </a:buClr>
              <a:buSzPts val="1800"/>
              <a:buChar char="•"/>
              <a:defRPr/>
            </a:lvl5pPr>
            <a:lvl6pPr marL="3657600" lvl="5" indent="-457200" algn="l">
              <a:lnSpc>
                <a:spcPct val="90000"/>
              </a:lnSpc>
              <a:spcBef>
                <a:spcPts val="500"/>
              </a:spcBef>
              <a:spcAft>
                <a:spcPts val="0"/>
              </a:spcAft>
              <a:buClr>
                <a:schemeClr val="dk1"/>
              </a:buClr>
              <a:buSzPts val="1800"/>
              <a:buChar char="•"/>
              <a:defRPr/>
            </a:lvl6pPr>
            <a:lvl7pPr marL="4267200" lvl="6" indent="-457200" algn="l">
              <a:lnSpc>
                <a:spcPct val="90000"/>
              </a:lnSpc>
              <a:spcBef>
                <a:spcPts val="500"/>
              </a:spcBef>
              <a:spcAft>
                <a:spcPts val="0"/>
              </a:spcAft>
              <a:buClr>
                <a:schemeClr val="dk1"/>
              </a:buClr>
              <a:buSzPts val="1800"/>
              <a:buChar char="•"/>
              <a:defRPr/>
            </a:lvl7pPr>
            <a:lvl8pPr marL="4876800" lvl="7" indent="-457200" algn="l">
              <a:lnSpc>
                <a:spcPct val="90000"/>
              </a:lnSpc>
              <a:spcBef>
                <a:spcPts val="500"/>
              </a:spcBef>
              <a:spcAft>
                <a:spcPts val="0"/>
              </a:spcAft>
              <a:buClr>
                <a:schemeClr val="dk1"/>
              </a:buClr>
              <a:buSzPts val="1800"/>
              <a:buChar char="•"/>
              <a:defRPr/>
            </a:lvl8pPr>
            <a:lvl9pPr marL="5486400" lvl="8" indent="-457200" algn="l">
              <a:lnSpc>
                <a:spcPct val="90000"/>
              </a:lnSpc>
              <a:spcBef>
                <a:spcPts val="500"/>
              </a:spcBef>
              <a:spcAft>
                <a:spcPts val="0"/>
              </a:spcAft>
              <a:buClr>
                <a:schemeClr val="dk1"/>
              </a:buClr>
              <a:buSzPts val="1800"/>
              <a:buChar char="•"/>
              <a:defRPr/>
            </a:lvl9pPr>
          </a:lstStyle>
          <a:p>
            <a:endParaRPr/>
          </a:p>
        </p:txBody>
      </p:sp>
      <p:sp>
        <p:nvSpPr>
          <p:cNvPr id="87" name="Google Shape;87;p55"/>
          <p:cNvSpPr txBox="1">
            <a:spLocks noGrp="1"/>
          </p:cNvSpPr>
          <p:nvPr>
            <p:ph type="body" idx="2"/>
          </p:nvPr>
        </p:nvSpPr>
        <p:spPr>
          <a:xfrm>
            <a:off x="6172200" y="1825625"/>
            <a:ext cx="5181600" cy="4351339"/>
          </a:xfrm>
          <a:prstGeom prst="rect">
            <a:avLst/>
          </a:prstGeom>
          <a:noFill/>
          <a:ln>
            <a:noFill/>
          </a:ln>
        </p:spPr>
        <p:txBody>
          <a:bodyPr spcFirstLastPara="1" wrap="square" lIns="91425" tIns="45700" rIns="91425" bIns="45700" anchor="t" anchorCtr="0">
            <a:normAutofit/>
          </a:bodyPr>
          <a:lstStyle>
            <a:lvl1pPr marL="609600" lvl="0" indent="-457200" algn="l">
              <a:lnSpc>
                <a:spcPct val="90000"/>
              </a:lnSpc>
              <a:spcBef>
                <a:spcPts val="1000"/>
              </a:spcBef>
              <a:spcAft>
                <a:spcPts val="0"/>
              </a:spcAft>
              <a:buClr>
                <a:schemeClr val="dk1"/>
              </a:buClr>
              <a:buSzPts val="1800"/>
              <a:buChar char="•"/>
              <a:defRPr/>
            </a:lvl1pPr>
            <a:lvl2pPr marL="1219200" lvl="1" indent="-457200" algn="l">
              <a:lnSpc>
                <a:spcPct val="90000"/>
              </a:lnSpc>
              <a:spcBef>
                <a:spcPts val="500"/>
              </a:spcBef>
              <a:spcAft>
                <a:spcPts val="0"/>
              </a:spcAft>
              <a:buClr>
                <a:schemeClr val="dk1"/>
              </a:buClr>
              <a:buSzPts val="1800"/>
              <a:buChar char="•"/>
              <a:defRPr/>
            </a:lvl2pPr>
            <a:lvl3pPr marL="1828800" lvl="2" indent="-457200" algn="l">
              <a:lnSpc>
                <a:spcPct val="90000"/>
              </a:lnSpc>
              <a:spcBef>
                <a:spcPts val="500"/>
              </a:spcBef>
              <a:spcAft>
                <a:spcPts val="0"/>
              </a:spcAft>
              <a:buClr>
                <a:schemeClr val="dk1"/>
              </a:buClr>
              <a:buSzPts val="1800"/>
              <a:buChar char="•"/>
              <a:defRPr/>
            </a:lvl3pPr>
            <a:lvl4pPr marL="2438400" lvl="3" indent="-457200" algn="l">
              <a:lnSpc>
                <a:spcPct val="90000"/>
              </a:lnSpc>
              <a:spcBef>
                <a:spcPts val="500"/>
              </a:spcBef>
              <a:spcAft>
                <a:spcPts val="0"/>
              </a:spcAft>
              <a:buClr>
                <a:schemeClr val="dk1"/>
              </a:buClr>
              <a:buSzPts val="1800"/>
              <a:buChar char="•"/>
              <a:defRPr/>
            </a:lvl4pPr>
            <a:lvl5pPr marL="3048000" lvl="4" indent="-457200" algn="l">
              <a:lnSpc>
                <a:spcPct val="90000"/>
              </a:lnSpc>
              <a:spcBef>
                <a:spcPts val="500"/>
              </a:spcBef>
              <a:spcAft>
                <a:spcPts val="0"/>
              </a:spcAft>
              <a:buClr>
                <a:schemeClr val="dk1"/>
              </a:buClr>
              <a:buSzPts val="1800"/>
              <a:buChar char="•"/>
              <a:defRPr/>
            </a:lvl5pPr>
            <a:lvl6pPr marL="3657600" lvl="5" indent="-457200" algn="l">
              <a:lnSpc>
                <a:spcPct val="90000"/>
              </a:lnSpc>
              <a:spcBef>
                <a:spcPts val="500"/>
              </a:spcBef>
              <a:spcAft>
                <a:spcPts val="0"/>
              </a:spcAft>
              <a:buClr>
                <a:schemeClr val="dk1"/>
              </a:buClr>
              <a:buSzPts val="1800"/>
              <a:buChar char="•"/>
              <a:defRPr/>
            </a:lvl6pPr>
            <a:lvl7pPr marL="4267200" lvl="6" indent="-457200" algn="l">
              <a:lnSpc>
                <a:spcPct val="90000"/>
              </a:lnSpc>
              <a:spcBef>
                <a:spcPts val="500"/>
              </a:spcBef>
              <a:spcAft>
                <a:spcPts val="0"/>
              </a:spcAft>
              <a:buClr>
                <a:schemeClr val="dk1"/>
              </a:buClr>
              <a:buSzPts val="1800"/>
              <a:buChar char="•"/>
              <a:defRPr/>
            </a:lvl7pPr>
            <a:lvl8pPr marL="4876800" lvl="7" indent="-457200" algn="l">
              <a:lnSpc>
                <a:spcPct val="90000"/>
              </a:lnSpc>
              <a:spcBef>
                <a:spcPts val="500"/>
              </a:spcBef>
              <a:spcAft>
                <a:spcPts val="0"/>
              </a:spcAft>
              <a:buClr>
                <a:schemeClr val="dk1"/>
              </a:buClr>
              <a:buSzPts val="1800"/>
              <a:buChar char="•"/>
              <a:defRPr/>
            </a:lvl8pPr>
            <a:lvl9pPr marL="5486400" lvl="8" indent="-457200" algn="l">
              <a:lnSpc>
                <a:spcPct val="90000"/>
              </a:lnSpc>
              <a:spcBef>
                <a:spcPts val="500"/>
              </a:spcBef>
              <a:spcAft>
                <a:spcPts val="0"/>
              </a:spcAft>
              <a:buClr>
                <a:schemeClr val="dk1"/>
              </a:buClr>
              <a:buSzPts val="1800"/>
              <a:buChar char="•"/>
              <a:defRPr/>
            </a:lvl9pPr>
          </a:lstStyle>
          <a:p>
            <a:endParaRPr/>
          </a:p>
        </p:txBody>
      </p:sp>
      <p:sp>
        <p:nvSpPr>
          <p:cNvPr id="88" name="Google Shape;88;p55"/>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55"/>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55"/>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Comparaison" type="twoTxTwoObj">
  <p:cSld name="TWO_OBJECTS_WITH_TEXT">
    <p:spTree>
      <p:nvGrpSpPr>
        <p:cNvPr id="1" name="Shape 91"/>
        <p:cNvGrpSpPr/>
        <p:nvPr/>
      </p:nvGrpSpPr>
      <p:grpSpPr>
        <a:xfrm>
          <a:off x="0" y="0"/>
          <a:ext cx="0" cy="0"/>
          <a:chOff x="0" y="0"/>
          <a:chExt cx="0" cy="0"/>
        </a:xfrm>
      </p:grpSpPr>
      <p:sp>
        <p:nvSpPr>
          <p:cNvPr id="92" name="Google Shape;92;p5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3" name="Google Shape;93;p56"/>
          <p:cNvSpPr txBox="1">
            <a:spLocks noGrp="1"/>
          </p:cNvSpPr>
          <p:nvPr>
            <p:ph type="body" idx="1"/>
          </p:nvPr>
        </p:nvSpPr>
        <p:spPr>
          <a:xfrm>
            <a:off x="839789" y="1681163"/>
            <a:ext cx="5157787" cy="823912"/>
          </a:xfrm>
          <a:prstGeom prst="rect">
            <a:avLst/>
          </a:prstGeom>
          <a:noFill/>
          <a:ln>
            <a:noFill/>
          </a:ln>
        </p:spPr>
        <p:txBody>
          <a:bodyPr spcFirstLastPara="1" wrap="square" lIns="91425" tIns="45700" rIns="91425" bIns="45700" anchor="b" anchorCtr="0">
            <a:normAutofit/>
          </a:bodyPr>
          <a:lstStyle>
            <a:lvl1pPr marL="609600" lvl="0" indent="-304800" algn="l">
              <a:lnSpc>
                <a:spcPct val="90000"/>
              </a:lnSpc>
              <a:spcBef>
                <a:spcPts val="1000"/>
              </a:spcBef>
              <a:spcAft>
                <a:spcPts val="0"/>
              </a:spcAft>
              <a:buClr>
                <a:schemeClr val="dk1"/>
              </a:buClr>
              <a:buSzPts val="1800"/>
              <a:buNone/>
              <a:defRPr sz="2400" b="1"/>
            </a:lvl1pPr>
            <a:lvl2pPr marL="1219200" lvl="1" indent="-304800" algn="l">
              <a:lnSpc>
                <a:spcPct val="90000"/>
              </a:lnSpc>
              <a:spcBef>
                <a:spcPts val="500"/>
              </a:spcBef>
              <a:spcAft>
                <a:spcPts val="0"/>
              </a:spcAft>
              <a:buClr>
                <a:schemeClr val="dk1"/>
              </a:buClr>
              <a:buSzPts val="1500"/>
              <a:buNone/>
              <a:defRPr sz="2000" b="1"/>
            </a:lvl2pPr>
            <a:lvl3pPr marL="1828800" lvl="2" indent="-304800" algn="l">
              <a:lnSpc>
                <a:spcPct val="90000"/>
              </a:lnSpc>
              <a:spcBef>
                <a:spcPts val="500"/>
              </a:spcBef>
              <a:spcAft>
                <a:spcPts val="0"/>
              </a:spcAft>
              <a:buClr>
                <a:schemeClr val="dk1"/>
              </a:buClr>
              <a:buSzPts val="1350"/>
              <a:buNone/>
              <a:defRPr sz="1800" b="1"/>
            </a:lvl3pPr>
            <a:lvl4pPr marL="2438400" lvl="3" indent="-304800" algn="l">
              <a:lnSpc>
                <a:spcPct val="90000"/>
              </a:lnSpc>
              <a:spcBef>
                <a:spcPts val="500"/>
              </a:spcBef>
              <a:spcAft>
                <a:spcPts val="0"/>
              </a:spcAft>
              <a:buClr>
                <a:schemeClr val="dk1"/>
              </a:buClr>
              <a:buSzPts val="1200"/>
              <a:buNone/>
              <a:defRPr sz="1600" b="1"/>
            </a:lvl4pPr>
            <a:lvl5pPr marL="3048000" lvl="4" indent="-304800" algn="l">
              <a:lnSpc>
                <a:spcPct val="90000"/>
              </a:lnSpc>
              <a:spcBef>
                <a:spcPts val="500"/>
              </a:spcBef>
              <a:spcAft>
                <a:spcPts val="0"/>
              </a:spcAft>
              <a:buClr>
                <a:schemeClr val="dk1"/>
              </a:buClr>
              <a:buSzPts val="1200"/>
              <a:buNone/>
              <a:defRPr sz="1600" b="1"/>
            </a:lvl5pPr>
            <a:lvl6pPr marL="3657600" lvl="5" indent="-304800" algn="l">
              <a:lnSpc>
                <a:spcPct val="90000"/>
              </a:lnSpc>
              <a:spcBef>
                <a:spcPts val="500"/>
              </a:spcBef>
              <a:spcAft>
                <a:spcPts val="0"/>
              </a:spcAft>
              <a:buClr>
                <a:schemeClr val="dk1"/>
              </a:buClr>
              <a:buSzPts val="1200"/>
              <a:buNone/>
              <a:defRPr sz="1600" b="1"/>
            </a:lvl6pPr>
            <a:lvl7pPr marL="4267200" lvl="6" indent="-304800" algn="l">
              <a:lnSpc>
                <a:spcPct val="90000"/>
              </a:lnSpc>
              <a:spcBef>
                <a:spcPts val="500"/>
              </a:spcBef>
              <a:spcAft>
                <a:spcPts val="0"/>
              </a:spcAft>
              <a:buClr>
                <a:schemeClr val="dk1"/>
              </a:buClr>
              <a:buSzPts val="1200"/>
              <a:buNone/>
              <a:defRPr sz="1600" b="1"/>
            </a:lvl7pPr>
            <a:lvl8pPr marL="4876800" lvl="7" indent="-304800" algn="l">
              <a:lnSpc>
                <a:spcPct val="90000"/>
              </a:lnSpc>
              <a:spcBef>
                <a:spcPts val="500"/>
              </a:spcBef>
              <a:spcAft>
                <a:spcPts val="0"/>
              </a:spcAft>
              <a:buClr>
                <a:schemeClr val="dk1"/>
              </a:buClr>
              <a:buSzPts val="1200"/>
              <a:buNone/>
              <a:defRPr sz="1600" b="1"/>
            </a:lvl8pPr>
            <a:lvl9pPr marL="5486400" lvl="8" indent="-304800" algn="l">
              <a:lnSpc>
                <a:spcPct val="90000"/>
              </a:lnSpc>
              <a:spcBef>
                <a:spcPts val="500"/>
              </a:spcBef>
              <a:spcAft>
                <a:spcPts val="0"/>
              </a:spcAft>
              <a:buClr>
                <a:schemeClr val="dk1"/>
              </a:buClr>
              <a:buSzPts val="1200"/>
              <a:buNone/>
              <a:defRPr sz="1600" b="1"/>
            </a:lvl9pPr>
          </a:lstStyle>
          <a:p>
            <a:endParaRPr/>
          </a:p>
        </p:txBody>
      </p:sp>
      <p:sp>
        <p:nvSpPr>
          <p:cNvPr id="94" name="Google Shape;94;p56"/>
          <p:cNvSpPr txBox="1">
            <a:spLocks noGrp="1"/>
          </p:cNvSpPr>
          <p:nvPr>
            <p:ph type="body" idx="2"/>
          </p:nvPr>
        </p:nvSpPr>
        <p:spPr>
          <a:xfrm>
            <a:off x="839789" y="2505075"/>
            <a:ext cx="5157787" cy="3684588"/>
          </a:xfrm>
          <a:prstGeom prst="rect">
            <a:avLst/>
          </a:prstGeom>
          <a:noFill/>
          <a:ln>
            <a:noFill/>
          </a:ln>
        </p:spPr>
        <p:txBody>
          <a:bodyPr spcFirstLastPara="1" wrap="square" lIns="91425" tIns="45700" rIns="91425" bIns="45700" anchor="t" anchorCtr="0">
            <a:normAutofit/>
          </a:bodyPr>
          <a:lstStyle>
            <a:lvl1pPr marL="609600" lvl="0" indent="-457200" algn="l">
              <a:lnSpc>
                <a:spcPct val="90000"/>
              </a:lnSpc>
              <a:spcBef>
                <a:spcPts val="1000"/>
              </a:spcBef>
              <a:spcAft>
                <a:spcPts val="0"/>
              </a:spcAft>
              <a:buClr>
                <a:schemeClr val="dk1"/>
              </a:buClr>
              <a:buSzPts val="1800"/>
              <a:buChar char="•"/>
              <a:defRPr/>
            </a:lvl1pPr>
            <a:lvl2pPr marL="1219200" lvl="1" indent="-457200" algn="l">
              <a:lnSpc>
                <a:spcPct val="90000"/>
              </a:lnSpc>
              <a:spcBef>
                <a:spcPts val="500"/>
              </a:spcBef>
              <a:spcAft>
                <a:spcPts val="0"/>
              </a:spcAft>
              <a:buClr>
                <a:schemeClr val="dk1"/>
              </a:buClr>
              <a:buSzPts val="1800"/>
              <a:buChar char="•"/>
              <a:defRPr/>
            </a:lvl2pPr>
            <a:lvl3pPr marL="1828800" lvl="2" indent="-457200" algn="l">
              <a:lnSpc>
                <a:spcPct val="90000"/>
              </a:lnSpc>
              <a:spcBef>
                <a:spcPts val="500"/>
              </a:spcBef>
              <a:spcAft>
                <a:spcPts val="0"/>
              </a:spcAft>
              <a:buClr>
                <a:schemeClr val="dk1"/>
              </a:buClr>
              <a:buSzPts val="1800"/>
              <a:buChar char="•"/>
              <a:defRPr/>
            </a:lvl3pPr>
            <a:lvl4pPr marL="2438400" lvl="3" indent="-457200" algn="l">
              <a:lnSpc>
                <a:spcPct val="90000"/>
              </a:lnSpc>
              <a:spcBef>
                <a:spcPts val="500"/>
              </a:spcBef>
              <a:spcAft>
                <a:spcPts val="0"/>
              </a:spcAft>
              <a:buClr>
                <a:schemeClr val="dk1"/>
              </a:buClr>
              <a:buSzPts val="1800"/>
              <a:buChar char="•"/>
              <a:defRPr/>
            </a:lvl4pPr>
            <a:lvl5pPr marL="3048000" lvl="4" indent="-457200" algn="l">
              <a:lnSpc>
                <a:spcPct val="90000"/>
              </a:lnSpc>
              <a:spcBef>
                <a:spcPts val="500"/>
              </a:spcBef>
              <a:spcAft>
                <a:spcPts val="0"/>
              </a:spcAft>
              <a:buClr>
                <a:schemeClr val="dk1"/>
              </a:buClr>
              <a:buSzPts val="1800"/>
              <a:buChar char="•"/>
              <a:defRPr/>
            </a:lvl5pPr>
            <a:lvl6pPr marL="3657600" lvl="5" indent="-457200" algn="l">
              <a:lnSpc>
                <a:spcPct val="90000"/>
              </a:lnSpc>
              <a:spcBef>
                <a:spcPts val="500"/>
              </a:spcBef>
              <a:spcAft>
                <a:spcPts val="0"/>
              </a:spcAft>
              <a:buClr>
                <a:schemeClr val="dk1"/>
              </a:buClr>
              <a:buSzPts val="1800"/>
              <a:buChar char="•"/>
              <a:defRPr/>
            </a:lvl6pPr>
            <a:lvl7pPr marL="4267200" lvl="6" indent="-457200" algn="l">
              <a:lnSpc>
                <a:spcPct val="90000"/>
              </a:lnSpc>
              <a:spcBef>
                <a:spcPts val="500"/>
              </a:spcBef>
              <a:spcAft>
                <a:spcPts val="0"/>
              </a:spcAft>
              <a:buClr>
                <a:schemeClr val="dk1"/>
              </a:buClr>
              <a:buSzPts val="1800"/>
              <a:buChar char="•"/>
              <a:defRPr/>
            </a:lvl7pPr>
            <a:lvl8pPr marL="4876800" lvl="7" indent="-457200" algn="l">
              <a:lnSpc>
                <a:spcPct val="90000"/>
              </a:lnSpc>
              <a:spcBef>
                <a:spcPts val="500"/>
              </a:spcBef>
              <a:spcAft>
                <a:spcPts val="0"/>
              </a:spcAft>
              <a:buClr>
                <a:schemeClr val="dk1"/>
              </a:buClr>
              <a:buSzPts val="1800"/>
              <a:buChar char="•"/>
              <a:defRPr/>
            </a:lvl8pPr>
            <a:lvl9pPr marL="5486400" lvl="8" indent="-457200" algn="l">
              <a:lnSpc>
                <a:spcPct val="90000"/>
              </a:lnSpc>
              <a:spcBef>
                <a:spcPts val="500"/>
              </a:spcBef>
              <a:spcAft>
                <a:spcPts val="0"/>
              </a:spcAft>
              <a:buClr>
                <a:schemeClr val="dk1"/>
              </a:buClr>
              <a:buSzPts val="1800"/>
              <a:buChar char="•"/>
              <a:defRPr/>
            </a:lvl9pPr>
          </a:lstStyle>
          <a:p>
            <a:endParaRPr/>
          </a:p>
        </p:txBody>
      </p:sp>
      <p:sp>
        <p:nvSpPr>
          <p:cNvPr id="95" name="Google Shape;95;p5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609600" lvl="0" indent="-304800" algn="l">
              <a:lnSpc>
                <a:spcPct val="90000"/>
              </a:lnSpc>
              <a:spcBef>
                <a:spcPts val="1000"/>
              </a:spcBef>
              <a:spcAft>
                <a:spcPts val="0"/>
              </a:spcAft>
              <a:buClr>
                <a:schemeClr val="dk1"/>
              </a:buClr>
              <a:buSzPts val="1800"/>
              <a:buNone/>
              <a:defRPr sz="2400" b="1"/>
            </a:lvl1pPr>
            <a:lvl2pPr marL="1219200" lvl="1" indent="-304800" algn="l">
              <a:lnSpc>
                <a:spcPct val="90000"/>
              </a:lnSpc>
              <a:spcBef>
                <a:spcPts val="500"/>
              </a:spcBef>
              <a:spcAft>
                <a:spcPts val="0"/>
              </a:spcAft>
              <a:buClr>
                <a:schemeClr val="dk1"/>
              </a:buClr>
              <a:buSzPts val="1500"/>
              <a:buNone/>
              <a:defRPr sz="2000" b="1"/>
            </a:lvl2pPr>
            <a:lvl3pPr marL="1828800" lvl="2" indent="-304800" algn="l">
              <a:lnSpc>
                <a:spcPct val="90000"/>
              </a:lnSpc>
              <a:spcBef>
                <a:spcPts val="500"/>
              </a:spcBef>
              <a:spcAft>
                <a:spcPts val="0"/>
              </a:spcAft>
              <a:buClr>
                <a:schemeClr val="dk1"/>
              </a:buClr>
              <a:buSzPts val="1350"/>
              <a:buNone/>
              <a:defRPr sz="1800" b="1"/>
            </a:lvl3pPr>
            <a:lvl4pPr marL="2438400" lvl="3" indent="-304800" algn="l">
              <a:lnSpc>
                <a:spcPct val="90000"/>
              </a:lnSpc>
              <a:spcBef>
                <a:spcPts val="500"/>
              </a:spcBef>
              <a:spcAft>
                <a:spcPts val="0"/>
              </a:spcAft>
              <a:buClr>
                <a:schemeClr val="dk1"/>
              </a:buClr>
              <a:buSzPts val="1200"/>
              <a:buNone/>
              <a:defRPr sz="1600" b="1"/>
            </a:lvl4pPr>
            <a:lvl5pPr marL="3048000" lvl="4" indent="-304800" algn="l">
              <a:lnSpc>
                <a:spcPct val="90000"/>
              </a:lnSpc>
              <a:spcBef>
                <a:spcPts val="500"/>
              </a:spcBef>
              <a:spcAft>
                <a:spcPts val="0"/>
              </a:spcAft>
              <a:buClr>
                <a:schemeClr val="dk1"/>
              </a:buClr>
              <a:buSzPts val="1200"/>
              <a:buNone/>
              <a:defRPr sz="1600" b="1"/>
            </a:lvl5pPr>
            <a:lvl6pPr marL="3657600" lvl="5" indent="-304800" algn="l">
              <a:lnSpc>
                <a:spcPct val="90000"/>
              </a:lnSpc>
              <a:spcBef>
                <a:spcPts val="500"/>
              </a:spcBef>
              <a:spcAft>
                <a:spcPts val="0"/>
              </a:spcAft>
              <a:buClr>
                <a:schemeClr val="dk1"/>
              </a:buClr>
              <a:buSzPts val="1200"/>
              <a:buNone/>
              <a:defRPr sz="1600" b="1"/>
            </a:lvl6pPr>
            <a:lvl7pPr marL="4267200" lvl="6" indent="-304800" algn="l">
              <a:lnSpc>
                <a:spcPct val="90000"/>
              </a:lnSpc>
              <a:spcBef>
                <a:spcPts val="500"/>
              </a:spcBef>
              <a:spcAft>
                <a:spcPts val="0"/>
              </a:spcAft>
              <a:buClr>
                <a:schemeClr val="dk1"/>
              </a:buClr>
              <a:buSzPts val="1200"/>
              <a:buNone/>
              <a:defRPr sz="1600" b="1"/>
            </a:lvl7pPr>
            <a:lvl8pPr marL="4876800" lvl="7" indent="-304800" algn="l">
              <a:lnSpc>
                <a:spcPct val="90000"/>
              </a:lnSpc>
              <a:spcBef>
                <a:spcPts val="500"/>
              </a:spcBef>
              <a:spcAft>
                <a:spcPts val="0"/>
              </a:spcAft>
              <a:buClr>
                <a:schemeClr val="dk1"/>
              </a:buClr>
              <a:buSzPts val="1200"/>
              <a:buNone/>
              <a:defRPr sz="1600" b="1"/>
            </a:lvl8pPr>
            <a:lvl9pPr marL="5486400" lvl="8" indent="-304800" algn="l">
              <a:lnSpc>
                <a:spcPct val="90000"/>
              </a:lnSpc>
              <a:spcBef>
                <a:spcPts val="500"/>
              </a:spcBef>
              <a:spcAft>
                <a:spcPts val="0"/>
              </a:spcAft>
              <a:buClr>
                <a:schemeClr val="dk1"/>
              </a:buClr>
              <a:buSzPts val="1200"/>
              <a:buNone/>
              <a:defRPr sz="1600" b="1"/>
            </a:lvl9pPr>
          </a:lstStyle>
          <a:p>
            <a:endParaRPr/>
          </a:p>
        </p:txBody>
      </p:sp>
      <p:sp>
        <p:nvSpPr>
          <p:cNvPr id="96" name="Google Shape;96;p5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609600" lvl="0" indent="-457200" algn="l">
              <a:lnSpc>
                <a:spcPct val="90000"/>
              </a:lnSpc>
              <a:spcBef>
                <a:spcPts val="1000"/>
              </a:spcBef>
              <a:spcAft>
                <a:spcPts val="0"/>
              </a:spcAft>
              <a:buClr>
                <a:schemeClr val="dk1"/>
              </a:buClr>
              <a:buSzPts val="1800"/>
              <a:buChar char="•"/>
              <a:defRPr/>
            </a:lvl1pPr>
            <a:lvl2pPr marL="1219200" lvl="1" indent="-457200" algn="l">
              <a:lnSpc>
                <a:spcPct val="90000"/>
              </a:lnSpc>
              <a:spcBef>
                <a:spcPts val="500"/>
              </a:spcBef>
              <a:spcAft>
                <a:spcPts val="0"/>
              </a:spcAft>
              <a:buClr>
                <a:schemeClr val="dk1"/>
              </a:buClr>
              <a:buSzPts val="1800"/>
              <a:buChar char="•"/>
              <a:defRPr/>
            </a:lvl2pPr>
            <a:lvl3pPr marL="1828800" lvl="2" indent="-457200" algn="l">
              <a:lnSpc>
                <a:spcPct val="90000"/>
              </a:lnSpc>
              <a:spcBef>
                <a:spcPts val="500"/>
              </a:spcBef>
              <a:spcAft>
                <a:spcPts val="0"/>
              </a:spcAft>
              <a:buClr>
                <a:schemeClr val="dk1"/>
              </a:buClr>
              <a:buSzPts val="1800"/>
              <a:buChar char="•"/>
              <a:defRPr/>
            </a:lvl3pPr>
            <a:lvl4pPr marL="2438400" lvl="3" indent="-457200" algn="l">
              <a:lnSpc>
                <a:spcPct val="90000"/>
              </a:lnSpc>
              <a:spcBef>
                <a:spcPts val="500"/>
              </a:spcBef>
              <a:spcAft>
                <a:spcPts val="0"/>
              </a:spcAft>
              <a:buClr>
                <a:schemeClr val="dk1"/>
              </a:buClr>
              <a:buSzPts val="1800"/>
              <a:buChar char="•"/>
              <a:defRPr/>
            </a:lvl4pPr>
            <a:lvl5pPr marL="3048000" lvl="4" indent="-457200" algn="l">
              <a:lnSpc>
                <a:spcPct val="90000"/>
              </a:lnSpc>
              <a:spcBef>
                <a:spcPts val="500"/>
              </a:spcBef>
              <a:spcAft>
                <a:spcPts val="0"/>
              </a:spcAft>
              <a:buClr>
                <a:schemeClr val="dk1"/>
              </a:buClr>
              <a:buSzPts val="1800"/>
              <a:buChar char="•"/>
              <a:defRPr/>
            </a:lvl5pPr>
            <a:lvl6pPr marL="3657600" lvl="5" indent="-457200" algn="l">
              <a:lnSpc>
                <a:spcPct val="90000"/>
              </a:lnSpc>
              <a:spcBef>
                <a:spcPts val="500"/>
              </a:spcBef>
              <a:spcAft>
                <a:spcPts val="0"/>
              </a:spcAft>
              <a:buClr>
                <a:schemeClr val="dk1"/>
              </a:buClr>
              <a:buSzPts val="1800"/>
              <a:buChar char="•"/>
              <a:defRPr/>
            </a:lvl6pPr>
            <a:lvl7pPr marL="4267200" lvl="6" indent="-457200" algn="l">
              <a:lnSpc>
                <a:spcPct val="90000"/>
              </a:lnSpc>
              <a:spcBef>
                <a:spcPts val="500"/>
              </a:spcBef>
              <a:spcAft>
                <a:spcPts val="0"/>
              </a:spcAft>
              <a:buClr>
                <a:schemeClr val="dk1"/>
              </a:buClr>
              <a:buSzPts val="1800"/>
              <a:buChar char="•"/>
              <a:defRPr/>
            </a:lvl7pPr>
            <a:lvl8pPr marL="4876800" lvl="7" indent="-457200" algn="l">
              <a:lnSpc>
                <a:spcPct val="90000"/>
              </a:lnSpc>
              <a:spcBef>
                <a:spcPts val="500"/>
              </a:spcBef>
              <a:spcAft>
                <a:spcPts val="0"/>
              </a:spcAft>
              <a:buClr>
                <a:schemeClr val="dk1"/>
              </a:buClr>
              <a:buSzPts val="1800"/>
              <a:buChar char="•"/>
              <a:defRPr/>
            </a:lvl8pPr>
            <a:lvl9pPr marL="5486400" lvl="8" indent="-457200" algn="l">
              <a:lnSpc>
                <a:spcPct val="90000"/>
              </a:lnSpc>
              <a:spcBef>
                <a:spcPts val="500"/>
              </a:spcBef>
              <a:spcAft>
                <a:spcPts val="0"/>
              </a:spcAft>
              <a:buClr>
                <a:schemeClr val="dk1"/>
              </a:buClr>
              <a:buSzPts val="1800"/>
              <a:buChar char="•"/>
              <a:defRPr/>
            </a:lvl9pPr>
          </a:lstStyle>
          <a:p>
            <a:endParaRPr/>
          </a:p>
        </p:txBody>
      </p:sp>
      <p:sp>
        <p:nvSpPr>
          <p:cNvPr id="97" name="Google Shape;97;p56"/>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56"/>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 name="Google Shape;99;p56"/>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re seul" type="titleOnly">
  <p:cSld name="TITLE_ONLY">
    <p:spTree>
      <p:nvGrpSpPr>
        <p:cNvPr id="1" name="Shape 100"/>
        <p:cNvGrpSpPr/>
        <p:nvPr/>
      </p:nvGrpSpPr>
      <p:grpSpPr>
        <a:xfrm>
          <a:off x="0" y="0"/>
          <a:ext cx="0" cy="0"/>
          <a:chOff x="0" y="0"/>
          <a:chExt cx="0" cy="0"/>
        </a:xfrm>
      </p:grpSpPr>
      <p:sp>
        <p:nvSpPr>
          <p:cNvPr id="101" name="Google Shape;101;p5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57"/>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p57"/>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57"/>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Contenu avec légende" type="objTx">
  <p:cSld name="OBJECT_WITH_CAPTION_TEXT">
    <p:spTree>
      <p:nvGrpSpPr>
        <p:cNvPr id="1" name="Shape 105"/>
        <p:cNvGrpSpPr/>
        <p:nvPr/>
      </p:nvGrpSpPr>
      <p:grpSpPr>
        <a:xfrm>
          <a:off x="0" y="0"/>
          <a:ext cx="0" cy="0"/>
          <a:chOff x="0" y="0"/>
          <a:chExt cx="0" cy="0"/>
        </a:xfrm>
      </p:grpSpPr>
      <p:sp>
        <p:nvSpPr>
          <p:cNvPr id="106" name="Google Shape;106;p5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7" name="Google Shape;107;p5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609600" lvl="0" indent="-508000" algn="l">
              <a:lnSpc>
                <a:spcPct val="90000"/>
              </a:lnSpc>
              <a:spcBef>
                <a:spcPts val="1000"/>
              </a:spcBef>
              <a:spcAft>
                <a:spcPts val="0"/>
              </a:spcAft>
              <a:buClr>
                <a:schemeClr val="dk1"/>
              </a:buClr>
              <a:buSzPts val="2400"/>
              <a:buChar char="•"/>
              <a:defRPr sz="3200"/>
            </a:lvl1pPr>
            <a:lvl2pPr marL="1219200" lvl="1" indent="-482600" algn="l">
              <a:lnSpc>
                <a:spcPct val="90000"/>
              </a:lnSpc>
              <a:spcBef>
                <a:spcPts val="500"/>
              </a:spcBef>
              <a:spcAft>
                <a:spcPts val="0"/>
              </a:spcAft>
              <a:buClr>
                <a:schemeClr val="dk1"/>
              </a:buClr>
              <a:buSzPts val="2100"/>
              <a:buChar char="•"/>
              <a:defRPr sz="2800"/>
            </a:lvl2pPr>
            <a:lvl3pPr marL="1828800" lvl="2" indent="-457200" algn="l">
              <a:lnSpc>
                <a:spcPct val="90000"/>
              </a:lnSpc>
              <a:spcBef>
                <a:spcPts val="500"/>
              </a:spcBef>
              <a:spcAft>
                <a:spcPts val="0"/>
              </a:spcAft>
              <a:buClr>
                <a:schemeClr val="dk1"/>
              </a:buClr>
              <a:buSzPts val="1800"/>
              <a:buChar char="•"/>
              <a:defRPr sz="2400"/>
            </a:lvl3pPr>
            <a:lvl4pPr marL="2438400" lvl="3" indent="-431800" algn="l">
              <a:lnSpc>
                <a:spcPct val="90000"/>
              </a:lnSpc>
              <a:spcBef>
                <a:spcPts val="500"/>
              </a:spcBef>
              <a:spcAft>
                <a:spcPts val="0"/>
              </a:spcAft>
              <a:buClr>
                <a:schemeClr val="dk1"/>
              </a:buClr>
              <a:buSzPts val="1500"/>
              <a:buChar char="•"/>
              <a:defRPr sz="2000"/>
            </a:lvl4pPr>
            <a:lvl5pPr marL="3048000" lvl="4" indent="-431800" algn="l">
              <a:lnSpc>
                <a:spcPct val="90000"/>
              </a:lnSpc>
              <a:spcBef>
                <a:spcPts val="500"/>
              </a:spcBef>
              <a:spcAft>
                <a:spcPts val="0"/>
              </a:spcAft>
              <a:buClr>
                <a:schemeClr val="dk1"/>
              </a:buClr>
              <a:buSzPts val="1500"/>
              <a:buChar char="•"/>
              <a:defRPr sz="2000"/>
            </a:lvl5pPr>
            <a:lvl6pPr marL="3657600" lvl="5" indent="-431800" algn="l">
              <a:lnSpc>
                <a:spcPct val="90000"/>
              </a:lnSpc>
              <a:spcBef>
                <a:spcPts val="500"/>
              </a:spcBef>
              <a:spcAft>
                <a:spcPts val="0"/>
              </a:spcAft>
              <a:buClr>
                <a:schemeClr val="dk1"/>
              </a:buClr>
              <a:buSzPts val="1500"/>
              <a:buChar char="•"/>
              <a:defRPr sz="2000"/>
            </a:lvl6pPr>
            <a:lvl7pPr marL="4267200" lvl="6" indent="-431800" algn="l">
              <a:lnSpc>
                <a:spcPct val="90000"/>
              </a:lnSpc>
              <a:spcBef>
                <a:spcPts val="500"/>
              </a:spcBef>
              <a:spcAft>
                <a:spcPts val="0"/>
              </a:spcAft>
              <a:buClr>
                <a:schemeClr val="dk1"/>
              </a:buClr>
              <a:buSzPts val="1500"/>
              <a:buChar char="•"/>
              <a:defRPr sz="2000"/>
            </a:lvl7pPr>
            <a:lvl8pPr marL="4876800" lvl="7" indent="-431800" algn="l">
              <a:lnSpc>
                <a:spcPct val="90000"/>
              </a:lnSpc>
              <a:spcBef>
                <a:spcPts val="500"/>
              </a:spcBef>
              <a:spcAft>
                <a:spcPts val="0"/>
              </a:spcAft>
              <a:buClr>
                <a:schemeClr val="dk1"/>
              </a:buClr>
              <a:buSzPts val="1500"/>
              <a:buChar char="•"/>
              <a:defRPr sz="2000"/>
            </a:lvl8pPr>
            <a:lvl9pPr marL="5486400" lvl="8" indent="-431800" algn="l">
              <a:lnSpc>
                <a:spcPct val="90000"/>
              </a:lnSpc>
              <a:spcBef>
                <a:spcPts val="500"/>
              </a:spcBef>
              <a:spcAft>
                <a:spcPts val="0"/>
              </a:spcAft>
              <a:buClr>
                <a:schemeClr val="dk1"/>
              </a:buClr>
              <a:buSzPts val="1500"/>
              <a:buChar char="•"/>
              <a:defRPr sz="2000"/>
            </a:lvl9pPr>
          </a:lstStyle>
          <a:p>
            <a:endParaRPr/>
          </a:p>
        </p:txBody>
      </p:sp>
      <p:sp>
        <p:nvSpPr>
          <p:cNvPr id="108" name="Google Shape;108;p58"/>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609600" lvl="0" indent="-304800" algn="l">
              <a:lnSpc>
                <a:spcPct val="90000"/>
              </a:lnSpc>
              <a:spcBef>
                <a:spcPts val="1000"/>
              </a:spcBef>
              <a:spcAft>
                <a:spcPts val="0"/>
              </a:spcAft>
              <a:buClr>
                <a:schemeClr val="dk1"/>
              </a:buClr>
              <a:buSzPts val="1200"/>
              <a:buNone/>
              <a:defRPr sz="1600"/>
            </a:lvl1pPr>
            <a:lvl2pPr marL="1219200" lvl="1" indent="-304800" algn="l">
              <a:lnSpc>
                <a:spcPct val="90000"/>
              </a:lnSpc>
              <a:spcBef>
                <a:spcPts val="500"/>
              </a:spcBef>
              <a:spcAft>
                <a:spcPts val="0"/>
              </a:spcAft>
              <a:buClr>
                <a:schemeClr val="dk1"/>
              </a:buClr>
              <a:buSzPts val="1050"/>
              <a:buNone/>
              <a:defRPr sz="1400"/>
            </a:lvl2pPr>
            <a:lvl3pPr marL="1828800" lvl="2" indent="-304800" algn="l">
              <a:lnSpc>
                <a:spcPct val="90000"/>
              </a:lnSpc>
              <a:spcBef>
                <a:spcPts val="500"/>
              </a:spcBef>
              <a:spcAft>
                <a:spcPts val="0"/>
              </a:spcAft>
              <a:buClr>
                <a:schemeClr val="dk1"/>
              </a:buClr>
              <a:buSzPts val="900"/>
              <a:buNone/>
              <a:defRPr sz="1200"/>
            </a:lvl3pPr>
            <a:lvl4pPr marL="2438400" lvl="3" indent="-304800" algn="l">
              <a:lnSpc>
                <a:spcPct val="90000"/>
              </a:lnSpc>
              <a:spcBef>
                <a:spcPts val="500"/>
              </a:spcBef>
              <a:spcAft>
                <a:spcPts val="0"/>
              </a:spcAft>
              <a:buClr>
                <a:schemeClr val="dk1"/>
              </a:buClr>
              <a:buSzPts val="750"/>
              <a:buNone/>
              <a:defRPr sz="1000"/>
            </a:lvl4pPr>
            <a:lvl5pPr marL="3048000" lvl="4" indent="-304800" algn="l">
              <a:lnSpc>
                <a:spcPct val="90000"/>
              </a:lnSpc>
              <a:spcBef>
                <a:spcPts val="500"/>
              </a:spcBef>
              <a:spcAft>
                <a:spcPts val="0"/>
              </a:spcAft>
              <a:buClr>
                <a:schemeClr val="dk1"/>
              </a:buClr>
              <a:buSzPts val="750"/>
              <a:buNone/>
              <a:defRPr sz="1000"/>
            </a:lvl5pPr>
            <a:lvl6pPr marL="3657600" lvl="5" indent="-304800" algn="l">
              <a:lnSpc>
                <a:spcPct val="90000"/>
              </a:lnSpc>
              <a:spcBef>
                <a:spcPts val="500"/>
              </a:spcBef>
              <a:spcAft>
                <a:spcPts val="0"/>
              </a:spcAft>
              <a:buClr>
                <a:schemeClr val="dk1"/>
              </a:buClr>
              <a:buSzPts val="750"/>
              <a:buNone/>
              <a:defRPr sz="1000"/>
            </a:lvl6pPr>
            <a:lvl7pPr marL="4267200" lvl="6" indent="-304800" algn="l">
              <a:lnSpc>
                <a:spcPct val="90000"/>
              </a:lnSpc>
              <a:spcBef>
                <a:spcPts val="500"/>
              </a:spcBef>
              <a:spcAft>
                <a:spcPts val="0"/>
              </a:spcAft>
              <a:buClr>
                <a:schemeClr val="dk1"/>
              </a:buClr>
              <a:buSzPts val="750"/>
              <a:buNone/>
              <a:defRPr sz="1000"/>
            </a:lvl7pPr>
            <a:lvl8pPr marL="4876800" lvl="7" indent="-304800" algn="l">
              <a:lnSpc>
                <a:spcPct val="90000"/>
              </a:lnSpc>
              <a:spcBef>
                <a:spcPts val="500"/>
              </a:spcBef>
              <a:spcAft>
                <a:spcPts val="0"/>
              </a:spcAft>
              <a:buClr>
                <a:schemeClr val="dk1"/>
              </a:buClr>
              <a:buSzPts val="750"/>
              <a:buNone/>
              <a:defRPr sz="1000"/>
            </a:lvl8pPr>
            <a:lvl9pPr marL="5486400" lvl="8" indent="-304800" algn="l">
              <a:lnSpc>
                <a:spcPct val="90000"/>
              </a:lnSpc>
              <a:spcBef>
                <a:spcPts val="500"/>
              </a:spcBef>
              <a:spcAft>
                <a:spcPts val="0"/>
              </a:spcAft>
              <a:buClr>
                <a:schemeClr val="dk1"/>
              </a:buClr>
              <a:buSzPts val="750"/>
              <a:buNone/>
              <a:defRPr sz="1000"/>
            </a:lvl9pPr>
          </a:lstStyle>
          <a:p>
            <a:endParaRPr/>
          </a:p>
        </p:txBody>
      </p:sp>
      <p:sp>
        <p:nvSpPr>
          <p:cNvPr id="109" name="Google Shape;109;p58"/>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0" name="Google Shape;110;p58"/>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58"/>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Image avec légende" type="picTx">
  <p:cSld name="PICTURE_WITH_CAPTION_TEXT">
    <p:spTree>
      <p:nvGrpSpPr>
        <p:cNvPr id="1" name="Shape 112"/>
        <p:cNvGrpSpPr/>
        <p:nvPr/>
      </p:nvGrpSpPr>
      <p:grpSpPr>
        <a:xfrm>
          <a:off x="0" y="0"/>
          <a:ext cx="0" cy="0"/>
          <a:chOff x="0" y="0"/>
          <a:chExt cx="0" cy="0"/>
        </a:xfrm>
      </p:grpSpPr>
      <p:sp>
        <p:nvSpPr>
          <p:cNvPr id="113" name="Google Shape;113;p5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4" name="Google Shape;114;p59"/>
          <p:cNvSpPr>
            <a:spLocks noGrp="1"/>
          </p:cNvSpPr>
          <p:nvPr>
            <p:ph type="pic" idx="2"/>
          </p:nvPr>
        </p:nvSpPr>
        <p:spPr>
          <a:xfrm>
            <a:off x="5183188" y="987425"/>
            <a:ext cx="6172200" cy="4873625"/>
          </a:xfrm>
          <a:prstGeom prst="rect">
            <a:avLst/>
          </a:prstGeom>
          <a:noFill/>
          <a:ln>
            <a:noFill/>
          </a:ln>
        </p:spPr>
        <p:txBody>
          <a:bodyPr/>
          <a:lstStyle/>
          <a:p>
            <a:endParaRPr lang="fr-FR"/>
          </a:p>
        </p:txBody>
      </p:sp>
      <p:sp>
        <p:nvSpPr>
          <p:cNvPr id="115" name="Google Shape;115;p59"/>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609600" lvl="0" indent="-304800" algn="l">
              <a:lnSpc>
                <a:spcPct val="90000"/>
              </a:lnSpc>
              <a:spcBef>
                <a:spcPts val="1000"/>
              </a:spcBef>
              <a:spcAft>
                <a:spcPts val="0"/>
              </a:spcAft>
              <a:buClr>
                <a:schemeClr val="dk1"/>
              </a:buClr>
              <a:buSzPts val="1200"/>
              <a:buNone/>
              <a:defRPr sz="1600"/>
            </a:lvl1pPr>
            <a:lvl2pPr marL="1219200" lvl="1" indent="-304800" algn="l">
              <a:lnSpc>
                <a:spcPct val="90000"/>
              </a:lnSpc>
              <a:spcBef>
                <a:spcPts val="500"/>
              </a:spcBef>
              <a:spcAft>
                <a:spcPts val="0"/>
              </a:spcAft>
              <a:buClr>
                <a:schemeClr val="dk1"/>
              </a:buClr>
              <a:buSzPts val="1050"/>
              <a:buNone/>
              <a:defRPr sz="1400"/>
            </a:lvl2pPr>
            <a:lvl3pPr marL="1828800" lvl="2" indent="-304800" algn="l">
              <a:lnSpc>
                <a:spcPct val="90000"/>
              </a:lnSpc>
              <a:spcBef>
                <a:spcPts val="500"/>
              </a:spcBef>
              <a:spcAft>
                <a:spcPts val="0"/>
              </a:spcAft>
              <a:buClr>
                <a:schemeClr val="dk1"/>
              </a:buClr>
              <a:buSzPts val="900"/>
              <a:buNone/>
              <a:defRPr sz="1200"/>
            </a:lvl3pPr>
            <a:lvl4pPr marL="2438400" lvl="3" indent="-304800" algn="l">
              <a:lnSpc>
                <a:spcPct val="90000"/>
              </a:lnSpc>
              <a:spcBef>
                <a:spcPts val="500"/>
              </a:spcBef>
              <a:spcAft>
                <a:spcPts val="0"/>
              </a:spcAft>
              <a:buClr>
                <a:schemeClr val="dk1"/>
              </a:buClr>
              <a:buSzPts val="750"/>
              <a:buNone/>
              <a:defRPr sz="1000"/>
            </a:lvl4pPr>
            <a:lvl5pPr marL="3048000" lvl="4" indent="-304800" algn="l">
              <a:lnSpc>
                <a:spcPct val="90000"/>
              </a:lnSpc>
              <a:spcBef>
                <a:spcPts val="500"/>
              </a:spcBef>
              <a:spcAft>
                <a:spcPts val="0"/>
              </a:spcAft>
              <a:buClr>
                <a:schemeClr val="dk1"/>
              </a:buClr>
              <a:buSzPts val="750"/>
              <a:buNone/>
              <a:defRPr sz="1000"/>
            </a:lvl5pPr>
            <a:lvl6pPr marL="3657600" lvl="5" indent="-304800" algn="l">
              <a:lnSpc>
                <a:spcPct val="90000"/>
              </a:lnSpc>
              <a:spcBef>
                <a:spcPts val="500"/>
              </a:spcBef>
              <a:spcAft>
                <a:spcPts val="0"/>
              </a:spcAft>
              <a:buClr>
                <a:schemeClr val="dk1"/>
              </a:buClr>
              <a:buSzPts val="750"/>
              <a:buNone/>
              <a:defRPr sz="1000"/>
            </a:lvl6pPr>
            <a:lvl7pPr marL="4267200" lvl="6" indent="-304800" algn="l">
              <a:lnSpc>
                <a:spcPct val="90000"/>
              </a:lnSpc>
              <a:spcBef>
                <a:spcPts val="500"/>
              </a:spcBef>
              <a:spcAft>
                <a:spcPts val="0"/>
              </a:spcAft>
              <a:buClr>
                <a:schemeClr val="dk1"/>
              </a:buClr>
              <a:buSzPts val="750"/>
              <a:buNone/>
              <a:defRPr sz="1000"/>
            </a:lvl7pPr>
            <a:lvl8pPr marL="4876800" lvl="7" indent="-304800" algn="l">
              <a:lnSpc>
                <a:spcPct val="90000"/>
              </a:lnSpc>
              <a:spcBef>
                <a:spcPts val="500"/>
              </a:spcBef>
              <a:spcAft>
                <a:spcPts val="0"/>
              </a:spcAft>
              <a:buClr>
                <a:schemeClr val="dk1"/>
              </a:buClr>
              <a:buSzPts val="750"/>
              <a:buNone/>
              <a:defRPr sz="1000"/>
            </a:lvl8pPr>
            <a:lvl9pPr marL="5486400" lvl="8" indent="-304800" algn="l">
              <a:lnSpc>
                <a:spcPct val="90000"/>
              </a:lnSpc>
              <a:spcBef>
                <a:spcPts val="500"/>
              </a:spcBef>
              <a:spcAft>
                <a:spcPts val="0"/>
              </a:spcAft>
              <a:buClr>
                <a:schemeClr val="dk1"/>
              </a:buClr>
              <a:buSzPts val="750"/>
              <a:buNone/>
              <a:defRPr sz="1000"/>
            </a:lvl9pPr>
          </a:lstStyle>
          <a:p>
            <a:endParaRPr/>
          </a:p>
        </p:txBody>
      </p:sp>
      <p:sp>
        <p:nvSpPr>
          <p:cNvPr id="116" name="Google Shape;116;p59"/>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7" name="Google Shape;117;p59"/>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8" name="Google Shape;118;p59"/>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re et texte vertical" type="vertTx">
  <p:cSld name="VERTICAL_TEXT">
    <p:spTree>
      <p:nvGrpSpPr>
        <p:cNvPr id="1" name="Shape 119"/>
        <p:cNvGrpSpPr/>
        <p:nvPr/>
      </p:nvGrpSpPr>
      <p:grpSpPr>
        <a:xfrm>
          <a:off x="0" y="0"/>
          <a:ext cx="0" cy="0"/>
          <a:chOff x="0" y="0"/>
          <a:chExt cx="0" cy="0"/>
        </a:xfrm>
      </p:grpSpPr>
      <p:sp>
        <p:nvSpPr>
          <p:cNvPr id="120" name="Google Shape;120;p6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1" name="Google Shape;121;p60"/>
          <p:cNvSpPr txBox="1">
            <a:spLocks noGrp="1"/>
          </p:cNvSpPr>
          <p:nvPr>
            <p:ph type="body" idx="1"/>
          </p:nvPr>
        </p:nvSpPr>
        <p:spPr>
          <a:xfrm rot="5400000">
            <a:off x="3920331" y="-1256505"/>
            <a:ext cx="4351339" cy="10515600"/>
          </a:xfrm>
          <a:prstGeom prst="rect">
            <a:avLst/>
          </a:prstGeom>
          <a:noFill/>
          <a:ln>
            <a:noFill/>
          </a:ln>
        </p:spPr>
        <p:txBody>
          <a:bodyPr spcFirstLastPara="1" wrap="square" lIns="91425" tIns="45700" rIns="91425" bIns="45700" anchor="t" anchorCtr="0">
            <a:normAutofit/>
          </a:bodyPr>
          <a:lstStyle>
            <a:lvl1pPr marL="609600" lvl="0" indent="-457200" algn="l">
              <a:lnSpc>
                <a:spcPct val="90000"/>
              </a:lnSpc>
              <a:spcBef>
                <a:spcPts val="1000"/>
              </a:spcBef>
              <a:spcAft>
                <a:spcPts val="0"/>
              </a:spcAft>
              <a:buClr>
                <a:schemeClr val="dk1"/>
              </a:buClr>
              <a:buSzPts val="1800"/>
              <a:buChar char="•"/>
              <a:defRPr/>
            </a:lvl1pPr>
            <a:lvl2pPr marL="1219200" lvl="1" indent="-457200" algn="l">
              <a:lnSpc>
                <a:spcPct val="90000"/>
              </a:lnSpc>
              <a:spcBef>
                <a:spcPts val="500"/>
              </a:spcBef>
              <a:spcAft>
                <a:spcPts val="0"/>
              </a:spcAft>
              <a:buClr>
                <a:schemeClr val="dk1"/>
              </a:buClr>
              <a:buSzPts val="1800"/>
              <a:buChar char="•"/>
              <a:defRPr/>
            </a:lvl2pPr>
            <a:lvl3pPr marL="1828800" lvl="2" indent="-457200" algn="l">
              <a:lnSpc>
                <a:spcPct val="90000"/>
              </a:lnSpc>
              <a:spcBef>
                <a:spcPts val="500"/>
              </a:spcBef>
              <a:spcAft>
                <a:spcPts val="0"/>
              </a:spcAft>
              <a:buClr>
                <a:schemeClr val="dk1"/>
              </a:buClr>
              <a:buSzPts val="1800"/>
              <a:buChar char="•"/>
              <a:defRPr/>
            </a:lvl3pPr>
            <a:lvl4pPr marL="2438400" lvl="3" indent="-457200" algn="l">
              <a:lnSpc>
                <a:spcPct val="90000"/>
              </a:lnSpc>
              <a:spcBef>
                <a:spcPts val="500"/>
              </a:spcBef>
              <a:spcAft>
                <a:spcPts val="0"/>
              </a:spcAft>
              <a:buClr>
                <a:schemeClr val="dk1"/>
              </a:buClr>
              <a:buSzPts val="1800"/>
              <a:buChar char="•"/>
              <a:defRPr/>
            </a:lvl4pPr>
            <a:lvl5pPr marL="3048000" lvl="4" indent="-457200" algn="l">
              <a:lnSpc>
                <a:spcPct val="90000"/>
              </a:lnSpc>
              <a:spcBef>
                <a:spcPts val="500"/>
              </a:spcBef>
              <a:spcAft>
                <a:spcPts val="0"/>
              </a:spcAft>
              <a:buClr>
                <a:schemeClr val="dk1"/>
              </a:buClr>
              <a:buSzPts val="1800"/>
              <a:buChar char="•"/>
              <a:defRPr/>
            </a:lvl5pPr>
            <a:lvl6pPr marL="3657600" lvl="5" indent="-457200" algn="l">
              <a:lnSpc>
                <a:spcPct val="90000"/>
              </a:lnSpc>
              <a:spcBef>
                <a:spcPts val="500"/>
              </a:spcBef>
              <a:spcAft>
                <a:spcPts val="0"/>
              </a:spcAft>
              <a:buClr>
                <a:schemeClr val="dk1"/>
              </a:buClr>
              <a:buSzPts val="1800"/>
              <a:buChar char="•"/>
              <a:defRPr/>
            </a:lvl6pPr>
            <a:lvl7pPr marL="4267200" lvl="6" indent="-457200" algn="l">
              <a:lnSpc>
                <a:spcPct val="90000"/>
              </a:lnSpc>
              <a:spcBef>
                <a:spcPts val="500"/>
              </a:spcBef>
              <a:spcAft>
                <a:spcPts val="0"/>
              </a:spcAft>
              <a:buClr>
                <a:schemeClr val="dk1"/>
              </a:buClr>
              <a:buSzPts val="1800"/>
              <a:buChar char="•"/>
              <a:defRPr/>
            </a:lvl7pPr>
            <a:lvl8pPr marL="4876800" lvl="7" indent="-457200" algn="l">
              <a:lnSpc>
                <a:spcPct val="90000"/>
              </a:lnSpc>
              <a:spcBef>
                <a:spcPts val="500"/>
              </a:spcBef>
              <a:spcAft>
                <a:spcPts val="0"/>
              </a:spcAft>
              <a:buClr>
                <a:schemeClr val="dk1"/>
              </a:buClr>
              <a:buSzPts val="1800"/>
              <a:buChar char="•"/>
              <a:defRPr/>
            </a:lvl8pPr>
            <a:lvl9pPr marL="5486400" lvl="8" indent="-457200" algn="l">
              <a:lnSpc>
                <a:spcPct val="90000"/>
              </a:lnSpc>
              <a:spcBef>
                <a:spcPts val="500"/>
              </a:spcBef>
              <a:spcAft>
                <a:spcPts val="0"/>
              </a:spcAft>
              <a:buClr>
                <a:schemeClr val="dk1"/>
              </a:buClr>
              <a:buSzPts val="1800"/>
              <a:buChar char="•"/>
              <a:defRPr/>
            </a:lvl9pPr>
          </a:lstStyle>
          <a:p>
            <a:endParaRPr/>
          </a:p>
        </p:txBody>
      </p:sp>
      <p:sp>
        <p:nvSpPr>
          <p:cNvPr id="122" name="Google Shape;122;p60"/>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3" name="Google Shape;123;p60"/>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4" name="Google Shape;124;p60"/>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re vertical et texte" type="vertTitleAndTx">
  <p:cSld name="VERTICAL_TITLE_AND_VERTICAL_TEXT">
    <p:spTree>
      <p:nvGrpSpPr>
        <p:cNvPr id="1" name="Shape 125"/>
        <p:cNvGrpSpPr/>
        <p:nvPr/>
      </p:nvGrpSpPr>
      <p:grpSpPr>
        <a:xfrm>
          <a:off x="0" y="0"/>
          <a:ext cx="0" cy="0"/>
          <a:chOff x="0" y="0"/>
          <a:chExt cx="0" cy="0"/>
        </a:xfrm>
      </p:grpSpPr>
      <p:sp>
        <p:nvSpPr>
          <p:cNvPr id="126" name="Google Shape;126;p61"/>
          <p:cNvSpPr txBox="1">
            <a:spLocks noGrp="1"/>
          </p:cNvSpPr>
          <p:nvPr>
            <p:ph type="title"/>
          </p:nvPr>
        </p:nvSpPr>
        <p:spPr>
          <a:xfrm rot="5400000">
            <a:off x="7133431" y="1956595"/>
            <a:ext cx="5811839"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7" name="Google Shape;127;p61"/>
          <p:cNvSpPr txBox="1">
            <a:spLocks noGrp="1"/>
          </p:cNvSpPr>
          <p:nvPr>
            <p:ph type="body" idx="1"/>
          </p:nvPr>
        </p:nvSpPr>
        <p:spPr>
          <a:xfrm rot="5400000">
            <a:off x="1799431" y="-596105"/>
            <a:ext cx="5811839" cy="7734300"/>
          </a:xfrm>
          <a:prstGeom prst="rect">
            <a:avLst/>
          </a:prstGeom>
          <a:noFill/>
          <a:ln>
            <a:noFill/>
          </a:ln>
        </p:spPr>
        <p:txBody>
          <a:bodyPr spcFirstLastPara="1" wrap="square" lIns="91425" tIns="45700" rIns="91425" bIns="45700" anchor="t" anchorCtr="0">
            <a:normAutofit/>
          </a:bodyPr>
          <a:lstStyle>
            <a:lvl1pPr marL="609600" lvl="0" indent="-457200" algn="l">
              <a:lnSpc>
                <a:spcPct val="90000"/>
              </a:lnSpc>
              <a:spcBef>
                <a:spcPts val="1000"/>
              </a:spcBef>
              <a:spcAft>
                <a:spcPts val="0"/>
              </a:spcAft>
              <a:buClr>
                <a:schemeClr val="dk1"/>
              </a:buClr>
              <a:buSzPts val="1800"/>
              <a:buChar char="•"/>
              <a:defRPr/>
            </a:lvl1pPr>
            <a:lvl2pPr marL="1219200" lvl="1" indent="-457200" algn="l">
              <a:lnSpc>
                <a:spcPct val="90000"/>
              </a:lnSpc>
              <a:spcBef>
                <a:spcPts val="500"/>
              </a:spcBef>
              <a:spcAft>
                <a:spcPts val="0"/>
              </a:spcAft>
              <a:buClr>
                <a:schemeClr val="dk1"/>
              </a:buClr>
              <a:buSzPts val="1800"/>
              <a:buChar char="•"/>
              <a:defRPr/>
            </a:lvl2pPr>
            <a:lvl3pPr marL="1828800" lvl="2" indent="-457200" algn="l">
              <a:lnSpc>
                <a:spcPct val="90000"/>
              </a:lnSpc>
              <a:spcBef>
                <a:spcPts val="500"/>
              </a:spcBef>
              <a:spcAft>
                <a:spcPts val="0"/>
              </a:spcAft>
              <a:buClr>
                <a:schemeClr val="dk1"/>
              </a:buClr>
              <a:buSzPts val="1800"/>
              <a:buChar char="•"/>
              <a:defRPr/>
            </a:lvl3pPr>
            <a:lvl4pPr marL="2438400" lvl="3" indent="-457200" algn="l">
              <a:lnSpc>
                <a:spcPct val="90000"/>
              </a:lnSpc>
              <a:spcBef>
                <a:spcPts val="500"/>
              </a:spcBef>
              <a:spcAft>
                <a:spcPts val="0"/>
              </a:spcAft>
              <a:buClr>
                <a:schemeClr val="dk1"/>
              </a:buClr>
              <a:buSzPts val="1800"/>
              <a:buChar char="•"/>
              <a:defRPr/>
            </a:lvl4pPr>
            <a:lvl5pPr marL="3048000" lvl="4" indent="-457200" algn="l">
              <a:lnSpc>
                <a:spcPct val="90000"/>
              </a:lnSpc>
              <a:spcBef>
                <a:spcPts val="500"/>
              </a:spcBef>
              <a:spcAft>
                <a:spcPts val="0"/>
              </a:spcAft>
              <a:buClr>
                <a:schemeClr val="dk1"/>
              </a:buClr>
              <a:buSzPts val="1800"/>
              <a:buChar char="•"/>
              <a:defRPr/>
            </a:lvl5pPr>
            <a:lvl6pPr marL="3657600" lvl="5" indent="-457200" algn="l">
              <a:lnSpc>
                <a:spcPct val="90000"/>
              </a:lnSpc>
              <a:spcBef>
                <a:spcPts val="500"/>
              </a:spcBef>
              <a:spcAft>
                <a:spcPts val="0"/>
              </a:spcAft>
              <a:buClr>
                <a:schemeClr val="dk1"/>
              </a:buClr>
              <a:buSzPts val="1800"/>
              <a:buChar char="•"/>
              <a:defRPr/>
            </a:lvl6pPr>
            <a:lvl7pPr marL="4267200" lvl="6" indent="-457200" algn="l">
              <a:lnSpc>
                <a:spcPct val="90000"/>
              </a:lnSpc>
              <a:spcBef>
                <a:spcPts val="500"/>
              </a:spcBef>
              <a:spcAft>
                <a:spcPts val="0"/>
              </a:spcAft>
              <a:buClr>
                <a:schemeClr val="dk1"/>
              </a:buClr>
              <a:buSzPts val="1800"/>
              <a:buChar char="•"/>
              <a:defRPr/>
            </a:lvl7pPr>
            <a:lvl8pPr marL="4876800" lvl="7" indent="-457200" algn="l">
              <a:lnSpc>
                <a:spcPct val="90000"/>
              </a:lnSpc>
              <a:spcBef>
                <a:spcPts val="500"/>
              </a:spcBef>
              <a:spcAft>
                <a:spcPts val="0"/>
              </a:spcAft>
              <a:buClr>
                <a:schemeClr val="dk1"/>
              </a:buClr>
              <a:buSzPts val="1800"/>
              <a:buChar char="•"/>
              <a:defRPr/>
            </a:lvl8pPr>
            <a:lvl9pPr marL="5486400" lvl="8" indent="-457200" algn="l">
              <a:lnSpc>
                <a:spcPct val="90000"/>
              </a:lnSpc>
              <a:spcBef>
                <a:spcPts val="500"/>
              </a:spcBef>
              <a:spcAft>
                <a:spcPts val="0"/>
              </a:spcAft>
              <a:buClr>
                <a:schemeClr val="dk1"/>
              </a:buClr>
              <a:buSzPts val="1800"/>
              <a:buChar char="•"/>
              <a:defRPr/>
            </a:lvl9pPr>
          </a:lstStyle>
          <a:p>
            <a:endParaRPr/>
          </a:p>
        </p:txBody>
      </p:sp>
      <p:sp>
        <p:nvSpPr>
          <p:cNvPr id="128" name="Google Shape;128;p61"/>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61"/>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0" name="Google Shape;130;p61"/>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3_Title Only">
  <p:cSld name="3_Title Only">
    <p:spTree>
      <p:nvGrpSpPr>
        <p:cNvPr id="1" name="Shape 131"/>
        <p:cNvGrpSpPr/>
        <p:nvPr/>
      </p:nvGrpSpPr>
      <p:grpSpPr>
        <a:xfrm>
          <a:off x="0" y="0"/>
          <a:ext cx="0" cy="0"/>
          <a:chOff x="0" y="0"/>
          <a:chExt cx="0" cy="0"/>
        </a:xfrm>
      </p:grpSpPr>
      <p:sp>
        <p:nvSpPr>
          <p:cNvPr id="132" name="Google Shape;132;p62"/>
          <p:cNvSpPr/>
          <p:nvPr/>
        </p:nvSpPr>
        <p:spPr>
          <a:xfrm>
            <a:off x="2161" y="1620"/>
            <a:ext cx="2040" cy="1531"/>
          </a:xfrm>
          <a:prstGeom prst="rect">
            <a:avLst/>
          </a:prstGeom>
          <a:solidFill>
            <a:srgbClr val="FFFFFF"/>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2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3" name="Google Shape;133;p62"/>
          <p:cNvSpPr txBox="1"/>
          <p:nvPr/>
        </p:nvSpPr>
        <p:spPr>
          <a:xfrm>
            <a:off x="11652055" y="6624768"/>
            <a:ext cx="213869" cy="157025"/>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2"/>
              </a:buClr>
              <a:buSzPts val="1250"/>
              <a:buFont typeface="Arial" panose="020B0604020202020204"/>
              <a:buNone/>
            </a:pPr>
            <a:fld id="{00000000-1234-1234-1234-123412341234}" type="slidenum">
              <a:rPr lang="en-GB" sz="1020" b="0" i="0" u="none" strike="noStrike" cap="none">
                <a:solidFill>
                  <a:srgbClr val="808080"/>
                </a:solidFill>
                <a:latin typeface="Arial" panose="020B0604020202020204"/>
                <a:ea typeface="Arial" panose="020B0604020202020204"/>
                <a:cs typeface="Arial" panose="020B0604020202020204"/>
                <a:sym typeface="Arial" panose="020B0604020202020204"/>
              </a:rPr>
              <a:t>‹N°›</a:t>
            </a:fld>
            <a:endParaRPr sz="1020" b="0" i="0" u="none" strike="noStrike" cap="none">
              <a:solidFill>
                <a:srgbClr val="80808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theme" Target="../theme/theme4.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baseline="0">
                <a:solidFill>
                  <a:schemeClr val="tx1">
                    <a:tint val="75000"/>
                  </a:schemeClr>
                </a:solidFill>
              </a:defRPr>
            </a:lvl1pPr>
          </a:lstStyle>
          <a:p>
            <a:fld id="{760FBDFE-C587-4B4C-A407-44438C67B59E}" type="datetimeFigureOut">
              <a:rPr lang="en-US" smtClean="0"/>
              <a:t>12/14/2025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latin typeface="Calibri Light" panose="020F0302020204030204" pitchFamily="34" charset="0"/>
                <a:cs typeface="Calibri Light" panose="020F0302020204030204" pitchFamily="34" charset="0"/>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latin typeface="Calibri Light" panose="020F0302020204030204" pitchFamily="34" charset="0"/>
                <a:cs typeface="Calibri Light" panose="020F0302020204030204" pitchFamily="34" charset="0"/>
              </a:defRPr>
            </a:lvl1pPr>
          </a:lstStyle>
          <a:p>
            <a:fld id="{49AE70B2-8BF9-45C0-BB95-33D1B9D3A854}" type="slidenum">
              <a:rPr lang="en-US" smtClean="0"/>
              <a:t>‹N°›</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97" r:id="rId11"/>
  </p:sldLayoutIdLst>
  <p:txStyles>
    <p:titleStyle>
      <a:lvl1pPr algn="l" defTabSz="914400" rtl="0" eaLnBrk="1" latinLnBrk="0" hangingPunct="1">
        <a:lnSpc>
          <a:spcPct val="90000"/>
        </a:lnSpc>
        <a:spcBef>
          <a:spcPct val="0"/>
        </a:spcBef>
        <a:buNone/>
        <a:defRPr sz="4000" kern="1200">
          <a:solidFill>
            <a:schemeClr val="tx1"/>
          </a:solidFill>
          <a:latin typeface="Calibri Light" panose="020F0302020204030204" pitchFamily="34" charset="0"/>
          <a:ea typeface="+mj-ea"/>
          <a:cs typeface="+mj-cs"/>
        </a:defRPr>
      </a:lvl1pPr>
    </p:titleStyle>
    <p:body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2800" b="0" kern="1200">
          <a:solidFill>
            <a:schemeClr val="tx1"/>
          </a:solidFill>
          <a:latin typeface="Calibri Light" panose="020F03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chemeClr val="tx1"/>
          </a:solidFill>
          <a:latin typeface="Calibri Light" panose="020F03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chemeClr val="tx1"/>
          </a:solidFill>
          <a:effectLst/>
          <a:latin typeface="Calibri Light" panose="020F0302020204030204" pitchFamily="34" charset="0"/>
          <a:ea typeface="+mn-ea"/>
          <a:cs typeface="Calibri Light" panose="020F03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effectLst/>
          <a:latin typeface="Calibri Light" panose="020F0302020204030204" pitchFamily="34" charset="0"/>
          <a:ea typeface="+mn-ea"/>
          <a:cs typeface="Calibri Light" panose="020F03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effectLst/>
          <a:latin typeface="Calibri Light" panose="020F0302020204030204" pitchFamily="34" charset="0"/>
          <a:ea typeface="+mn-ea"/>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3735">
                <a:solidFill>
                  <a:schemeClr val="dk1"/>
                </a:solidFill>
              </a:defRPr>
            </a:lvl1pPr>
            <a:lvl2pPr lvl="1">
              <a:spcBef>
                <a:spcPts val="0"/>
              </a:spcBef>
              <a:spcAft>
                <a:spcPts val="0"/>
              </a:spcAft>
              <a:buClr>
                <a:schemeClr val="dk1"/>
              </a:buClr>
              <a:buSzPts val="2800"/>
              <a:buNone/>
              <a:defRPr sz="3735">
                <a:solidFill>
                  <a:schemeClr val="dk1"/>
                </a:solidFill>
              </a:defRPr>
            </a:lvl2pPr>
            <a:lvl3pPr lvl="2">
              <a:spcBef>
                <a:spcPts val="0"/>
              </a:spcBef>
              <a:spcAft>
                <a:spcPts val="0"/>
              </a:spcAft>
              <a:buClr>
                <a:schemeClr val="dk1"/>
              </a:buClr>
              <a:buSzPts val="2800"/>
              <a:buNone/>
              <a:defRPr sz="3735">
                <a:solidFill>
                  <a:schemeClr val="dk1"/>
                </a:solidFill>
              </a:defRPr>
            </a:lvl3pPr>
            <a:lvl4pPr lvl="3">
              <a:spcBef>
                <a:spcPts val="0"/>
              </a:spcBef>
              <a:spcAft>
                <a:spcPts val="0"/>
              </a:spcAft>
              <a:buClr>
                <a:schemeClr val="dk1"/>
              </a:buClr>
              <a:buSzPts val="2800"/>
              <a:buNone/>
              <a:defRPr sz="3735">
                <a:solidFill>
                  <a:schemeClr val="dk1"/>
                </a:solidFill>
              </a:defRPr>
            </a:lvl4pPr>
            <a:lvl5pPr lvl="4">
              <a:spcBef>
                <a:spcPts val="0"/>
              </a:spcBef>
              <a:spcAft>
                <a:spcPts val="0"/>
              </a:spcAft>
              <a:buClr>
                <a:schemeClr val="dk1"/>
              </a:buClr>
              <a:buSzPts val="2800"/>
              <a:buNone/>
              <a:defRPr sz="3735">
                <a:solidFill>
                  <a:schemeClr val="dk1"/>
                </a:solidFill>
              </a:defRPr>
            </a:lvl5pPr>
            <a:lvl6pPr lvl="5">
              <a:spcBef>
                <a:spcPts val="0"/>
              </a:spcBef>
              <a:spcAft>
                <a:spcPts val="0"/>
              </a:spcAft>
              <a:buClr>
                <a:schemeClr val="dk1"/>
              </a:buClr>
              <a:buSzPts val="2800"/>
              <a:buNone/>
              <a:defRPr sz="3735">
                <a:solidFill>
                  <a:schemeClr val="dk1"/>
                </a:solidFill>
              </a:defRPr>
            </a:lvl6pPr>
            <a:lvl7pPr lvl="6">
              <a:spcBef>
                <a:spcPts val="0"/>
              </a:spcBef>
              <a:spcAft>
                <a:spcPts val="0"/>
              </a:spcAft>
              <a:buClr>
                <a:schemeClr val="dk1"/>
              </a:buClr>
              <a:buSzPts val="2800"/>
              <a:buNone/>
              <a:defRPr sz="3735">
                <a:solidFill>
                  <a:schemeClr val="dk1"/>
                </a:solidFill>
              </a:defRPr>
            </a:lvl7pPr>
            <a:lvl8pPr lvl="7">
              <a:spcBef>
                <a:spcPts val="0"/>
              </a:spcBef>
              <a:spcAft>
                <a:spcPts val="0"/>
              </a:spcAft>
              <a:buClr>
                <a:schemeClr val="dk1"/>
              </a:buClr>
              <a:buSzPts val="2800"/>
              <a:buNone/>
              <a:defRPr sz="3735">
                <a:solidFill>
                  <a:schemeClr val="dk1"/>
                </a:solidFill>
              </a:defRPr>
            </a:lvl8pPr>
            <a:lvl9pPr lvl="8">
              <a:spcBef>
                <a:spcPts val="0"/>
              </a:spcBef>
              <a:spcAft>
                <a:spcPts val="0"/>
              </a:spcAft>
              <a:buClr>
                <a:schemeClr val="dk1"/>
              </a:buClr>
              <a:buSzPts val="2800"/>
              <a:buNone/>
              <a:defRPr sz="3735">
                <a:solidFill>
                  <a:schemeClr val="dk1"/>
                </a:solidFill>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609600" lvl="0" indent="-457200">
              <a:lnSpc>
                <a:spcPct val="115000"/>
              </a:lnSpc>
              <a:spcBef>
                <a:spcPts val="0"/>
              </a:spcBef>
              <a:spcAft>
                <a:spcPts val="0"/>
              </a:spcAft>
              <a:buClr>
                <a:schemeClr val="dk2"/>
              </a:buClr>
              <a:buSzPts val="1800"/>
              <a:buChar char="●"/>
              <a:defRPr sz="2400">
                <a:solidFill>
                  <a:schemeClr val="dk2"/>
                </a:solidFill>
              </a:defRPr>
            </a:lvl1pPr>
            <a:lvl2pPr marL="1219200" lvl="1" indent="-423545">
              <a:lnSpc>
                <a:spcPct val="115000"/>
              </a:lnSpc>
              <a:spcBef>
                <a:spcPts val="0"/>
              </a:spcBef>
              <a:spcAft>
                <a:spcPts val="0"/>
              </a:spcAft>
              <a:buClr>
                <a:schemeClr val="dk2"/>
              </a:buClr>
              <a:buSzPts val="1400"/>
              <a:buChar char="○"/>
              <a:defRPr>
                <a:solidFill>
                  <a:schemeClr val="dk2"/>
                </a:solidFill>
              </a:defRPr>
            </a:lvl2pPr>
            <a:lvl3pPr marL="1828800" lvl="2" indent="-423545">
              <a:lnSpc>
                <a:spcPct val="115000"/>
              </a:lnSpc>
              <a:spcBef>
                <a:spcPts val="0"/>
              </a:spcBef>
              <a:spcAft>
                <a:spcPts val="0"/>
              </a:spcAft>
              <a:buClr>
                <a:schemeClr val="dk2"/>
              </a:buClr>
              <a:buSzPts val="1400"/>
              <a:buChar char="■"/>
              <a:defRPr>
                <a:solidFill>
                  <a:schemeClr val="dk2"/>
                </a:solidFill>
              </a:defRPr>
            </a:lvl3pPr>
            <a:lvl4pPr marL="2438400" lvl="3" indent="-423545">
              <a:lnSpc>
                <a:spcPct val="115000"/>
              </a:lnSpc>
              <a:spcBef>
                <a:spcPts val="0"/>
              </a:spcBef>
              <a:spcAft>
                <a:spcPts val="0"/>
              </a:spcAft>
              <a:buClr>
                <a:schemeClr val="dk2"/>
              </a:buClr>
              <a:buSzPts val="1400"/>
              <a:buChar char="●"/>
              <a:defRPr>
                <a:solidFill>
                  <a:schemeClr val="dk2"/>
                </a:solidFill>
              </a:defRPr>
            </a:lvl4pPr>
            <a:lvl5pPr marL="3048000" lvl="4" indent="-423545">
              <a:lnSpc>
                <a:spcPct val="115000"/>
              </a:lnSpc>
              <a:spcBef>
                <a:spcPts val="0"/>
              </a:spcBef>
              <a:spcAft>
                <a:spcPts val="0"/>
              </a:spcAft>
              <a:buClr>
                <a:schemeClr val="dk2"/>
              </a:buClr>
              <a:buSzPts val="1400"/>
              <a:buChar char="○"/>
              <a:defRPr>
                <a:solidFill>
                  <a:schemeClr val="dk2"/>
                </a:solidFill>
              </a:defRPr>
            </a:lvl5pPr>
            <a:lvl6pPr marL="3657600" lvl="5" indent="-423545">
              <a:lnSpc>
                <a:spcPct val="115000"/>
              </a:lnSpc>
              <a:spcBef>
                <a:spcPts val="0"/>
              </a:spcBef>
              <a:spcAft>
                <a:spcPts val="0"/>
              </a:spcAft>
              <a:buClr>
                <a:schemeClr val="dk2"/>
              </a:buClr>
              <a:buSzPts val="1400"/>
              <a:buChar char="■"/>
              <a:defRPr>
                <a:solidFill>
                  <a:schemeClr val="dk2"/>
                </a:solidFill>
              </a:defRPr>
            </a:lvl6pPr>
            <a:lvl7pPr marL="4267200" lvl="6" indent="-423545">
              <a:lnSpc>
                <a:spcPct val="115000"/>
              </a:lnSpc>
              <a:spcBef>
                <a:spcPts val="0"/>
              </a:spcBef>
              <a:spcAft>
                <a:spcPts val="0"/>
              </a:spcAft>
              <a:buClr>
                <a:schemeClr val="dk2"/>
              </a:buClr>
              <a:buSzPts val="1400"/>
              <a:buChar char="●"/>
              <a:defRPr>
                <a:solidFill>
                  <a:schemeClr val="dk2"/>
                </a:solidFill>
              </a:defRPr>
            </a:lvl7pPr>
            <a:lvl8pPr marL="4876800" lvl="7" indent="-423545">
              <a:lnSpc>
                <a:spcPct val="115000"/>
              </a:lnSpc>
              <a:spcBef>
                <a:spcPts val="0"/>
              </a:spcBef>
              <a:spcAft>
                <a:spcPts val="0"/>
              </a:spcAft>
              <a:buClr>
                <a:schemeClr val="dk2"/>
              </a:buClr>
              <a:buSzPts val="1400"/>
              <a:buChar char="○"/>
              <a:defRPr>
                <a:solidFill>
                  <a:schemeClr val="dk2"/>
                </a:solidFill>
              </a:defRPr>
            </a:lvl8pPr>
            <a:lvl9pPr marL="5486400" lvl="8" indent="-423545">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lvl="0" algn="r">
              <a:buNone/>
              <a:defRPr sz="1335">
                <a:solidFill>
                  <a:schemeClr val="dk2"/>
                </a:solidFill>
              </a:defRPr>
            </a:lvl1pPr>
            <a:lvl2pPr lvl="1" algn="r">
              <a:buNone/>
              <a:defRPr sz="1335">
                <a:solidFill>
                  <a:schemeClr val="dk2"/>
                </a:solidFill>
              </a:defRPr>
            </a:lvl2pPr>
            <a:lvl3pPr lvl="2" algn="r">
              <a:buNone/>
              <a:defRPr sz="1335">
                <a:solidFill>
                  <a:schemeClr val="dk2"/>
                </a:solidFill>
              </a:defRPr>
            </a:lvl3pPr>
            <a:lvl4pPr lvl="3" algn="r">
              <a:buNone/>
              <a:defRPr sz="1335">
                <a:solidFill>
                  <a:schemeClr val="dk2"/>
                </a:solidFill>
              </a:defRPr>
            </a:lvl4pPr>
            <a:lvl5pPr lvl="4" algn="r">
              <a:buNone/>
              <a:defRPr sz="1335">
                <a:solidFill>
                  <a:schemeClr val="dk2"/>
                </a:solidFill>
              </a:defRPr>
            </a:lvl5pPr>
            <a:lvl6pPr lvl="5" algn="r">
              <a:buNone/>
              <a:defRPr sz="1335">
                <a:solidFill>
                  <a:schemeClr val="dk2"/>
                </a:solidFill>
              </a:defRPr>
            </a:lvl6pPr>
            <a:lvl7pPr lvl="6" algn="r">
              <a:buNone/>
              <a:defRPr sz="1335">
                <a:solidFill>
                  <a:schemeClr val="dk2"/>
                </a:solidFill>
              </a:defRPr>
            </a:lvl7pPr>
            <a:lvl8pPr lvl="7" algn="r">
              <a:buNone/>
              <a:defRPr sz="1335">
                <a:solidFill>
                  <a:schemeClr val="dk2"/>
                </a:solidFill>
              </a:defRPr>
            </a:lvl8pPr>
            <a:lvl9pPr lvl="8" algn="r">
              <a:buNone/>
              <a:defRPr sz="1335">
                <a:solidFill>
                  <a:schemeClr val="dk2"/>
                </a:solidFill>
              </a:defRPr>
            </a:lvl9pPr>
          </a:lstStyle>
          <a:p>
            <a:pPr marL="0" lvl="0" indent="0" algn="r" rtl="0">
              <a:spcBef>
                <a:spcPts val="0"/>
              </a:spcBef>
              <a:spcAft>
                <a:spcPts val="0"/>
              </a:spcAft>
              <a:buNone/>
            </a:pPr>
            <a:fld id="{00000000-1234-1234-1234-123412341234}" type="slidenum">
              <a:rPr lang="en-GB"/>
              <a:t>‹N°›</a:t>
            </a:fld>
            <a:endParaRPr lang="en-GB"/>
          </a:p>
        </p:txBody>
      </p:sp>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30"/>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panose="020B0604020202020204"/>
              <a:buNone/>
              <a:defRPr sz="3735"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chemeClr val="dk1"/>
              </a:buClr>
              <a:buSzPts val="2800"/>
              <a:buFont typeface="Arial" panose="020B0604020202020204"/>
              <a:buNone/>
              <a:defRPr sz="3735"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1"/>
              </a:buClr>
              <a:buSzPts val="2800"/>
              <a:buFont typeface="Arial" panose="020B0604020202020204"/>
              <a:buNone/>
              <a:defRPr sz="3735"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1"/>
              </a:buClr>
              <a:buSzPts val="2800"/>
              <a:buFont typeface="Arial" panose="020B0604020202020204"/>
              <a:buNone/>
              <a:defRPr sz="3735"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1"/>
              </a:buClr>
              <a:buSzPts val="2800"/>
              <a:buFont typeface="Arial" panose="020B0604020202020204"/>
              <a:buNone/>
              <a:defRPr sz="3735"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1"/>
              </a:buClr>
              <a:buSzPts val="2800"/>
              <a:buFont typeface="Arial" panose="020B0604020202020204"/>
              <a:buNone/>
              <a:defRPr sz="3735"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1"/>
              </a:buClr>
              <a:buSzPts val="2800"/>
              <a:buFont typeface="Arial" panose="020B0604020202020204"/>
              <a:buNone/>
              <a:defRPr sz="3735"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1"/>
              </a:buClr>
              <a:buSzPts val="2800"/>
              <a:buFont typeface="Arial" panose="020B0604020202020204"/>
              <a:buNone/>
              <a:defRPr sz="3735"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1"/>
              </a:buClr>
              <a:buSzPts val="2800"/>
              <a:buFont typeface="Arial" panose="020B0604020202020204"/>
              <a:buNone/>
              <a:defRPr sz="3735"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7" name="Google Shape;7;p30"/>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609600" marR="0" lvl="0" indent="-457200" algn="l" rtl="0">
              <a:lnSpc>
                <a:spcPct val="115000"/>
              </a:lnSpc>
              <a:spcBef>
                <a:spcPts val="0"/>
              </a:spcBef>
              <a:spcAft>
                <a:spcPts val="0"/>
              </a:spcAft>
              <a:buClr>
                <a:schemeClr val="dk2"/>
              </a:buClr>
              <a:buSzPts val="1800"/>
              <a:buFont typeface="Arial" panose="020B0604020202020204"/>
              <a:buChar char="●"/>
              <a:defRPr sz="24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1219200" marR="0" lvl="1" indent="-423545" algn="l" rtl="0">
              <a:lnSpc>
                <a:spcPct val="115000"/>
              </a:lnSpc>
              <a:spcBef>
                <a:spcPts val="0"/>
              </a:spcBef>
              <a:spcAft>
                <a:spcPts val="0"/>
              </a:spcAft>
              <a:buClr>
                <a:schemeClr val="dk2"/>
              </a:buClr>
              <a:buSzPts val="1400"/>
              <a:buFont typeface="Arial" panose="020B0604020202020204"/>
              <a:buChar char="○"/>
              <a:defRPr sz="1865"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1828800" marR="0" lvl="2" indent="-423545" algn="l" rtl="0">
              <a:lnSpc>
                <a:spcPct val="115000"/>
              </a:lnSpc>
              <a:spcBef>
                <a:spcPts val="0"/>
              </a:spcBef>
              <a:spcAft>
                <a:spcPts val="0"/>
              </a:spcAft>
              <a:buClr>
                <a:schemeClr val="dk2"/>
              </a:buClr>
              <a:buSzPts val="1400"/>
              <a:buFont typeface="Arial" panose="020B0604020202020204"/>
              <a:buChar char="■"/>
              <a:defRPr sz="1865"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2438400" marR="0" lvl="3" indent="-423545" algn="l" rtl="0">
              <a:lnSpc>
                <a:spcPct val="115000"/>
              </a:lnSpc>
              <a:spcBef>
                <a:spcPts val="0"/>
              </a:spcBef>
              <a:spcAft>
                <a:spcPts val="0"/>
              </a:spcAft>
              <a:buClr>
                <a:schemeClr val="dk2"/>
              </a:buClr>
              <a:buSzPts val="1400"/>
              <a:buFont typeface="Arial" panose="020B0604020202020204"/>
              <a:buChar char="●"/>
              <a:defRPr sz="1865"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3048000" marR="0" lvl="4" indent="-423545" algn="l" rtl="0">
              <a:lnSpc>
                <a:spcPct val="115000"/>
              </a:lnSpc>
              <a:spcBef>
                <a:spcPts val="0"/>
              </a:spcBef>
              <a:spcAft>
                <a:spcPts val="0"/>
              </a:spcAft>
              <a:buClr>
                <a:schemeClr val="dk2"/>
              </a:buClr>
              <a:buSzPts val="1400"/>
              <a:buFont typeface="Arial" panose="020B0604020202020204"/>
              <a:buChar char="○"/>
              <a:defRPr sz="1865"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3657600" marR="0" lvl="5" indent="-423545" algn="l" rtl="0">
              <a:lnSpc>
                <a:spcPct val="115000"/>
              </a:lnSpc>
              <a:spcBef>
                <a:spcPts val="0"/>
              </a:spcBef>
              <a:spcAft>
                <a:spcPts val="0"/>
              </a:spcAft>
              <a:buClr>
                <a:schemeClr val="dk2"/>
              </a:buClr>
              <a:buSzPts val="1400"/>
              <a:buFont typeface="Arial" panose="020B0604020202020204"/>
              <a:buChar char="■"/>
              <a:defRPr sz="1865"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4267200" marR="0" lvl="6" indent="-423545" algn="l" rtl="0">
              <a:lnSpc>
                <a:spcPct val="115000"/>
              </a:lnSpc>
              <a:spcBef>
                <a:spcPts val="0"/>
              </a:spcBef>
              <a:spcAft>
                <a:spcPts val="0"/>
              </a:spcAft>
              <a:buClr>
                <a:schemeClr val="dk2"/>
              </a:buClr>
              <a:buSzPts val="1400"/>
              <a:buFont typeface="Arial" panose="020B0604020202020204"/>
              <a:buChar char="●"/>
              <a:defRPr sz="1865"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4876800" marR="0" lvl="7" indent="-423545" algn="l" rtl="0">
              <a:lnSpc>
                <a:spcPct val="115000"/>
              </a:lnSpc>
              <a:spcBef>
                <a:spcPts val="0"/>
              </a:spcBef>
              <a:spcAft>
                <a:spcPts val="0"/>
              </a:spcAft>
              <a:buClr>
                <a:schemeClr val="dk2"/>
              </a:buClr>
              <a:buSzPts val="1400"/>
              <a:buFont typeface="Arial" panose="020B0604020202020204"/>
              <a:buChar char="○"/>
              <a:defRPr sz="1865"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5486400" marR="0" lvl="8" indent="-423545" algn="l" rtl="0">
              <a:lnSpc>
                <a:spcPct val="115000"/>
              </a:lnSpc>
              <a:spcBef>
                <a:spcPts val="0"/>
              </a:spcBef>
              <a:spcAft>
                <a:spcPts val="0"/>
              </a:spcAft>
              <a:buClr>
                <a:schemeClr val="dk2"/>
              </a:buClr>
              <a:buSzPts val="1400"/>
              <a:buFont typeface="Arial" panose="020B0604020202020204"/>
              <a:buChar char="■"/>
              <a:defRPr sz="1865"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endParaRPr/>
          </a:p>
        </p:txBody>
      </p:sp>
      <p:sp>
        <p:nvSpPr>
          <p:cNvPr id="8" name="Google Shape;8;p30"/>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rtl="0">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rtl="0">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rtl="0">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rtl="0">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rtl="0">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rtl="0">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rtl="0">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rtl="0">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t>‹N°›</a:t>
            </a:fld>
            <a:endParaRPr lang="en-GB"/>
          </a:p>
        </p:txBody>
      </p:sp>
    </p:spTree>
  </p:cSld>
  <p:clrMap bg1="lt1" tx1="dk1" bg2="dk2" tx2="lt2" accent1="accent1" accent2="accent2" accent3="accent3" accent4="accent4" accent5="accent5" accent6="accent6" hlink="hlink" folHlink="folHlink"/>
  <p:sldLayoutIdLst>
    <p:sldLayoutId id="2147483672" r:id="rId1"/>
    <p:sldLayoutId id="2147483673"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6"/>
        <p:cNvGrpSpPr/>
        <p:nvPr/>
      </p:nvGrpSpPr>
      <p:grpSpPr>
        <a:xfrm>
          <a:off x="0" y="0"/>
          <a:ext cx="0" cy="0"/>
          <a:chOff x="0" y="0"/>
          <a:chExt cx="0" cy="0"/>
        </a:xfrm>
      </p:grpSpPr>
      <p:sp>
        <p:nvSpPr>
          <p:cNvPr id="57" name="Google Shape;57;p5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2400"/>
            </a:lvl2pPr>
            <a:lvl3pPr lvl="2">
              <a:spcBef>
                <a:spcPts val="0"/>
              </a:spcBef>
              <a:spcAft>
                <a:spcPts val="0"/>
              </a:spcAft>
              <a:buSzPts val="1400"/>
              <a:buNone/>
              <a:defRPr sz="2400"/>
            </a:lvl3pPr>
            <a:lvl4pPr lvl="3">
              <a:spcBef>
                <a:spcPts val="0"/>
              </a:spcBef>
              <a:spcAft>
                <a:spcPts val="0"/>
              </a:spcAft>
              <a:buSzPts val="1400"/>
              <a:buNone/>
              <a:defRPr sz="2400"/>
            </a:lvl4pPr>
            <a:lvl5pPr lvl="4">
              <a:spcBef>
                <a:spcPts val="0"/>
              </a:spcBef>
              <a:spcAft>
                <a:spcPts val="0"/>
              </a:spcAft>
              <a:buSzPts val="1400"/>
              <a:buNone/>
              <a:defRPr sz="2400"/>
            </a:lvl5pPr>
            <a:lvl6pPr lvl="5">
              <a:spcBef>
                <a:spcPts val="0"/>
              </a:spcBef>
              <a:spcAft>
                <a:spcPts val="0"/>
              </a:spcAft>
              <a:buSzPts val="1400"/>
              <a:buNone/>
              <a:defRPr sz="2400"/>
            </a:lvl6pPr>
            <a:lvl7pPr lvl="6">
              <a:spcBef>
                <a:spcPts val="0"/>
              </a:spcBef>
              <a:spcAft>
                <a:spcPts val="0"/>
              </a:spcAft>
              <a:buSzPts val="1400"/>
              <a:buNone/>
              <a:defRPr sz="2400"/>
            </a:lvl7pPr>
            <a:lvl8pPr lvl="7">
              <a:spcBef>
                <a:spcPts val="0"/>
              </a:spcBef>
              <a:spcAft>
                <a:spcPts val="0"/>
              </a:spcAft>
              <a:buSzPts val="1400"/>
              <a:buNone/>
              <a:defRPr sz="2400"/>
            </a:lvl8pPr>
            <a:lvl9pPr lvl="8">
              <a:spcBef>
                <a:spcPts val="0"/>
              </a:spcBef>
              <a:spcAft>
                <a:spcPts val="0"/>
              </a:spcAft>
              <a:buSzPts val="1400"/>
              <a:buNone/>
              <a:defRPr sz="2400"/>
            </a:lvl9pPr>
          </a:lstStyle>
          <a:p>
            <a:endParaRPr/>
          </a:p>
        </p:txBody>
      </p:sp>
      <p:sp>
        <p:nvSpPr>
          <p:cNvPr id="58" name="Google Shape;58;p50"/>
          <p:cNvSpPr txBox="1">
            <a:spLocks noGrp="1"/>
          </p:cNvSpPr>
          <p:nvPr>
            <p:ph type="body" idx="1"/>
          </p:nvPr>
        </p:nvSpPr>
        <p:spPr>
          <a:xfrm>
            <a:off x="838200" y="1825625"/>
            <a:ext cx="10515600" cy="4351339"/>
          </a:xfrm>
          <a:prstGeom prst="rect">
            <a:avLst/>
          </a:prstGeom>
          <a:noFill/>
          <a:ln>
            <a:noFill/>
          </a:ln>
        </p:spPr>
        <p:txBody>
          <a:bodyPr spcFirstLastPara="1" wrap="square" lIns="91425" tIns="45700" rIns="91425" bIns="45700" anchor="t" anchorCtr="0">
            <a:normAutofit/>
          </a:bodyPr>
          <a:lstStyle>
            <a:lvl1pPr marL="609600" marR="0" lvl="0" indent="-482600" algn="l" rtl="0">
              <a:lnSpc>
                <a:spcPct val="90000"/>
              </a:lnSpc>
              <a:spcBef>
                <a:spcPts val="1000"/>
              </a:spcBef>
              <a:spcAft>
                <a:spcPts val="0"/>
              </a:spcAft>
              <a:buClr>
                <a:schemeClr val="dk1"/>
              </a:buClr>
              <a:buSzPts val="21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1219200" marR="0" lvl="1" indent="-457200" algn="l" rtl="0">
              <a:lnSpc>
                <a:spcPct val="90000"/>
              </a:lnSpc>
              <a:spcBef>
                <a:spcPts val="500"/>
              </a:spcBef>
              <a:spcAft>
                <a:spcPts val="0"/>
              </a:spcAft>
              <a:buClr>
                <a:schemeClr val="dk1"/>
              </a:buClr>
              <a:buSzPts val="18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828800" marR="0" lvl="2" indent="-431800" algn="l" rtl="0">
              <a:lnSpc>
                <a:spcPct val="90000"/>
              </a:lnSpc>
              <a:spcBef>
                <a:spcPts val="500"/>
              </a:spcBef>
              <a:spcAft>
                <a:spcPts val="0"/>
              </a:spcAft>
              <a:buClr>
                <a:schemeClr val="dk1"/>
              </a:buClr>
              <a:buSzPts val="15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2438400" marR="0" lvl="3" indent="-419100" algn="l" rtl="0">
              <a:lnSpc>
                <a:spcPct val="90000"/>
              </a:lnSpc>
              <a:spcBef>
                <a:spcPts val="500"/>
              </a:spcBef>
              <a:spcAft>
                <a:spcPts val="0"/>
              </a:spcAft>
              <a:buClr>
                <a:schemeClr val="dk1"/>
              </a:buClr>
              <a:buSzPts val="135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3048000" marR="0" lvl="4" indent="-419100" algn="l" rtl="0">
              <a:lnSpc>
                <a:spcPct val="90000"/>
              </a:lnSpc>
              <a:spcBef>
                <a:spcPts val="500"/>
              </a:spcBef>
              <a:spcAft>
                <a:spcPts val="0"/>
              </a:spcAft>
              <a:buClr>
                <a:schemeClr val="dk1"/>
              </a:buClr>
              <a:buSzPts val="135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3657600" marR="0" lvl="5" indent="-419100" algn="l" rtl="0">
              <a:lnSpc>
                <a:spcPct val="90000"/>
              </a:lnSpc>
              <a:spcBef>
                <a:spcPts val="500"/>
              </a:spcBef>
              <a:spcAft>
                <a:spcPts val="0"/>
              </a:spcAft>
              <a:buClr>
                <a:schemeClr val="dk1"/>
              </a:buClr>
              <a:buSzPts val="135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4267200" marR="0" lvl="6" indent="-419100" algn="l" rtl="0">
              <a:lnSpc>
                <a:spcPct val="90000"/>
              </a:lnSpc>
              <a:spcBef>
                <a:spcPts val="500"/>
              </a:spcBef>
              <a:spcAft>
                <a:spcPts val="0"/>
              </a:spcAft>
              <a:buClr>
                <a:schemeClr val="dk1"/>
              </a:buClr>
              <a:buSzPts val="135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4876800" marR="0" lvl="7" indent="-419100" algn="l" rtl="0">
              <a:lnSpc>
                <a:spcPct val="90000"/>
              </a:lnSpc>
              <a:spcBef>
                <a:spcPts val="500"/>
              </a:spcBef>
              <a:spcAft>
                <a:spcPts val="0"/>
              </a:spcAft>
              <a:buClr>
                <a:schemeClr val="dk1"/>
              </a:buClr>
              <a:buSzPts val="135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5486400" marR="0" lvl="8" indent="-419100" algn="l" rtl="0">
              <a:lnSpc>
                <a:spcPct val="90000"/>
              </a:lnSpc>
              <a:spcBef>
                <a:spcPts val="500"/>
              </a:spcBef>
              <a:spcAft>
                <a:spcPts val="0"/>
              </a:spcAft>
              <a:buClr>
                <a:schemeClr val="dk1"/>
              </a:buClr>
              <a:buSzPts val="135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9" name="Google Shape;59;p50"/>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SzPts val="1400"/>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SzPts val="1400"/>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SzPts val="1400"/>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SzPts val="1400"/>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SzPts val="1400"/>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SzPts val="1400"/>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SzPts val="1400"/>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SzPts val="1400"/>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
        <p:nvSpPr>
          <p:cNvPr id="60" name="Google Shape;60;p50"/>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SzPts val="14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SzPts val="1400"/>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SzPts val="1400"/>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SzPts val="1400"/>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SzPts val="1400"/>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SzPts val="1400"/>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SzPts val="1400"/>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SzPts val="1400"/>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SzPts val="1400"/>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
        <p:nvSpPr>
          <p:cNvPr id="61" name="Google Shape;61;p50"/>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lnSpc>
                <a:spcPct val="100000"/>
              </a:lnSpc>
              <a:spcBef>
                <a:spcPts val="0"/>
              </a:spcBef>
              <a:spcAft>
                <a:spcPts val="0"/>
              </a:spcAft>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lnSpc>
                <a:spcPct val="100000"/>
              </a:lnSpc>
              <a:spcBef>
                <a:spcPts val="0"/>
              </a:spcBef>
              <a:spcAft>
                <a:spcPts val="0"/>
              </a:spcAft>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lnSpc>
                <a:spcPct val="100000"/>
              </a:lnSpc>
              <a:spcBef>
                <a:spcPts val="0"/>
              </a:spcBef>
              <a:spcAft>
                <a:spcPts val="0"/>
              </a:spcAft>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lnSpc>
                <a:spcPct val="100000"/>
              </a:lnSpc>
              <a:spcBef>
                <a:spcPts val="0"/>
              </a:spcBef>
              <a:spcAft>
                <a:spcPts val="0"/>
              </a:spcAft>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lnSpc>
                <a:spcPct val="100000"/>
              </a:lnSpc>
              <a:spcBef>
                <a:spcPts val="0"/>
              </a:spcBef>
              <a:spcAft>
                <a:spcPts val="0"/>
              </a:spcAft>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lnSpc>
                <a:spcPct val="100000"/>
              </a:lnSpc>
              <a:spcBef>
                <a:spcPts val="0"/>
              </a:spcBef>
              <a:spcAft>
                <a:spcPts val="0"/>
              </a:spcAft>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lnSpc>
                <a:spcPct val="100000"/>
              </a:lnSpc>
              <a:spcBef>
                <a:spcPts val="0"/>
              </a:spcBef>
              <a:spcAft>
                <a:spcPts val="0"/>
              </a:spcAft>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lnSpc>
                <a:spcPct val="100000"/>
              </a:lnSpc>
              <a:spcBef>
                <a:spcPts val="0"/>
              </a:spcBef>
              <a:spcAft>
                <a:spcPts val="0"/>
              </a:spcAft>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t>‹N°›</a:t>
            </a:fld>
            <a:endParaRPr lang="en-GB"/>
          </a:p>
        </p:txBody>
      </p:sp>
    </p:spTree>
  </p:cSld>
  <p:clrMap bg1="lt1" tx1="dk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image" Target="../media/image1.jpeg"/><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notesSlide" Target="../notesSlides/notesSlide2.xml"/><Relationship Id="rId2" Type="http://schemas.openxmlformats.org/officeDocument/2006/relationships/tags" Target="../tags/tag2.xml"/><Relationship Id="rId16" Type="http://schemas.openxmlformats.org/officeDocument/2006/relationships/slideLayout" Target="../slideLayouts/slideLayout1.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4.xml"/><Relationship Id="rId1" Type="http://schemas.openxmlformats.org/officeDocument/2006/relationships/tags" Target="../tags/tag16.xml"/><Relationship Id="rId4" Type="http://schemas.openxmlformats.org/officeDocument/2006/relationships/image" Target="../media/image2.emf"/></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4.xml"/><Relationship Id="rId1" Type="http://schemas.openxmlformats.org/officeDocument/2006/relationships/tags" Target="../tags/tag17.xml"/><Relationship Id="rId4" Type="http://schemas.openxmlformats.org/officeDocument/2006/relationships/image" Target="../media/image2.emf"/></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tags" Target="../tags/tag19.xml"/><Relationship Id="rId1" Type="http://schemas.openxmlformats.org/officeDocument/2006/relationships/tags" Target="../tags/tag18.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4.xml"/><Relationship Id="rId1" Type="http://schemas.openxmlformats.org/officeDocument/2006/relationships/tags" Target="../tags/tag20.xml"/><Relationship Id="rId4" Type="http://schemas.openxmlformats.org/officeDocument/2006/relationships/image" Target="../media/image2.emf"/></Relationships>
</file>

<file path=ppt/slides/_rels/slide1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4.xml"/><Relationship Id="rId1" Type="http://schemas.openxmlformats.org/officeDocument/2006/relationships/slideLayout" Target="../slideLayouts/slideLayout24.xml"/><Relationship Id="rId4" Type="http://schemas.openxmlformats.org/officeDocument/2006/relationships/chart" Target="../charts/chart3.xml"/></Relationships>
</file>

<file path=ppt/slides/_rels/slide1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emf"/><Relationship Id="rId7"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3.emf"/></Relationships>
</file>

<file path=ppt/slides/_rels/slide18.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9.xml"/><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5.xml"/></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4.xml"/></Relationships>
</file>

<file path=ppt/slides/_rels/slide3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22.xml"/><Relationship Id="rId1" Type="http://schemas.openxmlformats.org/officeDocument/2006/relationships/tags" Target="../tags/tag21.xml"/><Relationship Id="rId4" Type="http://schemas.openxmlformats.org/officeDocument/2006/relationships/notesSlide" Target="../notesSlides/notesSlide38.xml"/></Relationships>
</file>

<file path=ppt/slides/_rels/slide4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
          <p:cNvSpPr txBox="1">
            <a:spLocks noGrp="1"/>
          </p:cNvSpPr>
          <p:nvPr>
            <p:ph type="sldNum" idx="12"/>
          </p:nvPr>
        </p:nvSpPr>
        <p:spPr>
          <a:xfrm>
            <a:off x="11296611" y="6217623"/>
            <a:ext cx="731600" cy="524800"/>
          </a:xfrm>
          <a:prstGeom prst="rect">
            <a:avLst/>
          </a:prstGeom>
          <a:noFill/>
          <a:ln>
            <a:noFill/>
          </a:ln>
        </p:spPr>
        <p:txBody>
          <a:bodyPr spcFirstLastPara="1" wrap="square" lIns="121900" tIns="121900" rIns="121900" bIns="121900" anchor="ctr" anchorCtr="0">
            <a:normAutofit/>
          </a:bodyPr>
          <a:lstStyle/>
          <a:p>
            <a:pPr marL="0" lvl="0" indent="0" algn="r" rtl="0">
              <a:lnSpc>
                <a:spcPct val="100000"/>
              </a:lnSpc>
              <a:spcBef>
                <a:spcPts val="0"/>
              </a:spcBef>
              <a:spcAft>
                <a:spcPts val="0"/>
              </a:spcAft>
              <a:buSzPts val="1000"/>
              <a:buNone/>
            </a:pPr>
            <a:fld id="{00000000-1234-1234-1234-123412341234}" type="slidenum">
              <a:rPr lang="en-GB" sz="1600"/>
              <a:t>1</a:t>
            </a:fld>
            <a:endParaRPr lang="en-GB" sz="1600"/>
          </a:p>
        </p:txBody>
      </p:sp>
      <p:sp>
        <p:nvSpPr>
          <p:cNvPr id="167" name="Google Shape;167;p1"/>
          <p:cNvSpPr txBox="1"/>
          <p:nvPr/>
        </p:nvSpPr>
        <p:spPr>
          <a:xfrm>
            <a:off x="295033" y="5920417"/>
            <a:ext cx="3302000" cy="34861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700"/>
              <a:buFont typeface="Arial" panose="020B0604020202020204"/>
              <a:buNone/>
            </a:pPr>
            <a:r>
              <a:rPr lang="en-GB" sz="2265" b="0" i="0" u="none" strike="noStrike" cap="none">
                <a:solidFill>
                  <a:srgbClr val="FFFFFF"/>
                </a:solidFill>
                <a:latin typeface="Arial" panose="020B0604020202020204"/>
                <a:ea typeface="Arial" panose="020B0604020202020204"/>
                <a:cs typeface="Arial" panose="020B0604020202020204"/>
                <a:sym typeface="Arial" panose="020B0604020202020204"/>
              </a:rPr>
              <a:t>October 2024</a:t>
            </a:r>
            <a:endParaRPr sz="2265"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pic>
        <p:nvPicPr>
          <p:cNvPr id="168" name="Google Shape;168;p1"/>
          <p:cNvPicPr preferRelativeResize="0"/>
          <p:nvPr/>
        </p:nvPicPr>
        <p:blipFill rotWithShape="1">
          <a:blip r:embed="rId3"/>
          <a:srcRect l="-17785"/>
          <a:stretch>
            <a:fillRect/>
          </a:stretch>
        </p:blipFill>
        <p:spPr>
          <a:xfrm>
            <a:off x="-683503" y="1646443"/>
            <a:ext cx="4526453" cy="3703151"/>
          </a:xfrm>
          <a:prstGeom prst="rect">
            <a:avLst/>
          </a:prstGeom>
          <a:noFill/>
          <a:ln>
            <a:noFill/>
          </a:ln>
        </p:spPr>
      </p:pic>
      <p:sp>
        <p:nvSpPr>
          <p:cNvPr id="169" name="Google Shape;169;p1"/>
          <p:cNvSpPr txBox="1"/>
          <p:nvPr/>
        </p:nvSpPr>
        <p:spPr>
          <a:xfrm>
            <a:off x="4719955" y="1537970"/>
            <a:ext cx="7215505" cy="122301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500"/>
              <a:buFont typeface="Arial" panose="020B0604020202020204"/>
              <a:buNone/>
            </a:pPr>
            <a:r>
              <a:rPr lang="fr-FR" sz="4000" i="0" u="none" strike="noStrike" cap="none" dirty="0" err="1">
                <a:solidFill>
                  <a:srgbClr val="145ABE"/>
                </a:solidFill>
                <a:latin typeface="Times New Roman" panose="02020603050405020304"/>
                <a:ea typeface="Times New Roman" panose="02020603050405020304"/>
                <a:cs typeface="Times New Roman" panose="02020603050405020304"/>
                <a:sym typeface="Times New Roman" panose="02020603050405020304"/>
              </a:rPr>
              <a:t>REVUE ANNUELLE 2025 DU PEV</a:t>
            </a:r>
          </a:p>
          <a:p>
            <a:pPr marL="0" marR="0" lvl="0" indent="0" algn="l" rtl="0">
              <a:lnSpc>
                <a:spcPct val="100000"/>
              </a:lnSpc>
              <a:spcBef>
                <a:spcPts val="0"/>
              </a:spcBef>
              <a:spcAft>
                <a:spcPts val="0"/>
              </a:spcAft>
              <a:buClr>
                <a:srgbClr val="000000"/>
              </a:buClr>
              <a:buSzPts val="1500"/>
              <a:buFont typeface="Arial" panose="020B0604020202020204"/>
              <a:buNone/>
            </a:pPr>
            <a:endParaRPr lang="fr-FR" altLang="en-GB" sz="4000" i="0" u="none" strike="noStrike" cap="none" dirty="0" err="1">
              <a:solidFill>
                <a:srgbClr val="145ABE"/>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0" name="Google Shape;170;p1"/>
          <p:cNvSpPr/>
          <p:nvPr/>
        </p:nvSpPr>
        <p:spPr>
          <a:xfrm>
            <a:off x="3660828" y="1516400"/>
            <a:ext cx="373600" cy="1867200"/>
          </a:xfrm>
          <a:prstGeom prst="rect">
            <a:avLst/>
          </a:prstGeom>
          <a:solidFill>
            <a:srgbClr val="145ABE"/>
          </a:solidFill>
          <a:ln>
            <a:noFill/>
          </a:ln>
        </p:spPr>
        <p:txBody>
          <a:bodyPr spcFirstLastPara="1" wrap="square" lIns="91433" tIns="91433" rIns="91433" bIns="91433" anchor="ctr" anchorCtr="0">
            <a:noAutofit/>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Google Shape;169;p1"/>
          <p:cNvSpPr txBox="1"/>
          <p:nvPr/>
        </p:nvSpPr>
        <p:spPr>
          <a:xfrm>
            <a:off x="4719955" y="3383915"/>
            <a:ext cx="7215505" cy="106426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500"/>
              <a:buFont typeface="Arial" panose="020B0604020202020204"/>
              <a:buNone/>
            </a:pPr>
            <a:r>
              <a:rPr lang="en-GB" sz="3600" b="1" dirty="0">
                <a:solidFill>
                  <a:srgbClr val="00B0F0"/>
                </a:solidFill>
                <a:latin typeface="Times New Roman" panose="02020603050405020304"/>
                <a:ea typeface="Times New Roman" panose="02020603050405020304"/>
                <a:cs typeface="Times New Roman" panose="02020603050405020304"/>
                <a:sym typeface="Times New Roman" panose="02020603050405020304"/>
              </a:rPr>
              <a:t>Groupe: L</a:t>
            </a:r>
            <a:r>
              <a:rPr lang="fr-FR" altLang="en-GB" sz="3600" b="1" dirty="0" err="1">
                <a:solidFill>
                  <a:srgbClr val="00B0F0"/>
                </a:solidFill>
                <a:latin typeface="Times New Roman" panose="02020603050405020304"/>
                <a:ea typeface="Times New Roman" panose="02020603050405020304"/>
                <a:cs typeface="Times New Roman" panose="02020603050405020304"/>
                <a:sym typeface="Times New Roman" panose="02020603050405020304"/>
              </a:rPr>
              <a:t>ogistique</a:t>
            </a:r>
            <a:endParaRPr sz="3600" b="1" dirty="0">
              <a:solidFill>
                <a:srgbClr val="00B0F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rgbClr val="000000"/>
              </a:buClr>
              <a:buSzPts val="1500"/>
              <a:buFont typeface="Arial" panose="020B0604020202020204"/>
              <a:buNone/>
            </a:pPr>
            <a:r>
              <a:rPr lang="fr-FR" sz="3600" b="1" i="0" u="none" strike="noStrike" cap="none" dirty="0" err="1">
                <a:solidFill>
                  <a:srgbClr val="145ABE"/>
                </a:solidFill>
                <a:latin typeface="Times New Roman" panose="02020603050405020304"/>
                <a:ea typeface="Times New Roman" panose="02020603050405020304"/>
                <a:cs typeface="Times New Roman" panose="02020603050405020304"/>
                <a:sym typeface="Times New Roman" panose="02020603050405020304"/>
              </a:rPr>
              <a:t> </a:t>
            </a:r>
            <a:r>
              <a:rPr lang="fr-FR" sz="2000" b="1" i="0" u="none" strike="noStrike" cap="none" dirty="0" err="1">
                <a:solidFill>
                  <a:srgbClr val="145ABE"/>
                </a:solidFill>
                <a:latin typeface="Times New Roman" panose="02020603050405020304"/>
                <a:ea typeface="Times New Roman" panose="02020603050405020304"/>
                <a:cs typeface="Times New Roman" panose="02020603050405020304"/>
                <a:sym typeface="Times New Roman" panose="02020603050405020304"/>
              </a:rPr>
              <a:t>  </a:t>
            </a:r>
            <a:endParaRPr sz="1400" b="1" i="0"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000000"/>
              </a:buClr>
              <a:buSzPts val="1500"/>
              <a:buFont typeface="Arial" panose="020B0604020202020204"/>
              <a:buNone/>
            </a:pPr>
            <a:endParaRPr sz="1400" b="1" i="0"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000000"/>
              </a:buClr>
              <a:buSzPts val="1500"/>
              <a:buFont typeface="Arial" panose="020B0604020202020204"/>
              <a:buNone/>
            </a:pPr>
            <a:r>
              <a:rPr lang="en-GB" sz="1400" b="1" i="0"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rPr>
              <a:t> </a:t>
            </a:r>
            <a:endParaRPr sz="10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500"/>
              <a:buFont typeface="Arial" panose="020B0604020202020204"/>
              <a:buNone/>
            </a:pPr>
            <a:endParaRPr lang="fr-FR" altLang="en-GB" sz="10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3" name="Google Shape;169;p1"/>
          <p:cNvSpPr txBox="1"/>
          <p:nvPr/>
        </p:nvSpPr>
        <p:spPr>
          <a:xfrm>
            <a:off x="4812665" y="4765040"/>
            <a:ext cx="7215505" cy="63754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500"/>
              <a:buFont typeface="Arial" panose="020B0604020202020204"/>
              <a:buNone/>
            </a:pPr>
            <a:r>
              <a:rPr lang="fr-FR" sz="2800" i="0"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rPr>
              <a:t>Décembre 2025</a:t>
            </a:r>
            <a:r>
              <a:rPr lang="fr-FR" sz="3200" b="1" i="0"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rPr>
              <a:t> </a:t>
            </a:r>
            <a:endParaRPr sz="2000" b="1" i="0"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000000"/>
              </a:buClr>
              <a:buSzPts val="1500"/>
              <a:buFont typeface="Arial" panose="020B0604020202020204"/>
              <a:buNone/>
            </a:pPr>
            <a:endParaRPr sz="2000" b="1" i="0"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000000"/>
              </a:buClr>
              <a:buSzPts val="1500"/>
              <a:buFont typeface="Arial" panose="020B0604020202020204"/>
              <a:buNone/>
            </a:pPr>
            <a:r>
              <a:rPr lang="en-GB" sz="2000" b="1" i="0"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rPr>
              <a:t> </a:t>
            </a:r>
            <a:endParaRPr sz="1465"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500"/>
              <a:buFont typeface="Arial" panose="020B0604020202020204"/>
              <a:buNone/>
            </a:pPr>
            <a:endParaRPr lang="fr-FR" altLang="en-GB" sz="2000" b="1" i="1"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
          <p:cNvSpPr txBox="1">
            <a:spLocks noGrp="1"/>
          </p:cNvSpPr>
          <p:nvPr>
            <p:ph type="sldNum" idx="12"/>
          </p:nvPr>
        </p:nvSpPr>
        <p:spPr>
          <a:xfrm>
            <a:off x="11296611" y="6217623"/>
            <a:ext cx="731600" cy="524800"/>
          </a:xfrm>
          <a:prstGeom prst="rect">
            <a:avLst/>
          </a:prstGeom>
          <a:noFill/>
          <a:ln>
            <a:noFill/>
          </a:ln>
        </p:spPr>
        <p:txBody>
          <a:bodyPr spcFirstLastPara="1" wrap="square" lIns="121900" tIns="121900" rIns="121900" bIns="121900" anchor="ctr" anchorCtr="0">
            <a:normAutofit/>
          </a:bodyPr>
          <a:lstStyle/>
          <a:p>
            <a:pPr marL="0" lvl="0" indent="0" algn="r" rtl="0">
              <a:lnSpc>
                <a:spcPct val="100000"/>
              </a:lnSpc>
              <a:spcBef>
                <a:spcPts val="0"/>
              </a:spcBef>
              <a:spcAft>
                <a:spcPts val="0"/>
              </a:spcAft>
              <a:buSzPts val="1000"/>
              <a:buNone/>
            </a:pPr>
            <a:fld id="{00000000-1234-1234-1234-123412341234}" type="slidenum">
              <a:rPr lang="en-GB" sz="1600"/>
              <a:t>2</a:t>
            </a:fld>
            <a:endParaRPr lang="en-GB" sz="1600"/>
          </a:p>
        </p:txBody>
      </p:sp>
      <p:sp>
        <p:nvSpPr>
          <p:cNvPr id="167" name="Google Shape;167;p1"/>
          <p:cNvSpPr txBox="1"/>
          <p:nvPr/>
        </p:nvSpPr>
        <p:spPr>
          <a:xfrm>
            <a:off x="295033" y="5920417"/>
            <a:ext cx="3302000" cy="34861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700"/>
              <a:buFont typeface="Arial" panose="020B0604020202020204"/>
              <a:buNone/>
            </a:pPr>
            <a:r>
              <a:rPr lang="en-GB" sz="2265" b="0" i="0" u="none" strike="noStrike" cap="none">
                <a:solidFill>
                  <a:srgbClr val="FFFFFF"/>
                </a:solidFill>
                <a:latin typeface="Arial" panose="020B0604020202020204"/>
                <a:ea typeface="Arial" panose="020B0604020202020204"/>
                <a:cs typeface="Arial" panose="020B0604020202020204"/>
                <a:sym typeface="Arial" panose="020B0604020202020204"/>
              </a:rPr>
              <a:t>October 2024</a:t>
            </a:r>
            <a:endParaRPr sz="2265"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pic>
        <p:nvPicPr>
          <p:cNvPr id="168" name="Google Shape;168;p1"/>
          <p:cNvPicPr preferRelativeResize="0"/>
          <p:nvPr/>
        </p:nvPicPr>
        <p:blipFill rotWithShape="1">
          <a:blip r:embed="rId18"/>
          <a:srcRect l="-17785"/>
          <a:stretch>
            <a:fillRect/>
          </a:stretch>
        </p:blipFill>
        <p:spPr>
          <a:xfrm>
            <a:off x="-683503" y="1646443"/>
            <a:ext cx="4526453" cy="3703151"/>
          </a:xfrm>
          <a:prstGeom prst="rect">
            <a:avLst/>
          </a:prstGeom>
          <a:noFill/>
          <a:ln>
            <a:noFill/>
          </a:ln>
        </p:spPr>
      </p:pic>
      <p:sp>
        <p:nvSpPr>
          <p:cNvPr id="170" name="Google Shape;170;p1"/>
          <p:cNvSpPr/>
          <p:nvPr/>
        </p:nvSpPr>
        <p:spPr>
          <a:xfrm>
            <a:off x="3660828" y="1516400"/>
            <a:ext cx="373600" cy="1867200"/>
          </a:xfrm>
          <a:prstGeom prst="rect">
            <a:avLst/>
          </a:prstGeom>
          <a:solidFill>
            <a:srgbClr val="145ABE"/>
          </a:solidFill>
          <a:ln>
            <a:noFill/>
          </a:ln>
        </p:spPr>
        <p:txBody>
          <a:bodyPr spcFirstLastPara="1" wrap="square" lIns="91433" tIns="91433" rIns="91433" bIns="91433" anchor="ctr" anchorCtr="0">
            <a:noAutofit/>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 name="Zone de texte 3"/>
          <p:cNvSpPr txBox="1"/>
          <p:nvPr/>
        </p:nvSpPr>
        <p:spPr>
          <a:xfrm>
            <a:off x="0" y="1652270"/>
            <a:ext cx="2216785" cy="829945"/>
          </a:xfrm>
          <a:prstGeom prst="rect">
            <a:avLst/>
          </a:prstGeom>
          <a:noFill/>
        </p:spPr>
        <p:txBody>
          <a:bodyPr wrap="square" rtlCol="0">
            <a:spAutoFit/>
          </a:bodyPr>
          <a:lstStyle/>
          <a:p>
            <a:r>
              <a:rPr lang="fr-FR" altLang="en-US" sz="4800">
                <a:solidFill>
                  <a:schemeClr val="bg1"/>
                </a:solidFill>
                <a:latin typeface="Arial Black" panose="020B0A04020102020204" charset="0"/>
                <a:cs typeface="Arial Black" panose="020B0A04020102020204" charset="0"/>
              </a:rPr>
              <a:t>PLAN</a:t>
            </a:r>
          </a:p>
        </p:txBody>
      </p:sp>
      <p:grpSp>
        <p:nvGrpSpPr>
          <p:cNvPr id="17" name="Grouper 16"/>
          <p:cNvGrpSpPr/>
          <p:nvPr>
            <p:custDataLst>
              <p:tags r:id="rId1"/>
            </p:custDataLst>
          </p:nvPr>
        </p:nvGrpSpPr>
        <p:grpSpPr>
          <a:xfrm>
            <a:off x="4811395" y="704215"/>
            <a:ext cx="6224905" cy="5847715"/>
            <a:chOff x="7577" y="1109"/>
            <a:chExt cx="9803" cy="9209"/>
          </a:xfrm>
        </p:grpSpPr>
        <p:sp>
          <p:nvSpPr>
            <p:cNvPr id="5" name="序号"/>
            <p:cNvSpPr txBox="1"/>
            <p:nvPr>
              <p:custDataLst>
                <p:tags r:id="rId2"/>
              </p:custDataLst>
            </p:nvPr>
          </p:nvSpPr>
          <p:spPr>
            <a:xfrm>
              <a:off x="7577" y="1357"/>
              <a:ext cx="1787" cy="1387"/>
            </a:xfrm>
            <a:prstGeom prst="rect">
              <a:avLst/>
            </a:prstGeom>
            <a:noFill/>
          </p:spPr>
          <p:txBody>
            <a:bodyPr wrap="none" lIns="0" tIns="0" rIns="0" bIns="0" rtlCol="0" anchor="ctr" anchorCtr="0">
              <a:noAutofit/>
            </a:bodyPr>
            <a:lstStyle/>
            <a:p>
              <a:pPr algn="r">
                <a:lnSpc>
                  <a:spcPct val="100000"/>
                </a:lnSpc>
              </a:pPr>
              <a:r>
                <a:rPr lang="en-US" sz="4400" b="1" dirty="0">
                  <a:solidFill>
                    <a:schemeClr val="accent1">
                      <a:lumMod val="75000"/>
                    </a:schemeClr>
                  </a:solidFill>
                  <a:latin typeface="Times New Roman" panose="02020603050405020304" pitchFamily="18" charset="0"/>
                  <a:cs typeface="Times New Roman" panose="02020603050405020304" pitchFamily="18" charset="0"/>
                </a:rPr>
                <a:t>01</a:t>
              </a:r>
            </a:p>
          </p:txBody>
        </p:sp>
        <p:sp>
          <p:nvSpPr>
            <p:cNvPr id="6" name="项标题"/>
            <p:cNvSpPr txBox="1"/>
            <p:nvPr>
              <p:custDataLst>
                <p:tags r:id="rId3"/>
              </p:custDataLst>
            </p:nvPr>
          </p:nvSpPr>
          <p:spPr>
            <a:xfrm>
              <a:off x="10752" y="1109"/>
              <a:ext cx="6628" cy="1635"/>
            </a:xfrm>
            <a:prstGeom prst="rect">
              <a:avLst/>
            </a:prstGeom>
            <a:noFill/>
          </p:spPr>
          <p:txBody>
            <a:bodyPr wrap="square" lIns="0" tIns="0" rIns="0" bIns="0" rtlCol="0" anchor="ctr" anchorCtr="0">
              <a:normAutofit/>
            </a:bodyPr>
            <a:lstStyle/>
            <a:p>
              <a:pPr>
                <a:lnSpc>
                  <a:spcPct val="100000"/>
                </a:lnSpc>
              </a:pPr>
              <a:r>
                <a:rPr lang="fr-FR" altLang="en-US" sz="2400" b="1" dirty="0">
                  <a:solidFill>
                    <a:srgbClr val="0070C0"/>
                  </a:solidFill>
                  <a:latin typeface="Times New Roman" panose="02020603050405020304" pitchFamily="18" charset="0"/>
                  <a:cs typeface="Times New Roman" panose="02020603050405020304" pitchFamily="18" charset="0"/>
                </a:rPr>
                <a:t>Rappel des objectifs</a:t>
              </a:r>
            </a:p>
          </p:txBody>
        </p:sp>
        <p:sp>
          <p:nvSpPr>
            <p:cNvPr id="7" name="序号"/>
            <p:cNvSpPr txBox="1"/>
            <p:nvPr>
              <p:custDataLst>
                <p:tags r:id="rId4"/>
              </p:custDataLst>
            </p:nvPr>
          </p:nvSpPr>
          <p:spPr>
            <a:xfrm>
              <a:off x="7577" y="2715"/>
              <a:ext cx="1787" cy="1162"/>
            </a:xfrm>
            <a:prstGeom prst="rect">
              <a:avLst/>
            </a:prstGeom>
            <a:noFill/>
          </p:spPr>
          <p:txBody>
            <a:bodyPr wrap="none" lIns="0" tIns="0" rIns="0" bIns="0" rtlCol="0" anchor="ctr" anchorCtr="0">
              <a:noAutofit/>
            </a:bodyPr>
            <a:lstStyle/>
            <a:p>
              <a:pPr algn="r">
                <a:lnSpc>
                  <a:spcPct val="100000"/>
                </a:lnSpc>
              </a:pPr>
              <a:r>
                <a:rPr lang="en-US" sz="4400" b="1">
                  <a:solidFill>
                    <a:schemeClr val="accent1">
                      <a:lumMod val="75000"/>
                    </a:schemeClr>
                  </a:solidFill>
                  <a:latin typeface="Times New Roman" panose="02020603050405020304" pitchFamily="18" charset="0"/>
                  <a:cs typeface="Times New Roman" panose="02020603050405020304" pitchFamily="18" charset="0"/>
                </a:rPr>
                <a:t>02</a:t>
              </a:r>
            </a:p>
          </p:txBody>
        </p:sp>
        <p:sp>
          <p:nvSpPr>
            <p:cNvPr id="8" name="项标题"/>
            <p:cNvSpPr txBox="1"/>
            <p:nvPr>
              <p:custDataLst>
                <p:tags r:id="rId5"/>
              </p:custDataLst>
            </p:nvPr>
          </p:nvSpPr>
          <p:spPr>
            <a:xfrm>
              <a:off x="10752" y="2567"/>
              <a:ext cx="6628" cy="1409"/>
            </a:xfrm>
            <a:prstGeom prst="rect">
              <a:avLst/>
            </a:prstGeom>
            <a:noFill/>
          </p:spPr>
          <p:txBody>
            <a:bodyPr wrap="square" lIns="0" tIns="0" rIns="0" bIns="0" rtlCol="0" anchor="ctr" anchorCtr="0">
              <a:normAutofit/>
            </a:bodyPr>
            <a:lstStyle/>
            <a:p>
              <a:pPr>
                <a:lnSpc>
                  <a:spcPct val="100000"/>
                </a:lnSpc>
              </a:pPr>
              <a:r>
                <a:rPr lang="fr-FR" altLang="en-US" sz="2400" b="1" dirty="0">
                  <a:solidFill>
                    <a:srgbClr val="0070C0"/>
                  </a:solidFill>
                  <a:latin typeface="Times New Roman" panose="02020603050405020304" pitchFamily="18" charset="0"/>
                  <a:cs typeface="Times New Roman" panose="02020603050405020304" pitchFamily="18" charset="0"/>
                </a:rPr>
                <a:t>Approvisionnement &amp; disponibilité vaccins </a:t>
              </a:r>
            </a:p>
          </p:txBody>
        </p:sp>
        <p:sp>
          <p:nvSpPr>
            <p:cNvPr id="9" name="序号"/>
            <p:cNvSpPr txBox="1"/>
            <p:nvPr>
              <p:custDataLst>
                <p:tags r:id="rId6"/>
              </p:custDataLst>
            </p:nvPr>
          </p:nvSpPr>
          <p:spPr>
            <a:xfrm>
              <a:off x="7577" y="3909"/>
              <a:ext cx="1787" cy="1162"/>
            </a:xfrm>
            <a:prstGeom prst="rect">
              <a:avLst/>
            </a:prstGeom>
            <a:noFill/>
          </p:spPr>
          <p:txBody>
            <a:bodyPr wrap="none" lIns="0" tIns="0" rIns="0" bIns="0" rtlCol="0" anchor="ctr" anchorCtr="0">
              <a:noAutofit/>
            </a:bodyPr>
            <a:lstStyle/>
            <a:p>
              <a:pPr algn="r">
                <a:lnSpc>
                  <a:spcPct val="100000"/>
                </a:lnSpc>
              </a:pPr>
              <a:r>
                <a:rPr lang="en-US" sz="4400" b="1">
                  <a:solidFill>
                    <a:schemeClr val="accent1">
                      <a:lumMod val="75000"/>
                    </a:schemeClr>
                  </a:solidFill>
                  <a:latin typeface="Times New Roman" panose="02020603050405020304" pitchFamily="18" charset="0"/>
                  <a:cs typeface="Times New Roman" panose="02020603050405020304" pitchFamily="18" charset="0"/>
                </a:rPr>
                <a:t>0</a:t>
              </a:r>
              <a:r>
                <a:rPr lang="fr-FR" altLang="en-US" sz="4400" b="1">
                  <a:solidFill>
                    <a:schemeClr val="accent1">
                      <a:lumMod val="75000"/>
                    </a:schemeClr>
                  </a:solidFill>
                  <a:latin typeface="Times New Roman" panose="02020603050405020304" pitchFamily="18" charset="0"/>
                  <a:cs typeface="Times New Roman" panose="02020603050405020304" pitchFamily="18" charset="0"/>
                </a:rPr>
                <a:t>3</a:t>
              </a:r>
            </a:p>
          </p:txBody>
        </p:sp>
        <p:sp>
          <p:nvSpPr>
            <p:cNvPr id="10" name="项标题"/>
            <p:cNvSpPr txBox="1"/>
            <p:nvPr>
              <p:custDataLst>
                <p:tags r:id="rId7"/>
              </p:custDataLst>
            </p:nvPr>
          </p:nvSpPr>
          <p:spPr>
            <a:xfrm>
              <a:off x="10752" y="4041"/>
              <a:ext cx="6628" cy="1409"/>
            </a:xfrm>
            <a:prstGeom prst="rect">
              <a:avLst/>
            </a:prstGeom>
            <a:noFill/>
          </p:spPr>
          <p:txBody>
            <a:bodyPr wrap="square" lIns="0" tIns="0" rIns="0" bIns="0" rtlCol="0" anchor="ctr" anchorCtr="0">
              <a:normAutofit/>
            </a:bodyPr>
            <a:lstStyle/>
            <a:p>
              <a:pPr>
                <a:lnSpc>
                  <a:spcPct val="100000"/>
                </a:lnSpc>
              </a:pPr>
              <a:r>
                <a:rPr lang="fr-FR" altLang="en-US" sz="2400" b="1" dirty="0">
                  <a:solidFill>
                    <a:srgbClr val="0070C0"/>
                  </a:solidFill>
                  <a:latin typeface="Times New Roman" panose="02020603050405020304" pitchFamily="18" charset="0"/>
                  <a:cs typeface="Times New Roman" panose="02020603050405020304" pitchFamily="18" charset="0"/>
                </a:rPr>
                <a:t>Inventaire &amp; fonctionalité matériel chaine de froid   </a:t>
              </a:r>
            </a:p>
          </p:txBody>
        </p:sp>
        <p:sp>
          <p:nvSpPr>
            <p:cNvPr id="11" name="序号"/>
            <p:cNvSpPr txBox="1"/>
            <p:nvPr>
              <p:custDataLst>
                <p:tags r:id="rId8"/>
              </p:custDataLst>
            </p:nvPr>
          </p:nvSpPr>
          <p:spPr>
            <a:xfrm>
              <a:off x="7577" y="5218"/>
              <a:ext cx="1787" cy="1162"/>
            </a:xfrm>
            <a:prstGeom prst="rect">
              <a:avLst/>
            </a:prstGeom>
            <a:noFill/>
          </p:spPr>
          <p:txBody>
            <a:bodyPr wrap="none" lIns="0" tIns="0" rIns="0" bIns="0" rtlCol="0" anchor="ctr" anchorCtr="0">
              <a:noAutofit/>
            </a:bodyPr>
            <a:lstStyle/>
            <a:p>
              <a:pPr algn="r">
                <a:lnSpc>
                  <a:spcPct val="100000"/>
                </a:lnSpc>
              </a:pPr>
              <a:r>
                <a:rPr lang="en-US" sz="4400" b="1">
                  <a:solidFill>
                    <a:schemeClr val="accent1">
                      <a:lumMod val="75000"/>
                    </a:schemeClr>
                  </a:solidFill>
                  <a:latin typeface="Times New Roman" panose="02020603050405020304" pitchFamily="18" charset="0"/>
                  <a:cs typeface="Times New Roman" panose="02020603050405020304" pitchFamily="18" charset="0"/>
                </a:rPr>
                <a:t>0</a:t>
              </a:r>
              <a:r>
                <a:rPr lang="fr-FR" altLang="en-US" sz="4400" b="1">
                  <a:solidFill>
                    <a:schemeClr val="accent1">
                      <a:lumMod val="75000"/>
                    </a:schemeClr>
                  </a:solidFill>
                  <a:latin typeface="Times New Roman" panose="02020603050405020304" pitchFamily="18" charset="0"/>
                  <a:cs typeface="Times New Roman" panose="02020603050405020304" pitchFamily="18" charset="0"/>
                </a:rPr>
                <a:t>4</a:t>
              </a:r>
            </a:p>
          </p:txBody>
        </p:sp>
        <p:sp>
          <p:nvSpPr>
            <p:cNvPr id="12" name="项标题"/>
            <p:cNvSpPr txBox="1"/>
            <p:nvPr>
              <p:custDataLst>
                <p:tags r:id="rId9"/>
              </p:custDataLst>
            </p:nvPr>
          </p:nvSpPr>
          <p:spPr>
            <a:xfrm>
              <a:off x="10752" y="5190"/>
              <a:ext cx="6628" cy="1409"/>
            </a:xfrm>
            <a:prstGeom prst="rect">
              <a:avLst/>
            </a:prstGeom>
            <a:noFill/>
          </p:spPr>
          <p:txBody>
            <a:bodyPr wrap="square" lIns="0" tIns="0" rIns="0" bIns="0" rtlCol="0" anchor="ctr" anchorCtr="0">
              <a:normAutofit/>
            </a:bodyPr>
            <a:lstStyle/>
            <a:p>
              <a:pPr>
                <a:lnSpc>
                  <a:spcPct val="100000"/>
                </a:lnSpc>
              </a:pPr>
              <a:r>
                <a:rPr lang="fr-FR" altLang="en-US" sz="2400" b="1" dirty="0">
                  <a:solidFill>
                    <a:srgbClr val="0070C0"/>
                  </a:solidFill>
                  <a:latin typeface="Times New Roman" panose="02020603050405020304" pitchFamily="18" charset="0"/>
                  <a:cs typeface="Times New Roman" panose="02020603050405020304" pitchFamily="18" charset="0"/>
                </a:rPr>
                <a:t>Analyse FFOM</a:t>
              </a:r>
            </a:p>
          </p:txBody>
        </p:sp>
        <p:sp>
          <p:nvSpPr>
            <p:cNvPr id="13" name="序号"/>
            <p:cNvSpPr txBox="1"/>
            <p:nvPr>
              <p:custDataLst>
                <p:tags r:id="rId10"/>
              </p:custDataLst>
            </p:nvPr>
          </p:nvSpPr>
          <p:spPr>
            <a:xfrm>
              <a:off x="7577" y="6324"/>
              <a:ext cx="1787" cy="1162"/>
            </a:xfrm>
            <a:prstGeom prst="rect">
              <a:avLst/>
            </a:prstGeom>
            <a:noFill/>
          </p:spPr>
          <p:txBody>
            <a:bodyPr wrap="none" lIns="0" tIns="0" rIns="0" bIns="0" rtlCol="0" anchor="ctr" anchorCtr="0">
              <a:noAutofit/>
            </a:bodyPr>
            <a:lstStyle/>
            <a:p>
              <a:pPr algn="r">
                <a:lnSpc>
                  <a:spcPct val="100000"/>
                </a:lnSpc>
              </a:pPr>
              <a:r>
                <a:rPr lang="en-US" sz="4400" b="1">
                  <a:solidFill>
                    <a:schemeClr val="accent1">
                      <a:lumMod val="75000"/>
                    </a:schemeClr>
                  </a:solidFill>
                  <a:latin typeface="Times New Roman" panose="02020603050405020304" pitchFamily="18" charset="0"/>
                  <a:cs typeface="Times New Roman" panose="02020603050405020304" pitchFamily="18" charset="0"/>
                </a:rPr>
                <a:t>0</a:t>
              </a:r>
              <a:r>
                <a:rPr lang="fr-FR" altLang="en-US" sz="4400" b="1">
                  <a:solidFill>
                    <a:schemeClr val="accent1">
                      <a:lumMod val="75000"/>
                    </a:schemeClr>
                  </a:solidFill>
                  <a:latin typeface="Times New Roman" panose="02020603050405020304" pitchFamily="18" charset="0"/>
                  <a:cs typeface="Times New Roman" panose="02020603050405020304" pitchFamily="18" charset="0"/>
                </a:rPr>
                <a:t>5</a:t>
              </a:r>
            </a:p>
          </p:txBody>
        </p:sp>
        <p:sp>
          <p:nvSpPr>
            <p:cNvPr id="14" name="项标题"/>
            <p:cNvSpPr txBox="1"/>
            <p:nvPr>
              <p:custDataLst>
                <p:tags r:id="rId11"/>
              </p:custDataLst>
            </p:nvPr>
          </p:nvSpPr>
          <p:spPr>
            <a:xfrm>
              <a:off x="10752" y="6306"/>
              <a:ext cx="6628" cy="1409"/>
            </a:xfrm>
            <a:prstGeom prst="rect">
              <a:avLst/>
            </a:prstGeom>
            <a:noFill/>
          </p:spPr>
          <p:txBody>
            <a:bodyPr wrap="square" lIns="0" tIns="0" rIns="0" bIns="0" rtlCol="0" anchor="ctr" anchorCtr="0">
              <a:normAutofit/>
            </a:bodyPr>
            <a:lstStyle/>
            <a:p>
              <a:pPr>
                <a:lnSpc>
                  <a:spcPct val="100000"/>
                </a:lnSpc>
              </a:pPr>
              <a:r>
                <a:rPr lang="fr-FR" altLang="en-US" sz="2400" b="1" dirty="0">
                  <a:solidFill>
                    <a:srgbClr val="0070C0"/>
                  </a:solidFill>
                  <a:latin typeface="Times New Roman" panose="02020603050405020304" pitchFamily="18" charset="0"/>
                  <a:cs typeface="Times New Roman" panose="02020603050405020304" pitchFamily="18" charset="0"/>
                </a:rPr>
                <a:t>Problèmes /Défis</a:t>
              </a:r>
            </a:p>
          </p:txBody>
        </p:sp>
        <p:sp>
          <p:nvSpPr>
            <p:cNvPr id="15" name="序号"/>
            <p:cNvSpPr txBox="1"/>
            <p:nvPr>
              <p:custDataLst>
                <p:tags r:id="rId12"/>
              </p:custDataLst>
            </p:nvPr>
          </p:nvSpPr>
          <p:spPr>
            <a:xfrm>
              <a:off x="7577" y="7623"/>
              <a:ext cx="1787" cy="1162"/>
            </a:xfrm>
            <a:prstGeom prst="rect">
              <a:avLst/>
            </a:prstGeom>
            <a:noFill/>
          </p:spPr>
          <p:txBody>
            <a:bodyPr wrap="none" lIns="0" tIns="0" rIns="0" bIns="0" rtlCol="0" anchor="ctr" anchorCtr="0">
              <a:noAutofit/>
            </a:bodyPr>
            <a:lstStyle/>
            <a:p>
              <a:pPr algn="r">
                <a:lnSpc>
                  <a:spcPct val="100000"/>
                </a:lnSpc>
              </a:pPr>
              <a:r>
                <a:rPr lang="en-US" sz="4400" b="1">
                  <a:solidFill>
                    <a:schemeClr val="accent1">
                      <a:lumMod val="75000"/>
                    </a:schemeClr>
                  </a:solidFill>
                  <a:latin typeface="Times New Roman" panose="02020603050405020304" pitchFamily="18" charset="0"/>
                  <a:cs typeface="Times New Roman" panose="02020603050405020304" pitchFamily="18" charset="0"/>
                </a:rPr>
                <a:t>0</a:t>
              </a:r>
              <a:r>
                <a:rPr lang="fr-FR" altLang="en-US" sz="4400" b="1">
                  <a:solidFill>
                    <a:schemeClr val="accent1">
                      <a:lumMod val="75000"/>
                    </a:schemeClr>
                  </a:solidFill>
                  <a:latin typeface="Times New Roman" panose="02020603050405020304" pitchFamily="18" charset="0"/>
                  <a:cs typeface="Times New Roman" panose="02020603050405020304" pitchFamily="18" charset="0"/>
                </a:rPr>
                <a:t>6</a:t>
              </a:r>
            </a:p>
          </p:txBody>
        </p:sp>
        <p:sp>
          <p:nvSpPr>
            <p:cNvPr id="16" name="项标题"/>
            <p:cNvSpPr txBox="1"/>
            <p:nvPr>
              <p:custDataLst>
                <p:tags r:id="rId13"/>
              </p:custDataLst>
            </p:nvPr>
          </p:nvSpPr>
          <p:spPr>
            <a:xfrm>
              <a:off x="10752" y="7655"/>
              <a:ext cx="6628" cy="1409"/>
            </a:xfrm>
            <a:prstGeom prst="rect">
              <a:avLst/>
            </a:prstGeom>
            <a:noFill/>
          </p:spPr>
          <p:txBody>
            <a:bodyPr wrap="square" lIns="0" tIns="0" rIns="0" bIns="0" rtlCol="0" anchor="ctr" anchorCtr="0">
              <a:normAutofit fontScale="97500"/>
            </a:bodyPr>
            <a:lstStyle/>
            <a:p>
              <a:pPr>
                <a:lnSpc>
                  <a:spcPct val="100000"/>
                </a:lnSpc>
              </a:pPr>
              <a:r>
                <a:rPr lang="fr-FR" altLang="en-US" sz="2400" b="1" dirty="0">
                  <a:solidFill>
                    <a:srgbClr val="0070C0"/>
                  </a:solidFill>
                  <a:latin typeface="Times New Roman" panose="02020603050405020304" pitchFamily="18" charset="0"/>
                  <a:cs typeface="Times New Roman" panose="02020603050405020304" pitchFamily="18" charset="0"/>
                </a:rPr>
                <a:t>Pistes de solution/Recommandations</a:t>
              </a:r>
            </a:p>
          </p:txBody>
        </p:sp>
        <p:sp>
          <p:nvSpPr>
            <p:cNvPr id="18" name="序号"/>
            <p:cNvSpPr txBox="1"/>
            <p:nvPr>
              <p:custDataLst>
                <p:tags r:id="rId14"/>
              </p:custDataLst>
            </p:nvPr>
          </p:nvSpPr>
          <p:spPr>
            <a:xfrm>
              <a:off x="7577" y="8977"/>
              <a:ext cx="1787" cy="1162"/>
            </a:xfrm>
            <a:prstGeom prst="rect">
              <a:avLst/>
            </a:prstGeom>
            <a:noFill/>
          </p:spPr>
          <p:txBody>
            <a:bodyPr wrap="none" lIns="0" tIns="0" rIns="0" bIns="0" rtlCol="0" anchor="ctr" anchorCtr="0">
              <a:noAutofit/>
            </a:bodyPr>
            <a:lstStyle/>
            <a:p>
              <a:pPr algn="r">
                <a:lnSpc>
                  <a:spcPct val="100000"/>
                </a:lnSpc>
              </a:pPr>
              <a:r>
                <a:rPr lang="en-US" sz="4400" b="1">
                  <a:solidFill>
                    <a:schemeClr val="accent1">
                      <a:lumMod val="75000"/>
                    </a:schemeClr>
                  </a:solidFill>
                  <a:latin typeface="Times New Roman" panose="02020603050405020304" pitchFamily="18" charset="0"/>
                  <a:cs typeface="Times New Roman" panose="02020603050405020304" pitchFamily="18" charset="0"/>
                </a:rPr>
                <a:t>0</a:t>
              </a:r>
              <a:r>
                <a:rPr lang="fr-FR" altLang="en-US" sz="4400" b="1">
                  <a:solidFill>
                    <a:schemeClr val="accent1">
                      <a:lumMod val="75000"/>
                    </a:schemeClr>
                  </a:solidFill>
                  <a:latin typeface="Times New Roman" panose="02020603050405020304" pitchFamily="18" charset="0"/>
                  <a:cs typeface="Times New Roman" panose="02020603050405020304" pitchFamily="18" charset="0"/>
                </a:rPr>
                <a:t>7</a:t>
              </a:r>
            </a:p>
          </p:txBody>
        </p:sp>
        <p:sp>
          <p:nvSpPr>
            <p:cNvPr id="19" name="项标题"/>
            <p:cNvSpPr txBox="1"/>
            <p:nvPr>
              <p:custDataLst>
                <p:tags r:id="rId15"/>
              </p:custDataLst>
            </p:nvPr>
          </p:nvSpPr>
          <p:spPr>
            <a:xfrm>
              <a:off x="10752" y="8909"/>
              <a:ext cx="6628" cy="1409"/>
            </a:xfrm>
            <a:prstGeom prst="rect">
              <a:avLst/>
            </a:prstGeom>
            <a:noFill/>
          </p:spPr>
          <p:txBody>
            <a:bodyPr wrap="square" lIns="0" tIns="0" rIns="0" bIns="0" rtlCol="0" anchor="ctr" anchorCtr="0">
              <a:normAutofit/>
            </a:bodyPr>
            <a:lstStyle/>
            <a:p>
              <a:pPr>
                <a:lnSpc>
                  <a:spcPct val="100000"/>
                </a:lnSpc>
              </a:pPr>
              <a:r>
                <a:rPr lang="fr-FR" altLang="en-US" sz="2400" b="1" dirty="0">
                  <a:solidFill>
                    <a:srgbClr val="0070C0"/>
                  </a:solidFill>
                  <a:latin typeface="Times New Roman" panose="02020603050405020304" pitchFamily="18" charset="0"/>
                  <a:cs typeface="Times New Roman" panose="02020603050405020304" pitchFamily="18" charset="0"/>
                </a:rPr>
                <a:t>Actions prioritaires 2026</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6"/>
          <p:cNvSpPr txBox="1"/>
          <p:nvPr/>
        </p:nvSpPr>
        <p:spPr>
          <a:xfrm>
            <a:off x="458592" y="317941"/>
            <a:ext cx="11274800" cy="731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SzPts val="1100"/>
              <a:buNone/>
            </a:pPr>
            <a:r>
              <a:rPr lang="fr-FR" altLang="en-GB" sz="2665" b="1">
                <a:solidFill>
                  <a:srgbClr val="1155CC"/>
                </a:solidFill>
                <a:latin typeface="Times New Roman" panose="02020603050405020304"/>
                <a:ea typeface="Times New Roman" panose="02020603050405020304"/>
                <a:cs typeface="Times New Roman" panose="02020603050405020304"/>
                <a:sym typeface="Times New Roman" panose="02020603050405020304"/>
              </a:rPr>
              <a:t>Objectifs </a:t>
            </a:r>
            <a:endParaRPr lang="fr-FR" altLang="en-GB" sz="3200" b="1">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2" name="Google Shape;222;p16"/>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spcBef>
                <a:spcPts val="0"/>
              </a:spcBef>
              <a:spcAft>
                <a:spcPts val="0"/>
              </a:spcAft>
              <a:buNone/>
            </a:pPr>
            <a:endParaRPr sz="1865">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223" name="Google Shape;223;p16"/>
          <p:cNvCxnSpPr/>
          <p:nvPr/>
        </p:nvCxnSpPr>
        <p:spPr>
          <a:xfrm>
            <a:off x="267700" y="6427967"/>
            <a:ext cx="11640400" cy="0"/>
          </a:xfrm>
          <a:prstGeom prst="straightConnector1">
            <a:avLst/>
          </a:prstGeom>
          <a:noFill/>
          <a:ln w="9525" cap="flat" cmpd="sng">
            <a:solidFill>
              <a:srgbClr val="9E9E9E"/>
            </a:solidFill>
            <a:prstDash val="solid"/>
            <a:round/>
            <a:headEnd type="none" w="med" len="med"/>
            <a:tailEnd type="none" w="med" len="med"/>
          </a:ln>
        </p:spPr>
      </p:cxnSp>
      <p:sp>
        <p:nvSpPr>
          <p:cNvPr id="224" name="Google Shape;224;p16"/>
          <p:cNvSpPr txBox="1"/>
          <p:nvPr/>
        </p:nvSpPr>
        <p:spPr>
          <a:xfrm>
            <a:off x="267700" y="6492843"/>
            <a:ext cx="11414800" cy="18415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grpSp>
        <p:nvGrpSpPr>
          <p:cNvPr id="6" name="Grouper 5"/>
          <p:cNvGrpSpPr/>
          <p:nvPr/>
        </p:nvGrpSpPr>
        <p:grpSpPr>
          <a:xfrm>
            <a:off x="458470" y="1307465"/>
            <a:ext cx="3495829" cy="4855673"/>
            <a:chOff x="722" y="2799"/>
            <a:chExt cx="4431" cy="4423"/>
          </a:xfrm>
        </p:grpSpPr>
        <p:sp>
          <p:nvSpPr>
            <p:cNvPr id="239" name="Google Shape;239;p17"/>
            <p:cNvSpPr/>
            <p:nvPr/>
          </p:nvSpPr>
          <p:spPr>
            <a:xfrm>
              <a:off x="892" y="3488"/>
              <a:ext cx="4063" cy="3499"/>
            </a:xfrm>
            <a:prstGeom prst="rect">
              <a:avLst/>
            </a:prstGeom>
            <a:solidFill>
              <a:srgbClr val="F2F2F2"/>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205740" indent="-171450">
                <a:spcBef>
                  <a:spcPts val="1000"/>
                </a:spcBef>
                <a:spcAft>
                  <a:spcPts val="1000"/>
                </a:spcAft>
                <a:buFont typeface="Arial" panose="020B0604020202020204" pitchFamily="34" charset="0"/>
                <a:buChar char="•"/>
                <a:tabLst>
                  <a:tab pos="0" algn="l"/>
                </a:tabLst>
              </a:pPr>
              <a:r>
                <a:rPr lang="fr-FR" dirty="0">
                  <a:solidFill>
                    <a:srgbClr val="0070C0"/>
                  </a:solidFill>
                  <a:latin typeface="Times New Roman" panose="02020603050405020304" pitchFamily="18" charset="0"/>
                  <a:cs typeface="Times New Roman" panose="02020603050405020304" pitchFamily="18" charset="0"/>
                </a:rPr>
                <a:t>Rendre disponible et permanent les vaccins et autres intrants de qualité au dernier kilomètre d’ici fin 2030 </a:t>
              </a:r>
              <a:r>
                <a:rPr lang="fr-FR" sz="1200" dirty="0">
                  <a:solidFill>
                    <a:srgbClr val="0070C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a:t>
              </a:r>
            </a:p>
            <a:p>
              <a:pPr marL="205740" indent="-171450">
                <a:spcBef>
                  <a:spcPts val="1000"/>
                </a:spcBef>
                <a:spcAft>
                  <a:spcPts val="1000"/>
                </a:spcAft>
                <a:buFont typeface="Arial" panose="020B0604020202020204" pitchFamily="34" charset="0"/>
                <a:buChar char="•"/>
                <a:tabLst>
                  <a:tab pos="0" algn="l"/>
                </a:tabLst>
              </a:pPr>
              <a:r>
                <a:rPr lang="fr-FR" dirty="0">
                  <a:solidFill>
                    <a:srgbClr val="0070C0"/>
                  </a:solidFill>
                  <a:latin typeface="Times New Roman" panose="02020603050405020304" pitchFamily="18" charset="0"/>
                  <a:cs typeface="Times New Roman" panose="02020603050405020304" pitchFamily="18" charset="0"/>
                </a:rPr>
                <a:t>Actualiser et mettre en œuvre le plan national de gestion des déchets issus de la vaccination d’ici fin 2029.</a:t>
              </a:r>
            </a:p>
            <a:p>
              <a:pPr marL="205740" lvl="0" indent="-171450" algn="l" defTabSz="914400" rtl="0">
                <a:spcBef>
                  <a:spcPts val="1000"/>
                </a:spcBef>
                <a:spcAft>
                  <a:spcPts val="1000"/>
                </a:spcAft>
                <a:buFont typeface="Arial" panose="020B0604020202020204" pitchFamily="34" charset="0"/>
                <a:buChar char="•"/>
                <a:tabLst>
                  <a:tab pos="0" algn="l"/>
                </a:tabLst>
              </a:pPr>
              <a:endParaRPr lang="fr-FR" sz="1200" dirty="0">
                <a:solidFill>
                  <a:srgbClr val="0070C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p:txBody>
        </p:sp>
        <p:sp>
          <p:nvSpPr>
            <p:cNvPr id="241" name="Google Shape;241;p17"/>
            <p:cNvSpPr/>
            <p:nvPr/>
          </p:nvSpPr>
          <p:spPr>
            <a:xfrm>
              <a:off x="722" y="2799"/>
              <a:ext cx="4431" cy="4423"/>
            </a:xfrm>
            <a:prstGeom prst="rect">
              <a:avLst/>
            </a:prstGeom>
            <a:noFill/>
            <a:ln w="19050" cap="flat" cmpd="sng">
              <a:solidFill>
                <a:srgbClr val="1155CC"/>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7" name="Google Shape;237;p17"/>
            <p:cNvSpPr/>
            <p:nvPr/>
          </p:nvSpPr>
          <p:spPr>
            <a:xfrm>
              <a:off x="1009" y="2944"/>
              <a:ext cx="4123" cy="492"/>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sz="2800" b="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Objectifs SNV</a:t>
              </a:r>
            </a:p>
          </p:txBody>
        </p:sp>
      </p:grpSp>
      <p:grpSp>
        <p:nvGrpSpPr>
          <p:cNvPr id="2" name="Grouper 1"/>
          <p:cNvGrpSpPr/>
          <p:nvPr/>
        </p:nvGrpSpPr>
        <p:grpSpPr>
          <a:xfrm>
            <a:off x="4526280" y="1382395"/>
            <a:ext cx="3199765" cy="4779645"/>
            <a:chOff x="542" y="1774"/>
            <a:chExt cx="4062" cy="4171"/>
          </a:xfrm>
        </p:grpSpPr>
        <p:sp>
          <p:nvSpPr>
            <p:cNvPr id="235" name="Google Shape;235;p17"/>
            <p:cNvSpPr/>
            <p:nvPr/>
          </p:nvSpPr>
          <p:spPr>
            <a:xfrm>
              <a:off x="542" y="1774"/>
              <a:ext cx="4063" cy="492"/>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altLang="en-GB" sz="2400" b="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Objectifs </a:t>
              </a:r>
              <a:r>
                <a:rPr lang="fr-FR" altLang="en-GB" sz="2400" b="1" dirty="0" err="1">
                  <a:solidFill>
                    <a:srgbClr val="0070C0"/>
                  </a:solidFill>
                  <a:latin typeface="Times New Roman" panose="02020603050405020304"/>
                  <a:ea typeface="Times New Roman" panose="02020603050405020304"/>
                  <a:cs typeface="Times New Roman" panose="02020603050405020304"/>
                  <a:sym typeface="Times New Roman" panose="02020603050405020304"/>
                </a:rPr>
                <a:t>Mashako</a:t>
              </a:r>
              <a:endParaRPr lang="fr-FR" altLang="en-GB" sz="2400" b="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36" name="Google Shape;236;p17"/>
            <p:cNvSpPr/>
            <p:nvPr/>
          </p:nvSpPr>
          <p:spPr>
            <a:xfrm>
              <a:off x="542" y="2447"/>
              <a:ext cx="4063" cy="3499"/>
            </a:xfrm>
            <a:prstGeom prst="rect">
              <a:avLst/>
            </a:prstGeom>
            <a:solidFill>
              <a:srgbClr val="F2F2F2"/>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205740" indent="-171450">
                <a:spcBef>
                  <a:spcPts val="1000"/>
                </a:spcBef>
                <a:spcAft>
                  <a:spcPts val="1000"/>
                </a:spcAft>
                <a:buFont typeface="Arial" panose="020B0604020202020204" pitchFamily="34" charset="0"/>
                <a:buChar char="•"/>
                <a:tabLst>
                  <a:tab pos="0" algn="l"/>
                </a:tabLst>
              </a:pPr>
              <a:r>
                <a:rPr lang="fr-FR"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Porter de 80% à 100% la disponibilité de stock de vaccins et autres intrants à tous les niveaux.</a:t>
              </a:r>
            </a:p>
          </p:txBody>
        </p:sp>
      </p:grpSp>
      <p:grpSp>
        <p:nvGrpSpPr>
          <p:cNvPr id="5" name="Grouper 4"/>
          <p:cNvGrpSpPr/>
          <p:nvPr/>
        </p:nvGrpSpPr>
        <p:grpSpPr>
          <a:xfrm>
            <a:off x="8061325" y="2153285"/>
            <a:ext cx="3825875" cy="4507865"/>
            <a:chOff x="12695" y="4105"/>
            <a:chExt cx="6025" cy="6385"/>
          </a:xfrm>
        </p:grpSpPr>
        <p:sp>
          <p:nvSpPr>
            <p:cNvPr id="225" name="Google Shape;225;p16"/>
            <p:cNvSpPr txBox="1"/>
            <p:nvPr/>
          </p:nvSpPr>
          <p:spPr>
            <a:xfrm>
              <a:off x="18360" y="10230"/>
              <a:ext cx="360" cy="261"/>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GB" sz="1200">
                  <a:solidFill>
                    <a:srgbClr val="1155CC"/>
                  </a:solidFill>
                  <a:latin typeface="Source Serif Pro"/>
                  <a:ea typeface="Source Serif Pro"/>
                  <a:cs typeface="Source Serif Pro"/>
                  <a:sym typeface="Source Serif Pro"/>
                </a:rPr>
                <a:t>3</a:t>
              </a:fld>
              <a:endParaRPr sz="1200">
                <a:solidFill>
                  <a:srgbClr val="1155CC"/>
                </a:solidFill>
                <a:latin typeface="Source Serif Pro"/>
                <a:ea typeface="Source Serif Pro"/>
                <a:cs typeface="Source Serif Pro"/>
                <a:sym typeface="Source Serif Pro"/>
              </a:endParaRPr>
            </a:p>
          </p:txBody>
        </p:sp>
        <p:sp>
          <p:nvSpPr>
            <p:cNvPr id="3" name="Google Shape;236;p17"/>
            <p:cNvSpPr/>
            <p:nvPr/>
          </p:nvSpPr>
          <p:spPr>
            <a:xfrm>
              <a:off x="12695" y="4105"/>
              <a:ext cx="4896" cy="5601"/>
            </a:xfrm>
            <a:prstGeom prst="rect">
              <a:avLst/>
            </a:prstGeom>
            <a:solidFill>
              <a:srgbClr val="F2F2F2"/>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205740" lvl="0" indent="-171450" algn="l" defTabSz="914400" rtl="0">
                <a:spcBef>
                  <a:spcPts val="1000"/>
                </a:spcBef>
                <a:spcAft>
                  <a:spcPts val="1000"/>
                </a:spcAft>
                <a:buFont typeface="Arial" panose="020B0604020202020204" pitchFamily="34" charset="0"/>
                <a:buChar char="•"/>
                <a:tabLst>
                  <a:tab pos="0" algn="l"/>
                </a:tabLst>
              </a:pPr>
              <a:endParaRPr lang="fr-FR" sz="12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 name="Google Shape;235;p17"/>
            <p:cNvSpPr/>
            <p:nvPr/>
          </p:nvSpPr>
          <p:spPr>
            <a:xfrm>
              <a:off x="12695" y="4105"/>
              <a:ext cx="4896" cy="788"/>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altLang="en-GB" sz="2400" b="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Cibles 2025</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8"/>
          <p:cNvSpPr txBox="1"/>
          <p:nvPr/>
        </p:nvSpPr>
        <p:spPr>
          <a:xfrm>
            <a:off x="458592" y="317941"/>
            <a:ext cx="11274800" cy="731600"/>
          </a:xfrm>
          <a:prstGeom prst="rect">
            <a:avLst/>
          </a:prstGeom>
          <a:noFill/>
          <a:ln>
            <a:noFill/>
          </a:ln>
        </p:spPr>
        <p:txBody>
          <a:bodyPr spcFirstLastPara="1" wrap="square" lIns="0" tIns="0" rIns="0" bIns="0" anchor="t" anchorCtr="0">
            <a:noAutofit/>
          </a:bodyPr>
          <a:lstStyle/>
          <a:p>
            <a:pPr>
              <a:buClr>
                <a:schemeClr val="dk1"/>
              </a:buClr>
              <a:buSzPts val="1100"/>
            </a:pPr>
            <a:r>
              <a:rPr lang="en-GB" sz="2400" b="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Synthèse de la mise en oeuvre des activités logistiques prévues dans le PAO 2025</a:t>
            </a:r>
            <a:endParaRPr sz="2400"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60" name="Google Shape;560;p8"/>
          <p:cNvSpPr/>
          <p:nvPr/>
        </p:nvSpPr>
        <p:spPr>
          <a:xfrm>
            <a:off x="0" y="272241"/>
            <a:ext cx="235600" cy="655200"/>
          </a:xfrm>
          <a:prstGeom prst="rect">
            <a:avLst/>
          </a:prstGeom>
          <a:solidFill>
            <a:srgbClr val="0070C0"/>
          </a:solidFill>
          <a:ln>
            <a:noFill/>
          </a:ln>
        </p:spPr>
        <p:txBody>
          <a:bodyPr spcFirstLastPara="1" wrap="square" lIns="91400" tIns="91400" rIns="91400" bIns="91400"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561" name="Google Shape;561;p8"/>
          <p:cNvGrpSpPr/>
          <p:nvPr/>
        </p:nvGrpSpPr>
        <p:grpSpPr>
          <a:xfrm>
            <a:off x="117174" y="6277328"/>
            <a:ext cx="3141409" cy="430360"/>
            <a:chOff x="238125" y="2363000"/>
            <a:chExt cx="7122300" cy="975725"/>
          </a:xfrm>
        </p:grpSpPr>
        <p:sp>
          <p:nvSpPr>
            <p:cNvPr id="562" name="Google Shape;562;p8"/>
            <p:cNvSpPr/>
            <p:nvPr/>
          </p:nvSpPr>
          <p:spPr>
            <a:xfrm>
              <a:off x="238125" y="2363000"/>
              <a:ext cx="695275" cy="955800"/>
            </a:xfrm>
            <a:custGeom>
              <a:avLst/>
              <a:gdLst/>
              <a:ahLst/>
              <a:cxnLst/>
              <a:rect l="l" t="t" r="r" b="b"/>
              <a:pathLst>
                <a:path w="27811" h="38232" extrusionOk="0">
                  <a:moveTo>
                    <a:pt x="13895" y="0"/>
                  </a:moveTo>
                  <a:cubicBezTo>
                    <a:pt x="10626" y="0"/>
                    <a:pt x="7949" y="2656"/>
                    <a:pt x="7949" y="5946"/>
                  </a:cubicBezTo>
                  <a:cubicBezTo>
                    <a:pt x="7949" y="9236"/>
                    <a:pt x="10626" y="11893"/>
                    <a:pt x="13895" y="11893"/>
                  </a:cubicBezTo>
                  <a:cubicBezTo>
                    <a:pt x="17185" y="11893"/>
                    <a:pt x="19862" y="9236"/>
                    <a:pt x="19862" y="5946"/>
                  </a:cubicBezTo>
                  <a:cubicBezTo>
                    <a:pt x="19862" y="2656"/>
                    <a:pt x="17185" y="0"/>
                    <a:pt x="13895" y="0"/>
                  </a:cubicBezTo>
                  <a:close/>
                  <a:moveTo>
                    <a:pt x="7070" y="18738"/>
                  </a:moveTo>
                  <a:lnTo>
                    <a:pt x="7070" y="26380"/>
                  </a:lnTo>
                  <a:cubicBezTo>
                    <a:pt x="5987" y="25706"/>
                    <a:pt x="5252" y="24500"/>
                    <a:pt x="5252" y="23111"/>
                  </a:cubicBezTo>
                  <a:lnTo>
                    <a:pt x="5252" y="21987"/>
                  </a:lnTo>
                  <a:cubicBezTo>
                    <a:pt x="5252" y="20618"/>
                    <a:pt x="5987" y="19412"/>
                    <a:pt x="7070" y="18738"/>
                  </a:cubicBezTo>
                  <a:close/>
                  <a:moveTo>
                    <a:pt x="20557" y="18636"/>
                  </a:moveTo>
                  <a:cubicBezTo>
                    <a:pt x="21742" y="19269"/>
                    <a:pt x="22559" y="20536"/>
                    <a:pt x="22559" y="21987"/>
                  </a:cubicBezTo>
                  <a:lnTo>
                    <a:pt x="22559" y="23131"/>
                  </a:lnTo>
                  <a:cubicBezTo>
                    <a:pt x="22559" y="24562"/>
                    <a:pt x="21742" y="25828"/>
                    <a:pt x="20557" y="26482"/>
                  </a:cubicBezTo>
                  <a:lnTo>
                    <a:pt x="20557" y="18636"/>
                  </a:lnTo>
                  <a:close/>
                  <a:moveTo>
                    <a:pt x="9052" y="12935"/>
                  </a:moveTo>
                  <a:cubicBezTo>
                    <a:pt x="4066" y="12935"/>
                    <a:pt x="0" y="17001"/>
                    <a:pt x="0" y="21987"/>
                  </a:cubicBezTo>
                  <a:lnTo>
                    <a:pt x="0" y="23111"/>
                  </a:lnTo>
                  <a:cubicBezTo>
                    <a:pt x="0" y="27443"/>
                    <a:pt x="3024" y="31060"/>
                    <a:pt x="7070" y="31959"/>
                  </a:cubicBezTo>
                  <a:lnTo>
                    <a:pt x="7070" y="38232"/>
                  </a:lnTo>
                  <a:lnTo>
                    <a:pt x="20557" y="38232"/>
                  </a:lnTo>
                  <a:lnTo>
                    <a:pt x="20557" y="31999"/>
                  </a:lnTo>
                  <a:cubicBezTo>
                    <a:pt x="24684" y="31162"/>
                    <a:pt x="27811" y="27504"/>
                    <a:pt x="27811" y="23111"/>
                  </a:cubicBezTo>
                  <a:lnTo>
                    <a:pt x="27811" y="21987"/>
                  </a:lnTo>
                  <a:cubicBezTo>
                    <a:pt x="27811" y="17001"/>
                    <a:pt x="23744" y="12935"/>
                    <a:pt x="18738" y="12935"/>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63" name="Google Shape;563;p8"/>
            <p:cNvSpPr/>
            <p:nvPr/>
          </p:nvSpPr>
          <p:spPr>
            <a:xfrm>
              <a:off x="238125" y="2791600"/>
              <a:ext cx="695275" cy="547125"/>
            </a:xfrm>
            <a:custGeom>
              <a:avLst/>
              <a:gdLst/>
              <a:ahLst/>
              <a:cxnLst/>
              <a:rect l="l" t="t" r="r" b="b"/>
              <a:pathLst>
                <a:path w="27811" h="21885" extrusionOk="0">
                  <a:moveTo>
                    <a:pt x="13895" y="0"/>
                  </a:moveTo>
                  <a:cubicBezTo>
                    <a:pt x="11443" y="0"/>
                    <a:pt x="9441" y="2003"/>
                    <a:pt x="9441" y="4475"/>
                  </a:cubicBezTo>
                  <a:cubicBezTo>
                    <a:pt x="9441" y="6927"/>
                    <a:pt x="11443" y="8930"/>
                    <a:pt x="13895" y="8930"/>
                  </a:cubicBezTo>
                  <a:cubicBezTo>
                    <a:pt x="16368" y="8930"/>
                    <a:pt x="18370" y="6927"/>
                    <a:pt x="18370" y="4475"/>
                  </a:cubicBezTo>
                  <a:cubicBezTo>
                    <a:pt x="18370" y="2003"/>
                    <a:pt x="16368" y="0"/>
                    <a:pt x="13895" y="0"/>
                  </a:cubicBezTo>
                  <a:close/>
                  <a:moveTo>
                    <a:pt x="0" y="5987"/>
                  </a:moveTo>
                  <a:cubicBezTo>
                    <a:pt x="0" y="10973"/>
                    <a:pt x="4066" y="15039"/>
                    <a:pt x="9052" y="15039"/>
                  </a:cubicBezTo>
                  <a:lnTo>
                    <a:pt x="9686" y="15039"/>
                  </a:lnTo>
                  <a:lnTo>
                    <a:pt x="9686" y="21885"/>
                  </a:lnTo>
                  <a:lnTo>
                    <a:pt x="17941" y="21885"/>
                  </a:lnTo>
                  <a:lnTo>
                    <a:pt x="17941" y="15039"/>
                  </a:lnTo>
                  <a:lnTo>
                    <a:pt x="18738" y="15039"/>
                  </a:lnTo>
                  <a:cubicBezTo>
                    <a:pt x="23744" y="15039"/>
                    <a:pt x="27811" y="10973"/>
                    <a:pt x="27811" y="5987"/>
                  </a:cubicBezTo>
                  <a:lnTo>
                    <a:pt x="22559" y="5987"/>
                  </a:lnTo>
                  <a:cubicBezTo>
                    <a:pt x="22559" y="8092"/>
                    <a:pt x="20843" y="9788"/>
                    <a:pt x="18738" y="9788"/>
                  </a:cubicBezTo>
                  <a:lnTo>
                    <a:pt x="9052" y="9788"/>
                  </a:lnTo>
                  <a:cubicBezTo>
                    <a:pt x="6948" y="9788"/>
                    <a:pt x="5252" y="8092"/>
                    <a:pt x="5252" y="5987"/>
                  </a:cubicBezTo>
                  <a:close/>
                </a:path>
              </a:pathLst>
            </a:custGeom>
            <a:solidFill>
              <a:srgbClr val="64C8FA"/>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64" name="Google Shape;564;p8"/>
            <p:cNvSpPr/>
            <p:nvPr/>
          </p:nvSpPr>
          <p:spPr>
            <a:xfrm>
              <a:off x="1191350" y="2441650"/>
              <a:ext cx="614600" cy="794900"/>
            </a:xfrm>
            <a:custGeom>
              <a:avLst/>
              <a:gdLst/>
              <a:ahLst/>
              <a:cxnLst/>
              <a:rect l="l" t="t" r="r" b="b"/>
              <a:pathLst>
                <a:path w="24584" h="31796" extrusionOk="0">
                  <a:moveTo>
                    <a:pt x="12568" y="5620"/>
                  </a:moveTo>
                  <a:cubicBezTo>
                    <a:pt x="15653" y="5620"/>
                    <a:pt x="17799" y="6969"/>
                    <a:pt x="17799" y="10218"/>
                  </a:cubicBezTo>
                  <a:cubicBezTo>
                    <a:pt x="17799" y="13119"/>
                    <a:pt x="15797" y="14775"/>
                    <a:pt x="12629" y="14775"/>
                  </a:cubicBezTo>
                  <a:lnTo>
                    <a:pt x="6908" y="14775"/>
                  </a:lnTo>
                  <a:lnTo>
                    <a:pt x="6908" y="5620"/>
                  </a:lnTo>
                  <a:close/>
                  <a:moveTo>
                    <a:pt x="1" y="1"/>
                  </a:moveTo>
                  <a:lnTo>
                    <a:pt x="1" y="31796"/>
                  </a:lnTo>
                  <a:lnTo>
                    <a:pt x="6908" y="31796"/>
                  </a:lnTo>
                  <a:lnTo>
                    <a:pt x="6908" y="20333"/>
                  </a:lnTo>
                  <a:lnTo>
                    <a:pt x="13876" y="20333"/>
                  </a:lnTo>
                  <a:cubicBezTo>
                    <a:pt x="21355" y="20333"/>
                    <a:pt x="24583" y="15122"/>
                    <a:pt x="24583" y="10136"/>
                  </a:cubicBezTo>
                  <a:cubicBezTo>
                    <a:pt x="24583" y="3883"/>
                    <a:pt x="20251" y="1"/>
                    <a:pt x="13651"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65" name="Google Shape;565;p8"/>
            <p:cNvSpPr/>
            <p:nvPr/>
          </p:nvSpPr>
          <p:spPr>
            <a:xfrm>
              <a:off x="1911675" y="2441650"/>
              <a:ext cx="571650" cy="794900"/>
            </a:xfrm>
            <a:custGeom>
              <a:avLst/>
              <a:gdLst/>
              <a:ahLst/>
              <a:cxnLst/>
              <a:rect l="l" t="t" r="r" b="b"/>
              <a:pathLst>
                <a:path w="22866" h="31796" extrusionOk="0">
                  <a:moveTo>
                    <a:pt x="0" y="1"/>
                  </a:moveTo>
                  <a:lnTo>
                    <a:pt x="0" y="31796"/>
                  </a:lnTo>
                  <a:lnTo>
                    <a:pt x="22866" y="31796"/>
                  </a:lnTo>
                  <a:lnTo>
                    <a:pt x="22866" y="25952"/>
                  </a:lnTo>
                  <a:lnTo>
                    <a:pt x="6907" y="25952"/>
                  </a:lnTo>
                  <a:lnTo>
                    <a:pt x="6907" y="18596"/>
                  </a:lnTo>
                  <a:lnTo>
                    <a:pt x="20598" y="18596"/>
                  </a:lnTo>
                  <a:lnTo>
                    <a:pt x="20598" y="12752"/>
                  </a:lnTo>
                  <a:lnTo>
                    <a:pt x="6907" y="12752"/>
                  </a:lnTo>
                  <a:lnTo>
                    <a:pt x="6907" y="5845"/>
                  </a:lnTo>
                  <a:lnTo>
                    <a:pt x="22743" y="5845"/>
                  </a:lnTo>
                  <a:lnTo>
                    <a:pt x="22743"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66" name="Google Shape;566;p8"/>
            <p:cNvSpPr/>
            <p:nvPr/>
          </p:nvSpPr>
          <p:spPr>
            <a:xfrm>
              <a:off x="2542575" y="2441650"/>
              <a:ext cx="692225" cy="798475"/>
            </a:xfrm>
            <a:custGeom>
              <a:avLst/>
              <a:gdLst/>
              <a:ahLst/>
              <a:cxnLst/>
              <a:rect l="l" t="t" r="r" b="b"/>
              <a:pathLst>
                <a:path w="27689" h="31939" extrusionOk="0">
                  <a:moveTo>
                    <a:pt x="0" y="1"/>
                  </a:moveTo>
                  <a:lnTo>
                    <a:pt x="10299" y="31939"/>
                  </a:lnTo>
                  <a:lnTo>
                    <a:pt x="17267" y="31939"/>
                  </a:lnTo>
                  <a:lnTo>
                    <a:pt x="27688" y="1"/>
                  </a:lnTo>
                  <a:lnTo>
                    <a:pt x="20965" y="1"/>
                  </a:lnTo>
                  <a:lnTo>
                    <a:pt x="14181" y="22928"/>
                  </a:lnTo>
                  <a:lnTo>
                    <a:pt x="14038" y="22928"/>
                  </a:lnTo>
                  <a:lnTo>
                    <a:pt x="7315"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67" name="Google Shape;567;p8"/>
            <p:cNvSpPr/>
            <p:nvPr/>
          </p:nvSpPr>
          <p:spPr>
            <a:xfrm>
              <a:off x="3487650" y="2440125"/>
              <a:ext cx="140000" cy="188025"/>
            </a:xfrm>
            <a:custGeom>
              <a:avLst/>
              <a:gdLst/>
              <a:ahLst/>
              <a:cxnLst/>
              <a:rect l="l" t="t" r="r" b="b"/>
              <a:pathLst>
                <a:path w="5600" h="7521" extrusionOk="0">
                  <a:moveTo>
                    <a:pt x="2861" y="1186"/>
                  </a:moveTo>
                  <a:cubicBezTo>
                    <a:pt x="3637" y="1186"/>
                    <a:pt x="4230" y="1472"/>
                    <a:pt x="4230" y="2350"/>
                  </a:cubicBezTo>
                  <a:cubicBezTo>
                    <a:pt x="4230" y="3127"/>
                    <a:pt x="3699" y="3515"/>
                    <a:pt x="2881" y="3515"/>
                  </a:cubicBezTo>
                  <a:lnTo>
                    <a:pt x="1390" y="3515"/>
                  </a:lnTo>
                  <a:lnTo>
                    <a:pt x="1390" y="1186"/>
                  </a:lnTo>
                  <a:close/>
                  <a:moveTo>
                    <a:pt x="0" y="1"/>
                  </a:moveTo>
                  <a:lnTo>
                    <a:pt x="0" y="7520"/>
                  </a:lnTo>
                  <a:lnTo>
                    <a:pt x="1390" y="7520"/>
                  </a:lnTo>
                  <a:lnTo>
                    <a:pt x="1390" y="4700"/>
                  </a:lnTo>
                  <a:lnTo>
                    <a:pt x="3127" y="4700"/>
                  </a:lnTo>
                  <a:cubicBezTo>
                    <a:pt x="4823" y="4700"/>
                    <a:pt x="5599" y="3515"/>
                    <a:pt x="5599" y="2371"/>
                  </a:cubicBezTo>
                  <a:cubicBezTo>
                    <a:pt x="5599" y="818"/>
                    <a:pt x="4496" y="1"/>
                    <a:pt x="3045"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68" name="Google Shape;568;p8"/>
            <p:cNvSpPr/>
            <p:nvPr/>
          </p:nvSpPr>
          <p:spPr>
            <a:xfrm>
              <a:off x="3650100" y="2490700"/>
              <a:ext cx="86850" cy="137450"/>
            </a:xfrm>
            <a:custGeom>
              <a:avLst/>
              <a:gdLst/>
              <a:ahLst/>
              <a:cxnLst/>
              <a:rect l="l" t="t" r="r" b="b"/>
              <a:pathLst>
                <a:path w="3474" h="5498" extrusionOk="0">
                  <a:moveTo>
                    <a:pt x="3045" y="0"/>
                  </a:moveTo>
                  <a:cubicBezTo>
                    <a:pt x="2391" y="0"/>
                    <a:pt x="1594" y="430"/>
                    <a:pt x="1287" y="1002"/>
                  </a:cubicBezTo>
                  <a:lnTo>
                    <a:pt x="1267" y="1002"/>
                  </a:lnTo>
                  <a:lnTo>
                    <a:pt x="1267" y="103"/>
                  </a:lnTo>
                  <a:lnTo>
                    <a:pt x="0" y="103"/>
                  </a:lnTo>
                  <a:lnTo>
                    <a:pt x="0" y="5497"/>
                  </a:lnTo>
                  <a:lnTo>
                    <a:pt x="1287" y="5497"/>
                  </a:lnTo>
                  <a:lnTo>
                    <a:pt x="1287" y="2739"/>
                  </a:lnTo>
                  <a:cubicBezTo>
                    <a:pt x="1287" y="1737"/>
                    <a:pt x="2023" y="1165"/>
                    <a:pt x="2984" y="1165"/>
                  </a:cubicBezTo>
                  <a:cubicBezTo>
                    <a:pt x="3167" y="1165"/>
                    <a:pt x="3310" y="1165"/>
                    <a:pt x="3474" y="1206"/>
                  </a:cubicBezTo>
                  <a:lnTo>
                    <a:pt x="3474" y="21"/>
                  </a:lnTo>
                  <a:cubicBezTo>
                    <a:pt x="3331" y="0"/>
                    <a:pt x="3188" y="0"/>
                    <a:pt x="3045"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69" name="Google Shape;569;p8"/>
            <p:cNvSpPr/>
            <p:nvPr/>
          </p:nvSpPr>
          <p:spPr>
            <a:xfrm>
              <a:off x="3752775" y="2490700"/>
              <a:ext cx="122625" cy="140500"/>
            </a:xfrm>
            <a:custGeom>
              <a:avLst/>
              <a:gdLst/>
              <a:ahLst/>
              <a:cxnLst/>
              <a:rect l="l" t="t" r="r" b="b"/>
              <a:pathLst>
                <a:path w="4905" h="5620" extrusionOk="0">
                  <a:moveTo>
                    <a:pt x="2432" y="1104"/>
                  </a:moveTo>
                  <a:cubicBezTo>
                    <a:pt x="3106" y="1104"/>
                    <a:pt x="3597" y="1472"/>
                    <a:pt x="3597" y="2126"/>
                  </a:cubicBezTo>
                  <a:lnTo>
                    <a:pt x="3597" y="3474"/>
                  </a:lnTo>
                  <a:cubicBezTo>
                    <a:pt x="3597" y="4251"/>
                    <a:pt x="3025" y="4537"/>
                    <a:pt x="2473" y="4537"/>
                  </a:cubicBezTo>
                  <a:cubicBezTo>
                    <a:pt x="1819" y="4537"/>
                    <a:pt x="1308" y="4149"/>
                    <a:pt x="1308" y="3495"/>
                  </a:cubicBezTo>
                  <a:lnTo>
                    <a:pt x="1308" y="2166"/>
                  </a:lnTo>
                  <a:cubicBezTo>
                    <a:pt x="1308" y="1390"/>
                    <a:pt x="1901" y="1104"/>
                    <a:pt x="2432" y="1104"/>
                  </a:cubicBezTo>
                  <a:close/>
                  <a:moveTo>
                    <a:pt x="2432" y="0"/>
                  </a:moveTo>
                  <a:cubicBezTo>
                    <a:pt x="1247" y="0"/>
                    <a:pt x="0" y="797"/>
                    <a:pt x="0" y="2269"/>
                  </a:cubicBezTo>
                  <a:lnTo>
                    <a:pt x="0" y="3495"/>
                  </a:lnTo>
                  <a:cubicBezTo>
                    <a:pt x="0" y="4884"/>
                    <a:pt x="1165" y="5620"/>
                    <a:pt x="2473" y="5620"/>
                  </a:cubicBezTo>
                  <a:cubicBezTo>
                    <a:pt x="3679" y="5620"/>
                    <a:pt x="4905" y="4823"/>
                    <a:pt x="4905" y="3352"/>
                  </a:cubicBezTo>
                  <a:lnTo>
                    <a:pt x="4905" y="2248"/>
                  </a:lnTo>
                  <a:cubicBezTo>
                    <a:pt x="4905" y="859"/>
                    <a:pt x="3740" y="0"/>
                    <a:pt x="2432"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70" name="Google Shape;570;p8"/>
            <p:cNvSpPr/>
            <p:nvPr/>
          </p:nvSpPr>
          <p:spPr>
            <a:xfrm>
              <a:off x="3897850" y="2490700"/>
              <a:ext cx="121100" cy="189050"/>
            </a:xfrm>
            <a:custGeom>
              <a:avLst/>
              <a:gdLst/>
              <a:ahLst/>
              <a:cxnLst/>
              <a:rect l="l" t="t" r="r" b="b"/>
              <a:pathLst>
                <a:path w="4844" h="7562" extrusionOk="0">
                  <a:moveTo>
                    <a:pt x="2432" y="1104"/>
                  </a:moveTo>
                  <a:cubicBezTo>
                    <a:pt x="3086" y="1104"/>
                    <a:pt x="3597" y="1472"/>
                    <a:pt x="3597" y="2126"/>
                  </a:cubicBezTo>
                  <a:lnTo>
                    <a:pt x="3597" y="3331"/>
                  </a:lnTo>
                  <a:cubicBezTo>
                    <a:pt x="3597" y="4108"/>
                    <a:pt x="3004" y="4394"/>
                    <a:pt x="2473" y="4394"/>
                  </a:cubicBezTo>
                  <a:cubicBezTo>
                    <a:pt x="1799" y="4394"/>
                    <a:pt x="1308" y="4006"/>
                    <a:pt x="1308" y="3352"/>
                  </a:cubicBezTo>
                  <a:lnTo>
                    <a:pt x="1308" y="2166"/>
                  </a:lnTo>
                  <a:cubicBezTo>
                    <a:pt x="1308" y="1390"/>
                    <a:pt x="1901" y="1104"/>
                    <a:pt x="2432" y="1104"/>
                  </a:cubicBezTo>
                  <a:close/>
                  <a:moveTo>
                    <a:pt x="2105" y="0"/>
                  </a:moveTo>
                  <a:cubicBezTo>
                    <a:pt x="920" y="0"/>
                    <a:pt x="1" y="797"/>
                    <a:pt x="1" y="2269"/>
                  </a:cubicBezTo>
                  <a:lnTo>
                    <a:pt x="1" y="3290"/>
                  </a:lnTo>
                  <a:cubicBezTo>
                    <a:pt x="1" y="4680"/>
                    <a:pt x="818" y="5415"/>
                    <a:pt x="2126" y="5415"/>
                  </a:cubicBezTo>
                  <a:cubicBezTo>
                    <a:pt x="2739" y="5415"/>
                    <a:pt x="3229" y="5191"/>
                    <a:pt x="3577" y="4721"/>
                  </a:cubicBezTo>
                  <a:lnTo>
                    <a:pt x="3597" y="4721"/>
                  </a:lnTo>
                  <a:lnTo>
                    <a:pt x="3597" y="5272"/>
                  </a:lnTo>
                  <a:cubicBezTo>
                    <a:pt x="3597" y="6049"/>
                    <a:pt x="3168" y="6539"/>
                    <a:pt x="2391" y="6539"/>
                  </a:cubicBezTo>
                  <a:cubicBezTo>
                    <a:pt x="1921" y="6539"/>
                    <a:pt x="1554" y="6335"/>
                    <a:pt x="1308" y="5824"/>
                  </a:cubicBezTo>
                  <a:lnTo>
                    <a:pt x="82" y="6253"/>
                  </a:lnTo>
                  <a:cubicBezTo>
                    <a:pt x="348" y="7152"/>
                    <a:pt x="1390" y="7561"/>
                    <a:pt x="2269" y="7561"/>
                  </a:cubicBezTo>
                  <a:cubicBezTo>
                    <a:pt x="4128" y="7561"/>
                    <a:pt x="4844" y="6294"/>
                    <a:pt x="4844" y="5048"/>
                  </a:cubicBezTo>
                  <a:lnTo>
                    <a:pt x="4844" y="103"/>
                  </a:lnTo>
                  <a:lnTo>
                    <a:pt x="3617" y="103"/>
                  </a:lnTo>
                  <a:lnTo>
                    <a:pt x="3617" y="736"/>
                  </a:lnTo>
                  <a:lnTo>
                    <a:pt x="3597" y="736"/>
                  </a:lnTo>
                  <a:cubicBezTo>
                    <a:pt x="3311" y="327"/>
                    <a:pt x="2739" y="0"/>
                    <a:pt x="2105"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71" name="Google Shape;571;p8"/>
            <p:cNvSpPr/>
            <p:nvPr/>
          </p:nvSpPr>
          <p:spPr>
            <a:xfrm>
              <a:off x="4051100" y="2490700"/>
              <a:ext cx="86875" cy="137450"/>
            </a:xfrm>
            <a:custGeom>
              <a:avLst/>
              <a:gdLst/>
              <a:ahLst/>
              <a:cxnLst/>
              <a:rect l="l" t="t" r="r" b="b"/>
              <a:pathLst>
                <a:path w="3475" h="5498" extrusionOk="0">
                  <a:moveTo>
                    <a:pt x="3046" y="0"/>
                  </a:moveTo>
                  <a:cubicBezTo>
                    <a:pt x="2392" y="0"/>
                    <a:pt x="1595" y="430"/>
                    <a:pt x="1288" y="1002"/>
                  </a:cubicBezTo>
                  <a:lnTo>
                    <a:pt x="1268" y="1002"/>
                  </a:lnTo>
                  <a:lnTo>
                    <a:pt x="1268" y="103"/>
                  </a:lnTo>
                  <a:lnTo>
                    <a:pt x="1" y="103"/>
                  </a:lnTo>
                  <a:lnTo>
                    <a:pt x="1" y="5497"/>
                  </a:lnTo>
                  <a:lnTo>
                    <a:pt x="1288" y="5497"/>
                  </a:lnTo>
                  <a:lnTo>
                    <a:pt x="1288" y="2739"/>
                  </a:lnTo>
                  <a:cubicBezTo>
                    <a:pt x="1288" y="1737"/>
                    <a:pt x="2024" y="1165"/>
                    <a:pt x="2984" y="1165"/>
                  </a:cubicBezTo>
                  <a:cubicBezTo>
                    <a:pt x="3168" y="1165"/>
                    <a:pt x="3311" y="1165"/>
                    <a:pt x="3475" y="1206"/>
                  </a:cubicBezTo>
                  <a:lnTo>
                    <a:pt x="3475" y="21"/>
                  </a:lnTo>
                  <a:cubicBezTo>
                    <a:pt x="3332" y="0"/>
                    <a:pt x="3189" y="0"/>
                    <a:pt x="3046"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72" name="Google Shape;572;p8"/>
            <p:cNvSpPr/>
            <p:nvPr/>
          </p:nvSpPr>
          <p:spPr>
            <a:xfrm>
              <a:off x="4149700" y="2490200"/>
              <a:ext cx="120600" cy="140500"/>
            </a:xfrm>
            <a:custGeom>
              <a:avLst/>
              <a:gdLst/>
              <a:ahLst/>
              <a:cxnLst/>
              <a:rect l="l" t="t" r="r" b="b"/>
              <a:pathLst>
                <a:path w="4824" h="5620" extrusionOk="0">
                  <a:moveTo>
                    <a:pt x="3434" y="3269"/>
                  </a:moveTo>
                  <a:lnTo>
                    <a:pt x="3434" y="3515"/>
                  </a:lnTo>
                  <a:cubicBezTo>
                    <a:pt x="3434" y="4107"/>
                    <a:pt x="3270" y="4598"/>
                    <a:pt x="2228" y="4618"/>
                  </a:cubicBezTo>
                  <a:cubicBezTo>
                    <a:pt x="1635" y="4618"/>
                    <a:pt x="1268" y="4373"/>
                    <a:pt x="1268" y="3923"/>
                  </a:cubicBezTo>
                  <a:cubicBezTo>
                    <a:pt x="1268" y="3453"/>
                    <a:pt x="1615" y="3269"/>
                    <a:pt x="2167" y="3269"/>
                  </a:cubicBezTo>
                  <a:close/>
                  <a:moveTo>
                    <a:pt x="2412" y="0"/>
                  </a:moveTo>
                  <a:cubicBezTo>
                    <a:pt x="1390" y="0"/>
                    <a:pt x="266" y="409"/>
                    <a:pt x="266" y="1594"/>
                  </a:cubicBezTo>
                  <a:lnTo>
                    <a:pt x="266" y="1737"/>
                  </a:lnTo>
                  <a:lnTo>
                    <a:pt x="1431" y="1737"/>
                  </a:lnTo>
                  <a:lnTo>
                    <a:pt x="1431" y="1553"/>
                  </a:lnTo>
                  <a:cubicBezTo>
                    <a:pt x="1431" y="1206"/>
                    <a:pt x="1840" y="1022"/>
                    <a:pt x="2412" y="1022"/>
                  </a:cubicBezTo>
                  <a:cubicBezTo>
                    <a:pt x="3045" y="1022"/>
                    <a:pt x="3434" y="1247"/>
                    <a:pt x="3434" y="1819"/>
                  </a:cubicBezTo>
                  <a:lnTo>
                    <a:pt x="3434" y="2330"/>
                  </a:lnTo>
                  <a:lnTo>
                    <a:pt x="2003" y="2330"/>
                  </a:lnTo>
                  <a:cubicBezTo>
                    <a:pt x="961" y="2330"/>
                    <a:pt x="1" y="2943"/>
                    <a:pt x="1" y="3985"/>
                  </a:cubicBezTo>
                  <a:cubicBezTo>
                    <a:pt x="1" y="5006"/>
                    <a:pt x="757" y="5619"/>
                    <a:pt x="1881" y="5619"/>
                  </a:cubicBezTo>
                  <a:cubicBezTo>
                    <a:pt x="2575" y="5619"/>
                    <a:pt x="2984" y="5517"/>
                    <a:pt x="3474" y="5006"/>
                  </a:cubicBezTo>
                  <a:lnTo>
                    <a:pt x="3495" y="5006"/>
                  </a:lnTo>
                  <a:cubicBezTo>
                    <a:pt x="3495" y="5109"/>
                    <a:pt x="3515" y="5435"/>
                    <a:pt x="3536" y="5517"/>
                  </a:cubicBezTo>
                  <a:lnTo>
                    <a:pt x="4823" y="5517"/>
                  </a:lnTo>
                  <a:cubicBezTo>
                    <a:pt x="4762" y="5395"/>
                    <a:pt x="4721" y="4598"/>
                    <a:pt x="4721" y="4352"/>
                  </a:cubicBezTo>
                  <a:lnTo>
                    <a:pt x="4721" y="1737"/>
                  </a:lnTo>
                  <a:cubicBezTo>
                    <a:pt x="4721" y="409"/>
                    <a:pt x="3617" y="0"/>
                    <a:pt x="2412"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73" name="Google Shape;573;p8"/>
            <p:cNvSpPr/>
            <p:nvPr/>
          </p:nvSpPr>
          <p:spPr>
            <a:xfrm>
              <a:off x="4300925" y="2490700"/>
              <a:ext cx="197200" cy="137450"/>
            </a:xfrm>
            <a:custGeom>
              <a:avLst/>
              <a:gdLst/>
              <a:ahLst/>
              <a:cxnLst/>
              <a:rect l="l" t="t" r="r" b="b"/>
              <a:pathLst>
                <a:path w="7888" h="5498" extrusionOk="0">
                  <a:moveTo>
                    <a:pt x="2800" y="0"/>
                  </a:moveTo>
                  <a:cubicBezTo>
                    <a:pt x="2166" y="0"/>
                    <a:pt x="1635" y="246"/>
                    <a:pt x="1267" y="757"/>
                  </a:cubicBezTo>
                  <a:lnTo>
                    <a:pt x="1247" y="757"/>
                  </a:lnTo>
                  <a:lnTo>
                    <a:pt x="1247" y="103"/>
                  </a:lnTo>
                  <a:lnTo>
                    <a:pt x="0" y="103"/>
                  </a:lnTo>
                  <a:lnTo>
                    <a:pt x="0" y="5497"/>
                  </a:lnTo>
                  <a:lnTo>
                    <a:pt x="1287" y="5497"/>
                  </a:lnTo>
                  <a:lnTo>
                    <a:pt x="1287" y="2330"/>
                  </a:lnTo>
                  <a:cubicBezTo>
                    <a:pt x="1287" y="1431"/>
                    <a:pt x="1880" y="1124"/>
                    <a:pt x="2330" y="1124"/>
                  </a:cubicBezTo>
                  <a:cubicBezTo>
                    <a:pt x="3106" y="1124"/>
                    <a:pt x="3310" y="1696"/>
                    <a:pt x="3310" y="2371"/>
                  </a:cubicBezTo>
                  <a:lnTo>
                    <a:pt x="3310" y="5497"/>
                  </a:lnTo>
                  <a:lnTo>
                    <a:pt x="4598" y="5497"/>
                  </a:lnTo>
                  <a:lnTo>
                    <a:pt x="4598" y="2371"/>
                  </a:lnTo>
                  <a:cubicBezTo>
                    <a:pt x="4598" y="1676"/>
                    <a:pt x="4904" y="1124"/>
                    <a:pt x="5620" y="1124"/>
                  </a:cubicBezTo>
                  <a:cubicBezTo>
                    <a:pt x="6355" y="1124"/>
                    <a:pt x="6600" y="1615"/>
                    <a:pt x="6600" y="2350"/>
                  </a:cubicBezTo>
                  <a:lnTo>
                    <a:pt x="6600" y="5497"/>
                  </a:lnTo>
                  <a:lnTo>
                    <a:pt x="7888" y="5497"/>
                  </a:lnTo>
                  <a:lnTo>
                    <a:pt x="7888" y="1901"/>
                  </a:lnTo>
                  <a:cubicBezTo>
                    <a:pt x="7888" y="573"/>
                    <a:pt x="7009" y="0"/>
                    <a:pt x="6008" y="0"/>
                  </a:cubicBezTo>
                  <a:cubicBezTo>
                    <a:pt x="5272" y="0"/>
                    <a:pt x="4720" y="307"/>
                    <a:pt x="4332" y="797"/>
                  </a:cubicBezTo>
                  <a:cubicBezTo>
                    <a:pt x="3985" y="287"/>
                    <a:pt x="3515" y="0"/>
                    <a:pt x="2800"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74" name="Google Shape;574;p8"/>
            <p:cNvSpPr/>
            <p:nvPr/>
          </p:nvSpPr>
          <p:spPr>
            <a:xfrm>
              <a:off x="4532325" y="2490700"/>
              <a:ext cx="197725" cy="137450"/>
            </a:xfrm>
            <a:custGeom>
              <a:avLst/>
              <a:gdLst/>
              <a:ahLst/>
              <a:cxnLst/>
              <a:rect l="l" t="t" r="r" b="b"/>
              <a:pathLst>
                <a:path w="7909" h="5498" extrusionOk="0">
                  <a:moveTo>
                    <a:pt x="2800" y="0"/>
                  </a:moveTo>
                  <a:cubicBezTo>
                    <a:pt x="2167" y="0"/>
                    <a:pt x="1636" y="246"/>
                    <a:pt x="1268" y="757"/>
                  </a:cubicBezTo>
                  <a:lnTo>
                    <a:pt x="1247" y="757"/>
                  </a:lnTo>
                  <a:lnTo>
                    <a:pt x="1247" y="103"/>
                  </a:lnTo>
                  <a:lnTo>
                    <a:pt x="1" y="103"/>
                  </a:lnTo>
                  <a:lnTo>
                    <a:pt x="1" y="5497"/>
                  </a:lnTo>
                  <a:lnTo>
                    <a:pt x="1288" y="5497"/>
                  </a:lnTo>
                  <a:lnTo>
                    <a:pt x="1288" y="2330"/>
                  </a:lnTo>
                  <a:cubicBezTo>
                    <a:pt x="1288" y="1431"/>
                    <a:pt x="1881" y="1124"/>
                    <a:pt x="2330" y="1124"/>
                  </a:cubicBezTo>
                  <a:cubicBezTo>
                    <a:pt x="3127" y="1124"/>
                    <a:pt x="3311" y="1696"/>
                    <a:pt x="3311" y="2371"/>
                  </a:cubicBezTo>
                  <a:lnTo>
                    <a:pt x="3311" y="5497"/>
                  </a:lnTo>
                  <a:lnTo>
                    <a:pt x="4598" y="5497"/>
                  </a:lnTo>
                  <a:lnTo>
                    <a:pt x="4598" y="2371"/>
                  </a:lnTo>
                  <a:cubicBezTo>
                    <a:pt x="4598" y="1676"/>
                    <a:pt x="4905" y="1124"/>
                    <a:pt x="5641" y="1124"/>
                  </a:cubicBezTo>
                  <a:cubicBezTo>
                    <a:pt x="6356" y="1124"/>
                    <a:pt x="6621" y="1615"/>
                    <a:pt x="6621" y="2350"/>
                  </a:cubicBezTo>
                  <a:lnTo>
                    <a:pt x="6621" y="5497"/>
                  </a:lnTo>
                  <a:lnTo>
                    <a:pt x="7909" y="5497"/>
                  </a:lnTo>
                  <a:lnTo>
                    <a:pt x="7909" y="1901"/>
                  </a:lnTo>
                  <a:cubicBezTo>
                    <a:pt x="7909" y="573"/>
                    <a:pt x="7010" y="0"/>
                    <a:pt x="6008" y="0"/>
                  </a:cubicBezTo>
                  <a:cubicBezTo>
                    <a:pt x="5273" y="0"/>
                    <a:pt x="4721" y="307"/>
                    <a:pt x="4353" y="797"/>
                  </a:cubicBezTo>
                  <a:lnTo>
                    <a:pt x="4333" y="797"/>
                  </a:lnTo>
                  <a:cubicBezTo>
                    <a:pt x="4006" y="287"/>
                    <a:pt x="3515" y="0"/>
                    <a:pt x="2800"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75" name="Google Shape;575;p8"/>
            <p:cNvSpPr/>
            <p:nvPr/>
          </p:nvSpPr>
          <p:spPr>
            <a:xfrm>
              <a:off x="4758125" y="2490700"/>
              <a:ext cx="120075" cy="140500"/>
            </a:xfrm>
            <a:custGeom>
              <a:avLst/>
              <a:gdLst/>
              <a:ahLst/>
              <a:cxnLst/>
              <a:rect l="l" t="t" r="r" b="b"/>
              <a:pathLst>
                <a:path w="4803" h="5620" extrusionOk="0">
                  <a:moveTo>
                    <a:pt x="2473" y="1083"/>
                  </a:moveTo>
                  <a:cubicBezTo>
                    <a:pt x="3004" y="1083"/>
                    <a:pt x="3515" y="1390"/>
                    <a:pt x="3515" y="2126"/>
                  </a:cubicBezTo>
                  <a:lnTo>
                    <a:pt x="3515" y="2269"/>
                  </a:lnTo>
                  <a:lnTo>
                    <a:pt x="1329" y="2269"/>
                  </a:lnTo>
                  <a:lnTo>
                    <a:pt x="1329" y="2187"/>
                  </a:lnTo>
                  <a:cubicBezTo>
                    <a:pt x="1329" y="1390"/>
                    <a:pt x="1921" y="1083"/>
                    <a:pt x="2473" y="1083"/>
                  </a:cubicBezTo>
                  <a:close/>
                  <a:moveTo>
                    <a:pt x="2473" y="0"/>
                  </a:moveTo>
                  <a:cubicBezTo>
                    <a:pt x="1145" y="0"/>
                    <a:pt x="1" y="838"/>
                    <a:pt x="1" y="2371"/>
                  </a:cubicBezTo>
                  <a:lnTo>
                    <a:pt x="1" y="3413"/>
                  </a:lnTo>
                  <a:cubicBezTo>
                    <a:pt x="1" y="4884"/>
                    <a:pt x="1186" y="5620"/>
                    <a:pt x="2514" y="5620"/>
                  </a:cubicBezTo>
                  <a:cubicBezTo>
                    <a:pt x="3474" y="5620"/>
                    <a:pt x="4333" y="5252"/>
                    <a:pt x="4741" y="4414"/>
                  </a:cubicBezTo>
                  <a:lnTo>
                    <a:pt x="3761" y="3842"/>
                  </a:lnTo>
                  <a:cubicBezTo>
                    <a:pt x="3474" y="4271"/>
                    <a:pt x="3025" y="4537"/>
                    <a:pt x="2575" y="4537"/>
                  </a:cubicBezTo>
                  <a:cubicBezTo>
                    <a:pt x="1901" y="4537"/>
                    <a:pt x="1349" y="4149"/>
                    <a:pt x="1349" y="3454"/>
                  </a:cubicBezTo>
                  <a:lnTo>
                    <a:pt x="1349" y="3168"/>
                  </a:lnTo>
                  <a:lnTo>
                    <a:pt x="4803" y="3168"/>
                  </a:lnTo>
                  <a:lnTo>
                    <a:pt x="4803" y="2126"/>
                  </a:lnTo>
                  <a:cubicBezTo>
                    <a:pt x="4803" y="695"/>
                    <a:pt x="3638" y="0"/>
                    <a:pt x="2473"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76" name="Google Shape;576;p8"/>
            <p:cNvSpPr/>
            <p:nvPr/>
          </p:nvSpPr>
          <p:spPr>
            <a:xfrm>
              <a:off x="3487650" y="2756350"/>
              <a:ext cx="131300" cy="188000"/>
            </a:xfrm>
            <a:custGeom>
              <a:avLst/>
              <a:gdLst/>
              <a:ahLst/>
              <a:cxnLst/>
              <a:rect l="l" t="t" r="r" b="b"/>
              <a:pathLst>
                <a:path w="5252" h="7520" extrusionOk="0">
                  <a:moveTo>
                    <a:pt x="0" y="0"/>
                  </a:moveTo>
                  <a:lnTo>
                    <a:pt x="0" y="7520"/>
                  </a:lnTo>
                  <a:lnTo>
                    <a:pt x="5252" y="7520"/>
                  </a:lnTo>
                  <a:lnTo>
                    <a:pt x="5252" y="6294"/>
                  </a:lnTo>
                  <a:lnTo>
                    <a:pt x="1390" y="6294"/>
                  </a:lnTo>
                  <a:lnTo>
                    <a:pt x="1390" y="4312"/>
                  </a:lnTo>
                  <a:lnTo>
                    <a:pt x="4782" y="4312"/>
                  </a:lnTo>
                  <a:lnTo>
                    <a:pt x="4782" y="3065"/>
                  </a:lnTo>
                  <a:lnTo>
                    <a:pt x="1390" y="3065"/>
                  </a:lnTo>
                  <a:lnTo>
                    <a:pt x="1390" y="1226"/>
                  </a:lnTo>
                  <a:lnTo>
                    <a:pt x="5211" y="1226"/>
                  </a:lnTo>
                  <a:lnTo>
                    <a:pt x="5211" y="0"/>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77" name="Google Shape;577;p8"/>
            <p:cNvSpPr/>
            <p:nvPr/>
          </p:nvSpPr>
          <p:spPr>
            <a:xfrm>
              <a:off x="3650600" y="2756350"/>
              <a:ext cx="58275" cy="189550"/>
            </a:xfrm>
            <a:custGeom>
              <a:avLst/>
              <a:gdLst/>
              <a:ahLst/>
              <a:cxnLst/>
              <a:rect l="l" t="t" r="r" b="b"/>
              <a:pathLst>
                <a:path w="2331" h="7582" extrusionOk="0">
                  <a:moveTo>
                    <a:pt x="1" y="0"/>
                  </a:moveTo>
                  <a:lnTo>
                    <a:pt x="1" y="6069"/>
                  </a:lnTo>
                  <a:cubicBezTo>
                    <a:pt x="1" y="6559"/>
                    <a:pt x="21" y="7581"/>
                    <a:pt x="1308" y="7581"/>
                  </a:cubicBezTo>
                  <a:cubicBezTo>
                    <a:pt x="1635" y="7581"/>
                    <a:pt x="2064" y="7520"/>
                    <a:pt x="2330" y="7438"/>
                  </a:cubicBezTo>
                  <a:lnTo>
                    <a:pt x="2330" y="6457"/>
                  </a:lnTo>
                  <a:cubicBezTo>
                    <a:pt x="2105" y="6478"/>
                    <a:pt x="1983" y="6498"/>
                    <a:pt x="1758" y="6498"/>
                  </a:cubicBezTo>
                  <a:cubicBezTo>
                    <a:pt x="1390" y="6498"/>
                    <a:pt x="1288" y="6294"/>
                    <a:pt x="1288" y="6069"/>
                  </a:cubicBezTo>
                  <a:lnTo>
                    <a:pt x="1288" y="0"/>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78" name="Google Shape;578;p8"/>
            <p:cNvSpPr/>
            <p:nvPr/>
          </p:nvSpPr>
          <p:spPr>
            <a:xfrm>
              <a:off x="3723150" y="2806400"/>
              <a:ext cx="120075" cy="140500"/>
            </a:xfrm>
            <a:custGeom>
              <a:avLst/>
              <a:gdLst/>
              <a:ahLst/>
              <a:cxnLst/>
              <a:rect l="l" t="t" r="r" b="b"/>
              <a:pathLst>
                <a:path w="4803" h="5620" extrusionOk="0">
                  <a:moveTo>
                    <a:pt x="3413" y="3250"/>
                  </a:moveTo>
                  <a:lnTo>
                    <a:pt x="3413" y="3515"/>
                  </a:lnTo>
                  <a:cubicBezTo>
                    <a:pt x="3413" y="4108"/>
                    <a:pt x="3249" y="4598"/>
                    <a:pt x="2228" y="4598"/>
                  </a:cubicBezTo>
                  <a:cubicBezTo>
                    <a:pt x="1615" y="4598"/>
                    <a:pt x="1247" y="4373"/>
                    <a:pt x="1247" y="3924"/>
                  </a:cubicBezTo>
                  <a:cubicBezTo>
                    <a:pt x="1247" y="3454"/>
                    <a:pt x="1615" y="3250"/>
                    <a:pt x="2146" y="3250"/>
                  </a:cubicBezTo>
                  <a:close/>
                  <a:moveTo>
                    <a:pt x="2391" y="1"/>
                  </a:moveTo>
                  <a:cubicBezTo>
                    <a:pt x="1390" y="1"/>
                    <a:pt x="266" y="409"/>
                    <a:pt x="266" y="1594"/>
                  </a:cubicBezTo>
                  <a:lnTo>
                    <a:pt x="266" y="1737"/>
                  </a:lnTo>
                  <a:lnTo>
                    <a:pt x="1410" y="1737"/>
                  </a:lnTo>
                  <a:lnTo>
                    <a:pt x="1410" y="1554"/>
                  </a:lnTo>
                  <a:cubicBezTo>
                    <a:pt x="1410" y="1206"/>
                    <a:pt x="1819" y="1022"/>
                    <a:pt x="2391" y="1022"/>
                  </a:cubicBezTo>
                  <a:cubicBezTo>
                    <a:pt x="3045" y="1022"/>
                    <a:pt x="3413" y="1247"/>
                    <a:pt x="3413" y="1819"/>
                  </a:cubicBezTo>
                  <a:lnTo>
                    <a:pt x="3413" y="2330"/>
                  </a:lnTo>
                  <a:lnTo>
                    <a:pt x="1982" y="2330"/>
                  </a:lnTo>
                  <a:cubicBezTo>
                    <a:pt x="940" y="2330"/>
                    <a:pt x="0" y="2943"/>
                    <a:pt x="0" y="3985"/>
                  </a:cubicBezTo>
                  <a:cubicBezTo>
                    <a:pt x="0" y="5007"/>
                    <a:pt x="756" y="5620"/>
                    <a:pt x="1880" y="5620"/>
                  </a:cubicBezTo>
                  <a:cubicBezTo>
                    <a:pt x="2575" y="5620"/>
                    <a:pt x="2984" y="5518"/>
                    <a:pt x="3454" y="5007"/>
                  </a:cubicBezTo>
                  <a:lnTo>
                    <a:pt x="3474" y="5007"/>
                  </a:lnTo>
                  <a:cubicBezTo>
                    <a:pt x="3494" y="5109"/>
                    <a:pt x="3515" y="5436"/>
                    <a:pt x="3535" y="5518"/>
                  </a:cubicBezTo>
                  <a:lnTo>
                    <a:pt x="4802" y="5518"/>
                  </a:lnTo>
                  <a:cubicBezTo>
                    <a:pt x="4741" y="5395"/>
                    <a:pt x="4700" y="4598"/>
                    <a:pt x="4700" y="4353"/>
                  </a:cubicBezTo>
                  <a:lnTo>
                    <a:pt x="4700" y="1737"/>
                  </a:lnTo>
                  <a:cubicBezTo>
                    <a:pt x="4700" y="409"/>
                    <a:pt x="3597" y="1"/>
                    <a:pt x="2391"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79" name="Google Shape;579;p8"/>
            <p:cNvSpPr/>
            <p:nvPr/>
          </p:nvSpPr>
          <p:spPr>
            <a:xfrm>
              <a:off x="3872825" y="2806925"/>
              <a:ext cx="86350" cy="137425"/>
            </a:xfrm>
            <a:custGeom>
              <a:avLst/>
              <a:gdLst/>
              <a:ahLst/>
              <a:cxnLst/>
              <a:rect l="l" t="t" r="r" b="b"/>
              <a:pathLst>
                <a:path w="3454" h="5497" extrusionOk="0">
                  <a:moveTo>
                    <a:pt x="3025" y="0"/>
                  </a:moveTo>
                  <a:cubicBezTo>
                    <a:pt x="2391" y="0"/>
                    <a:pt x="1594" y="429"/>
                    <a:pt x="1267" y="1001"/>
                  </a:cubicBezTo>
                  <a:lnTo>
                    <a:pt x="1247" y="1001"/>
                  </a:lnTo>
                  <a:lnTo>
                    <a:pt x="1247" y="102"/>
                  </a:lnTo>
                  <a:lnTo>
                    <a:pt x="0" y="102"/>
                  </a:lnTo>
                  <a:lnTo>
                    <a:pt x="0" y="5497"/>
                  </a:lnTo>
                  <a:lnTo>
                    <a:pt x="1288" y="5497"/>
                  </a:lnTo>
                  <a:lnTo>
                    <a:pt x="1288" y="2738"/>
                  </a:lnTo>
                  <a:cubicBezTo>
                    <a:pt x="1288" y="1737"/>
                    <a:pt x="2003" y="1165"/>
                    <a:pt x="2984" y="1165"/>
                  </a:cubicBezTo>
                  <a:cubicBezTo>
                    <a:pt x="3147" y="1165"/>
                    <a:pt x="3290" y="1165"/>
                    <a:pt x="3454" y="1206"/>
                  </a:cubicBezTo>
                  <a:lnTo>
                    <a:pt x="3454" y="20"/>
                  </a:lnTo>
                  <a:cubicBezTo>
                    <a:pt x="3331" y="0"/>
                    <a:pt x="3168" y="0"/>
                    <a:pt x="3025"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80" name="Google Shape;580;p8"/>
            <p:cNvSpPr/>
            <p:nvPr/>
          </p:nvSpPr>
          <p:spPr>
            <a:xfrm>
              <a:off x="3975000" y="2806925"/>
              <a:ext cx="121600" cy="189025"/>
            </a:xfrm>
            <a:custGeom>
              <a:avLst/>
              <a:gdLst/>
              <a:ahLst/>
              <a:cxnLst/>
              <a:rect l="l" t="t" r="r" b="b"/>
              <a:pathLst>
                <a:path w="4864" h="7561" extrusionOk="0">
                  <a:moveTo>
                    <a:pt x="2452" y="1103"/>
                  </a:moveTo>
                  <a:cubicBezTo>
                    <a:pt x="3106" y="1103"/>
                    <a:pt x="3617" y="1471"/>
                    <a:pt x="3617" y="2125"/>
                  </a:cubicBezTo>
                  <a:lnTo>
                    <a:pt x="3617" y="3331"/>
                  </a:lnTo>
                  <a:cubicBezTo>
                    <a:pt x="3617" y="4107"/>
                    <a:pt x="3024" y="4393"/>
                    <a:pt x="2493" y="4393"/>
                  </a:cubicBezTo>
                  <a:cubicBezTo>
                    <a:pt x="1819" y="4393"/>
                    <a:pt x="1308" y="4005"/>
                    <a:pt x="1308" y="3351"/>
                  </a:cubicBezTo>
                  <a:lnTo>
                    <a:pt x="1308" y="2166"/>
                  </a:lnTo>
                  <a:cubicBezTo>
                    <a:pt x="1308" y="1390"/>
                    <a:pt x="1901" y="1103"/>
                    <a:pt x="2452" y="1103"/>
                  </a:cubicBezTo>
                  <a:close/>
                  <a:moveTo>
                    <a:pt x="2125" y="0"/>
                  </a:moveTo>
                  <a:cubicBezTo>
                    <a:pt x="940" y="0"/>
                    <a:pt x="0" y="797"/>
                    <a:pt x="0" y="2268"/>
                  </a:cubicBezTo>
                  <a:lnTo>
                    <a:pt x="0" y="3290"/>
                  </a:lnTo>
                  <a:cubicBezTo>
                    <a:pt x="0" y="4679"/>
                    <a:pt x="838" y="5415"/>
                    <a:pt x="2146" y="5415"/>
                  </a:cubicBezTo>
                  <a:cubicBezTo>
                    <a:pt x="2759" y="5415"/>
                    <a:pt x="3249" y="5190"/>
                    <a:pt x="3597" y="4720"/>
                  </a:cubicBezTo>
                  <a:lnTo>
                    <a:pt x="3617" y="4720"/>
                  </a:lnTo>
                  <a:lnTo>
                    <a:pt x="3617" y="5272"/>
                  </a:lnTo>
                  <a:cubicBezTo>
                    <a:pt x="3617" y="6048"/>
                    <a:pt x="3188" y="6539"/>
                    <a:pt x="2391" y="6539"/>
                  </a:cubicBezTo>
                  <a:cubicBezTo>
                    <a:pt x="1941" y="6539"/>
                    <a:pt x="1574" y="6335"/>
                    <a:pt x="1308" y="5824"/>
                  </a:cubicBezTo>
                  <a:lnTo>
                    <a:pt x="82" y="6253"/>
                  </a:lnTo>
                  <a:cubicBezTo>
                    <a:pt x="368" y="7152"/>
                    <a:pt x="1410" y="7561"/>
                    <a:pt x="2289" y="7561"/>
                  </a:cubicBezTo>
                  <a:cubicBezTo>
                    <a:pt x="4148" y="7561"/>
                    <a:pt x="4864" y="6294"/>
                    <a:pt x="4864" y="5047"/>
                  </a:cubicBezTo>
                  <a:lnTo>
                    <a:pt x="4864" y="102"/>
                  </a:lnTo>
                  <a:lnTo>
                    <a:pt x="3637" y="102"/>
                  </a:lnTo>
                  <a:lnTo>
                    <a:pt x="3637" y="736"/>
                  </a:lnTo>
                  <a:lnTo>
                    <a:pt x="3617" y="736"/>
                  </a:lnTo>
                  <a:cubicBezTo>
                    <a:pt x="3331" y="327"/>
                    <a:pt x="2759" y="0"/>
                    <a:pt x="2125"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81" name="Google Shape;581;p8"/>
            <p:cNvSpPr/>
            <p:nvPr/>
          </p:nvSpPr>
          <p:spPr>
            <a:xfrm>
              <a:off x="4130300" y="2754800"/>
              <a:ext cx="32200" cy="189550"/>
            </a:xfrm>
            <a:custGeom>
              <a:avLst/>
              <a:gdLst/>
              <a:ahLst/>
              <a:cxnLst/>
              <a:rect l="l" t="t" r="r" b="b"/>
              <a:pathLst>
                <a:path w="1288" h="7582" extrusionOk="0">
                  <a:moveTo>
                    <a:pt x="0" y="1"/>
                  </a:moveTo>
                  <a:lnTo>
                    <a:pt x="0" y="1370"/>
                  </a:lnTo>
                  <a:lnTo>
                    <a:pt x="1288" y="1370"/>
                  </a:lnTo>
                  <a:lnTo>
                    <a:pt x="1288" y="1"/>
                  </a:lnTo>
                  <a:close/>
                  <a:moveTo>
                    <a:pt x="0" y="2187"/>
                  </a:moveTo>
                  <a:lnTo>
                    <a:pt x="0" y="7582"/>
                  </a:lnTo>
                  <a:lnTo>
                    <a:pt x="1288" y="7582"/>
                  </a:lnTo>
                  <a:lnTo>
                    <a:pt x="1288" y="2187"/>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82" name="Google Shape;582;p8"/>
            <p:cNvSpPr/>
            <p:nvPr/>
          </p:nvSpPr>
          <p:spPr>
            <a:xfrm>
              <a:off x="3479475" y="3072550"/>
              <a:ext cx="122625" cy="191075"/>
            </a:xfrm>
            <a:custGeom>
              <a:avLst/>
              <a:gdLst/>
              <a:ahLst/>
              <a:cxnLst/>
              <a:rect l="l" t="t" r="r" b="b"/>
              <a:pathLst>
                <a:path w="4905" h="7643" extrusionOk="0">
                  <a:moveTo>
                    <a:pt x="2432" y="3107"/>
                  </a:moveTo>
                  <a:cubicBezTo>
                    <a:pt x="3106" y="3107"/>
                    <a:pt x="3617" y="3495"/>
                    <a:pt x="3617" y="4149"/>
                  </a:cubicBezTo>
                  <a:lnTo>
                    <a:pt x="3617" y="5477"/>
                  </a:lnTo>
                  <a:cubicBezTo>
                    <a:pt x="3617" y="6253"/>
                    <a:pt x="3024" y="6540"/>
                    <a:pt x="2473" y="6540"/>
                  </a:cubicBezTo>
                  <a:cubicBezTo>
                    <a:pt x="1819" y="6540"/>
                    <a:pt x="1308" y="6151"/>
                    <a:pt x="1308" y="5497"/>
                  </a:cubicBezTo>
                  <a:lnTo>
                    <a:pt x="1308" y="4169"/>
                  </a:lnTo>
                  <a:cubicBezTo>
                    <a:pt x="1308" y="3393"/>
                    <a:pt x="1901" y="3107"/>
                    <a:pt x="2432" y="3107"/>
                  </a:cubicBezTo>
                  <a:close/>
                  <a:moveTo>
                    <a:pt x="3637" y="1"/>
                  </a:moveTo>
                  <a:lnTo>
                    <a:pt x="3637" y="2678"/>
                  </a:lnTo>
                  <a:lnTo>
                    <a:pt x="3597" y="2678"/>
                  </a:lnTo>
                  <a:cubicBezTo>
                    <a:pt x="3331" y="2310"/>
                    <a:pt x="2820" y="2003"/>
                    <a:pt x="2227" y="2003"/>
                  </a:cubicBezTo>
                  <a:cubicBezTo>
                    <a:pt x="1022" y="2003"/>
                    <a:pt x="0" y="2739"/>
                    <a:pt x="0" y="4210"/>
                  </a:cubicBezTo>
                  <a:lnTo>
                    <a:pt x="0" y="5518"/>
                  </a:lnTo>
                  <a:cubicBezTo>
                    <a:pt x="0" y="6887"/>
                    <a:pt x="961" y="7643"/>
                    <a:pt x="2125" y="7643"/>
                  </a:cubicBezTo>
                  <a:cubicBezTo>
                    <a:pt x="2616" y="7643"/>
                    <a:pt x="3351" y="7336"/>
                    <a:pt x="3658" y="6907"/>
                  </a:cubicBezTo>
                  <a:lnTo>
                    <a:pt x="3658" y="7520"/>
                  </a:lnTo>
                  <a:lnTo>
                    <a:pt x="4904" y="7520"/>
                  </a:lnTo>
                  <a:lnTo>
                    <a:pt x="4904"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83" name="Google Shape;583;p8"/>
            <p:cNvSpPr/>
            <p:nvPr/>
          </p:nvSpPr>
          <p:spPr>
            <a:xfrm>
              <a:off x="3630675" y="3123125"/>
              <a:ext cx="120075" cy="140500"/>
            </a:xfrm>
            <a:custGeom>
              <a:avLst/>
              <a:gdLst/>
              <a:ahLst/>
              <a:cxnLst/>
              <a:rect l="l" t="t" r="r" b="b"/>
              <a:pathLst>
                <a:path w="4803" h="5620" extrusionOk="0">
                  <a:moveTo>
                    <a:pt x="2494" y="1084"/>
                  </a:moveTo>
                  <a:cubicBezTo>
                    <a:pt x="3004" y="1084"/>
                    <a:pt x="3536" y="1390"/>
                    <a:pt x="3536" y="2126"/>
                  </a:cubicBezTo>
                  <a:lnTo>
                    <a:pt x="3536" y="2269"/>
                  </a:lnTo>
                  <a:lnTo>
                    <a:pt x="1349" y="2269"/>
                  </a:lnTo>
                  <a:lnTo>
                    <a:pt x="1349" y="2187"/>
                  </a:lnTo>
                  <a:cubicBezTo>
                    <a:pt x="1349" y="1390"/>
                    <a:pt x="1942" y="1084"/>
                    <a:pt x="2494" y="1084"/>
                  </a:cubicBezTo>
                  <a:close/>
                  <a:moveTo>
                    <a:pt x="2473" y="1"/>
                  </a:moveTo>
                  <a:cubicBezTo>
                    <a:pt x="1145" y="1"/>
                    <a:pt x="1" y="838"/>
                    <a:pt x="1" y="2371"/>
                  </a:cubicBezTo>
                  <a:lnTo>
                    <a:pt x="1" y="3413"/>
                  </a:lnTo>
                  <a:cubicBezTo>
                    <a:pt x="1" y="4884"/>
                    <a:pt x="1206" y="5620"/>
                    <a:pt x="2534" y="5620"/>
                  </a:cubicBezTo>
                  <a:cubicBezTo>
                    <a:pt x="3474" y="5620"/>
                    <a:pt x="4333" y="5252"/>
                    <a:pt x="4741" y="4414"/>
                  </a:cubicBezTo>
                  <a:lnTo>
                    <a:pt x="3761" y="3842"/>
                  </a:lnTo>
                  <a:cubicBezTo>
                    <a:pt x="3474" y="4251"/>
                    <a:pt x="3025" y="4537"/>
                    <a:pt x="2596" y="4537"/>
                  </a:cubicBezTo>
                  <a:cubicBezTo>
                    <a:pt x="1901" y="4537"/>
                    <a:pt x="1349" y="4149"/>
                    <a:pt x="1349" y="3454"/>
                  </a:cubicBezTo>
                  <a:lnTo>
                    <a:pt x="1349" y="3168"/>
                  </a:lnTo>
                  <a:lnTo>
                    <a:pt x="4803" y="3168"/>
                  </a:lnTo>
                  <a:lnTo>
                    <a:pt x="4803" y="2126"/>
                  </a:lnTo>
                  <a:cubicBezTo>
                    <a:pt x="4803" y="695"/>
                    <a:pt x="3658" y="1"/>
                    <a:pt x="2473"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84" name="Google Shape;584;p8"/>
            <p:cNvSpPr/>
            <p:nvPr/>
          </p:nvSpPr>
          <p:spPr>
            <a:xfrm>
              <a:off x="3828375" y="3072550"/>
              <a:ext cx="158400" cy="188525"/>
            </a:xfrm>
            <a:custGeom>
              <a:avLst/>
              <a:gdLst/>
              <a:ahLst/>
              <a:cxnLst/>
              <a:rect l="l" t="t" r="r" b="b"/>
              <a:pathLst>
                <a:path w="6336" h="7541" extrusionOk="0">
                  <a:moveTo>
                    <a:pt x="1" y="1"/>
                  </a:moveTo>
                  <a:lnTo>
                    <a:pt x="2473" y="7541"/>
                  </a:lnTo>
                  <a:lnTo>
                    <a:pt x="3842" y="7541"/>
                  </a:lnTo>
                  <a:lnTo>
                    <a:pt x="6335" y="1"/>
                  </a:lnTo>
                  <a:lnTo>
                    <a:pt x="4925" y="1"/>
                  </a:lnTo>
                  <a:lnTo>
                    <a:pt x="3229" y="5538"/>
                  </a:lnTo>
                  <a:lnTo>
                    <a:pt x="3209" y="5538"/>
                  </a:lnTo>
                  <a:lnTo>
                    <a:pt x="1513"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85" name="Google Shape;585;p8"/>
            <p:cNvSpPr/>
            <p:nvPr/>
          </p:nvSpPr>
          <p:spPr>
            <a:xfrm>
              <a:off x="3982150" y="3122625"/>
              <a:ext cx="120075" cy="140500"/>
            </a:xfrm>
            <a:custGeom>
              <a:avLst/>
              <a:gdLst/>
              <a:ahLst/>
              <a:cxnLst/>
              <a:rect l="l" t="t" r="r" b="b"/>
              <a:pathLst>
                <a:path w="4803" h="5620" extrusionOk="0">
                  <a:moveTo>
                    <a:pt x="3413" y="3249"/>
                  </a:moveTo>
                  <a:lnTo>
                    <a:pt x="3413" y="3515"/>
                  </a:lnTo>
                  <a:cubicBezTo>
                    <a:pt x="3413" y="4107"/>
                    <a:pt x="3249" y="4598"/>
                    <a:pt x="2228" y="4598"/>
                  </a:cubicBezTo>
                  <a:cubicBezTo>
                    <a:pt x="1615" y="4598"/>
                    <a:pt x="1247" y="4373"/>
                    <a:pt x="1247" y="3923"/>
                  </a:cubicBezTo>
                  <a:cubicBezTo>
                    <a:pt x="1247" y="3454"/>
                    <a:pt x="1615" y="3249"/>
                    <a:pt x="2166" y="3249"/>
                  </a:cubicBezTo>
                  <a:close/>
                  <a:moveTo>
                    <a:pt x="2391" y="0"/>
                  </a:moveTo>
                  <a:cubicBezTo>
                    <a:pt x="1390" y="0"/>
                    <a:pt x="266" y="409"/>
                    <a:pt x="266" y="1594"/>
                  </a:cubicBezTo>
                  <a:lnTo>
                    <a:pt x="266" y="1737"/>
                  </a:lnTo>
                  <a:lnTo>
                    <a:pt x="1410" y="1737"/>
                  </a:lnTo>
                  <a:lnTo>
                    <a:pt x="1410" y="1553"/>
                  </a:lnTo>
                  <a:cubicBezTo>
                    <a:pt x="1410" y="1206"/>
                    <a:pt x="1819" y="1001"/>
                    <a:pt x="2391" y="1001"/>
                  </a:cubicBezTo>
                  <a:cubicBezTo>
                    <a:pt x="3045" y="1001"/>
                    <a:pt x="3413" y="1247"/>
                    <a:pt x="3413" y="1819"/>
                  </a:cubicBezTo>
                  <a:lnTo>
                    <a:pt x="3413" y="2330"/>
                  </a:lnTo>
                  <a:lnTo>
                    <a:pt x="1982" y="2330"/>
                  </a:lnTo>
                  <a:cubicBezTo>
                    <a:pt x="940" y="2330"/>
                    <a:pt x="0" y="2943"/>
                    <a:pt x="0" y="3985"/>
                  </a:cubicBezTo>
                  <a:cubicBezTo>
                    <a:pt x="0" y="5006"/>
                    <a:pt x="756" y="5620"/>
                    <a:pt x="1880" y="5620"/>
                  </a:cubicBezTo>
                  <a:cubicBezTo>
                    <a:pt x="2575" y="5620"/>
                    <a:pt x="2984" y="5517"/>
                    <a:pt x="3454" y="5027"/>
                  </a:cubicBezTo>
                  <a:lnTo>
                    <a:pt x="3474" y="5027"/>
                  </a:lnTo>
                  <a:cubicBezTo>
                    <a:pt x="3495" y="5109"/>
                    <a:pt x="3515" y="5436"/>
                    <a:pt x="3535" y="5517"/>
                  </a:cubicBezTo>
                  <a:lnTo>
                    <a:pt x="4802" y="5517"/>
                  </a:lnTo>
                  <a:cubicBezTo>
                    <a:pt x="4741" y="5395"/>
                    <a:pt x="4700" y="4598"/>
                    <a:pt x="4700" y="4353"/>
                  </a:cubicBezTo>
                  <a:lnTo>
                    <a:pt x="4700" y="1717"/>
                  </a:lnTo>
                  <a:cubicBezTo>
                    <a:pt x="4700" y="409"/>
                    <a:pt x="3597" y="0"/>
                    <a:pt x="2391"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86" name="Google Shape;586;p8"/>
            <p:cNvSpPr/>
            <p:nvPr/>
          </p:nvSpPr>
          <p:spPr>
            <a:xfrm>
              <a:off x="4127225" y="3123125"/>
              <a:ext cx="120575" cy="140500"/>
            </a:xfrm>
            <a:custGeom>
              <a:avLst/>
              <a:gdLst/>
              <a:ahLst/>
              <a:cxnLst/>
              <a:rect l="l" t="t" r="r" b="b"/>
              <a:pathLst>
                <a:path w="4823" h="5620" extrusionOk="0">
                  <a:moveTo>
                    <a:pt x="2473" y="1"/>
                  </a:moveTo>
                  <a:cubicBezTo>
                    <a:pt x="1124" y="1"/>
                    <a:pt x="1" y="838"/>
                    <a:pt x="1" y="2371"/>
                  </a:cubicBezTo>
                  <a:lnTo>
                    <a:pt x="1" y="3413"/>
                  </a:lnTo>
                  <a:cubicBezTo>
                    <a:pt x="1" y="4843"/>
                    <a:pt x="1186" y="5620"/>
                    <a:pt x="2514" y="5620"/>
                  </a:cubicBezTo>
                  <a:cubicBezTo>
                    <a:pt x="3679" y="5620"/>
                    <a:pt x="4823" y="4946"/>
                    <a:pt x="4823" y="3515"/>
                  </a:cubicBezTo>
                  <a:lnTo>
                    <a:pt x="4823" y="3454"/>
                  </a:lnTo>
                  <a:lnTo>
                    <a:pt x="3577" y="3454"/>
                  </a:lnTo>
                  <a:lnTo>
                    <a:pt x="3577" y="3515"/>
                  </a:lnTo>
                  <a:cubicBezTo>
                    <a:pt x="3577" y="4251"/>
                    <a:pt x="3025" y="4537"/>
                    <a:pt x="2514" y="4537"/>
                  </a:cubicBezTo>
                  <a:cubicBezTo>
                    <a:pt x="1819" y="4537"/>
                    <a:pt x="1329" y="4149"/>
                    <a:pt x="1329" y="3454"/>
                  </a:cubicBezTo>
                  <a:lnTo>
                    <a:pt x="1329" y="2187"/>
                  </a:lnTo>
                  <a:cubicBezTo>
                    <a:pt x="1329" y="1390"/>
                    <a:pt x="1921" y="1084"/>
                    <a:pt x="2473" y="1084"/>
                  </a:cubicBezTo>
                  <a:cubicBezTo>
                    <a:pt x="3004" y="1084"/>
                    <a:pt x="3577" y="1390"/>
                    <a:pt x="3577" y="2126"/>
                  </a:cubicBezTo>
                  <a:lnTo>
                    <a:pt x="3577" y="2228"/>
                  </a:lnTo>
                  <a:lnTo>
                    <a:pt x="4823" y="2228"/>
                  </a:lnTo>
                  <a:lnTo>
                    <a:pt x="4823" y="2126"/>
                  </a:lnTo>
                  <a:cubicBezTo>
                    <a:pt x="4823" y="695"/>
                    <a:pt x="3638" y="1"/>
                    <a:pt x="2473"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87" name="Google Shape;587;p8"/>
            <p:cNvSpPr/>
            <p:nvPr/>
          </p:nvSpPr>
          <p:spPr>
            <a:xfrm>
              <a:off x="4265675" y="3123125"/>
              <a:ext cx="121100" cy="140500"/>
            </a:xfrm>
            <a:custGeom>
              <a:avLst/>
              <a:gdLst/>
              <a:ahLst/>
              <a:cxnLst/>
              <a:rect l="l" t="t" r="r" b="b"/>
              <a:pathLst>
                <a:path w="4844" h="5620" extrusionOk="0">
                  <a:moveTo>
                    <a:pt x="2473" y="1"/>
                  </a:moveTo>
                  <a:cubicBezTo>
                    <a:pt x="1145" y="1"/>
                    <a:pt x="0" y="838"/>
                    <a:pt x="0" y="2371"/>
                  </a:cubicBezTo>
                  <a:lnTo>
                    <a:pt x="0" y="3413"/>
                  </a:lnTo>
                  <a:cubicBezTo>
                    <a:pt x="0" y="4843"/>
                    <a:pt x="1185" y="5620"/>
                    <a:pt x="2514" y="5620"/>
                  </a:cubicBezTo>
                  <a:cubicBezTo>
                    <a:pt x="3678" y="5620"/>
                    <a:pt x="4843" y="4946"/>
                    <a:pt x="4843" y="3515"/>
                  </a:cubicBezTo>
                  <a:lnTo>
                    <a:pt x="4843" y="3454"/>
                  </a:lnTo>
                  <a:lnTo>
                    <a:pt x="3576" y="3454"/>
                  </a:lnTo>
                  <a:lnTo>
                    <a:pt x="3576" y="3515"/>
                  </a:lnTo>
                  <a:cubicBezTo>
                    <a:pt x="3576" y="4251"/>
                    <a:pt x="3045" y="4537"/>
                    <a:pt x="2514" y="4537"/>
                  </a:cubicBezTo>
                  <a:cubicBezTo>
                    <a:pt x="1839" y="4537"/>
                    <a:pt x="1328" y="4149"/>
                    <a:pt x="1328" y="3454"/>
                  </a:cubicBezTo>
                  <a:lnTo>
                    <a:pt x="1328" y="2187"/>
                  </a:lnTo>
                  <a:cubicBezTo>
                    <a:pt x="1328" y="1390"/>
                    <a:pt x="1921" y="1084"/>
                    <a:pt x="2473" y="1084"/>
                  </a:cubicBezTo>
                  <a:cubicBezTo>
                    <a:pt x="3004" y="1084"/>
                    <a:pt x="3576" y="1390"/>
                    <a:pt x="3576" y="2126"/>
                  </a:cubicBezTo>
                  <a:lnTo>
                    <a:pt x="3576" y="2228"/>
                  </a:lnTo>
                  <a:lnTo>
                    <a:pt x="4843" y="2228"/>
                  </a:lnTo>
                  <a:lnTo>
                    <a:pt x="4843" y="2126"/>
                  </a:lnTo>
                  <a:cubicBezTo>
                    <a:pt x="4843" y="695"/>
                    <a:pt x="3637" y="1"/>
                    <a:pt x="2473"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88" name="Google Shape;588;p8"/>
            <p:cNvSpPr/>
            <p:nvPr/>
          </p:nvSpPr>
          <p:spPr>
            <a:xfrm>
              <a:off x="4410750" y="3070500"/>
              <a:ext cx="31700" cy="190075"/>
            </a:xfrm>
            <a:custGeom>
              <a:avLst/>
              <a:gdLst/>
              <a:ahLst/>
              <a:cxnLst/>
              <a:rect l="l" t="t" r="r" b="b"/>
              <a:pathLst>
                <a:path w="1268" h="7603" extrusionOk="0">
                  <a:moveTo>
                    <a:pt x="0" y="1"/>
                  </a:moveTo>
                  <a:lnTo>
                    <a:pt x="0" y="1370"/>
                  </a:lnTo>
                  <a:lnTo>
                    <a:pt x="1267" y="1370"/>
                  </a:lnTo>
                  <a:lnTo>
                    <a:pt x="1267" y="1"/>
                  </a:lnTo>
                  <a:close/>
                  <a:moveTo>
                    <a:pt x="0" y="2208"/>
                  </a:moveTo>
                  <a:lnTo>
                    <a:pt x="0" y="7602"/>
                  </a:lnTo>
                  <a:lnTo>
                    <a:pt x="1267" y="7602"/>
                  </a:lnTo>
                  <a:lnTo>
                    <a:pt x="1267" y="2208"/>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89" name="Google Shape;589;p8"/>
            <p:cNvSpPr/>
            <p:nvPr/>
          </p:nvSpPr>
          <p:spPr>
            <a:xfrm>
              <a:off x="4477675" y="3123125"/>
              <a:ext cx="117000" cy="137450"/>
            </a:xfrm>
            <a:custGeom>
              <a:avLst/>
              <a:gdLst/>
              <a:ahLst/>
              <a:cxnLst/>
              <a:rect l="l" t="t" r="r" b="b"/>
              <a:pathLst>
                <a:path w="4680" h="5498" extrusionOk="0">
                  <a:moveTo>
                    <a:pt x="2800" y="1"/>
                  </a:moveTo>
                  <a:cubicBezTo>
                    <a:pt x="2187" y="1"/>
                    <a:pt x="1615" y="246"/>
                    <a:pt x="1267" y="757"/>
                  </a:cubicBezTo>
                  <a:lnTo>
                    <a:pt x="1247" y="757"/>
                  </a:lnTo>
                  <a:lnTo>
                    <a:pt x="1247" y="103"/>
                  </a:lnTo>
                  <a:lnTo>
                    <a:pt x="0" y="103"/>
                  </a:lnTo>
                  <a:lnTo>
                    <a:pt x="0" y="5497"/>
                  </a:lnTo>
                  <a:lnTo>
                    <a:pt x="1288" y="5497"/>
                  </a:lnTo>
                  <a:lnTo>
                    <a:pt x="1288" y="2473"/>
                  </a:lnTo>
                  <a:cubicBezTo>
                    <a:pt x="1288" y="1554"/>
                    <a:pt x="1696" y="1124"/>
                    <a:pt x="2391" y="1124"/>
                  </a:cubicBezTo>
                  <a:cubicBezTo>
                    <a:pt x="3045" y="1124"/>
                    <a:pt x="3392" y="1554"/>
                    <a:pt x="3392" y="2371"/>
                  </a:cubicBezTo>
                  <a:lnTo>
                    <a:pt x="3392" y="5497"/>
                  </a:lnTo>
                  <a:lnTo>
                    <a:pt x="4680" y="5497"/>
                  </a:lnTo>
                  <a:lnTo>
                    <a:pt x="4680" y="2044"/>
                  </a:lnTo>
                  <a:cubicBezTo>
                    <a:pt x="4680" y="757"/>
                    <a:pt x="4005" y="1"/>
                    <a:pt x="2800"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90" name="Google Shape;590;p8"/>
            <p:cNvSpPr/>
            <p:nvPr/>
          </p:nvSpPr>
          <p:spPr>
            <a:xfrm>
              <a:off x="4619175" y="3122625"/>
              <a:ext cx="120075" cy="140500"/>
            </a:xfrm>
            <a:custGeom>
              <a:avLst/>
              <a:gdLst/>
              <a:ahLst/>
              <a:cxnLst/>
              <a:rect l="l" t="t" r="r" b="b"/>
              <a:pathLst>
                <a:path w="4803" h="5620" extrusionOk="0">
                  <a:moveTo>
                    <a:pt x="3433" y="3249"/>
                  </a:moveTo>
                  <a:lnTo>
                    <a:pt x="3433" y="3515"/>
                  </a:lnTo>
                  <a:cubicBezTo>
                    <a:pt x="3433" y="4107"/>
                    <a:pt x="3250" y="4598"/>
                    <a:pt x="2228" y="4598"/>
                  </a:cubicBezTo>
                  <a:cubicBezTo>
                    <a:pt x="1615" y="4598"/>
                    <a:pt x="1247" y="4373"/>
                    <a:pt x="1247" y="3923"/>
                  </a:cubicBezTo>
                  <a:cubicBezTo>
                    <a:pt x="1247" y="3454"/>
                    <a:pt x="1615" y="3249"/>
                    <a:pt x="2167" y="3249"/>
                  </a:cubicBezTo>
                  <a:close/>
                  <a:moveTo>
                    <a:pt x="2412" y="0"/>
                  </a:moveTo>
                  <a:cubicBezTo>
                    <a:pt x="1390" y="0"/>
                    <a:pt x="266" y="409"/>
                    <a:pt x="266" y="1594"/>
                  </a:cubicBezTo>
                  <a:lnTo>
                    <a:pt x="266" y="1737"/>
                  </a:lnTo>
                  <a:lnTo>
                    <a:pt x="1431" y="1737"/>
                  </a:lnTo>
                  <a:lnTo>
                    <a:pt x="1431" y="1553"/>
                  </a:lnTo>
                  <a:cubicBezTo>
                    <a:pt x="1431" y="1206"/>
                    <a:pt x="1840" y="1001"/>
                    <a:pt x="2391" y="1001"/>
                  </a:cubicBezTo>
                  <a:cubicBezTo>
                    <a:pt x="3045" y="1001"/>
                    <a:pt x="3433" y="1247"/>
                    <a:pt x="3433" y="1819"/>
                  </a:cubicBezTo>
                  <a:lnTo>
                    <a:pt x="3433" y="2330"/>
                  </a:lnTo>
                  <a:lnTo>
                    <a:pt x="2003" y="2330"/>
                  </a:lnTo>
                  <a:cubicBezTo>
                    <a:pt x="941" y="2330"/>
                    <a:pt x="1" y="2943"/>
                    <a:pt x="1" y="3985"/>
                  </a:cubicBezTo>
                  <a:cubicBezTo>
                    <a:pt x="1" y="5006"/>
                    <a:pt x="757" y="5620"/>
                    <a:pt x="1881" y="5620"/>
                  </a:cubicBezTo>
                  <a:cubicBezTo>
                    <a:pt x="2575" y="5620"/>
                    <a:pt x="2984" y="5517"/>
                    <a:pt x="3454" y="5027"/>
                  </a:cubicBezTo>
                  <a:lnTo>
                    <a:pt x="3474" y="5027"/>
                  </a:lnTo>
                  <a:cubicBezTo>
                    <a:pt x="3495" y="5109"/>
                    <a:pt x="3515" y="5436"/>
                    <a:pt x="3536" y="5517"/>
                  </a:cubicBezTo>
                  <a:lnTo>
                    <a:pt x="4803" y="5517"/>
                  </a:lnTo>
                  <a:cubicBezTo>
                    <a:pt x="4741" y="5395"/>
                    <a:pt x="4721" y="4598"/>
                    <a:pt x="4721" y="4353"/>
                  </a:cubicBezTo>
                  <a:lnTo>
                    <a:pt x="4721" y="1717"/>
                  </a:lnTo>
                  <a:cubicBezTo>
                    <a:pt x="4721" y="409"/>
                    <a:pt x="3597" y="0"/>
                    <a:pt x="2412"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91" name="Google Shape;591;p8"/>
            <p:cNvSpPr/>
            <p:nvPr/>
          </p:nvSpPr>
          <p:spPr>
            <a:xfrm>
              <a:off x="4756600" y="3084825"/>
              <a:ext cx="79725" cy="177800"/>
            </a:xfrm>
            <a:custGeom>
              <a:avLst/>
              <a:gdLst/>
              <a:ahLst/>
              <a:cxnLst/>
              <a:rect l="l" t="t" r="r" b="b"/>
              <a:pathLst>
                <a:path w="3189" h="7112" extrusionOk="0">
                  <a:moveTo>
                    <a:pt x="736" y="0"/>
                  </a:moveTo>
                  <a:lnTo>
                    <a:pt x="736" y="1635"/>
                  </a:lnTo>
                  <a:lnTo>
                    <a:pt x="0" y="1635"/>
                  </a:lnTo>
                  <a:lnTo>
                    <a:pt x="0" y="2656"/>
                  </a:lnTo>
                  <a:lnTo>
                    <a:pt x="736" y="2656"/>
                  </a:lnTo>
                  <a:lnTo>
                    <a:pt x="736" y="5742"/>
                  </a:lnTo>
                  <a:cubicBezTo>
                    <a:pt x="736" y="6702"/>
                    <a:pt x="1410" y="7111"/>
                    <a:pt x="2248" y="7111"/>
                  </a:cubicBezTo>
                  <a:cubicBezTo>
                    <a:pt x="2432" y="7111"/>
                    <a:pt x="2902" y="7070"/>
                    <a:pt x="3188" y="7009"/>
                  </a:cubicBezTo>
                  <a:lnTo>
                    <a:pt x="3188" y="5905"/>
                  </a:lnTo>
                  <a:cubicBezTo>
                    <a:pt x="2943" y="5946"/>
                    <a:pt x="2779" y="5967"/>
                    <a:pt x="2534" y="5967"/>
                  </a:cubicBezTo>
                  <a:cubicBezTo>
                    <a:pt x="2228" y="5967"/>
                    <a:pt x="2023" y="5844"/>
                    <a:pt x="2023" y="5435"/>
                  </a:cubicBezTo>
                  <a:lnTo>
                    <a:pt x="2023" y="2656"/>
                  </a:lnTo>
                  <a:lnTo>
                    <a:pt x="3188" y="2656"/>
                  </a:lnTo>
                  <a:lnTo>
                    <a:pt x="3188" y="1635"/>
                  </a:lnTo>
                  <a:lnTo>
                    <a:pt x="2023" y="1635"/>
                  </a:lnTo>
                  <a:lnTo>
                    <a:pt x="2023" y="0"/>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92" name="Google Shape;592;p8"/>
            <p:cNvSpPr/>
            <p:nvPr/>
          </p:nvSpPr>
          <p:spPr>
            <a:xfrm>
              <a:off x="4857750" y="3070500"/>
              <a:ext cx="32200" cy="190075"/>
            </a:xfrm>
            <a:custGeom>
              <a:avLst/>
              <a:gdLst/>
              <a:ahLst/>
              <a:cxnLst/>
              <a:rect l="l" t="t" r="r" b="b"/>
              <a:pathLst>
                <a:path w="1288" h="7603" extrusionOk="0">
                  <a:moveTo>
                    <a:pt x="0" y="1"/>
                  </a:moveTo>
                  <a:lnTo>
                    <a:pt x="0" y="1370"/>
                  </a:lnTo>
                  <a:lnTo>
                    <a:pt x="1288" y="1370"/>
                  </a:lnTo>
                  <a:lnTo>
                    <a:pt x="1288" y="1"/>
                  </a:lnTo>
                  <a:close/>
                  <a:moveTo>
                    <a:pt x="0" y="2208"/>
                  </a:moveTo>
                  <a:lnTo>
                    <a:pt x="0" y="7602"/>
                  </a:lnTo>
                  <a:lnTo>
                    <a:pt x="1288" y="7602"/>
                  </a:lnTo>
                  <a:lnTo>
                    <a:pt x="1288" y="2208"/>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93" name="Google Shape;593;p8"/>
            <p:cNvSpPr/>
            <p:nvPr/>
          </p:nvSpPr>
          <p:spPr>
            <a:xfrm>
              <a:off x="4918525" y="3123125"/>
              <a:ext cx="122650" cy="140500"/>
            </a:xfrm>
            <a:custGeom>
              <a:avLst/>
              <a:gdLst/>
              <a:ahLst/>
              <a:cxnLst/>
              <a:rect l="l" t="t" r="r" b="b"/>
              <a:pathLst>
                <a:path w="4906" h="5620" extrusionOk="0">
                  <a:moveTo>
                    <a:pt x="2433" y="1104"/>
                  </a:moveTo>
                  <a:cubicBezTo>
                    <a:pt x="3107" y="1104"/>
                    <a:pt x="3597" y="1472"/>
                    <a:pt x="3597" y="2126"/>
                  </a:cubicBezTo>
                  <a:lnTo>
                    <a:pt x="3597" y="3474"/>
                  </a:lnTo>
                  <a:cubicBezTo>
                    <a:pt x="3597" y="4251"/>
                    <a:pt x="3025" y="4537"/>
                    <a:pt x="2473" y="4537"/>
                  </a:cubicBezTo>
                  <a:cubicBezTo>
                    <a:pt x="1820" y="4537"/>
                    <a:pt x="1309" y="4149"/>
                    <a:pt x="1309" y="3495"/>
                  </a:cubicBezTo>
                  <a:lnTo>
                    <a:pt x="1309" y="2167"/>
                  </a:lnTo>
                  <a:cubicBezTo>
                    <a:pt x="1309" y="1390"/>
                    <a:pt x="1901" y="1104"/>
                    <a:pt x="2433" y="1104"/>
                  </a:cubicBezTo>
                  <a:close/>
                  <a:moveTo>
                    <a:pt x="2433" y="1"/>
                  </a:moveTo>
                  <a:cubicBezTo>
                    <a:pt x="1247" y="1"/>
                    <a:pt x="1" y="798"/>
                    <a:pt x="1" y="2269"/>
                  </a:cubicBezTo>
                  <a:lnTo>
                    <a:pt x="1" y="3495"/>
                  </a:lnTo>
                  <a:cubicBezTo>
                    <a:pt x="1" y="4884"/>
                    <a:pt x="1166" y="5620"/>
                    <a:pt x="2473" y="5620"/>
                  </a:cubicBezTo>
                  <a:cubicBezTo>
                    <a:pt x="3679" y="5620"/>
                    <a:pt x="4905" y="4823"/>
                    <a:pt x="4905" y="3352"/>
                  </a:cubicBezTo>
                  <a:lnTo>
                    <a:pt x="4905" y="2248"/>
                  </a:lnTo>
                  <a:cubicBezTo>
                    <a:pt x="4905" y="859"/>
                    <a:pt x="3740" y="1"/>
                    <a:pt x="2433"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94" name="Google Shape;594;p8"/>
            <p:cNvSpPr/>
            <p:nvPr/>
          </p:nvSpPr>
          <p:spPr>
            <a:xfrm>
              <a:off x="5069750" y="3123125"/>
              <a:ext cx="117525" cy="137450"/>
            </a:xfrm>
            <a:custGeom>
              <a:avLst/>
              <a:gdLst/>
              <a:ahLst/>
              <a:cxnLst/>
              <a:rect l="l" t="t" r="r" b="b"/>
              <a:pathLst>
                <a:path w="4701" h="5498" extrusionOk="0">
                  <a:moveTo>
                    <a:pt x="2800" y="1"/>
                  </a:moveTo>
                  <a:cubicBezTo>
                    <a:pt x="2207" y="1"/>
                    <a:pt x="1635" y="246"/>
                    <a:pt x="1267" y="757"/>
                  </a:cubicBezTo>
                  <a:lnTo>
                    <a:pt x="1247" y="757"/>
                  </a:lnTo>
                  <a:lnTo>
                    <a:pt x="1247" y="103"/>
                  </a:lnTo>
                  <a:lnTo>
                    <a:pt x="0" y="103"/>
                  </a:lnTo>
                  <a:lnTo>
                    <a:pt x="0" y="5497"/>
                  </a:lnTo>
                  <a:lnTo>
                    <a:pt x="1288" y="5497"/>
                  </a:lnTo>
                  <a:lnTo>
                    <a:pt x="1288" y="2473"/>
                  </a:lnTo>
                  <a:cubicBezTo>
                    <a:pt x="1288" y="1554"/>
                    <a:pt x="1696" y="1124"/>
                    <a:pt x="2412" y="1124"/>
                  </a:cubicBezTo>
                  <a:cubicBezTo>
                    <a:pt x="3066" y="1124"/>
                    <a:pt x="3413" y="1554"/>
                    <a:pt x="3413" y="2371"/>
                  </a:cubicBezTo>
                  <a:lnTo>
                    <a:pt x="3413" y="5497"/>
                  </a:lnTo>
                  <a:lnTo>
                    <a:pt x="4700" y="5497"/>
                  </a:lnTo>
                  <a:lnTo>
                    <a:pt x="4700" y="2044"/>
                  </a:lnTo>
                  <a:cubicBezTo>
                    <a:pt x="4700" y="757"/>
                    <a:pt x="4026" y="1"/>
                    <a:pt x="2800"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95" name="Google Shape;595;p8"/>
            <p:cNvSpPr/>
            <p:nvPr/>
          </p:nvSpPr>
          <p:spPr>
            <a:xfrm>
              <a:off x="5706775" y="2440125"/>
              <a:ext cx="147675" cy="188025"/>
            </a:xfrm>
            <a:custGeom>
              <a:avLst/>
              <a:gdLst/>
              <a:ahLst/>
              <a:cxnLst/>
              <a:rect l="l" t="t" r="r" b="b"/>
              <a:pathLst>
                <a:path w="5907" h="7521" extrusionOk="0">
                  <a:moveTo>
                    <a:pt x="2780" y="1186"/>
                  </a:moveTo>
                  <a:cubicBezTo>
                    <a:pt x="3577" y="1186"/>
                    <a:pt x="4149" y="1472"/>
                    <a:pt x="4149" y="2350"/>
                  </a:cubicBezTo>
                  <a:cubicBezTo>
                    <a:pt x="4149" y="3127"/>
                    <a:pt x="3618" y="3515"/>
                    <a:pt x="2800" y="3515"/>
                  </a:cubicBezTo>
                  <a:lnTo>
                    <a:pt x="1411" y="3515"/>
                  </a:lnTo>
                  <a:lnTo>
                    <a:pt x="1411" y="1186"/>
                  </a:lnTo>
                  <a:close/>
                  <a:moveTo>
                    <a:pt x="1" y="1"/>
                  </a:moveTo>
                  <a:lnTo>
                    <a:pt x="1" y="7520"/>
                  </a:lnTo>
                  <a:lnTo>
                    <a:pt x="1411" y="7520"/>
                  </a:lnTo>
                  <a:lnTo>
                    <a:pt x="1411" y="4700"/>
                  </a:lnTo>
                  <a:lnTo>
                    <a:pt x="2616" y="4700"/>
                  </a:lnTo>
                  <a:lnTo>
                    <a:pt x="4374" y="7520"/>
                  </a:lnTo>
                  <a:lnTo>
                    <a:pt x="5906" y="7520"/>
                  </a:lnTo>
                  <a:lnTo>
                    <a:pt x="4047" y="4537"/>
                  </a:lnTo>
                  <a:cubicBezTo>
                    <a:pt x="5048" y="4189"/>
                    <a:pt x="5538" y="3250"/>
                    <a:pt x="5538" y="2371"/>
                  </a:cubicBezTo>
                  <a:cubicBezTo>
                    <a:pt x="5538" y="818"/>
                    <a:pt x="4394" y="1"/>
                    <a:pt x="2984"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96" name="Google Shape;596;p8"/>
            <p:cNvSpPr/>
            <p:nvPr/>
          </p:nvSpPr>
          <p:spPr>
            <a:xfrm>
              <a:off x="5868725" y="2425825"/>
              <a:ext cx="120575" cy="205375"/>
            </a:xfrm>
            <a:custGeom>
              <a:avLst/>
              <a:gdLst/>
              <a:ahLst/>
              <a:cxnLst/>
              <a:rect l="l" t="t" r="r" b="b"/>
              <a:pathLst>
                <a:path w="4823" h="8215" extrusionOk="0">
                  <a:moveTo>
                    <a:pt x="2841" y="0"/>
                  </a:moveTo>
                  <a:lnTo>
                    <a:pt x="1942" y="1839"/>
                  </a:lnTo>
                  <a:lnTo>
                    <a:pt x="2943" y="1839"/>
                  </a:lnTo>
                  <a:lnTo>
                    <a:pt x="4291" y="0"/>
                  </a:lnTo>
                  <a:close/>
                  <a:moveTo>
                    <a:pt x="2493" y="3678"/>
                  </a:moveTo>
                  <a:cubicBezTo>
                    <a:pt x="3004" y="3678"/>
                    <a:pt x="3535" y="3985"/>
                    <a:pt x="3535" y="4721"/>
                  </a:cubicBezTo>
                  <a:lnTo>
                    <a:pt x="3535" y="4864"/>
                  </a:lnTo>
                  <a:lnTo>
                    <a:pt x="1349" y="4864"/>
                  </a:lnTo>
                  <a:lnTo>
                    <a:pt x="1349" y="4782"/>
                  </a:lnTo>
                  <a:cubicBezTo>
                    <a:pt x="1349" y="3985"/>
                    <a:pt x="1942" y="3678"/>
                    <a:pt x="2493" y="3678"/>
                  </a:cubicBezTo>
                  <a:close/>
                  <a:moveTo>
                    <a:pt x="2493" y="2595"/>
                  </a:moveTo>
                  <a:cubicBezTo>
                    <a:pt x="1145" y="2595"/>
                    <a:pt x="0" y="3433"/>
                    <a:pt x="0" y="4966"/>
                  </a:cubicBezTo>
                  <a:lnTo>
                    <a:pt x="0" y="6008"/>
                  </a:lnTo>
                  <a:cubicBezTo>
                    <a:pt x="0" y="7479"/>
                    <a:pt x="1206" y="8215"/>
                    <a:pt x="2534" y="8215"/>
                  </a:cubicBezTo>
                  <a:cubicBezTo>
                    <a:pt x="3474" y="8215"/>
                    <a:pt x="4332" y="7847"/>
                    <a:pt x="4761" y="7009"/>
                  </a:cubicBezTo>
                  <a:lnTo>
                    <a:pt x="3760" y="6437"/>
                  </a:lnTo>
                  <a:cubicBezTo>
                    <a:pt x="3474" y="6866"/>
                    <a:pt x="3025" y="7132"/>
                    <a:pt x="2595" y="7132"/>
                  </a:cubicBezTo>
                  <a:cubicBezTo>
                    <a:pt x="1901" y="7132"/>
                    <a:pt x="1349" y="6744"/>
                    <a:pt x="1349" y="6049"/>
                  </a:cubicBezTo>
                  <a:lnTo>
                    <a:pt x="1349" y="5763"/>
                  </a:lnTo>
                  <a:lnTo>
                    <a:pt x="4823" y="5763"/>
                  </a:lnTo>
                  <a:lnTo>
                    <a:pt x="4823" y="4721"/>
                  </a:lnTo>
                  <a:cubicBezTo>
                    <a:pt x="4823" y="3290"/>
                    <a:pt x="3658" y="2595"/>
                    <a:pt x="2493" y="2595"/>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97" name="Google Shape;597;p8"/>
            <p:cNvSpPr/>
            <p:nvPr/>
          </p:nvSpPr>
          <p:spPr>
            <a:xfrm>
              <a:off x="6017900" y="2490200"/>
              <a:ext cx="123125" cy="188525"/>
            </a:xfrm>
            <a:custGeom>
              <a:avLst/>
              <a:gdLst/>
              <a:ahLst/>
              <a:cxnLst/>
              <a:rect l="l" t="t" r="r" b="b"/>
              <a:pathLst>
                <a:path w="4925" h="7541" extrusionOk="0">
                  <a:moveTo>
                    <a:pt x="2452" y="1124"/>
                  </a:moveTo>
                  <a:cubicBezTo>
                    <a:pt x="3106" y="1124"/>
                    <a:pt x="3617" y="1492"/>
                    <a:pt x="3617" y="2146"/>
                  </a:cubicBezTo>
                  <a:lnTo>
                    <a:pt x="3617" y="3494"/>
                  </a:lnTo>
                  <a:cubicBezTo>
                    <a:pt x="3617" y="4271"/>
                    <a:pt x="3024" y="4557"/>
                    <a:pt x="2473" y="4557"/>
                  </a:cubicBezTo>
                  <a:cubicBezTo>
                    <a:pt x="1819" y="4557"/>
                    <a:pt x="1287" y="4169"/>
                    <a:pt x="1287" y="3515"/>
                  </a:cubicBezTo>
                  <a:lnTo>
                    <a:pt x="1287" y="2268"/>
                  </a:lnTo>
                  <a:cubicBezTo>
                    <a:pt x="1287" y="1471"/>
                    <a:pt x="1900" y="1124"/>
                    <a:pt x="2452" y="1124"/>
                  </a:cubicBezTo>
                  <a:close/>
                  <a:moveTo>
                    <a:pt x="2800" y="0"/>
                  </a:moveTo>
                  <a:cubicBezTo>
                    <a:pt x="2309" y="0"/>
                    <a:pt x="1696" y="225"/>
                    <a:pt x="1267" y="736"/>
                  </a:cubicBezTo>
                  <a:lnTo>
                    <a:pt x="1267" y="123"/>
                  </a:lnTo>
                  <a:lnTo>
                    <a:pt x="0" y="123"/>
                  </a:lnTo>
                  <a:lnTo>
                    <a:pt x="0" y="7540"/>
                  </a:lnTo>
                  <a:lnTo>
                    <a:pt x="1287" y="7540"/>
                  </a:lnTo>
                  <a:lnTo>
                    <a:pt x="1287" y="4965"/>
                  </a:lnTo>
                  <a:lnTo>
                    <a:pt x="1328" y="4965"/>
                  </a:lnTo>
                  <a:cubicBezTo>
                    <a:pt x="1594" y="5333"/>
                    <a:pt x="2084" y="5640"/>
                    <a:pt x="2697" y="5640"/>
                  </a:cubicBezTo>
                  <a:cubicBezTo>
                    <a:pt x="3903" y="5640"/>
                    <a:pt x="4925" y="4904"/>
                    <a:pt x="4925" y="3453"/>
                  </a:cubicBezTo>
                  <a:lnTo>
                    <a:pt x="4925" y="2146"/>
                  </a:lnTo>
                  <a:cubicBezTo>
                    <a:pt x="4925" y="756"/>
                    <a:pt x="3964" y="0"/>
                    <a:pt x="2800"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98" name="Google Shape;598;p8"/>
            <p:cNvSpPr/>
            <p:nvPr/>
          </p:nvSpPr>
          <p:spPr>
            <a:xfrm>
              <a:off x="6167575" y="2493250"/>
              <a:ext cx="117525" cy="137450"/>
            </a:xfrm>
            <a:custGeom>
              <a:avLst/>
              <a:gdLst/>
              <a:ahLst/>
              <a:cxnLst/>
              <a:rect l="l" t="t" r="r" b="b"/>
              <a:pathLst>
                <a:path w="4701" h="5498" extrusionOk="0">
                  <a:moveTo>
                    <a:pt x="0" y="1"/>
                  </a:moveTo>
                  <a:lnTo>
                    <a:pt x="0" y="3434"/>
                  </a:lnTo>
                  <a:cubicBezTo>
                    <a:pt x="0" y="4721"/>
                    <a:pt x="695" y="5497"/>
                    <a:pt x="1901" y="5497"/>
                  </a:cubicBezTo>
                  <a:cubicBezTo>
                    <a:pt x="2514" y="5497"/>
                    <a:pt x="3065" y="5252"/>
                    <a:pt x="3413" y="4721"/>
                  </a:cubicBezTo>
                  <a:lnTo>
                    <a:pt x="3454" y="4721"/>
                  </a:lnTo>
                  <a:lnTo>
                    <a:pt x="3454" y="5395"/>
                  </a:lnTo>
                  <a:lnTo>
                    <a:pt x="4700" y="5395"/>
                  </a:lnTo>
                  <a:lnTo>
                    <a:pt x="4700" y="1"/>
                  </a:lnTo>
                  <a:lnTo>
                    <a:pt x="3413" y="1"/>
                  </a:lnTo>
                  <a:lnTo>
                    <a:pt x="3413" y="3004"/>
                  </a:lnTo>
                  <a:cubicBezTo>
                    <a:pt x="3413" y="3924"/>
                    <a:pt x="3004" y="4373"/>
                    <a:pt x="2309" y="4373"/>
                  </a:cubicBezTo>
                  <a:cubicBezTo>
                    <a:pt x="1655" y="4373"/>
                    <a:pt x="1288" y="3944"/>
                    <a:pt x="1288" y="3127"/>
                  </a:cubicBezTo>
                  <a:lnTo>
                    <a:pt x="1288"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99" name="Google Shape;599;p8"/>
            <p:cNvSpPr/>
            <p:nvPr/>
          </p:nvSpPr>
          <p:spPr>
            <a:xfrm>
              <a:off x="6318275" y="2440125"/>
              <a:ext cx="122625" cy="191075"/>
            </a:xfrm>
            <a:custGeom>
              <a:avLst/>
              <a:gdLst/>
              <a:ahLst/>
              <a:cxnLst/>
              <a:rect l="l" t="t" r="r" b="b"/>
              <a:pathLst>
                <a:path w="4905" h="7643" extrusionOk="0">
                  <a:moveTo>
                    <a:pt x="2432" y="3127"/>
                  </a:moveTo>
                  <a:cubicBezTo>
                    <a:pt x="3106" y="3127"/>
                    <a:pt x="3597" y="3495"/>
                    <a:pt x="3597" y="4149"/>
                  </a:cubicBezTo>
                  <a:lnTo>
                    <a:pt x="3597" y="5497"/>
                  </a:lnTo>
                  <a:cubicBezTo>
                    <a:pt x="3597" y="6274"/>
                    <a:pt x="3004" y="6560"/>
                    <a:pt x="2473" y="6560"/>
                  </a:cubicBezTo>
                  <a:cubicBezTo>
                    <a:pt x="1798" y="6560"/>
                    <a:pt x="1288" y="6172"/>
                    <a:pt x="1288" y="5518"/>
                  </a:cubicBezTo>
                  <a:lnTo>
                    <a:pt x="1288" y="4271"/>
                  </a:lnTo>
                  <a:cubicBezTo>
                    <a:pt x="1288" y="3495"/>
                    <a:pt x="1901" y="3127"/>
                    <a:pt x="2432" y="3127"/>
                  </a:cubicBezTo>
                  <a:close/>
                  <a:moveTo>
                    <a:pt x="0" y="1"/>
                  </a:moveTo>
                  <a:lnTo>
                    <a:pt x="0" y="7520"/>
                  </a:lnTo>
                  <a:lnTo>
                    <a:pt x="1226" y="7520"/>
                  </a:lnTo>
                  <a:lnTo>
                    <a:pt x="1226" y="6989"/>
                  </a:lnTo>
                  <a:lnTo>
                    <a:pt x="1267" y="6989"/>
                  </a:lnTo>
                  <a:cubicBezTo>
                    <a:pt x="1533" y="7336"/>
                    <a:pt x="2023" y="7643"/>
                    <a:pt x="2636" y="7643"/>
                  </a:cubicBezTo>
                  <a:cubicBezTo>
                    <a:pt x="3842" y="7643"/>
                    <a:pt x="4904" y="6907"/>
                    <a:pt x="4904" y="5456"/>
                  </a:cubicBezTo>
                  <a:lnTo>
                    <a:pt x="4904" y="4149"/>
                  </a:lnTo>
                  <a:cubicBezTo>
                    <a:pt x="4904" y="2759"/>
                    <a:pt x="3964" y="2023"/>
                    <a:pt x="2779" y="2023"/>
                  </a:cubicBezTo>
                  <a:cubicBezTo>
                    <a:pt x="2289" y="2023"/>
                    <a:pt x="1696" y="2207"/>
                    <a:pt x="1288" y="2739"/>
                  </a:cubicBezTo>
                  <a:lnTo>
                    <a:pt x="1288"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00" name="Google Shape;600;p8"/>
            <p:cNvSpPr/>
            <p:nvPr/>
          </p:nvSpPr>
          <p:spPr>
            <a:xfrm>
              <a:off x="6469475" y="2440125"/>
              <a:ext cx="58775" cy="189550"/>
            </a:xfrm>
            <a:custGeom>
              <a:avLst/>
              <a:gdLst/>
              <a:ahLst/>
              <a:cxnLst/>
              <a:rect l="l" t="t" r="r" b="b"/>
              <a:pathLst>
                <a:path w="2351" h="7582" extrusionOk="0">
                  <a:moveTo>
                    <a:pt x="1" y="1"/>
                  </a:moveTo>
                  <a:lnTo>
                    <a:pt x="1" y="6069"/>
                  </a:lnTo>
                  <a:cubicBezTo>
                    <a:pt x="1" y="6560"/>
                    <a:pt x="42" y="7581"/>
                    <a:pt x="1309" y="7581"/>
                  </a:cubicBezTo>
                  <a:cubicBezTo>
                    <a:pt x="1656" y="7581"/>
                    <a:pt x="2065" y="7520"/>
                    <a:pt x="2351" y="7438"/>
                  </a:cubicBezTo>
                  <a:lnTo>
                    <a:pt x="2351" y="6458"/>
                  </a:lnTo>
                  <a:cubicBezTo>
                    <a:pt x="2105" y="6478"/>
                    <a:pt x="1983" y="6498"/>
                    <a:pt x="1758" y="6498"/>
                  </a:cubicBezTo>
                  <a:cubicBezTo>
                    <a:pt x="1411" y="6498"/>
                    <a:pt x="1288" y="6315"/>
                    <a:pt x="1288" y="6069"/>
                  </a:cubicBezTo>
                  <a:lnTo>
                    <a:pt x="1288"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01" name="Google Shape;601;p8"/>
            <p:cNvSpPr/>
            <p:nvPr/>
          </p:nvSpPr>
          <p:spPr>
            <a:xfrm>
              <a:off x="6550700" y="2438600"/>
              <a:ext cx="32225" cy="189550"/>
            </a:xfrm>
            <a:custGeom>
              <a:avLst/>
              <a:gdLst/>
              <a:ahLst/>
              <a:cxnLst/>
              <a:rect l="l" t="t" r="r" b="b"/>
              <a:pathLst>
                <a:path w="1289" h="7582" extrusionOk="0">
                  <a:moveTo>
                    <a:pt x="1" y="0"/>
                  </a:moveTo>
                  <a:lnTo>
                    <a:pt x="1" y="1369"/>
                  </a:lnTo>
                  <a:lnTo>
                    <a:pt x="1288" y="1369"/>
                  </a:lnTo>
                  <a:lnTo>
                    <a:pt x="1288" y="0"/>
                  </a:lnTo>
                  <a:close/>
                  <a:moveTo>
                    <a:pt x="1" y="2187"/>
                  </a:moveTo>
                  <a:lnTo>
                    <a:pt x="1" y="7581"/>
                  </a:lnTo>
                  <a:lnTo>
                    <a:pt x="1288" y="7581"/>
                  </a:lnTo>
                  <a:lnTo>
                    <a:pt x="1288" y="2187"/>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02" name="Google Shape;602;p8"/>
            <p:cNvSpPr/>
            <p:nvPr/>
          </p:nvSpPr>
          <p:spPr>
            <a:xfrm>
              <a:off x="6611500" y="2490700"/>
              <a:ext cx="122625" cy="188025"/>
            </a:xfrm>
            <a:custGeom>
              <a:avLst/>
              <a:gdLst/>
              <a:ahLst/>
              <a:cxnLst/>
              <a:rect l="l" t="t" r="r" b="b"/>
              <a:pathLst>
                <a:path w="4905" h="7521" extrusionOk="0">
                  <a:moveTo>
                    <a:pt x="2432" y="1083"/>
                  </a:moveTo>
                  <a:cubicBezTo>
                    <a:pt x="3086" y="1083"/>
                    <a:pt x="3617" y="1472"/>
                    <a:pt x="3617" y="2126"/>
                  </a:cubicBezTo>
                  <a:lnTo>
                    <a:pt x="3617" y="3454"/>
                  </a:lnTo>
                  <a:cubicBezTo>
                    <a:pt x="3617" y="4230"/>
                    <a:pt x="3004" y="4516"/>
                    <a:pt x="2473" y="4516"/>
                  </a:cubicBezTo>
                  <a:cubicBezTo>
                    <a:pt x="1799" y="4516"/>
                    <a:pt x="1308" y="4128"/>
                    <a:pt x="1308" y="3474"/>
                  </a:cubicBezTo>
                  <a:lnTo>
                    <a:pt x="1308" y="2146"/>
                  </a:lnTo>
                  <a:cubicBezTo>
                    <a:pt x="1308" y="1370"/>
                    <a:pt x="1880" y="1083"/>
                    <a:pt x="2432" y="1083"/>
                  </a:cubicBezTo>
                  <a:close/>
                  <a:moveTo>
                    <a:pt x="2207" y="0"/>
                  </a:moveTo>
                  <a:cubicBezTo>
                    <a:pt x="1022" y="0"/>
                    <a:pt x="0" y="716"/>
                    <a:pt x="0" y="2187"/>
                  </a:cubicBezTo>
                  <a:lnTo>
                    <a:pt x="0" y="3495"/>
                  </a:lnTo>
                  <a:cubicBezTo>
                    <a:pt x="0" y="4864"/>
                    <a:pt x="940" y="5620"/>
                    <a:pt x="2126" y="5620"/>
                  </a:cubicBezTo>
                  <a:cubicBezTo>
                    <a:pt x="2596" y="5620"/>
                    <a:pt x="3331" y="5313"/>
                    <a:pt x="3638" y="4884"/>
                  </a:cubicBezTo>
                  <a:lnTo>
                    <a:pt x="3638" y="7520"/>
                  </a:lnTo>
                  <a:lnTo>
                    <a:pt x="4905" y="7520"/>
                  </a:lnTo>
                  <a:lnTo>
                    <a:pt x="4905" y="82"/>
                  </a:lnTo>
                  <a:lnTo>
                    <a:pt x="3617" y="82"/>
                  </a:lnTo>
                  <a:lnTo>
                    <a:pt x="3617" y="654"/>
                  </a:lnTo>
                  <a:lnTo>
                    <a:pt x="3576" y="654"/>
                  </a:lnTo>
                  <a:cubicBezTo>
                    <a:pt x="3311" y="307"/>
                    <a:pt x="2820" y="0"/>
                    <a:pt x="2207"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03" name="Google Shape;603;p8"/>
            <p:cNvSpPr/>
            <p:nvPr/>
          </p:nvSpPr>
          <p:spPr>
            <a:xfrm>
              <a:off x="6767300" y="2493250"/>
              <a:ext cx="117025" cy="137450"/>
            </a:xfrm>
            <a:custGeom>
              <a:avLst/>
              <a:gdLst/>
              <a:ahLst/>
              <a:cxnLst/>
              <a:rect l="l" t="t" r="r" b="b"/>
              <a:pathLst>
                <a:path w="4681" h="5498" extrusionOk="0">
                  <a:moveTo>
                    <a:pt x="1" y="1"/>
                  </a:moveTo>
                  <a:lnTo>
                    <a:pt x="1" y="3434"/>
                  </a:lnTo>
                  <a:cubicBezTo>
                    <a:pt x="1" y="4721"/>
                    <a:pt x="675" y="5497"/>
                    <a:pt x="1901" y="5497"/>
                  </a:cubicBezTo>
                  <a:cubicBezTo>
                    <a:pt x="2494" y="5497"/>
                    <a:pt x="3046" y="5252"/>
                    <a:pt x="3413" y="4721"/>
                  </a:cubicBezTo>
                  <a:lnTo>
                    <a:pt x="3434" y="4721"/>
                  </a:lnTo>
                  <a:lnTo>
                    <a:pt x="3434" y="5395"/>
                  </a:lnTo>
                  <a:lnTo>
                    <a:pt x="4680" y="5395"/>
                  </a:lnTo>
                  <a:lnTo>
                    <a:pt x="4680" y="1"/>
                  </a:lnTo>
                  <a:lnTo>
                    <a:pt x="3393" y="1"/>
                  </a:lnTo>
                  <a:lnTo>
                    <a:pt x="3393" y="3004"/>
                  </a:lnTo>
                  <a:cubicBezTo>
                    <a:pt x="3393" y="3924"/>
                    <a:pt x="3005" y="4373"/>
                    <a:pt x="2289" y="4373"/>
                  </a:cubicBezTo>
                  <a:cubicBezTo>
                    <a:pt x="1636" y="4373"/>
                    <a:pt x="1288" y="3944"/>
                    <a:pt x="1288" y="3127"/>
                  </a:cubicBezTo>
                  <a:lnTo>
                    <a:pt x="1288"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04" name="Google Shape;604;p8"/>
            <p:cNvSpPr/>
            <p:nvPr/>
          </p:nvSpPr>
          <p:spPr>
            <a:xfrm>
              <a:off x="6911375" y="2490700"/>
              <a:ext cx="120075" cy="140500"/>
            </a:xfrm>
            <a:custGeom>
              <a:avLst/>
              <a:gdLst/>
              <a:ahLst/>
              <a:cxnLst/>
              <a:rect l="l" t="t" r="r" b="b"/>
              <a:pathLst>
                <a:path w="4803" h="5620" extrusionOk="0">
                  <a:moveTo>
                    <a:pt x="2473" y="1083"/>
                  </a:moveTo>
                  <a:cubicBezTo>
                    <a:pt x="3004" y="1083"/>
                    <a:pt x="3515" y="1390"/>
                    <a:pt x="3515" y="2126"/>
                  </a:cubicBezTo>
                  <a:lnTo>
                    <a:pt x="3515" y="2269"/>
                  </a:lnTo>
                  <a:lnTo>
                    <a:pt x="1349" y="2269"/>
                  </a:lnTo>
                  <a:lnTo>
                    <a:pt x="1349" y="2187"/>
                  </a:lnTo>
                  <a:cubicBezTo>
                    <a:pt x="1349" y="1390"/>
                    <a:pt x="1921" y="1083"/>
                    <a:pt x="2473" y="1083"/>
                  </a:cubicBezTo>
                  <a:close/>
                  <a:moveTo>
                    <a:pt x="2473" y="0"/>
                  </a:moveTo>
                  <a:cubicBezTo>
                    <a:pt x="1145" y="0"/>
                    <a:pt x="0" y="838"/>
                    <a:pt x="0" y="2371"/>
                  </a:cubicBezTo>
                  <a:lnTo>
                    <a:pt x="0" y="3413"/>
                  </a:lnTo>
                  <a:cubicBezTo>
                    <a:pt x="0" y="4884"/>
                    <a:pt x="1185" y="5620"/>
                    <a:pt x="2514" y="5620"/>
                  </a:cubicBezTo>
                  <a:cubicBezTo>
                    <a:pt x="3474" y="5620"/>
                    <a:pt x="4332" y="5252"/>
                    <a:pt x="4741" y="4414"/>
                  </a:cubicBezTo>
                  <a:lnTo>
                    <a:pt x="3760" y="3842"/>
                  </a:lnTo>
                  <a:cubicBezTo>
                    <a:pt x="3474" y="4271"/>
                    <a:pt x="3024" y="4537"/>
                    <a:pt x="2575" y="4537"/>
                  </a:cubicBezTo>
                  <a:cubicBezTo>
                    <a:pt x="1901" y="4537"/>
                    <a:pt x="1349" y="4149"/>
                    <a:pt x="1349" y="3454"/>
                  </a:cubicBezTo>
                  <a:lnTo>
                    <a:pt x="1349" y="3168"/>
                  </a:lnTo>
                  <a:lnTo>
                    <a:pt x="4802" y="3168"/>
                  </a:lnTo>
                  <a:lnTo>
                    <a:pt x="4802" y="2126"/>
                  </a:lnTo>
                  <a:cubicBezTo>
                    <a:pt x="4802" y="695"/>
                    <a:pt x="3658" y="0"/>
                    <a:pt x="2473"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05" name="Google Shape;605;p8"/>
            <p:cNvSpPr/>
            <p:nvPr/>
          </p:nvSpPr>
          <p:spPr>
            <a:xfrm>
              <a:off x="5706775" y="2756350"/>
              <a:ext cx="147675" cy="188000"/>
            </a:xfrm>
            <a:custGeom>
              <a:avLst/>
              <a:gdLst/>
              <a:ahLst/>
              <a:cxnLst/>
              <a:rect l="l" t="t" r="r" b="b"/>
              <a:pathLst>
                <a:path w="5907" h="7520" extrusionOk="0">
                  <a:moveTo>
                    <a:pt x="2841" y="1226"/>
                  </a:moveTo>
                  <a:cubicBezTo>
                    <a:pt x="3720" y="1226"/>
                    <a:pt x="4496" y="1757"/>
                    <a:pt x="4496" y="2656"/>
                  </a:cubicBezTo>
                  <a:lnTo>
                    <a:pt x="4496" y="4822"/>
                  </a:lnTo>
                  <a:cubicBezTo>
                    <a:pt x="4496" y="5905"/>
                    <a:pt x="3618" y="6273"/>
                    <a:pt x="2902" y="6273"/>
                  </a:cubicBezTo>
                  <a:lnTo>
                    <a:pt x="1411" y="6273"/>
                  </a:lnTo>
                  <a:lnTo>
                    <a:pt x="1411" y="1226"/>
                  </a:lnTo>
                  <a:close/>
                  <a:moveTo>
                    <a:pt x="1" y="0"/>
                  </a:moveTo>
                  <a:lnTo>
                    <a:pt x="1" y="7520"/>
                  </a:lnTo>
                  <a:lnTo>
                    <a:pt x="2943" y="7520"/>
                  </a:lnTo>
                  <a:cubicBezTo>
                    <a:pt x="4435" y="7520"/>
                    <a:pt x="5906" y="6519"/>
                    <a:pt x="5906" y="4741"/>
                  </a:cubicBezTo>
                  <a:lnTo>
                    <a:pt x="5906" y="2738"/>
                  </a:lnTo>
                  <a:cubicBezTo>
                    <a:pt x="5906" y="1063"/>
                    <a:pt x="4578" y="0"/>
                    <a:pt x="2943"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06" name="Google Shape;606;p8"/>
            <p:cNvSpPr/>
            <p:nvPr/>
          </p:nvSpPr>
          <p:spPr>
            <a:xfrm>
              <a:off x="5879450" y="2742025"/>
              <a:ext cx="120075" cy="205400"/>
            </a:xfrm>
            <a:custGeom>
              <a:avLst/>
              <a:gdLst/>
              <a:ahLst/>
              <a:cxnLst/>
              <a:rect l="l" t="t" r="r" b="b"/>
              <a:pathLst>
                <a:path w="4803" h="8216" extrusionOk="0">
                  <a:moveTo>
                    <a:pt x="2820" y="1"/>
                  </a:moveTo>
                  <a:lnTo>
                    <a:pt x="1942" y="1840"/>
                  </a:lnTo>
                  <a:lnTo>
                    <a:pt x="2943" y="1840"/>
                  </a:lnTo>
                  <a:lnTo>
                    <a:pt x="4292" y="1"/>
                  </a:lnTo>
                  <a:close/>
                  <a:moveTo>
                    <a:pt x="2473" y="3679"/>
                  </a:moveTo>
                  <a:cubicBezTo>
                    <a:pt x="3004" y="3679"/>
                    <a:pt x="3515" y="3986"/>
                    <a:pt x="3515" y="4721"/>
                  </a:cubicBezTo>
                  <a:lnTo>
                    <a:pt x="3515" y="4864"/>
                  </a:lnTo>
                  <a:lnTo>
                    <a:pt x="1349" y="4864"/>
                  </a:lnTo>
                  <a:lnTo>
                    <a:pt x="1349" y="4782"/>
                  </a:lnTo>
                  <a:cubicBezTo>
                    <a:pt x="1349" y="3986"/>
                    <a:pt x="1942" y="3679"/>
                    <a:pt x="2473" y="3679"/>
                  </a:cubicBezTo>
                  <a:close/>
                  <a:moveTo>
                    <a:pt x="2473" y="2596"/>
                  </a:moveTo>
                  <a:cubicBezTo>
                    <a:pt x="1145" y="2596"/>
                    <a:pt x="0" y="3434"/>
                    <a:pt x="0" y="4966"/>
                  </a:cubicBezTo>
                  <a:lnTo>
                    <a:pt x="0" y="6009"/>
                  </a:lnTo>
                  <a:cubicBezTo>
                    <a:pt x="0" y="7480"/>
                    <a:pt x="1186" y="8215"/>
                    <a:pt x="2534" y="8215"/>
                  </a:cubicBezTo>
                  <a:cubicBezTo>
                    <a:pt x="3474" y="8215"/>
                    <a:pt x="4332" y="7848"/>
                    <a:pt x="4741" y="7010"/>
                  </a:cubicBezTo>
                  <a:lnTo>
                    <a:pt x="3760" y="6438"/>
                  </a:lnTo>
                  <a:cubicBezTo>
                    <a:pt x="3474" y="6846"/>
                    <a:pt x="3025" y="7132"/>
                    <a:pt x="2596" y="7132"/>
                  </a:cubicBezTo>
                  <a:cubicBezTo>
                    <a:pt x="1901" y="7132"/>
                    <a:pt x="1349" y="6744"/>
                    <a:pt x="1349" y="6049"/>
                  </a:cubicBezTo>
                  <a:lnTo>
                    <a:pt x="1349" y="5763"/>
                  </a:lnTo>
                  <a:lnTo>
                    <a:pt x="4802" y="5763"/>
                  </a:lnTo>
                  <a:lnTo>
                    <a:pt x="4802" y="4721"/>
                  </a:lnTo>
                  <a:cubicBezTo>
                    <a:pt x="4802" y="3291"/>
                    <a:pt x="3658" y="2596"/>
                    <a:pt x="2473" y="2596"/>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07" name="Google Shape;607;p8"/>
            <p:cNvSpPr/>
            <p:nvPr/>
          </p:nvSpPr>
          <p:spPr>
            <a:xfrm>
              <a:off x="6028625" y="2806925"/>
              <a:ext cx="197200" cy="137425"/>
            </a:xfrm>
            <a:custGeom>
              <a:avLst/>
              <a:gdLst/>
              <a:ahLst/>
              <a:cxnLst/>
              <a:rect l="l" t="t" r="r" b="b"/>
              <a:pathLst>
                <a:path w="7888" h="5497" extrusionOk="0">
                  <a:moveTo>
                    <a:pt x="2779" y="0"/>
                  </a:moveTo>
                  <a:cubicBezTo>
                    <a:pt x="2146" y="0"/>
                    <a:pt x="1614" y="266"/>
                    <a:pt x="1247" y="756"/>
                  </a:cubicBezTo>
                  <a:lnTo>
                    <a:pt x="1226" y="756"/>
                  </a:lnTo>
                  <a:lnTo>
                    <a:pt x="1226" y="102"/>
                  </a:lnTo>
                  <a:lnTo>
                    <a:pt x="0" y="102"/>
                  </a:lnTo>
                  <a:lnTo>
                    <a:pt x="0" y="5497"/>
                  </a:lnTo>
                  <a:lnTo>
                    <a:pt x="1288" y="5497"/>
                  </a:lnTo>
                  <a:lnTo>
                    <a:pt x="1288" y="2330"/>
                  </a:lnTo>
                  <a:cubicBezTo>
                    <a:pt x="1288" y="1430"/>
                    <a:pt x="1860" y="1124"/>
                    <a:pt x="2330" y="1124"/>
                  </a:cubicBezTo>
                  <a:cubicBezTo>
                    <a:pt x="3106" y="1124"/>
                    <a:pt x="3310" y="1696"/>
                    <a:pt x="3310" y="2370"/>
                  </a:cubicBezTo>
                  <a:lnTo>
                    <a:pt x="3310" y="5497"/>
                  </a:lnTo>
                  <a:lnTo>
                    <a:pt x="4577" y="5497"/>
                  </a:lnTo>
                  <a:lnTo>
                    <a:pt x="4577" y="2391"/>
                  </a:lnTo>
                  <a:cubicBezTo>
                    <a:pt x="4577" y="1676"/>
                    <a:pt x="4884" y="1124"/>
                    <a:pt x="5620" y="1124"/>
                  </a:cubicBezTo>
                  <a:cubicBezTo>
                    <a:pt x="6355" y="1124"/>
                    <a:pt x="6600" y="1635"/>
                    <a:pt x="6600" y="2350"/>
                  </a:cubicBezTo>
                  <a:lnTo>
                    <a:pt x="6600" y="5497"/>
                  </a:lnTo>
                  <a:lnTo>
                    <a:pt x="7888" y="5497"/>
                  </a:lnTo>
                  <a:lnTo>
                    <a:pt x="7888" y="1900"/>
                  </a:lnTo>
                  <a:cubicBezTo>
                    <a:pt x="7888" y="572"/>
                    <a:pt x="6989" y="0"/>
                    <a:pt x="5987" y="0"/>
                  </a:cubicBezTo>
                  <a:cubicBezTo>
                    <a:pt x="5252" y="0"/>
                    <a:pt x="4720" y="307"/>
                    <a:pt x="4332" y="797"/>
                  </a:cubicBezTo>
                  <a:lnTo>
                    <a:pt x="4312" y="797"/>
                  </a:lnTo>
                  <a:cubicBezTo>
                    <a:pt x="3985" y="286"/>
                    <a:pt x="3494" y="0"/>
                    <a:pt x="2779"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08" name="Google Shape;608;p8"/>
            <p:cNvSpPr/>
            <p:nvPr/>
          </p:nvSpPr>
          <p:spPr>
            <a:xfrm>
              <a:off x="6253900" y="2806925"/>
              <a:ext cx="122625" cy="140500"/>
            </a:xfrm>
            <a:custGeom>
              <a:avLst/>
              <a:gdLst/>
              <a:ahLst/>
              <a:cxnLst/>
              <a:rect l="l" t="t" r="r" b="b"/>
              <a:pathLst>
                <a:path w="4905" h="5620" extrusionOk="0">
                  <a:moveTo>
                    <a:pt x="2432" y="1103"/>
                  </a:moveTo>
                  <a:cubicBezTo>
                    <a:pt x="3107" y="1103"/>
                    <a:pt x="3597" y="1471"/>
                    <a:pt x="3597" y="2125"/>
                  </a:cubicBezTo>
                  <a:lnTo>
                    <a:pt x="3597" y="3474"/>
                  </a:lnTo>
                  <a:cubicBezTo>
                    <a:pt x="3597" y="4250"/>
                    <a:pt x="3025" y="4536"/>
                    <a:pt x="2473" y="4536"/>
                  </a:cubicBezTo>
                  <a:cubicBezTo>
                    <a:pt x="1819" y="4536"/>
                    <a:pt x="1308" y="4148"/>
                    <a:pt x="1308" y="3494"/>
                  </a:cubicBezTo>
                  <a:lnTo>
                    <a:pt x="1308" y="2166"/>
                  </a:lnTo>
                  <a:cubicBezTo>
                    <a:pt x="1308" y="1390"/>
                    <a:pt x="1901" y="1103"/>
                    <a:pt x="2432" y="1103"/>
                  </a:cubicBezTo>
                  <a:close/>
                  <a:moveTo>
                    <a:pt x="2432" y="0"/>
                  </a:moveTo>
                  <a:cubicBezTo>
                    <a:pt x="1247" y="0"/>
                    <a:pt x="1" y="797"/>
                    <a:pt x="1" y="2268"/>
                  </a:cubicBezTo>
                  <a:lnTo>
                    <a:pt x="1" y="3494"/>
                  </a:lnTo>
                  <a:cubicBezTo>
                    <a:pt x="1" y="4884"/>
                    <a:pt x="1165" y="5619"/>
                    <a:pt x="2473" y="5619"/>
                  </a:cubicBezTo>
                  <a:cubicBezTo>
                    <a:pt x="3679" y="5619"/>
                    <a:pt x="4905" y="4822"/>
                    <a:pt x="4905" y="3351"/>
                  </a:cubicBezTo>
                  <a:lnTo>
                    <a:pt x="4905" y="2248"/>
                  </a:lnTo>
                  <a:cubicBezTo>
                    <a:pt x="4905" y="858"/>
                    <a:pt x="3740" y="0"/>
                    <a:pt x="2432"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09" name="Google Shape;609;p8"/>
            <p:cNvSpPr/>
            <p:nvPr/>
          </p:nvSpPr>
          <p:spPr>
            <a:xfrm>
              <a:off x="6398975" y="2806925"/>
              <a:ext cx="121100" cy="140500"/>
            </a:xfrm>
            <a:custGeom>
              <a:avLst/>
              <a:gdLst/>
              <a:ahLst/>
              <a:cxnLst/>
              <a:rect l="l" t="t" r="r" b="b"/>
              <a:pathLst>
                <a:path w="4844" h="5620" extrusionOk="0">
                  <a:moveTo>
                    <a:pt x="2473" y="0"/>
                  </a:moveTo>
                  <a:cubicBezTo>
                    <a:pt x="1145" y="0"/>
                    <a:pt x="1" y="838"/>
                    <a:pt x="1" y="2370"/>
                  </a:cubicBezTo>
                  <a:lnTo>
                    <a:pt x="1" y="3413"/>
                  </a:lnTo>
                  <a:cubicBezTo>
                    <a:pt x="1" y="4843"/>
                    <a:pt x="1186" y="5619"/>
                    <a:pt x="2514" y="5619"/>
                  </a:cubicBezTo>
                  <a:cubicBezTo>
                    <a:pt x="3679" y="5619"/>
                    <a:pt x="4823" y="4945"/>
                    <a:pt x="4823" y="3515"/>
                  </a:cubicBezTo>
                  <a:lnTo>
                    <a:pt x="4823" y="3453"/>
                  </a:lnTo>
                  <a:lnTo>
                    <a:pt x="3577" y="3453"/>
                  </a:lnTo>
                  <a:lnTo>
                    <a:pt x="3577" y="3515"/>
                  </a:lnTo>
                  <a:cubicBezTo>
                    <a:pt x="3577" y="4250"/>
                    <a:pt x="3046" y="4536"/>
                    <a:pt x="2514" y="4536"/>
                  </a:cubicBezTo>
                  <a:cubicBezTo>
                    <a:pt x="1840" y="4536"/>
                    <a:pt x="1329" y="4148"/>
                    <a:pt x="1329" y="3453"/>
                  </a:cubicBezTo>
                  <a:lnTo>
                    <a:pt x="1329" y="2186"/>
                  </a:lnTo>
                  <a:cubicBezTo>
                    <a:pt x="1329" y="1390"/>
                    <a:pt x="1922" y="1083"/>
                    <a:pt x="2473" y="1083"/>
                  </a:cubicBezTo>
                  <a:cubicBezTo>
                    <a:pt x="3005" y="1083"/>
                    <a:pt x="3577" y="1390"/>
                    <a:pt x="3577" y="2125"/>
                  </a:cubicBezTo>
                  <a:lnTo>
                    <a:pt x="3577" y="2227"/>
                  </a:lnTo>
                  <a:lnTo>
                    <a:pt x="4844" y="2227"/>
                  </a:lnTo>
                  <a:lnTo>
                    <a:pt x="4844" y="2125"/>
                  </a:lnTo>
                  <a:cubicBezTo>
                    <a:pt x="4844" y="695"/>
                    <a:pt x="3638" y="0"/>
                    <a:pt x="2473"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10" name="Google Shape;610;p8"/>
            <p:cNvSpPr/>
            <p:nvPr/>
          </p:nvSpPr>
          <p:spPr>
            <a:xfrm>
              <a:off x="6542025" y="2806925"/>
              <a:ext cx="86875" cy="137425"/>
            </a:xfrm>
            <a:custGeom>
              <a:avLst/>
              <a:gdLst/>
              <a:ahLst/>
              <a:cxnLst/>
              <a:rect l="l" t="t" r="r" b="b"/>
              <a:pathLst>
                <a:path w="3475" h="5497" extrusionOk="0">
                  <a:moveTo>
                    <a:pt x="3045" y="0"/>
                  </a:moveTo>
                  <a:cubicBezTo>
                    <a:pt x="2391" y="0"/>
                    <a:pt x="1594" y="429"/>
                    <a:pt x="1288" y="1001"/>
                  </a:cubicBezTo>
                  <a:lnTo>
                    <a:pt x="1267" y="1001"/>
                  </a:lnTo>
                  <a:lnTo>
                    <a:pt x="1267" y="102"/>
                  </a:lnTo>
                  <a:lnTo>
                    <a:pt x="0" y="102"/>
                  </a:lnTo>
                  <a:lnTo>
                    <a:pt x="0" y="5497"/>
                  </a:lnTo>
                  <a:lnTo>
                    <a:pt x="1288" y="5497"/>
                  </a:lnTo>
                  <a:lnTo>
                    <a:pt x="1288" y="2738"/>
                  </a:lnTo>
                  <a:cubicBezTo>
                    <a:pt x="1288" y="1737"/>
                    <a:pt x="2023" y="1165"/>
                    <a:pt x="2984" y="1165"/>
                  </a:cubicBezTo>
                  <a:cubicBezTo>
                    <a:pt x="3168" y="1165"/>
                    <a:pt x="3311" y="1165"/>
                    <a:pt x="3474" y="1206"/>
                  </a:cubicBezTo>
                  <a:lnTo>
                    <a:pt x="3474" y="20"/>
                  </a:lnTo>
                  <a:cubicBezTo>
                    <a:pt x="3331" y="0"/>
                    <a:pt x="3188" y="0"/>
                    <a:pt x="3045"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11" name="Google Shape;611;p8"/>
            <p:cNvSpPr/>
            <p:nvPr/>
          </p:nvSpPr>
          <p:spPr>
            <a:xfrm>
              <a:off x="6640625" y="2806400"/>
              <a:ext cx="120575" cy="140500"/>
            </a:xfrm>
            <a:custGeom>
              <a:avLst/>
              <a:gdLst/>
              <a:ahLst/>
              <a:cxnLst/>
              <a:rect l="l" t="t" r="r" b="b"/>
              <a:pathLst>
                <a:path w="4823" h="5620" extrusionOk="0">
                  <a:moveTo>
                    <a:pt x="3433" y="3250"/>
                  </a:moveTo>
                  <a:lnTo>
                    <a:pt x="3433" y="3515"/>
                  </a:lnTo>
                  <a:cubicBezTo>
                    <a:pt x="3433" y="4108"/>
                    <a:pt x="3270" y="4598"/>
                    <a:pt x="2227" y="4598"/>
                  </a:cubicBezTo>
                  <a:cubicBezTo>
                    <a:pt x="1635" y="4598"/>
                    <a:pt x="1267" y="4373"/>
                    <a:pt x="1267" y="3924"/>
                  </a:cubicBezTo>
                  <a:cubicBezTo>
                    <a:pt x="1267" y="3454"/>
                    <a:pt x="1614" y="3250"/>
                    <a:pt x="2166" y="3250"/>
                  </a:cubicBezTo>
                  <a:close/>
                  <a:moveTo>
                    <a:pt x="2411" y="1"/>
                  </a:moveTo>
                  <a:cubicBezTo>
                    <a:pt x="1390" y="1"/>
                    <a:pt x="266" y="409"/>
                    <a:pt x="266" y="1594"/>
                  </a:cubicBezTo>
                  <a:lnTo>
                    <a:pt x="266" y="1737"/>
                  </a:lnTo>
                  <a:lnTo>
                    <a:pt x="1431" y="1737"/>
                  </a:lnTo>
                  <a:lnTo>
                    <a:pt x="1431" y="1554"/>
                  </a:lnTo>
                  <a:cubicBezTo>
                    <a:pt x="1431" y="1206"/>
                    <a:pt x="1839" y="1022"/>
                    <a:pt x="2391" y="1022"/>
                  </a:cubicBezTo>
                  <a:cubicBezTo>
                    <a:pt x="3045" y="1022"/>
                    <a:pt x="3433" y="1247"/>
                    <a:pt x="3433" y="1819"/>
                  </a:cubicBezTo>
                  <a:lnTo>
                    <a:pt x="3433" y="2330"/>
                  </a:lnTo>
                  <a:lnTo>
                    <a:pt x="2003" y="2330"/>
                  </a:lnTo>
                  <a:cubicBezTo>
                    <a:pt x="961" y="2330"/>
                    <a:pt x="0" y="2943"/>
                    <a:pt x="0" y="3985"/>
                  </a:cubicBezTo>
                  <a:cubicBezTo>
                    <a:pt x="0" y="5007"/>
                    <a:pt x="756" y="5620"/>
                    <a:pt x="1880" y="5620"/>
                  </a:cubicBezTo>
                  <a:cubicBezTo>
                    <a:pt x="2575" y="5620"/>
                    <a:pt x="2984" y="5518"/>
                    <a:pt x="3474" y="5007"/>
                  </a:cubicBezTo>
                  <a:lnTo>
                    <a:pt x="3494" y="5007"/>
                  </a:lnTo>
                  <a:cubicBezTo>
                    <a:pt x="3494" y="5109"/>
                    <a:pt x="3515" y="5436"/>
                    <a:pt x="3535" y="5518"/>
                  </a:cubicBezTo>
                  <a:lnTo>
                    <a:pt x="4823" y="5518"/>
                  </a:lnTo>
                  <a:cubicBezTo>
                    <a:pt x="4741" y="5395"/>
                    <a:pt x="4720" y="4598"/>
                    <a:pt x="4720" y="4353"/>
                  </a:cubicBezTo>
                  <a:lnTo>
                    <a:pt x="4720" y="1737"/>
                  </a:lnTo>
                  <a:cubicBezTo>
                    <a:pt x="4720" y="409"/>
                    <a:pt x="3617" y="1"/>
                    <a:pt x="2411"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12" name="Google Shape;612;p8"/>
            <p:cNvSpPr/>
            <p:nvPr/>
          </p:nvSpPr>
          <p:spPr>
            <a:xfrm>
              <a:off x="6778550" y="2768600"/>
              <a:ext cx="79200" cy="177800"/>
            </a:xfrm>
            <a:custGeom>
              <a:avLst/>
              <a:gdLst/>
              <a:ahLst/>
              <a:cxnLst/>
              <a:rect l="l" t="t" r="r" b="b"/>
              <a:pathLst>
                <a:path w="3168" h="7112" extrusionOk="0">
                  <a:moveTo>
                    <a:pt x="716" y="1"/>
                  </a:moveTo>
                  <a:lnTo>
                    <a:pt x="716" y="1635"/>
                  </a:lnTo>
                  <a:lnTo>
                    <a:pt x="0" y="1635"/>
                  </a:lnTo>
                  <a:lnTo>
                    <a:pt x="0" y="2657"/>
                  </a:lnTo>
                  <a:lnTo>
                    <a:pt x="716" y="2657"/>
                  </a:lnTo>
                  <a:lnTo>
                    <a:pt x="716" y="5742"/>
                  </a:lnTo>
                  <a:cubicBezTo>
                    <a:pt x="716" y="6703"/>
                    <a:pt x="1390" y="7111"/>
                    <a:pt x="2228" y="7111"/>
                  </a:cubicBezTo>
                  <a:cubicBezTo>
                    <a:pt x="2412" y="7111"/>
                    <a:pt x="2882" y="7071"/>
                    <a:pt x="3168" y="7009"/>
                  </a:cubicBezTo>
                  <a:lnTo>
                    <a:pt x="3168" y="5906"/>
                  </a:lnTo>
                  <a:cubicBezTo>
                    <a:pt x="2922" y="5947"/>
                    <a:pt x="2779" y="5967"/>
                    <a:pt x="2514" y="5967"/>
                  </a:cubicBezTo>
                  <a:cubicBezTo>
                    <a:pt x="2207" y="5967"/>
                    <a:pt x="2003" y="5845"/>
                    <a:pt x="2003" y="5436"/>
                  </a:cubicBezTo>
                  <a:lnTo>
                    <a:pt x="2003" y="2657"/>
                  </a:lnTo>
                  <a:lnTo>
                    <a:pt x="3168" y="2657"/>
                  </a:lnTo>
                  <a:lnTo>
                    <a:pt x="3168" y="1635"/>
                  </a:lnTo>
                  <a:lnTo>
                    <a:pt x="2003" y="1635"/>
                  </a:lnTo>
                  <a:lnTo>
                    <a:pt x="2003"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13" name="Google Shape;613;p8"/>
            <p:cNvSpPr/>
            <p:nvPr/>
          </p:nvSpPr>
          <p:spPr>
            <a:xfrm>
              <a:off x="6879700" y="2754800"/>
              <a:ext cx="32200" cy="189550"/>
            </a:xfrm>
            <a:custGeom>
              <a:avLst/>
              <a:gdLst/>
              <a:ahLst/>
              <a:cxnLst/>
              <a:rect l="l" t="t" r="r" b="b"/>
              <a:pathLst>
                <a:path w="1288" h="7582" extrusionOk="0">
                  <a:moveTo>
                    <a:pt x="0" y="1"/>
                  </a:moveTo>
                  <a:lnTo>
                    <a:pt x="0" y="1370"/>
                  </a:lnTo>
                  <a:lnTo>
                    <a:pt x="1288" y="1370"/>
                  </a:lnTo>
                  <a:lnTo>
                    <a:pt x="1288" y="1"/>
                  </a:lnTo>
                  <a:close/>
                  <a:moveTo>
                    <a:pt x="0" y="2187"/>
                  </a:moveTo>
                  <a:lnTo>
                    <a:pt x="0" y="7582"/>
                  </a:lnTo>
                  <a:lnTo>
                    <a:pt x="1288" y="7582"/>
                  </a:lnTo>
                  <a:lnTo>
                    <a:pt x="1288" y="2187"/>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14" name="Google Shape;614;p8"/>
            <p:cNvSpPr/>
            <p:nvPr/>
          </p:nvSpPr>
          <p:spPr>
            <a:xfrm>
              <a:off x="6939975" y="2806925"/>
              <a:ext cx="122625" cy="188000"/>
            </a:xfrm>
            <a:custGeom>
              <a:avLst/>
              <a:gdLst/>
              <a:ahLst/>
              <a:cxnLst/>
              <a:rect l="l" t="t" r="r" b="b"/>
              <a:pathLst>
                <a:path w="4905" h="7520" extrusionOk="0">
                  <a:moveTo>
                    <a:pt x="2432" y="1083"/>
                  </a:moveTo>
                  <a:cubicBezTo>
                    <a:pt x="3107" y="1083"/>
                    <a:pt x="3638" y="1471"/>
                    <a:pt x="3638" y="2125"/>
                  </a:cubicBezTo>
                  <a:lnTo>
                    <a:pt x="3638" y="3453"/>
                  </a:lnTo>
                  <a:cubicBezTo>
                    <a:pt x="3638" y="4230"/>
                    <a:pt x="3025" y="4516"/>
                    <a:pt x="2473" y="4516"/>
                  </a:cubicBezTo>
                  <a:cubicBezTo>
                    <a:pt x="1819" y="4516"/>
                    <a:pt x="1308" y="4128"/>
                    <a:pt x="1308" y="3474"/>
                  </a:cubicBezTo>
                  <a:lnTo>
                    <a:pt x="1308" y="2146"/>
                  </a:lnTo>
                  <a:cubicBezTo>
                    <a:pt x="1308" y="1369"/>
                    <a:pt x="1901" y="1083"/>
                    <a:pt x="2432" y="1083"/>
                  </a:cubicBezTo>
                  <a:close/>
                  <a:moveTo>
                    <a:pt x="2228" y="0"/>
                  </a:moveTo>
                  <a:cubicBezTo>
                    <a:pt x="1022" y="0"/>
                    <a:pt x="1" y="715"/>
                    <a:pt x="1" y="2186"/>
                  </a:cubicBezTo>
                  <a:lnTo>
                    <a:pt x="1" y="3494"/>
                  </a:lnTo>
                  <a:cubicBezTo>
                    <a:pt x="1" y="4863"/>
                    <a:pt x="961" y="5619"/>
                    <a:pt x="2126" y="5619"/>
                  </a:cubicBezTo>
                  <a:cubicBezTo>
                    <a:pt x="2616" y="5619"/>
                    <a:pt x="3352" y="5313"/>
                    <a:pt x="3658" y="4884"/>
                  </a:cubicBezTo>
                  <a:lnTo>
                    <a:pt x="3658" y="7520"/>
                  </a:lnTo>
                  <a:lnTo>
                    <a:pt x="4905" y="7520"/>
                  </a:lnTo>
                  <a:lnTo>
                    <a:pt x="4905" y="82"/>
                  </a:lnTo>
                  <a:lnTo>
                    <a:pt x="3638" y="82"/>
                  </a:lnTo>
                  <a:lnTo>
                    <a:pt x="3638" y="654"/>
                  </a:lnTo>
                  <a:lnTo>
                    <a:pt x="3597" y="654"/>
                  </a:lnTo>
                  <a:cubicBezTo>
                    <a:pt x="3331" y="307"/>
                    <a:pt x="2820" y="0"/>
                    <a:pt x="2228"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15" name="Google Shape;615;p8"/>
            <p:cNvSpPr/>
            <p:nvPr/>
          </p:nvSpPr>
          <p:spPr>
            <a:xfrm>
              <a:off x="7096300" y="2809475"/>
              <a:ext cx="117000" cy="137425"/>
            </a:xfrm>
            <a:custGeom>
              <a:avLst/>
              <a:gdLst/>
              <a:ahLst/>
              <a:cxnLst/>
              <a:rect l="l" t="t" r="r" b="b"/>
              <a:pathLst>
                <a:path w="4680" h="5497" extrusionOk="0">
                  <a:moveTo>
                    <a:pt x="0" y="0"/>
                  </a:moveTo>
                  <a:lnTo>
                    <a:pt x="0" y="3433"/>
                  </a:lnTo>
                  <a:cubicBezTo>
                    <a:pt x="0" y="4720"/>
                    <a:pt x="675" y="5497"/>
                    <a:pt x="1880" y="5497"/>
                  </a:cubicBezTo>
                  <a:cubicBezTo>
                    <a:pt x="2493" y="5497"/>
                    <a:pt x="3045" y="5252"/>
                    <a:pt x="3413" y="4720"/>
                  </a:cubicBezTo>
                  <a:lnTo>
                    <a:pt x="3433" y="4720"/>
                  </a:lnTo>
                  <a:lnTo>
                    <a:pt x="3433" y="5395"/>
                  </a:lnTo>
                  <a:lnTo>
                    <a:pt x="4680" y="5395"/>
                  </a:lnTo>
                  <a:lnTo>
                    <a:pt x="4680" y="0"/>
                  </a:lnTo>
                  <a:lnTo>
                    <a:pt x="3392" y="0"/>
                  </a:lnTo>
                  <a:lnTo>
                    <a:pt x="3392" y="3004"/>
                  </a:lnTo>
                  <a:cubicBezTo>
                    <a:pt x="3392" y="3924"/>
                    <a:pt x="3004" y="4373"/>
                    <a:pt x="2289" y="4373"/>
                  </a:cubicBezTo>
                  <a:cubicBezTo>
                    <a:pt x="1635" y="4373"/>
                    <a:pt x="1288" y="3944"/>
                    <a:pt x="1288" y="3127"/>
                  </a:cubicBezTo>
                  <a:lnTo>
                    <a:pt x="1288" y="0"/>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16" name="Google Shape;616;p8"/>
            <p:cNvSpPr/>
            <p:nvPr/>
          </p:nvSpPr>
          <p:spPr>
            <a:xfrm>
              <a:off x="7240350" y="2806925"/>
              <a:ext cx="120075" cy="140500"/>
            </a:xfrm>
            <a:custGeom>
              <a:avLst/>
              <a:gdLst/>
              <a:ahLst/>
              <a:cxnLst/>
              <a:rect l="l" t="t" r="r" b="b"/>
              <a:pathLst>
                <a:path w="4803" h="5620" extrusionOk="0">
                  <a:moveTo>
                    <a:pt x="2473" y="1083"/>
                  </a:moveTo>
                  <a:cubicBezTo>
                    <a:pt x="3005" y="1083"/>
                    <a:pt x="3515" y="1390"/>
                    <a:pt x="3515" y="2125"/>
                  </a:cubicBezTo>
                  <a:lnTo>
                    <a:pt x="3515" y="2268"/>
                  </a:lnTo>
                  <a:lnTo>
                    <a:pt x="1329" y="2268"/>
                  </a:lnTo>
                  <a:lnTo>
                    <a:pt x="1329" y="2186"/>
                  </a:lnTo>
                  <a:cubicBezTo>
                    <a:pt x="1329" y="1390"/>
                    <a:pt x="1922" y="1083"/>
                    <a:pt x="2473" y="1083"/>
                  </a:cubicBezTo>
                  <a:close/>
                  <a:moveTo>
                    <a:pt x="2473" y="0"/>
                  </a:moveTo>
                  <a:cubicBezTo>
                    <a:pt x="1145" y="0"/>
                    <a:pt x="1" y="838"/>
                    <a:pt x="1" y="2370"/>
                  </a:cubicBezTo>
                  <a:lnTo>
                    <a:pt x="1" y="3413"/>
                  </a:lnTo>
                  <a:cubicBezTo>
                    <a:pt x="1" y="4884"/>
                    <a:pt x="1186" y="5619"/>
                    <a:pt x="2514" y="5619"/>
                  </a:cubicBezTo>
                  <a:cubicBezTo>
                    <a:pt x="3475" y="5619"/>
                    <a:pt x="4312" y="5252"/>
                    <a:pt x="4741" y="4414"/>
                  </a:cubicBezTo>
                  <a:lnTo>
                    <a:pt x="3740" y="3842"/>
                  </a:lnTo>
                  <a:cubicBezTo>
                    <a:pt x="3475" y="4250"/>
                    <a:pt x="3005" y="4536"/>
                    <a:pt x="2575" y="4536"/>
                  </a:cubicBezTo>
                  <a:cubicBezTo>
                    <a:pt x="1901" y="4536"/>
                    <a:pt x="1329" y="4148"/>
                    <a:pt x="1329" y="3453"/>
                  </a:cubicBezTo>
                  <a:lnTo>
                    <a:pt x="1329" y="3167"/>
                  </a:lnTo>
                  <a:lnTo>
                    <a:pt x="4803" y="3167"/>
                  </a:lnTo>
                  <a:lnTo>
                    <a:pt x="4803" y="2125"/>
                  </a:lnTo>
                  <a:cubicBezTo>
                    <a:pt x="4803" y="695"/>
                    <a:pt x="3638" y="0"/>
                    <a:pt x="2473"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17" name="Google Shape;617;p8"/>
            <p:cNvSpPr/>
            <p:nvPr/>
          </p:nvSpPr>
          <p:spPr>
            <a:xfrm>
              <a:off x="5699125" y="3072550"/>
              <a:ext cx="122625" cy="191075"/>
            </a:xfrm>
            <a:custGeom>
              <a:avLst/>
              <a:gdLst/>
              <a:ahLst/>
              <a:cxnLst/>
              <a:rect l="l" t="t" r="r" b="b"/>
              <a:pathLst>
                <a:path w="4905" h="7643" extrusionOk="0">
                  <a:moveTo>
                    <a:pt x="2432" y="3107"/>
                  </a:moveTo>
                  <a:cubicBezTo>
                    <a:pt x="3086" y="3107"/>
                    <a:pt x="3617" y="3495"/>
                    <a:pt x="3617" y="4149"/>
                  </a:cubicBezTo>
                  <a:lnTo>
                    <a:pt x="3617" y="5477"/>
                  </a:lnTo>
                  <a:cubicBezTo>
                    <a:pt x="3617" y="6253"/>
                    <a:pt x="3004" y="6540"/>
                    <a:pt x="2473" y="6540"/>
                  </a:cubicBezTo>
                  <a:cubicBezTo>
                    <a:pt x="1819" y="6540"/>
                    <a:pt x="1308" y="6151"/>
                    <a:pt x="1308" y="5497"/>
                  </a:cubicBezTo>
                  <a:lnTo>
                    <a:pt x="1308" y="4169"/>
                  </a:lnTo>
                  <a:cubicBezTo>
                    <a:pt x="1308" y="3393"/>
                    <a:pt x="1901" y="3107"/>
                    <a:pt x="2432" y="3107"/>
                  </a:cubicBezTo>
                  <a:close/>
                  <a:moveTo>
                    <a:pt x="3617" y="1"/>
                  </a:moveTo>
                  <a:lnTo>
                    <a:pt x="3617" y="2678"/>
                  </a:lnTo>
                  <a:lnTo>
                    <a:pt x="3597" y="2678"/>
                  </a:lnTo>
                  <a:cubicBezTo>
                    <a:pt x="3311" y="2310"/>
                    <a:pt x="2820" y="2003"/>
                    <a:pt x="2228" y="2003"/>
                  </a:cubicBezTo>
                  <a:cubicBezTo>
                    <a:pt x="1022" y="2003"/>
                    <a:pt x="0" y="2739"/>
                    <a:pt x="0" y="4210"/>
                  </a:cubicBezTo>
                  <a:lnTo>
                    <a:pt x="0" y="5518"/>
                  </a:lnTo>
                  <a:cubicBezTo>
                    <a:pt x="0" y="6887"/>
                    <a:pt x="940" y="7643"/>
                    <a:pt x="2125" y="7643"/>
                  </a:cubicBezTo>
                  <a:cubicBezTo>
                    <a:pt x="2616" y="7643"/>
                    <a:pt x="3331" y="7336"/>
                    <a:pt x="3637" y="6907"/>
                  </a:cubicBezTo>
                  <a:lnTo>
                    <a:pt x="3658" y="6907"/>
                  </a:lnTo>
                  <a:lnTo>
                    <a:pt x="3658" y="7520"/>
                  </a:lnTo>
                  <a:lnTo>
                    <a:pt x="4904" y="7520"/>
                  </a:lnTo>
                  <a:lnTo>
                    <a:pt x="4904"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18" name="Google Shape;618;p8"/>
            <p:cNvSpPr/>
            <p:nvPr/>
          </p:nvSpPr>
          <p:spPr>
            <a:xfrm>
              <a:off x="5854925" y="3125675"/>
              <a:ext cx="117525" cy="137450"/>
            </a:xfrm>
            <a:custGeom>
              <a:avLst/>
              <a:gdLst/>
              <a:ahLst/>
              <a:cxnLst/>
              <a:rect l="l" t="t" r="r" b="b"/>
              <a:pathLst>
                <a:path w="4701" h="5498" extrusionOk="0">
                  <a:moveTo>
                    <a:pt x="1" y="1"/>
                  </a:moveTo>
                  <a:lnTo>
                    <a:pt x="1" y="3434"/>
                  </a:lnTo>
                  <a:cubicBezTo>
                    <a:pt x="1" y="4721"/>
                    <a:pt x="695" y="5498"/>
                    <a:pt x="1901" y="5498"/>
                  </a:cubicBezTo>
                  <a:cubicBezTo>
                    <a:pt x="2494" y="5498"/>
                    <a:pt x="3066" y="5252"/>
                    <a:pt x="3413" y="4721"/>
                  </a:cubicBezTo>
                  <a:lnTo>
                    <a:pt x="3454" y="4721"/>
                  </a:lnTo>
                  <a:lnTo>
                    <a:pt x="3454" y="5395"/>
                  </a:lnTo>
                  <a:lnTo>
                    <a:pt x="4700" y="5395"/>
                  </a:lnTo>
                  <a:lnTo>
                    <a:pt x="4700" y="1"/>
                  </a:lnTo>
                  <a:lnTo>
                    <a:pt x="3413" y="1"/>
                  </a:lnTo>
                  <a:lnTo>
                    <a:pt x="3413" y="3005"/>
                  </a:lnTo>
                  <a:cubicBezTo>
                    <a:pt x="3413" y="3924"/>
                    <a:pt x="3004" y="4374"/>
                    <a:pt x="2310" y="4374"/>
                  </a:cubicBezTo>
                  <a:cubicBezTo>
                    <a:pt x="1656" y="4374"/>
                    <a:pt x="1288" y="3945"/>
                    <a:pt x="1288" y="3127"/>
                  </a:cubicBezTo>
                  <a:lnTo>
                    <a:pt x="1288"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19" name="Google Shape;619;p8"/>
            <p:cNvSpPr/>
            <p:nvPr/>
          </p:nvSpPr>
          <p:spPr>
            <a:xfrm>
              <a:off x="6067950" y="3069500"/>
              <a:ext cx="147150" cy="194125"/>
            </a:xfrm>
            <a:custGeom>
              <a:avLst/>
              <a:gdLst/>
              <a:ahLst/>
              <a:cxnLst/>
              <a:rect l="l" t="t" r="r" b="b"/>
              <a:pathLst>
                <a:path w="5886" h="7765" extrusionOk="0">
                  <a:moveTo>
                    <a:pt x="3004" y="0"/>
                  </a:moveTo>
                  <a:cubicBezTo>
                    <a:pt x="1370" y="0"/>
                    <a:pt x="1" y="981"/>
                    <a:pt x="1" y="2759"/>
                  </a:cubicBezTo>
                  <a:lnTo>
                    <a:pt x="1" y="5170"/>
                  </a:lnTo>
                  <a:cubicBezTo>
                    <a:pt x="1" y="6845"/>
                    <a:pt x="1431" y="7765"/>
                    <a:pt x="3066" y="7765"/>
                  </a:cubicBezTo>
                  <a:cubicBezTo>
                    <a:pt x="4496" y="7765"/>
                    <a:pt x="5886" y="6968"/>
                    <a:pt x="5886" y="5292"/>
                  </a:cubicBezTo>
                  <a:lnTo>
                    <a:pt x="5886" y="5068"/>
                  </a:lnTo>
                  <a:lnTo>
                    <a:pt x="4557" y="5068"/>
                  </a:lnTo>
                  <a:lnTo>
                    <a:pt x="4557" y="5170"/>
                  </a:lnTo>
                  <a:cubicBezTo>
                    <a:pt x="4557" y="6151"/>
                    <a:pt x="3760" y="6518"/>
                    <a:pt x="3066" y="6518"/>
                  </a:cubicBezTo>
                  <a:cubicBezTo>
                    <a:pt x="2187" y="6518"/>
                    <a:pt x="1411" y="6008"/>
                    <a:pt x="1411" y="5109"/>
                  </a:cubicBezTo>
                  <a:lnTo>
                    <a:pt x="1411" y="2697"/>
                  </a:lnTo>
                  <a:cubicBezTo>
                    <a:pt x="1411" y="1614"/>
                    <a:pt x="2289" y="1247"/>
                    <a:pt x="3004" y="1247"/>
                  </a:cubicBezTo>
                  <a:cubicBezTo>
                    <a:pt x="3699" y="1247"/>
                    <a:pt x="4557" y="1614"/>
                    <a:pt x="4557" y="2595"/>
                  </a:cubicBezTo>
                  <a:lnTo>
                    <a:pt x="4557" y="2718"/>
                  </a:lnTo>
                  <a:lnTo>
                    <a:pt x="5886" y="2718"/>
                  </a:lnTo>
                  <a:lnTo>
                    <a:pt x="5886" y="2473"/>
                  </a:lnTo>
                  <a:cubicBezTo>
                    <a:pt x="5886" y="797"/>
                    <a:pt x="4455" y="0"/>
                    <a:pt x="3004"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20" name="Google Shape;620;p8"/>
            <p:cNvSpPr/>
            <p:nvPr/>
          </p:nvSpPr>
          <p:spPr>
            <a:xfrm>
              <a:off x="6239075" y="3123125"/>
              <a:ext cx="122650" cy="140500"/>
            </a:xfrm>
            <a:custGeom>
              <a:avLst/>
              <a:gdLst/>
              <a:ahLst/>
              <a:cxnLst/>
              <a:rect l="l" t="t" r="r" b="b"/>
              <a:pathLst>
                <a:path w="4906" h="5620" extrusionOk="0">
                  <a:moveTo>
                    <a:pt x="2433" y="1104"/>
                  </a:moveTo>
                  <a:cubicBezTo>
                    <a:pt x="3087" y="1104"/>
                    <a:pt x="3597" y="1472"/>
                    <a:pt x="3597" y="2126"/>
                  </a:cubicBezTo>
                  <a:lnTo>
                    <a:pt x="3597" y="3474"/>
                  </a:lnTo>
                  <a:cubicBezTo>
                    <a:pt x="3597" y="4251"/>
                    <a:pt x="3005" y="4537"/>
                    <a:pt x="2474" y="4537"/>
                  </a:cubicBezTo>
                  <a:cubicBezTo>
                    <a:pt x="1799" y="4537"/>
                    <a:pt x="1309" y="4149"/>
                    <a:pt x="1309" y="3495"/>
                  </a:cubicBezTo>
                  <a:lnTo>
                    <a:pt x="1309" y="2167"/>
                  </a:lnTo>
                  <a:cubicBezTo>
                    <a:pt x="1309" y="1390"/>
                    <a:pt x="1901" y="1104"/>
                    <a:pt x="2433" y="1104"/>
                  </a:cubicBezTo>
                  <a:close/>
                  <a:moveTo>
                    <a:pt x="2433" y="1"/>
                  </a:moveTo>
                  <a:cubicBezTo>
                    <a:pt x="1247" y="1"/>
                    <a:pt x="1" y="798"/>
                    <a:pt x="1" y="2269"/>
                  </a:cubicBezTo>
                  <a:lnTo>
                    <a:pt x="1" y="3495"/>
                  </a:lnTo>
                  <a:cubicBezTo>
                    <a:pt x="1" y="4884"/>
                    <a:pt x="1166" y="5620"/>
                    <a:pt x="2474" y="5620"/>
                  </a:cubicBezTo>
                  <a:cubicBezTo>
                    <a:pt x="3659" y="5620"/>
                    <a:pt x="4905" y="4823"/>
                    <a:pt x="4905" y="3352"/>
                  </a:cubicBezTo>
                  <a:lnTo>
                    <a:pt x="4905" y="2248"/>
                  </a:lnTo>
                  <a:cubicBezTo>
                    <a:pt x="4905" y="859"/>
                    <a:pt x="3740" y="1"/>
                    <a:pt x="2433"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21" name="Google Shape;621;p8"/>
            <p:cNvSpPr/>
            <p:nvPr/>
          </p:nvSpPr>
          <p:spPr>
            <a:xfrm>
              <a:off x="6390300" y="3123125"/>
              <a:ext cx="117000" cy="137450"/>
            </a:xfrm>
            <a:custGeom>
              <a:avLst/>
              <a:gdLst/>
              <a:ahLst/>
              <a:cxnLst/>
              <a:rect l="l" t="t" r="r" b="b"/>
              <a:pathLst>
                <a:path w="4680" h="5498" extrusionOk="0">
                  <a:moveTo>
                    <a:pt x="2800" y="1"/>
                  </a:moveTo>
                  <a:cubicBezTo>
                    <a:pt x="2207" y="1"/>
                    <a:pt x="1635" y="246"/>
                    <a:pt x="1267" y="757"/>
                  </a:cubicBezTo>
                  <a:lnTo>
                    <a:pt x="1247" y="757"/>
                  </a:lnTo>
                  <a:lnTo>
                    <a:pt x="1247" y="103"/>
                  </a:lnTo>
                  <a:lnTo>
                    <a:pt x="0" y="103"/>
                  </a:lnTo>
                  <a:lnTo>
                    <a:pt x="0" y="5497"/>
                  </a:lnTo>
                  <a:lnTo>
                    <a:pt x="1288" y="5497"/>
                  </a:lnTo>
                  <a:lnTo>
                    <a:pt x="1288" y="2473"/>
                  </a:lnTo>
                  <a:cubicBezTo>
                    <a:pt x="1288" y="1554"/>
                    <a:pt x="1697" y="1124"/>
                    <a:pt x="2391" y="1124"/>
                  </a:cubicBezTo>
                  <a:cubicBezTo>
                    <a:pt x="3045" y="1124"/>
                    <a:pt x="3393" y="1554"/>
                    <a:pt x="3393" y="2371"/>
                  </a:cubicBezTo>
                  <a:lnTo>
                    <a:pt x="3393" y="5497"/>
                  </a:lnTo>
                  <a:lnTo>
                    <a:pt x="4680" y="5497"/>
                  </a:lnTo>
                  <a:lnTo>
                    <a:pt x="4680" y="2044"/>
                  </a:lnTo>
                  <a:cubicBezTo>
                    <a:pt x="4680" y="757"/>
                    <a:pt x="4006" y="1"/>
                    <a:pt x="2800"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22" name="Google Shape;622;p8"/>
            <p:cNvSpPr/>
            <p:nvPr/>
          </p:nvSpPr>
          <p:spPr>
            <a:xfrm>
              <a:off x="6534350" y="3123125"/>
              <a:ext cx="121100" cy="189050"/>
            </a:xfrm>
            <a:custGeom>
              <a:avLst/>
              <a:gdLst/>
              <a:ahLst/>
              <a:cxnLst/>
              <a:rect l="l" t="t" r="r" b="b"/>
              <a:pathLst>
                <a:path w="4844" h="7562" extrusionOk="0">
                  <a:moveTo>
                    <a:pt x="2433" y="1104"/>
                  </a:moveTo>
                  <a:cubicBezTo>
                    <a:pt x="3107" y="1104"/>
                    <a:pt x="3597" y="1472"/>
                    <a:pt x="3597" y="2126"/>
                  </a:cubicBezTo>
                  <a:lnTo>
                    <a:pt x="3597" y="3331"/>
                  </a:lnTo>
                  <a:cubicBezTo>
                    <a:pt x="3597" y="4108"/>
                    <a:pt x="3005" y="4394"/>
                    <a:pt x="2473" y="4394"/>
                  </a:cubicBezTo>
                  <a:cubicBezTo>
                    <a:pt x="1820" y="4394"/>
                    <a:pt x="1309" y="4006"/>
                    <a:pt x="1309" y="3352"/>
                  </a:cubicBezTo>
                  <a:lnTo>
                    <a:pt x="1309" y="2167"/>
                  </a:lnTo>
                  <a:cubicBezTo>
                    <a:pt x="1309" y="1390"/>
                    <a:pt x="1901" y="1104"/>
                    <a:pt x="2433" y="1104"/>
                  </a:cubicBezTo>
                  <a:close/>
                  <a:moveTo>
                    <a:pt x="2126" y="1"/>
                  </a:moveTo>
                  <a:cubicBezTo>
                    <a:pt x="920" y="1"/>
                    <a:pt x="1" y="798"/>
                    <a:pt x="1" y="2269"/>
                  </a:cubicBezTo>
                  <a:lnTo>
                    <a:pt x="1" y="3290"/>
                  </a:lnTo>
                  <a:cubicBezTo>
                    <a:pt x="1" y="4680"/>
                    <a:pt x="839" y="5416"/>
                    <a:pt x="2146" y="5416"/>
                  </a:cubicBezTo>
                  <a:cubicBezTo>
                    <a:pt x="2739" y="5416"/>
                    <a:pt x="3229" y="5191"/>
                    <a:pt x="3577" y="4721"/>
                  </a:cubicBezTo>
                  <a:lnTo>
                    <a:pt x="3597" y="4721"/>
                  </a:lnTo>
                  <a:lnTo>
                    <a:pt x="3597" y="5273"/>
                  </a:lnTo>
                  <a:cubicBezTo>
                    <a:pt x="3597" y="6049"/>
                    <a:pt x="3168" y="6539"/>
                    <a:pt x="2392" y="6539"/>
                  </a:cubicBezTo>
                  <a:cubicBezTo>
                    <a:pt x="1922" y="6539"/>
                    <a:pt x="1554" y="6335"/>
                    <a:pt x="1309" y="5824"/>
                  </a:cubicBezTo>
                  <a:lnTo>
                    <a:pt x="83" y="6253"/>
                  </a:lnTo>
                  <a:cubicBezTo>
                    <a:pt x="348" y="7152"/>
                    <a:pt x="1411" y="7561"/>
                    <a:pt x="2269" y="7561"/>
                  </a:cubicBezTo>
                  <a:cubicBezTo>
                    <a:pt x="4149" y="7561"/>
                    <a:pt x="4844" y="6294"/>
                    <a:pt x="4844" y="5048"/>
                  </a:cubicBezTo>
                  <a:lnTo>
                    <a:pt x="4844" y="103"/>
                  </a:lnTo>
                  <a:lnTo>
                    <a:pt x="3618" y="103"/>
                  </a:lnTo>
                  <a:lnTo>
                    <a:pt x="3618" y="736"/>
                  </a:lnTo>
                  <a:lnTo>
                    <a:pt x="3597" y="736"/>
                  </a:lnTo>
                  <a:cubicBezTo>
                    <a:pt x="3311" y="328"/>
                    <a:pt x="2759" y="1"/>
                    <a:pt x="2126"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23" name="Google Shape;623;p8"/>
            <p:cNvSpPr/>
            <p:nvPr/>
          </p:nvSpPr>
          <p:spPr>
            <a:xfrm>
              <a:off x="6683025" y="3123125"/>
              <a:ext cx="123125" cy="140500"/>
            </a:xfrm>
            <a:custGeom>
              <a:avLst/>
              <a:gdLst/>
              <a:ahLst/>
              <a:cxnLst/>
              <a:rect l="l" t="t" r="r" b="b"/>
              <a:pathLst>
                <a:path w="4925" h="5620" extrusionOk="0">
                  <a:moveTo>
                    <a:pt x="2432" y="1104"/>
                  </a:moveTo>
                  <a:cubicBezTo>
                    <a:pt x="3106" y="1104"/>
                    <a:pt x="3617" y="1472"/>
                    <a:pt x="3617" y="2126"/>
                  </a:cubicBezTo>
                  <a:lnTo>
                    <a:pt x="3617" y="3474"/>
                  </a:lnTo>
                  <a:cubicBezTo>
                    <a:pt x="3617" y="4251"/>
                    <a:pt x="3024" y="4537"/>
                    <a:pt x="2493" y="4537"/>
                  </a:cubicBezTo>
                  <a:cubicBezTo>
                    <a:pt x="1819" y="4537"/>
                    <a:pt x="1308" y="4149"/>
                    <a:pt x="1308" y="3495"/>
                  </a:cubicBezTo>
                  <a:lnTo>
                    <a:pt x="1308" y="2167"/>
                  </a:lnTo>
                  <a:cubicBezTo>
                    <a:pt x="1308" y="1390"/>
                    <a:pt x="1901" y="1104"/>
                    <a:pt x="2432" y="1104"/>
                  </a:cubicBezTo>
                  <a:close/>
                  <a:moveTo>
                    <a:pt x="2432" y="1"/>
                  </a:moveTo>
                  <a:cubicBezTo>
                    <a:pt x="1247" y="1"/>
                    <a:pt x="0" y="798"/>
                    <a:pt x="0" y="2269"/>
                  </a:cubicBezTo>
                  <a:lnTo>
                    <a:pt x="0" y="3495"/>
                  </a:lnTo>
                  <a:cubicBezTo>
                    <a:pt x="0" y="4884"/>
                    <a:pt x="1185" y="5620"/>
                    <a:pt x="2493" y="5620"/>
                  </a:cubicBezTo>
                  <a:cubicBezTo>
                    <a:pt x="3678" y="5620"/>
                    <a:pt x="4925" y="4823"/>
                    <a:pt x="4925" y="3352"/>
                  </a:cubicBezTo>
                  <a:lnTo>
                    <a:pt x="4925" y="2248"/>
                  </a:lnTo>
                  <a:cubicBezTo>
                    <a:pt x="4925" y="859"/>
                    <a:pt x="3740" y="1"/>
                    <a:pt x="2432"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24" name="Google Shape;624;p8"/>
            <p:cNvSpPr/>
            <p:nvPr/>
          </p:nvSpPr>
          <p:spPr>
            <a:xfrm>
              <a:off x="5432975" y="2440125"/>
              <a:ext cx="21475" cy="823500"/>
            </a:xfrm>
            <a:custGeom>
              <a:avLst/>
              <a:gdLst/>
              <a:ahLst/>
              <a:cxnLst/>
              <a:rect l="l" t="t" r="r" b="b"/>
              <a:pathLst>
                <a:path w="859" h="32940" extrusionOk="0">
                  <a:moveTo>
                    <a:pt x="0" y="1"/>
                  </a:moveTo>
                  <a:lnTo>
                    <a:pt x="0" y="32940"/>
                  </a:lnTo>
                  <a:lnTo>
                    <a:pt x="858" y="32940"/>
                  </a:lnTo>
                  <a:lnTo>
                    <a:pt x="858" y="1"/>
                  </a:lnTo>
                  <a:close/>
                </a:path>
              </a:pathLst>
            </a:custGeom>
            <a:solidFill>
              <a:srgbClr val="64C8FA"/>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cxnSp>
        <p:nvCxnSpPr>
          <p:cNvPr id="625" name="Google Shape;625;p8"/>
          <p:cNvCxnSpPr/>
          <p:nvPr/>
        </p:nvCxnSpPr>
        <p:spPr>
          <a:xfrm>
            <a:off x="6095987" y="1550124"/>
            <a:ext cx="0" cy="4167600"/>
          </a:xfrm>
          <a:prstGeom prst="straightConnector1">
            <a:avLst/>
          </a:prstGeom>
          <a:noFill/>
          <a:ln w="9525" cap="flat" cmpd="sng">
            <a:solidFill>
              <a:srgbClr val="595959"/>
            </a:solidFill>
            <a:prstDash val="dash"/>
            <a:round/>
            <a:headEnd type="none" w="sm" len="sm"/>
            <a:tailEnd type="none" w="sm" len="sm"/>
          </a:ln>
        </p:spPr>
      </p:cxnSp>
      <p:grpSp>
        <p:nvGrpSpPr>
          <p:cNvPr id="626" name="Google Shape;626;p8"/>
          <p:cNvGrpSpPr/>
          <p:nvPr/>
        </p:nvGrpSpPr>
        <p:grpSpPr>
          <a:xfrm>
            <a:off x="335634" y="1076459"/>
            <a:ext cx="5687236" cy="568952"/>
            <a:chOff x="251716" y="860222"/>
            <a:chExt cx="4265427" cy="446400"/>
          </a:xfrm>
        </p:grpSpPr>
        <p:sp>
          <p:nvSpPr>
            <p:cNvPr id="627" name="Google Shape;627;p8"/>
            <p:cNvSpPr txBox="1"/>
            <p:nvPr/>
          </p:nvSpPr>
          <p:spPr>
            <a:xfrm>
              <a:off x="251716" y="860222"/>
              <a:ext cx="4262100" cy="446400"/>
            </a:xfrm>
            <a:prstGeom prst="rect">
              <a:avLst/>
            </a:prstGeom>
            <a:noFill/>
            <a:ln>
              <a:noFill/>
            </a:ln>
          </p:spPr>
          <p:txBody>
            <a:bodyPr spcFirstLastPara="1" wrap="square" lIns="121900" tIns="121900" rIns="121900" bIns="121900" anchor="t" anchorCtr="0">
              <a:noAutofit/>
            </a:bodyPr>
            <a:lstStyle/>
            <a:p>
              <a:pPr>
                <a:lnSpc>
                  <a:spcPct val="115000"/>
                </a:lnSpc>
                <a:buClr>
                  <a:schemeClr val="dk1"/>
                </a:buClr>
                <a:buSzPts val="1100"/>
              </a:pPr>
              <a:r>
                <a:rPr lang="en-GB" sz="1865" b="1" dirty="0">
                  <a:solidFill>
                    <a:schemeClr val="accent1">
                      <a:lumMod val="75000"/>
                    </a:schemeClr>
                  </a:solidFill>
                  <a:latin typeface="Times New Roman" panose="02020603050405020304"/>
                  <a:ea typeface="Times New Roman" panose="02020603050405020304"/>
                  <a:cs typeface="Times New Roman" panose="02020603050405020304"/>
                  <a:sym typeface="Times New Roman" panose="02020603050405020304"/>
                </a:rPr>
                <a:t>Nombre d'activités logistiques prévues</a:t>
              </a:r>
              <a:endParaRPr sz="1865" b="1" dirty="0">
                <a:solidFill>
                  <a:schemeClr val="accent1">
                    <a:lumMod val="75000"/>
                  </a:schemeClr>
                </a:solidFill>
                <a:latin typeface="Times New Roman" panose="02020603050405020304"/>
                <a:ea typeface="Times New Roman" panose="02020603050405020304"/>
                <a:cs typeface="Times New Roman" panose="02020603050405020304"/>
                <a:sym typeface="Times New Roman" panose="02020603050405020304"/>
              </a:endParaRPr>
            </a:p>
            <a:p>
              <a:pPr>
                <a:lnSpc>
                  <a:spcPct val="115000"/>
                </a:lnSpc>
                <a:buClr>
                  <a:schemeClr val="dk1"/>
                </a:buClr>
                <a:buSzPts val="1100"/>
              </a:pPr>
              <a:r>
                <a:rPr lang="en-GB" sz="1865" dirty="0">
                  <a:solidFill>
                    <a:schemeClr val="accent1">
                      <a:lumMod val="75000"/>
                    </a:schemeClr>
                  </a:solidFill>
                  <a:latin typeface="Times New Roman" panose="02020603050405020304"/>
                  <a:ea typeface="Times New Roman" panose="02020603050405020304"/>
                  <a:cs typeface="Times New Roman" panose="02020603050405020304"/>
                  <a:sym typeface="Times New Roman" panose="02020603050405020304"/>
                </a:rPr>
                <a:t>(#, PAO, 2025)</a:t>
              </a:r>
              <a:endParaRPr sz="1865" b="1" dirty="0">
                <a:solidFill>
                  <a:schemeClr val="accent1">
                    <a:lumMod val="75000"/>
                  </a:schemeClr>
                </a:solidFill>
                <a:latin typeface="Arial" panose="020B0604020202020204"/>
                <a:ea typeface="Arial" panose="020B0604020202020204"/>
                <a:cs typeface="Arial" panose="020B0604020202020204"/>
                <a:sym typeface="Arial" panose="020B0604020202020204"/>
              </a:endParaRPr>
            </a:p>
          </p:txBody>
        </p:sp>
        <p:cxnSp>
          <p:nvCxnSpPr>
            <p:cNvPr id="628" name="Google Shape;628;p8"/>
            <p:cNvCxnSpPr/>
            <p:nvPr/>
          </p:nvCxnSpPr>
          <p:spPr>
            <a:xfrm rot="10800000" flipH="1">
              <a:off x="255043" y="1199690"/>
              <a:ext cx="4262100" cy="3600"/>
            </a:xfrm>
            <a:prstGeom prst="straightConnector1">
              <a:avLst/>
            </a:prstGeom>
            <a:noFill/>
            <a:ln w="9525" cap="flat" cmpd="sng">
              <a:solidFill>
                <a:srgbClr val="595959"/>
              </a:solidFill>
              <a:prstDash val="solid"/>
              <a:round/>
              <a:headEnd type="none" w="sm" len="sm"/>
              <a:tailEnd type="none" w="sm" len="sm"/>
            </a:ln>
          </p:spPr>
        </p:cxnSp>
      </p:grpSp>
      <p:grpSp>
        <p:nvGrpSpPr>
          <p:cNvPr id="629" name="Google Shape;629;p8"/>
          <p:cNvGrpSpPr/>
          <p:nvPr/>
        </p:nvGrpSpPr>
        <p:grpSpPr>
          <a:xfrm>
            <a:off x="6225212" y="1076459"/>
            <a:ext cx="5682800" cy="568952"/>
            <a:chOff x="4668900" y="860222"/>
            <a:chExt cx="4262100" cy="446400"/>
          </a:xfrm>
        </p:grpSpPr>
        <p:cxnSp>
          <p:nvCxnSpPr>
            <p:cNvPr id="630" name="Google Shape;630;p8"/>
            <p:cNvCxnSpPr/>
            <p:nvPr/>
          </p:nvCxnSpPr>
          <p:spPr>
            <a:xfrm rot="10800000" flipH="1">
              <a:off x="4668900" y="1199690"/>
              <a:ext cx="4262100" cy="3600"/>
            </a:xfrm>
            <a:prstGeom prst="straightConnector1">
              <a:avLst/>
            </a:prstGeom>
            <a:noFill/>
            <a:ln w="9525" cap="flat" cmpd="sng">
              <a:solidFill>
                <a:srgbClr val="595959"/>
              </a:solidFill>
              <a:prstDash val="solid"/>
              <a:round/>
              <a:headEnd type="none" w="sm" len="sm"/>
              <a:tailEnd type="none" w="sm" len="sm"/>
            </a:ln>
          </p:spPr>
        </p:cxnSp>
        <p:sp>
          <p:nvSpPr>
            <p:cNvPr id="631" name="Google Shape;631;p8"/>
            <p:cNvSpPr txBox="1"/>
            <p:nvPr/>
          </p:nvSpPr>
          <p:spPr>
            <a:xfrm>
              <a:off x="4668900" y="860222"/>
              <a:ext cx="4262100" cy="446400"/>
            </a:xfrm>
            <a:prstGeom prst="rect">
              <a:avLst/>
            </a:prstGeom>
            <a:noFill/>
            <a:ln>
              <a:noFill/>
            </a:ln>
          </p:spPr>
          <p:txBody>
            <a:bodyPr spcFirstLastPara="1" wrap="square" lIns="121900" tIns="121900" rIns="121900" bIns="121900" anchor="t" anchorCtr="0">
              <a:noAutofit/>
            </a:bodyPr>
            <a:lstStyle/>
            <a:p>
              <a:pPr>
                <a:lnSpc>
                  <a:spcPct val="115000"/>
                </a:lnSpc>
                <a:buClr>
                  <a:srgbClr val="000000"/>
                </a:buClr>
                <a:buSzPts val="1400"/>
              </a:pPr>
              <a:r>
                <a:rPr lang="en-GB" sz="1865" b="1" dirty="0">
                  <a:solidFill>
                    <a:schemeClr val="accent1">
                      <a:lumMod val="75000"/>
                    </a:schemeClr>
                  </a:solidFill>
                  <a:latin typeface="Times New Roman" panose="02020603050405020304"/>
                  <a:ea typeface="Times New Roman" panose="02020603050405020304"/>
                  <a:cs typeface="Times New Roman" panose="02020603050405020304"/>
                  <a:sym typeface="Times New Roman" panose="02020603050405020304"/>
                </a:rPr>
                <a:t>Taux de réalisation d'activités en pourcentages </a:t>
              </a:r>
              <a:endParaRPr sz="1865" b="1" dirty="0">
                <a:solidFill>
                  <a:schemeClr val="accent1">
                    <a:lumMod val="75000"/>
                  </a:schemeClr>
                </a:solidFill>
                <a:latin typeface="Times New Roman" panose="02020603050405020304"/>
                <a:ea typeface="Times New Roman" panose="02020603050405020304"/>
                <a:cs typeface="Times New Roman" panose="02020603050405020304"/>
                <a:sym typeface="Times New Roman" panose="02020603050405020304"/>
              </a:endParaRPr>
            </a:p>
            <a:p>
              <a:pPr>
                <a:lnSpc>
                  <a:spcPct val="115000"/>
                </a:lnSpc>
                <a:buClr>
                  <a:srgbClr val="000000"/>
                </a:buClr>
                <a:buSzPts val="1400"/>
              </a:pPr>
              <a:r>
                <a:rPr lang="en-GB" sz="1865" dirty="0">
                  <a:solidFill>
                    <a:schemeClr val="accent1">
                      <a:lumMod val="75000"/>
                    </a:schemeClr>
                  </a:solidFill>
                  <a:latin typeface="Times New Roman" panose="02020603050405020304"/>
                  <a:ea typeface="Times New Roman" panose="02020603050405020304"/>
                  <a:cs typeface="Times New Roman" panose="02020603050405020304"/>
                  <a:sym typeface="Times New Roman" panose="02020603050405020304"/>
                </a:rPr>
                <a:t>(%, PAO, 2025)</a:t>
              </a:r>
              <a:endParaRPr sz="2000" b="1" dirty="0">
                <a:solidFill>
                  <a:schemeClr val="accent1">
                    <a:lumMod val="75000"/>
                  </a:schemeClr>
                </a:solidFill>
                <a:latin typeface="Times New Roman" panose="02020603050405020304"/>
                <a:ea typeface="Times New Roman" panose="02020603050405020304"/>
                <a:cs typeface="Times New Roman" panose="02020603050405020304"/>
                <a:sym typeface="Times New Roman" panose="02020603050405020304"/>
              </a:endParaRPr>
            </a:p>
          </p:txBody>
        </p:sp>
      </p:grpSp>
      <p:graphicFrame>
        <p:nvGraphicFramePr>
          <p:cNvPr id="632" name="Google Shape;632;p8"/>
          <p:cNvGraphicFramePr/>
          <p:nvPr>
            <p:extLst>
              <p:ext uri="{D42A27DB-BD31-4B8C-83A1-F6EECF244321}">
                <p14:modId xmlns:p14="http://schemas.microsoft.com/office/powerpoint/2010/main" val="349054577"/>
              </p:ext>
            </p:extLst>
          </p:nvPr>
        </p:nvGraphicFramePr>
        <p:xfrm>
          <a:off x="228601" y="1997075"/>
          <a:ext cx="5321359" cy="2574926"/>
        </p:xfrm>
        <a:graphic>
          <a:graphicData uri="http://schemas.openxmlformats.org/drawingml/2006/table">
            <a:tbl>
              <a:tblPr>
                <a:noFill/>
              </a:tblPr>
              <a:tblGrid>
                <a:gridCol w="1601092">
                  <a:extLst>
                    <a:ext uri="{9D8B030D-6E8A-4147-A177-3AD203B41FA5}">
                      <a16:colId xmlns:a16="http://schemas.microsoft.com/office/drawing/2014/main" val="20000"/>
                    </a:ext>
                  </a:extLst>
                </a:gridCol>
                <a:gridCol w="1212767">
                  <a:extLst>
                    <a:ext uri="{9D8B030D-6E8A-4147-A177-3AD203B41FA5}">
                      <a16:colId xmlns:a16="http://schemas.microsoft.com/office/drawing/2014/main" val="20001"/>
                    </a:ext>
                  </a:extLst>
                </a:gridCol>
                <a:gridCol w="1310700">
                  <a:extLst>
                    <a:ext uri="{9D8B030D-6E8A-4147-A177-3AD203B41FA5}">
                      <a16:colId xmlns:a16="http://schemas.microsoft.com/office/drawing/2014/main" val="20002"/>
                    </a:ext>
                  </a:extLst>
                </a:gridCol>
                <a:gridCol w="1196800">
                  <a:extLst>
                    <a:ext uri="{9D8B030D-6E8A-4147-A177-3AD203B41FA5}">
                      <a16:colId xmlns:a16="http://schemas.microsoft.com/office/drawing/2014/main" val="20003"/>
                    </a:ext>
                  </a:extLst>
                </a:gridCol>
              </a:tblGrid>
              <a:tr h="630727">
                <a:tc gridSpan="4">
                  <a:txBody>
                    <a:bodyPr/>
                    <a:lstStyle/>
                    <a:p>
                      <a:pPr marL="0" marR="0" lvl="0" indent="0" algn="ctr" rtl="0">
                        <a:lnSpc>
                          <a:spcPct val="115000"/>
                        </a:lnSpc>
                        <a:spcBef>
                          <a:spcPts val="0"/>
                        </a:spcBef>
                        <a:spcAft>
                          <a:spcPts val="0"/>
                        </a:spcAft>
                        <a:buClr>
                          <a:srgbClr val="000000"/>
                        </a:buClr>
                        <a:buSzPts val="1800"/>
                        <a:buFont typeface="Arial" panose="020B0604020202020204"/>
                        <a:buNone/>
                      </a:pPr>
                      <a:r>
                        <a:rPr lang="en-GB" sz="2400" b="1" u="none" strike="noStrike" cap="none" dirty="0">
                          <a:solidFill>
                            <a:schemeClr val="bg1"/>
                          </a:solidFill>
                          <a:latin typeface="Times New Roman" panose="02020603050405020304"/>
                          <a:ea typeface="Times New Roman" panose="02020603050405020304"/>
                          <a:cs typeface="Times New Roman" panose="02020603050405020304"/>
                          <a:sym typeface="Times New Roman" panose="02020603050405020304"/>
                        </a:rPr>
                        <a:t>Niveau de réalisation des activités</a:t>
                      </a:r>
                      <a:endParaRPr sz="2400" b="1" u="none" strike="noStrike" cap="none" dirty="0">
                        <a:solidFill>
                          <a:schemeClr val="bg1"/>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121900" marB="121900" anchor="ctr">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1155CC"/>
                      </a:solidFill>
                      <a:prstDash val="dot"/>
                      <a:round/>
                      <a:headEnd type="none" w="sm" len="sm"/>
                      <a:tailEnd type="none" w="sm" len="sm"/>
                    </a:lnB>
                    <a:solidFill>
                      <a:schemeClr val="accent1">
                        <a:lumMod val="50000"/>
                      </a:schemeClr>
                    </a:solidFill>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0000"/>
                  </a:ext>
                </a:extLst>
              </a:tr>
              <a:tr h="829167">
                <a:tc>
                  <a:txBody>
                    <a:bodyPr/>
                    <a:lstStyle/>
                    <a:p>
                      <a:pPr marL="0" marR="0" lvl="0" indent="0" algn="ctr" rtl="0">
                        <a:lnSpc>
                          <a:spcPct val="115000"/>
                        </a:lnSpc>
                        <a:spcBef>
                          <a:spcPts val="0"/>
                        </a:spcBef>
                        <a:spcAft>
                          <a:spcPts val="0"/>
                        </a:spcAft>
                        <a:buClr>
                          <a:srgbClr val="000000"/>
                        </a:buClr>
                        <a:buSzPts val="1200"/>
                        <a:buFont typeface="Arial" panose="020B0604020202020204"/>
                        <a:buNone/>
                      </a:pPr>
                      <a:r>
                        <a:rPr lang="en-GB" sz="1600" b="1" u="none" strike="noStrike" cap="none">
                          <a:solidFill>
                            <a:schemeClr val="accent1">
                              <a:lumMod val="50000"/>
                            </a:schemeClr>
                          </a:solidFill>
                          <a:latin typeface="Times New Roman" panose="02020603050405020304"/>
                          <a:ea typeface="Times New Roman" panose="02020603050405020304"/>
                          <a:cs typeface="Times New Roman" panose="02020603050405020304"/>
                          <a:sym typeface="Times New Roman" panose="02020603050405020304"/>
                        </a:rPr>
                        <a:t>Planifiées</a:t>
                      </a:r>
                      <a:endParaRPr sz="1600" b="1" u="none" strike="noStrike" cap="none">
                        <a:solidFill>
                          <a:schemeClr val="accent1">
                            <a:lumMod val="50000"/>
                          </a:schemeClr>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121900" marB="121900" anchor="ctr">
                    <a:lnL w="9525" cap="flat" cmpd="sng">
                      <a:solidFill>
                        <a:srgbClr val="1155CC"/>
                      </a:solidFill>
                      <a:prstDash val="dot"/>
                      <a:round/>
                      <a:headEnd type="none" w="sm" len="sm"/>
                      <a:tailEnd type="none" w="sm" len="sm"/>
                    </a:lnL>
                    <a:lnR w="9525" cap="flat" cmpd="sng">
                      <a:solidFill>
                        <a:srgbClr val="1155CC"/>
                      </a:solidFill>
                      <a:prstDash val="dot"/>
                      <a:round/>
                      <a:headEnd type="none" w="sm" len="sm"/>
                      <a:tailEnd type="none" w="sm" len="sm"/>
                    </a:lnR>
                    <a:lnT w="9525" cap="flat" cmpd="sng">
                      <a:solidFill>
                        <a:srgbClr val="1155CC"/>
                      </a:solidFill>
                      <a:prstDash val="dot"/>
                      <a:round/>
                      <a:headEnd type="none" w="sm" len="sm"/>
                      <a:tailEnd type="none" w="sm" len="sm"/>
                    </a:lnT>
                    <a:lnB w="9525" cap="flat" cmpd="sng">
                      <a:solidFill>
                        <a:srgbClr val="00FFFF"/>
                      </a:solidFill>
                      <a:prstDash val="dash"/>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200"/>
                        <a:buFont typeface="Arial" panose="020B0604020202020204"/>
                        <a:buNone/>
                      </a:pPr>
                      <a:r>
                        <a:rPr lang="en-GB" sz="1600" b="1" u="none" strike="noStrike" cap="none" dirty="0" err="1">
                          <a:solidFill>
                            <a:schemeClr val="accent1">
                              <a:lumMod val="50000"/>
                            </a:schemeClr>
                          </a:solidFill>
                          <a:latin typeface="Times New Roman" panose="02020603050405020304"/>
                          <a:ea typeface="Times New Roman" panose="02020603050405020304"/>
                          <a:cs typeface="Times New Roman" panose="02020603050405020304"/>
                          <a:sym typeface="Times New Roman" panose="02020603050405020304"/>
                        </a:rPr>
                        <a:t>Réalisées</a:t>
                      </a:r>
                      <a:endParaRPr sz="1600" b="1" u="none" strike="noStrike" cap="none" dirty="0">
                        <a:solidFill>
                          <a:schemeClr val="accent1">
                            <a:lumMod val="50000"/>
                          </a:schemeClr>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121900" marB="121900" anchor="ctr">
                    <a:lnL w="9525" cap="flat" cmpd="sng">
                      <a:solidFill>
                        <a:srgbClr val="1155CC"/>
                      </a:solidFill>
                      <a:prstDash val="dot"/>
                      <a:round/>
                      <a:headEnd type="none" w="sm" len="sm"/>
                      <a:tailEnd type="none" w="sm" len="sm"/>
                    </a:lnL>
                    <a:lnR w="9525" cap="flat" cmpd="sng">
                      <a:solidFill>
                        <a:srgbClr val="1155CC"/>
                      </a:solidFill>
                      <a:prstDash val="dot"/>
                      <a:round/>
                      <a:headEnd type="none" w="sm" len="sm"/>
                      <a:tailEnd type="none" w="sm" len="sm"/>
                    </a:lnR>
                    <a:lnT w="9525" cap="flat" cmpd="sng">
                      <a:solidFill>
                        <a:srgbClr val="1155CC"/>
                      </a:solidFill>
                      <a:prstDash val="dot"/>
                      <a:round/>
                      <a:headEnd type="none" w="sm" len="sm"/>
                      <a:tailEnd type="none" w="sm" len="sm"/>
                    </a:lnT>
                    <a:lnB w="9525" cap="flat" cmpd="sng">
                      <a:solidFill>
                        <a:srgbClr val="1155CC"/>
                      </a:solidFill>
                      <a:prstDash val="dot"/>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200"/>
                        <a:buFont typeface="Arial" panose="020B0604020202020204"/>
                        <a:buNone/>
                      </a:pPr>
                      <a:r>
                        <a:rPr lang="en-GB" sz="1600" b="1" u="none" strike="noStrike" cap="none" dirty="0" err="1">
                          <a:solidFill>
                            <a:schemeClr val="accent1">
                              <a:lumMod val="50000"/>
                            </a:schemeClr>
                          </a:solidFill>
                          <a:latin typeface="Times New Roman" panose="02020603050405020304"/>
                          <a:ea typeface="Times New Roman" panose="02020603050405020304"/>
                          <a:cs typeface="Times New Roman" panose="02020603050405020304"/>
                          <a:sym typeface="Times New Roman" panose="02020603050405020304"/>
                        </a:rPr>
                        <a:t>Partiellement</a:t>
                      </a:r>
                      <a:r>
                        <a:rPr lang="en-GB" sz="1600" b="1" u="none" strike="noStrike" cap="none" dirty="0">
                          <a:solidFill>
                            <a:schemeClr val="accent1">
                              <a:lumMod val="50000"/>
                            </a:schemeClr>
                          </a:solidFill>
                          <a:latin typeface="Times New Roman" panose="02020603050405020304"/>
                          <a:ea typeface="Times New Roman" panose="02020603050405020304"/>
                          <a:cs typeface="Times New Roman" panose="02020603050405020304"/>
                          <a:sym typeface="Times New Roman" panose="02020603050405020304"/>
                        </a:rPr>
                        <a:t> </a:t>
                      </a:r>
                      <a:r>
                        <a:rPr lang="en-GB" sz="1600" b="1" u="none" strike="noStrike" cap="none" dirty="0" err="1">
                          <a:solidFill>
                            <a:schemeClr val="accent1">
                              <a:lumMod val="50000"/>
                            </a:schemeClr>
                          </a:solidFill>
                          <a:latin typeface="Times New Roman" panose="02020603050405020304"/>
                          <a:ea typeface="Times New Roman" panose="02020603050405020304"/>
                          <a:cs typeface="Times New Roman" panose="02020603050405020304"/>
                          <a:sym typeface="Times New Roman" panose="02020603050405020304"/>
                        </a:rPr>
                        <a:t>Réalisées</a:t>
                      </a:r>
                      <a:endParaRPr sz="1600" b="1" u="none" strike="noStrike" cap="none" dirty="0">
                        <a:solidFill>
                          <a:schemeClr val="accent1">
                            <a:lumMod val="50000"/>
                          </a:schemeClr>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121900" marB="121900" anchor="ctr">
                    <a:lnL w="9525" cap="flat" cmpd="sng">
                      <a:solidFill>
                        <a:srgbClr val="1155CC"/>
                      </a:solidFill>
                      <a:prstDash val="dot"/>
                      <a:round/>
                      <a:headEnd type="none" w="sm" len="sm"/>
                      <a:tailEnd type="none" w="sm" len="sm"/>
                    </a:lnL>
                    <a:lnR w="9525" cap="flat" cmpd="sng">
                      <a:solidFill>
                        <a:srgbClr val="1155CC"/>
                      </a:solidFill>
                      <a:prstDash val="dot"/>
                      <a:round/>
                      <a:headEnd type="none" w="sm" len="sm"/>
                      <a:tailEnd type="none" w="sm" len="sm"/>
                    </a:lnR>
                    <a:lnT w="9525" cap="flat" cmpd="sng">
                      <a:solidFill>
                        <a:srgbClr val="1155CC"/>
                      </a:solidFill>
                      <a:prstDash val="dot"/>
                      <a:round/>
                      <a:headEnd type="none" w="sm" len="sm"/>
                      <a:tailEnd type="none" w="sm" len="sm"/>
                    </a:lnT>
                    <a:lnB w="9525" cap="flat" cmpd="sng">
                      <a:solidFill>
                        <a:srgbClr val="1155CC"/>
                      </a:solidFill>
                      <a:prstDash val="dot"/>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200"/>
                        <a:buFont typeface="Arial" panose="020B0604020202020204"/>
                        <a:buNone/>
                      </a:pPr>
                      <a:r>
                        <a:rPr lang="en-GB" sz="1600" b="1" u="none" strike="noStrike" cap="none" dirty="0">
                          <a:solidFill>
                            <a:schemeClr val="accent1">
                              <a:lumMod val="50000"/>
                            </a:schemeClr>
                          </a:solidFill>
                          <a:latin typeface="Times New Roman" panose="02020603050405020304"/>
                          <a:ea typeface="Times New Roman" panose="02020603050405020304"/>
                          <a:cs typeface="Times New Roman" panose="02020603050405020304"/>
                          <a:sym typeface="Times New Roman" panose="02020603050405020304"/>
                        </a:rPr>
                        <a:t>Non Réalisées</a:t>
                      </a:r>
                      <a:endParaRPr sz="1600" b="1" u="none" strike="noStrike" cap="none" dirty="0">
                        <a:solidFill>
                          <a:schemeClr val="accent1">
                            <a:lumMod val="50000"/>
                          </a:schemeClr>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121900" marB="121900" anchor="ctr">
                    <a:lnL w="9525" cap="flat" cmpd="sng">
                      <a:solidFill>
                        <a:srgbClr val="1155CC"/>
                      </a:solidFill>
                      <a:prstDash val="dot"/>
                      <a:round/>
                      <a:headEnd type="none" w="sm" len="sm"/>
                      <a:tailEnd type="none" w="sm" len="sm"/>
                    </a:lnL>
                    <a:lnR w="9525" cap="flat" cmpd="sng">
                      <a:solidFill>
                        <a:srgbClr val="1155CC"/>
                      </a:solidFill>
                      <a:prstDash val="dot"/>
                      <a:round/>
                      <a:headEnd type="none" w="sm" len="sm"/>
                      <a:tailEnd type="none" w="sm" len="sm"/>
                    </a:lnR>
                    <a:lnT w="9525" cap="flat" cmpd="sng">
                      <a:solidFill>
                        <a:srgbClr val="1155CC"/>
                      </a:solidFill>
                      <a:prstDash val="dot"/>
                      <a:round/>
                      <a:headEnd type="none" w="sm" len="sm"/>
                      <a:tailEnd type="none" w="sm" len="sm"/>
                    </a:lnT>
                    <a:lnB w="9525" cap="flat" cmpd="sng">
                      <a:solidFill>
                        <a:srgbClr val="1155CC"/>
                      </a:solidFill>
                      <a:prstDash val="dot"/>
                      <a:round/>
                      <a:headEnd type="none" w="sm" len="sm"/>
                      <a:tailEnd type="none" w="sm" len="sm"/>
                    </a:lnB>
                  </a:tcPr>
                </a:tc>
                <a:extLst>
                  <a:ext uri="{0D108BD9-81ED-4DB2-BD59-A6C34878D82A}">
                    <a16:rowId xmlns:a16="http://schemas.microsoft.com/office/drawing/2014/main" val="10001"/>
                  </a:ext>
                </a:extLst>
              </a:tr>
              <a:tr h="572107">
                <a:tc>
                  <a:txBody>
                    <a:bodyPr/>
                    <a:lstStyle/>
                    <a:p>
                      <a:pPr marL="0" marR="0" lvl="0" indent="0" algn="ctr" rtl="0">
                        <a:lnSpc>
                          <a:spcPct val="115000"/>
                        </a:lnSpc>
                        <a:spcBef>
                          <a:spcPts val="0"/>
                        </a:spcBef>
                        <a:spcAft>
                          <a:spcPts val="0"/>
                        </a:spcAft>
                        <a:buClr>
                          <a:srgbClr val="000000"/>
                        </a:buClr>
                        <a:buSzPts val="1200"/>
                        <a:buFont typeface="Arial" panose="020B0604020202020204"/>
                        <a:buNone/>
                      </a:pPr>
                      <a:r>
                        <a:rPr lang="en-GB" sz="1600" b="1" u="none" strike="noStrike" cap="none" dirty="0">
                          <a:solidFill>
                            <a:schemeClr val="accent1">
                              <a:lumMod val="50000"/>
                            </a:schemeClr>
                          </a:solidFill>
                          <a:latin typeface="Times New Roman" panose="02020603050405020304"/>
                          <a:ea typeface="Times New Roman" panose="02020603050405020304"/>
                          <a:cs typeface="Times New Roman" panose="02020603050405020304"/>
                          <a:sym typeface="Times New Roman" panose="02020603050405020304"/>
                        </a:rPr>
                        <a:t>8 activités</a:t>
                      </a:r>
                      <a:endParaRPr sz="1600" b="1" u="none" strike="noStrike" cap="none" dirty="0">
                        <a:solidFill>
                          <a:schemeClr val="accent1">
                            <a:lumMod val="50000"/>
                          </a:schemeClr>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121900" marB="121900" anchor="ctr">
                    <a:lnL w="9525" cap="flat" cmpd="sng">
                      <a:solidFill>
                        <a:srgbClr val="00FFFF"/>
                      </a:solidFill>
                      <a:prstDash val="dash"/>
                      <a:round/>
                      <a:headEnd type="none" w="sm" len="sm"/>
                      <a:tailEnd type="none" w="sm" len="sm"/>
                    </a:lnL>
                    <a:lnR w="9525" cap="flat" cmpd="sng">
                      <a:solidFill>
                        <a:srgbClr val="00FFFF"/>
                      </a:solidFill>
                      <a:prstDash val="dash"/>
                      <a:round/>
                      <a:headEnd type="none" w="sm" len="sm"/>
                      <a:tailEnd type="none" w="sm" len="sm"/>
                    </a:lnR>
                    <a:lnT w="9525" cap="flat" cmpd="sng">
                      <a:solidFill>
                        <a:srgbClr val="00FFFF"/>
                      </a:solidFill>
                      <a:prstDash val="dash"/>
                      <a:round/>
                      <a:headEnd type="none" w="sm" len="sm"/>
                      <a:tailEnd type="none" w="sm" len="sm"/>
                    </a:lnT>
                    <a:lnB w="9525" cap="flat" cmpd="sng" algn="ctr">
                      <a:solidFill>
                        <a:srgbClr val="00FFFF"/>
                      </a:solidFill>
                      <a:prstDash val="dash"/>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200"/>
                        <a:buFont typeface="Arial" panose="020B0604020202020204"/>
                        <a:buNone/>
                      </a:pPr>
                      <a:r>
                        <a:rPr lang="fr-FR" sz="1600" b="1" u="none" strike="noStrike" cap="none" dirty="0">
                          <a:solidFill>
                            <a:schemeClr val="bg1"/>
                          </a:solidFill>
                          <a:latin typeface="Times New Roman" panose="02020603050405020304"/>
                          <a:ea typeface="Times New Roman" panose="02020603050405020304"/>
                          <a:cs typeface="Times New Roman" panose="02020603050405020304"/>
                          <a:sym typeface="Times New Roman" panose="02020603050405020304"/>
                        </a:rPr>
                        <a:t>3</a:t>
                      </a:r>
                      <a:endParaRPr sz="1600" b="1" u="none" strike="noStrike" cap="none" dirty="0">
                        <a:solidFill>
                          <a:schemeClr val="bg1"/>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121900" marB="121900" anchor="ctr">
                    <a:lnL w="9525" cap="flat" cmpd="sng">
                      <a:solidFill>
                        <a:srgbClr val="00FFFF"/>
                      </a:solidFill>
                      <a:prstDash val="dash"/>
                      <a:round/>
                      <a:headEnd type="none" w="sm" len="sm"/>
                      <a:tailEnd type="none" w="sm" len="sm"/>
                    </a:lnL>
                    <a:lnR w="9525" cap="flat" cmpd="sng">
                      <a:solidFill>
                        <a:srgbClr val="1155CC"/>
                      </a:solidFill>
                      <a:prstDash val="dot"/>
                      <a:round/>
                      <a:headEnd type="none" w="sm" len="sm"/>
                      <a:tailEnd type="none" w="sm" len="sm"/>
                    </a:lnR>
                    <a:lnT w="9525" cap="flat" cmpd="sng">
                      <a:solidFill>
                        <a:srgbClr val="1155CC"/>
                      </a:solidFill>
                      <a:prstDash val="dot"/>
                      <a:round/>
                      <a:headEnd type="none" w="sm" len="sm"/>
                      <a:tailEnd type="none" w="sm" len="sm"/>
                    </a:lnT>
                    <a:lnB w="9525" cap="flat" cmpd="sng" algn="ctr">
                      <a:solidFill>
                        <a:srgbClr val="1155CC"/>
                      </a:solidFill>
                      <a:prstDash val="dot"/>
                      <a:round/>
                      <a:headEnd type="none" w="sm" len="sm"/>
                      <a:tailEnd type="none" w="sm" len="sm"/>
                    </a:lnB>
                    <a:solidFill>
                      <a:srgbClr val="30A52D"/>
                    </a:solidFill>
                  </a:tcPr>
                </a:tc>
                <a:tc>
                  <a:txBody>
                    <a:bodyPr/>
                    <a:lstStyle/>
                    <a:p>
                      <a:pPr marL="0" marR="0" lvl="0" indent="0" algn="ctr" rtl="0">
                        <a:lnSpc>
                          <a:spcPct val="115000"/>
                        </a:lnSpc>
                        <a:spcBef>
                          <a:spcPts val="0"/>
                        </a:spcBef>
                        <a:spcAft>
                          <a:spcPts val="0"/>
                        </a:spcAft>
                        <a:buClr>
                          <a:srgbClr val="000000"/>
                        </a:buClr>
                        <a:buSzPts val="1200"/>
                        <a:buFont typeface="Arial" panose="020B0604020202020204"/>
                        <a:buNone/>
                      </a:pPr>
                      <a:r>
                        <a:rPr lang="fr-FR" sz="1600" b="1" u="none" strike="noStrike" cap="none" dirty="0">
                          <a:solidFill>
                            <a:schemeClr val="accent1">
                              <a:lumMod val="50000"/>
                            </a:schemeClr>
                          </a:solidFill>
                          <a:latin typeface="Times New Roman" panose="02020603050405020304"/>
                          <a:ea typeface="Times New Roman" panose="02020603050405020304"/>
                          <a:cs typeface="Times New Roman" panose="02020603050405020304"/>
                          <a:sym typeface="Times New Roman" panose="02020603050405020304"/>
                        </a:rPr>
                        <a:t>4</a:t>
                      </a:r>
                      <a:endParaRPr sz="1600" b="1" u="none" strike="noStrike" cap="none" dirty="0">
                        <a:solidFill>
                          <a:schemeClr val="accent1">
                            <a:lumMod val="50000"/>
                          </a:schemeClr>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121900" marB="121900" anchor="ctr">
                    <a:lnL w="9525" cap="flat" cmpd="sng">
                      <a:solidFill>
                        <a:srgbClr val="1155CC"/>
                      </a:solidFill>
                      <a:prstDash val="dot"/>
                      <a:round/>
                      <a:headEnd type="none" w="sm" len="sm"/>
                      <a:tailEnd type="none" w="sm" len="sm"/>
                    </a:lnL>
                    <a:lnR w="9525" cap="flat" cmpd="sng">
                      <a:solidFill>
                        <a:srgbClr val="1155CC"/>
                      </a:solidFill>
                      <a:prstDash val="dot"/>
                      <a:round/>
                      <a:headEnd type="none" w="sm" len="sm"/>
                      <a:tailEnd type="none" w="sm" len="sm"/>
                    </a:lnR>
                    <a:lnT w="9525" cap="flat" cmpd="sng">
                      <a:solidFill>
                        <a:srgbClr val="1155CC"/>
                      </a:solidFill>
                      <a:prstDash val="dot"/>
                      <a:round/>
                      <a:headEnd type="none" w="sm" len="sm"/>
                      <a:tailEnd type="none" w="sm" len="sm"/>
                    </a:lnT>
                    <a:lnB w="9525" cap="flat" cmpd="sng" algn="ctr">
                      <a:solidFill>
                        <a:srgbClr val="1155CC"/>
                      </a:solidFill>
                      <a:prstDash val="dot"/>
                      <a:round/>
                      <a:headEnd type="none" w="sm" len="sm"/>
                      <a:tailEnd type="none" w="sm" len="sm"/>
                    </a:lnB>
                    <a:solidFill>
                      <a:srgbClr val="FFFF00"/>
                    </a:solidFill>
                  </a:tcPr>
                </a:tc>
                <a:tc>
                  <a:txBody>
                    <a:bodyPr/>
                    <a:lstStyle/>
                    <a:p>
                      <a:pPr marL="0" marR="0" lvl="0" indent="0" algn="ctr" rtl="0">
                        <a:lnSpc>
                          <a:spcPct val="115000"/>
                        </a:lnSpc>
                        <a:spcBef>
                          <a:spcPts val="0"/>
                        </a:spcBef>
                        <a:spcAft>
                          <a:spcPts val="0"/>
                        </a:spcAft>
                        <a:buClr>
                          <a:srgbClr val="000000"/>
                        </a:buClr>
                        <a:buSzPts val="1200"/>
                        <a:buFont typeface="Arial" panose="020B0604020202020204"/>
                        <a:buNone/>
                      </a:pPr>
                      <a:r>
                        <a:rPr lang="fr-FR" sz="1600" b="1" u="none" strike="noStrike" cap="none" dirty="0">
                          <a:solidFill>
                            <a:schemeClr val="bg1"/>
                          </a:solidFill>
                          <a:latin typeface="Times New Roman" panose="02020603050405020304"/>
                          <a:ea typeface="Times New Roman" panose="02020603050405020304"/>
                          <a:cs typeface="Times New Roman" panose="02020603050405020304"/>
                          <a:sym typeface="Times New Roman" panose="02020603050405020304"/>
                        </a:rPr>
                        <a:t>1</a:t>
                      </a:r>
                      <a:endParaRPr sz="1600" b="1" u="none" strike="noStrike" cap="none" dirty="0">
                        <a:solidFill>
                          <a:schemeClr val="bg1"/>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121900" marB="121900" anchor="ctr">
                    <a:lnL w="9525" cap="flat" cmpd="sng">
                      <a:solidFill>
                        <a:srgbClr val="1155CC"/>
                      </a:solidFill>
                      <a:prstDash val="dot"/>
                      <a:round/>
                      <a:headEnd type="none" w="sm" len="sm"/>
                      <a:tailEnd type="none" w="sm" len="sm"/>
                    </a:lnL>
                    <a:lnR w="9525" cap="flat" cmpd="sng">
                      <a:solidFill>
                        <a:srgbClr val="1155CC"/>
                      </a:solidFill>
                      <a:prstDash val="dot"/>
                      <a:round/>
                      <a:headEnd type="none" w="sm" len="sm"/>
                      <a:tailEnd type="none" w="sm" len="sm"/>
                    </a:lnR>
                    <a:lnT w="9525" cap="flat" cmpd="sng">
                      <a:solidFill>
                        <a:srgbClr val="1155CC"/>
                      </a:solidFill>
                      <a:prstDash val="dot"/>
                      <a:round/>
                      <a:headEnd type="none" w="sm" len="sm"/>
                      <a:tailEnd type="none" w="sm" len="sm"/>
                    </a:lnT>
                    <a:lnB w="9525" cap="flat" cmpd="sng" algn="ctr">
                      <a:solidFill>
                        <a:srgbClr val="1155CC"/>
                      </a:solidFill>
                      <a:prstDash val="dot"/>
                      <a:round/>
                      <a:headEnd type="none" w="sm" len="sm"/>
                      <a:tailEnd type="none" w="sm" len="sm"/>
                    </a:lnB>
                    <a:solidFill>
                      <a:srgbClr val="EF2B21"/>
                    </a:solidFill>
                  </a:tcPr>
                </a:tc>
                <a:extLst>
                  <a:ext uri="{0D108BD9-81ED-4DB2-BD59-A6C34878D82A}">
                    <a16:rowId xmlns:a16="http://schemas.microsoft.com/office/drawing/2014/main" val="10002"/>
                  </a:ext>
                </a:extLst>
              </a:tr>
              <a:tr h="542925">
                <a:tc>
                  <a:txBody>
                    <a:bodyPr/>
                    <a:lstStyle/>
                    <a:p>
                      <a:pPr marL="0" marR="0" lvl="0" indent="0" algn="ctr" rtl="0">
                        <a:lnSpc>
                          <a:spcPct val="115000"/>
                        </a:lnSpc>
                        <a:spcBef>
                          <a:spcPts val="0"/>
                        </a:spcBef>
                        <a:spcAft>
                          <a:spcPts val="0"/>
                        </a:spcAft>
                        <a:buClr>
                          <a:srgbClr val="000000"/>
                        </a:buClr>
                        <a:buSzPts val="1200"/>
                        <a:buFont typeface="Arial" panose="020B0604020202020204"/>
                        <a:buNone/>
                      </a:pPr>
                      <a:r>
                        <a:rPr lang="fr-FR" sz="1600" b="1" u="none" strike="noStrike" cap="none" dirty="0">
                          <a:solidFill>
                            <a:schemeClr val="accent1">
                              <a:lumMod val="50000"/>
                            </a:schemeClr>
                          </a:solidFill>
                          <a:latin typeface="Times New Roman" panose="02020603050405020304"/>
                          <a:ea typeface="Times New Roman" panose="02020603050405020304"/>
                          <a:cs typeface="Times New Roman" panose="02020603050405020304"/>
                          <a:sym typeface="Times New Roman" panose="02020603050405020304"/>
                        </a:rPr>
                        <a:t>29 sous-activités</a:t>
                      </a:r>
                      <a:endParaRPr sz="1600" b="1" u="none" strike="noStrike" cap="none" dirty="0">
                        <a:solidFill>
                          <a:schemeClr val="accent1">
                            <a:lumMod val="50000"/>
                          </a:schemeClr>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121900" marB="121900" anchor="ctr">
                    <a:lnL w="9525" cap="flat" cmpd="sng">
                      <a:solidFill>
                        <a:srgbClr val="00FFFF"/>
                      </a:solidFill>
                      <a:prstDash val="dash"/>
                      <a:round/>
                      <a:headEnd type="none" w="sm" len="sm"/>
                      <a:tailEnd type="none" w="sm" len="sm"/>
                    </a:lnL>
                    <a:lnR w="9525" cap="flat" cmpd="sng" algn="ctr">
                      <a:solidFill>
                        <a:srgbClr val="00FFFF"/>
                      </a:solidFill>
                      <a:prstDash val="dash"/>
                      <a:round/>
                      <a:headEnd type="none" w="sm" len="sm"/>
                      <a:tailEnd type="none" w="sm" len="sm"/>
                    </a:lnR>
                    <a:lnT w="9525" cap="flat" cmpd="sng">
                      <a:solidFill>
                        <a:srgbClr val="00FFFF"/>
                      </a:solidFill>
                      <a:prstDash val="dash"/>
                      <a:round/>
                      <a:headEnd type="none" w="sm" len="sm"/>
                      <a:tailEnd type="none" w="sm" len="sm"/>
                    </a:lnT>
                    <a:lnB w="9525" cap="flat" cmpd="sng">
                      <a:solidFill>
                        <a:srgbClr val="00FFFF"/>
                      </a:solidFill>
                      <a:prstDash val="dash"/>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200"/>
                        <a:buFont typeface="Arial" panose="020B0604020202020204"/>
                        <a:buNone/>
                      </a:pPr>
                      <a:r>
                        <a:rPr lang="fr-FR" sz="1600" b="1" u="none" strike="noStrike" cap="none" dirty="0">
                          <a:solidFill>
                            <a:schemeClr val="bg1"/>
                          </a:solidFill>
                          <a:latin typeface="Times New Roman" panose="02020603050405020304"/>
                          <a:ea typeface="Times New Roman" panose="02020603050405020304"/>
                          <a:cs typeface="Times New Roman" panose="02020603050405020304"/>
                          <a:sym typeface="Times New Roman" panose="02020603050405020304"/>
                        </a:rPr>
                        <a:t>10</a:t>
                      </a:r>
                      <a:endParaRPr sz="1600" b="1" u="none" strike="noStrike" cap="none" dirty="0">
                        <a:solidFill>
                          <a:schemeClr val="bg1"/>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121900" marB="121900" anchor="ctr">
                    <a:lnL w="9525" cap="flat" cmpd="sng" algn="ctr">
                      <a:solidFill>
                        <a:srgbClr val="00FFFF"/>
                      </a:solidFill>
                      <a:prstDash val="dash"/>
                      <a:round/>
                      <a:headEnd type="none" w="sm" len="sm"/>
                      <a:tailEnd type="none" w="sm" len="sm"/>
                    </a:lnL>
                    <a:lnR w="9525" cap="flat" cmpd="sng" algn="ctr">
                      <a:solidFill>
                        <a:srgbClr val="1155CC"/>
                      </a:solidFill>
                      <a:prstDash val="dot"/>
                      <a:round/>
                      <a:headEnd type="none" w="sm" len="sm"/>
                      <a:tailEnd type="none" w="sm" len="sm"/>
                    </a:lnR>
                    <a:lnT w="9525" cap="flat" cmpd="sng">
                      <a:solidFill>
                        <a:srgbClr val="1155CC"/>
                      </a:solidFill>
                      <a:prstDash val="dot"/>
                      <a:round/>
                      <a:headEnd type="none" w="sm" len="sm"/>
                      <a:tailEnd type="none" w="sm" len="sm"/>
                    </a:lnT>
                    <a:lnB w="9525" cap="flat" cmpd="sng">
                      <a:solidFill>
                        <a:srgbClr val="1155CC"/>
                      </a:solidFill>
                      <a:prstDash val="dot"/>
                      <a:round/>
                      <a:headEnd type="none" w="sm" len="sm"/>
                      <a:tailEnd type="none" w="sm" len="sm"/>
                    </a:lnB>
                    <a:solidFill>
                      <a:srgbClr val="30A52D"/>
                    </a:solidFill>
                  </a:tcPr>
                </a:tc>
                <a:tc>
                  <a:txBody>
                    <a:bodyPr/>
                    <a:lstStyle/>
                    <a:p>
                      <a:pPr marL="0" marR="0" lvl="0" indent="0" algn="ctr" rtl="0">
                        <a:lnSpc>
                          <a:spcPct val="115000"/>
                        </a:lnSpc>
                        <a:spcBef>
                          <a:spcPts val="0"/>
                        </a:spcBef>
                        <a:spcAft>
                          <a:spcPts val="0"/>
                        </a:spcAft>
                        <a:buClr>
                          <a:srgbClr val="000000"/>
                        </a:buClr>
                        <a:buSzPts val="1200"/>
                        <a:buFont typeface="Arial" panose="020B0604020202020204"/>
                        <a:buNone/>
                      </a:pPr>
                      <a:r>
                        <a:rPr lang="fr-FR" sz="1600" b="1" u="none" strike="noStrike" cap="none" dirty="0">
                          <a:solidFill>
                            <a:schemeClr val="accent1">
                              <a:lumMod val="50000"/>
                            </a:schemeClr>
                          </a:solidFill>
                          <a:latin typeface="Times New Roman" panose="02020603050405020304"/>
                          <a:ea typeface="Times New Roman" panose="02020603050405020304"/>
                          <a:cs typeface="Times New Roman" panose="02020603050405020304"/>
                          <a:sym typeface="Times New Roman" panose="02020603050405020304"/>
                        </a:rPr>
                        <a:t>6</a:t>
                      </a:r>
                      <a:endParaRPr sz="1600" b="1" u="none" strike="noStrike" cap="none" dirty="0">
                        <a:solidFill>
                          <a:schemeClr val="accent1">
                            <a:lumMod val="50000"/>
                          </a:schemeClr>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121900" marB="121900" anchor="ctr">
                    <a:lnL w="9525" cap="flat" cmpd="sng" algn="ctr">
                      <a:solidFill>
                        <a:srgbClr val="1155CC"/>
                      </a:solidFill>
                      <a:prstDash val="dot"/>
                      <a:round/>
                      <a:headEnd type="none" w="sm" len="sm"/>
                      <a:tailEnd type="none" w="sm" len="sm"/>
                    </a:lnL>
                    <a:lnR w="9525" cap="flat" cmpd="sng" algn="ctr">
                      <a:solidFill>
                        <a:srgbClr val="1155CC"/>
                      </a:solidFill>
                      <a:prstDash val="dot"/>
                      <a:round/>
                      <a:headEnd type="none" w="sm" len="sm"/>
                      <a:tailEnd type="none" w="sm" len="sm"/>
                    </a:lnR>
                    <a:lnT w="9525" cap="flat" cmpd="sng">
                      <a:solidFill>
                        <a:srgbClr val="1155CC"/>
                      </a:solidFill>
                      <a:prstDash val="dot"/>
                      <a:round/>
                      <a:headEnd type="none" w="sm" len="sm"/>
                      <a:tailEnd type="none" w="sm" len="sm"/>
                    </a:lnT>
                    <a:lnB w="9525" cap="flat" cmpd="sng">
                      <a:solidFill>
                        <a:srgbClr val="1155CC"/>
                      </a:solidFill>
                      <a:prstDash val="dot"/>
                      <a:round/>
                      <a:headEnd type="none" w="sm" len="sm"/>
                      <a:tailEnd type="none" w="sm" len="sm"/>
                    </a:lnB>
                    <a:solidFill>
                      <a:srgbClr val="FFFF00"/>
                    </a:solidFill>
                  </a:tcPr>
                </a:tc>
                <a:tc>
                  <a:txBody>
                    <a:bodyPr/>
                    <a:lstStyle/>
                    <a:p>
                      <a:pPr marL="0" marR="0" lvl="0" indent="0" algn="ctr" rtl="0">
                        <a:lnSpc>
                          <a:spcPct val="115000"/>
                        </a:lnSpc>
                        <a:spcBef>
                          <a:spcPts val="0"/>
                        </a:spcBef>
                        <a:spcAft>
                          <a:spcPts val="0"/>
                        </a:spcAft>
                        <a:buClr>
                          <a:srgbClr val="000000"/>
                        </a:buClr>
                        <a:buSzPts val="1200"/>
                        <a:buFont typeface="Arial" panose="020B0604020202020204"/>
                        <a:buNone/>
                      </a:pPr>
                      <a:r>
                        <a:rPr lang="fr-FR" sz="1600" b="1" u="none" strike="noStrike" cap="none" dirty="0">
                          <a:solidFill>
                            <a:schemeClr val="bg1"/>
                          </a:solidFill>
                          <a:latin typeface="Times New Roman" panose="02020603050405020304"/>
                          <a:ea typeface="Times New Roman" panose="02020603050405020304"/>
                          <a:cs typeface="Times New Roman" panose="02020603050405020304"/>
                          <a:sym typeface="Times New Roman" panose="02020603050405020304"/>
                        </a:rPr>
                        <a:t>13</a:t>
                      </a:r>
                      <a:endParaRPr sz="1600" b="1" u="none" strike="noStrike" cap="none" dirty="0">
                        <a:solidFill>
                          <a:schemeClr val="bg1"/>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121900" marB="121900" anchor="ctr">
                    <a:lnL w="9525" cap="flat" cmpd="sng" algn="ctr">
                      <a:solidFill>
                        <a:srgbClr val="1155CC"/>
                      </a:solidFill>
                      <a:prstDash val="dot"/>
                      <a:round/>
                      <a:headEnd type="none" w="sm" len="sm"/>
                      <a:tailEnd type="none" w="sm" len="sm"/>
                    </a:lnL>
                    <a:lnR w="9525" cap="flat" cmpd="sng">
                      <a:solidFill>
                        <a:srgbClr val="1155CC"/>
                      </a:solidFill>
                      <a:prstDash val="dot"/>
                      <a:round/>
                      <a:headEnd type="none" w="sm" len="sm"/>
                      <a:tailEnd type="none" w="sm" len="sm"/>
                    </a:lnR>
                    <a:lnT w="9525" cap="flat" cmpd="sng">
                      <a:solidFill>
                        <a:srgbClr val="1155CC"/>
                      </a:solidFill>
                      <a:prstDash val="dot"/>
                      <a:round/>
                      <a:headEnd type="none" w="sm" len="sm"/>
                      <a:tailEnd type="none" w="sm" len="sm"/>
                    </a:lnT>
                    <a:lnB w="9525" cap="flat" cmpd="sng">
                      <a:solidFill>
                        <a:srgbClr val="1155CC"/>
                      </a:solidFill>
                      <a:prstDash val="dot"/>
                      <a:round/>
                      <a:headEnd type="none" w="sm" len="sm"/>
                      <a:tailEnd type="none" w="sm" len="sm"/>
                    </a:lnB>
                    <a:solidFill>
                      <a:srgbClr val="EF2B21"/>
                    </a:solidFill>
                  </a:tcPr>
                </a:tc>
                <a:extLst>
                  <a:ext uri="{0D108BD9-81ED-4DB2-BD59-A6C34878D82A}">
                    <a16:rowId xmlns:a16="http://schemas.microsoft.com/office/drawing/2014/main" val="10003"/>
                  </a:ext>
                </a:extLst>
              </a:tr>
            </a:tbl>
          </a:graphicData>
        </a:graphic>
      </p:graphicFrame>
      <p:grpSp>
        <p:nvGrpSpPr>
          <p:cNvPr id="633" name="Google Shape;633;p8"/>
          <p:cNvGrpSpPr/>
          <p:nvPr/>
        </p:nvGrpSpPr>
        <p:grpSpPr>
          <a:xfrm>
            <a:off x="509001" y="4949333"/>
            <a:ext cx="3119100" cy="812100"/>
            <a:chOff x="381750" y="3259050"/>
            <a:chExt cx="2339325" cy="609075"/>
          </a:xfrm>
        </p:grpSpPr>
        <p:sp>
          <p:nvSpPr>
            <p:cNvPr id="634" name="Google Shape;634;p8"/>
            <p:cNvSpPr/>
            <p:nvPr/>
          </p:nvSpPr>
          <p:spPr>
            <a:xfrm>
              <a:off x="381750" y="3259050"/>
              <a:ext cx="176700" cy="150600"/>
            </a:xfrm>
            <a:prstGeom prst="rect">
              <a:avLst/>
            </a:prstGeom>
            <a:solidFill>
              <a:srgbClr val="30A52D"/>
            </a:solidFill>
            <a:ln w="9525" cap="flat" cmpd="sng">
              <a:solidFill>
                <a:srgbClr val="6AA84F"/>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SzPts val="1400"/>
              </a:pPr>
              <a:endParaRPr sz="1865">
                <a:solidFill>
                  <a:srgbClr val="000000"/>
                </a:solidFill>
                <a:latin typeface="Arial" panose="020B0604020202020204"/>
                <a:ea typeface="Arial" panose="020B0604020202020204"/>
                <a:cs typeface="Arial" panose="020B0604020202020204"/>
                <a:sym typeface="Arial" panose="020B0604020202020204"/>
              </a:endParaRPr>
            </a:p>
          </p:txBody>
        </p:sp>
        <p:sp>
          <p:nvSpPr>
            <p:cNvPr id="635" name="Google Shape;635;p8"/>
            <p:cNvSpPr/>
            <p:nvPr/>
          </p:nvSpPr>
          <p:spPr>
            <a:xfrm>
              <a:off x="381750" y="3487650"/>
              <a:ext cx="176700" cy="150600"/>
            </a:xfrm>
            <a:prstGeom prst="rect">
              <a:avLst/>
            </a:prstGeom>
            <a:solidFill>
              <a:srgbClr val="FFC000"/>
            </a:solidFill>
            <a:ln w="9525" cap="flat" cmpd="sng">
              <a:solidFill>
                <a:srgbClr val="F1C232"/>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SzPts val="1400"/>
              </a:pPr>
              <a:endParaRPr sz="1865">
                <a:solidFill>
                  <a:srgbClr val="000000"/>
                </a:solidFill>
                <a:latin typeface="Arial" panose="020B0604020202020204"/>
                <a:ea typeface="Arial" panose="020B0604020202020204"/>
                <a:cs typeface="Arial" panose="020B0604020202020204"/>
                <a:sym typeface="Arial" panose="020B0604020202020204"/>
              </a:endParaRPr>
            </a:p>
          </p:txBody>
        </p:sp>
        <p:sp>
          <p:nvSpPr>
            <p:cNvPr id="636" name="Google Shape;636;p8"/>
            <p:cNvSpPr/>
            <p:nvPr/>
          </p:nvSpPr>
          <p:spPr>
            <a:xfrm>
              <a:off x="381750" y="3716250"/>
              <a:ext cx="176700" cy="150600"/>
            </a:xfrm>
            <a:prstGeom prst="rect">
              <a:avLst/>
            </a:prstGeom>
            <a:solidFill>
              <a:srgbClr val="EF2B21"/>
            </a:solidFill>
            <a:ln w="9525" cap="flat" cmpd="sng">
              <a:solidFill>
                <a:srgbClr val="E06666"/>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SzPts val="1400"/>
              </a:pPr>
              <a:endParaRPr sz="1865">
                <a:solidFill>
                  <a:srgbClr val="000000"/>
                </a:solidFill>
                <a:latin typeface="Arial" panose="020B0604020202020204"/>
                <a:ea typeface="Arial" panose="020B0604020202020204"/>
                <a:cs typeface="Arial" panose="020B0604020202020204"/>
                <a:sym typeface="Arial" panose="020B0604020202020204"/>
              </a:endParaRPr>
            </a:p>
          </p:txBody>
        </p:sp>
        <p:sp>
          <p:nvSpPr>
            <p:cNvPr id="637" name="Google Shape;637;p8"/>
            <p:cNvSpPr/>
            <p:nvPr/>
          </p:nvSpPr>
          <p:spPr>
            <a:xfrm>
              <a:off x="619875" y="3259050"/>
              <a:ext cx="2101200" cy="1506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a:lnSpc>
                  <a:spcPct val="115000"/>
                </a:lnSpc>
                <a:buClr>
                  <a:schemeClr val="dk1"/>
                </a:buClr>
                <a:buSzPts val="1100"/>
              </a:pPr>
              <a:r>
                <a:rPr lang="en-GB" sz="1335" dirty="0">
                  <a:solidFill>
                    <a:schemeClr val="accent1">
                      <a:lumMod val="50000"/>
                    </a:schemeClr>
                  </a:solidFill>
                  <a:latin typeface="Times New Roman" panose="02020603050405020304"/>
                  <a:ea typeface="Times New Roman" panose="02020603050405020304"/>
                  <a:cs typeface="Times New Roman" panose="02020603050405020304"/>
                  <a:sym typeface="Times New Roman" panose="02020603050405020304"/>
                </a:rPr>
                <a:t>Activités Réalisées</a:t>
              </a:r>
              <a:endParaRPr sz="1865" dirty="0">
                <a:solidFill>
                  <a:schemeClr val="accent1">
                    <a:lumMod val="50000"/>
                  </a:schemeClr>
                </a:solidFill>
                <a:latin typeface="Arial" panose="020B0604020202020204"/>
                <a:ea typeface="Arial" panose="020B0604020202020204"/>
                <a:cs typeface="Arial" panose="020B0604020202020204"/>
                <a:sym typeface="Arial" panose="020B0604020202020204"/>
              </a:endParaRPr>
            </a:p>
          </p:txBody>
        </p:sp>
        <p:sp>
          <p:nvSpPr>
            <p:cNvPr id="638" name="Google Shape;638;p8"/>
            <p:cNvSpPr/>
            <p:nvPr/>
          </p:nvSpPr>
          <p:spPr>
            <a:xfrm>
              <a:off x="619875" y="3487650"/>
              <a:ext cx="2101200" cy="1506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a:lnSpc>
                  <a:spcPct val="115000"/>
                </a:lnSpc>
                <a:buClr>
                  <a:schemeClr val="dk1"/>
                </a:buClr>
                <a:buSzPts val="1100"/>
              </a:pPr>
              <a:r>
                <a:rPr lang="en-GB" sz="1335" dirty="0">
                  <a:solidFill>
                    <a:schemeClr val="accent1">
                      <a:lumMod val="50000"/>
                    </a:schemeClr>
                  </a:solidFill>
                  <a:latin typeface="Times New Roman" panose="02020603050405020304"/>
                  <a:ea typeface="Times New Roman" panose="02020603050405020304"/>
                  <a:cs typeface="Times New Roman" panose="02020603050405020304"/>
                  <a:sym typeface="Times New Roman" panose="02020603050405020304"/>
                </a:rPr>
                <a:t>Activités partiellement </a:t>
              </a:r>
              <a:r>
                <a:rPr lang="en-GB" sz="1335" dirty="0" err="1">
                  <a:solidFill>
                    <a:schemeClr val="accent1">
                      <a:lumMod val="50000"/>
                    </a:schemeClr>
                  </a:solidFill>
                  <a:latin typeface="Times New Roman" panose="02020603050405020304"/>
                  <a:ea typeface="Times New Roman" panose="02020603050405020304"/>
                  <a:cs typeface="Times New Roman" panose="02020603050405020304"/>
                  <a:sym typeface="Times New Roman" panose="02020603050405020304"/>
                </a:rPr>
                <a:t>réalisées</a:t>
              </a:r>
              <a:endParaRPr sz="1865" dirty="0">
                <a:solidFill>
                  <a:schemeClr val="accent1">
                    <a:lumMod val="50000"/>
                  </a:schemeClr>
                </a:solidFill>
                <a:latin typeface="Arial" panose="020B0604020202020204"/>
                <a:ea typeface="Arial" panose="020B0604020202020204"/>
                <a:cs typeface="Arial" panose="020B0604020202020204"/>
                <a:sym typeface="Arial" panose="020B0604020202020204"/>
              </a:endParaRPr>
            </a:p>
          </p:txBody>
        </p:sp>
        <p:sp>
          <p:nvSpPr>
            <p:cNvPr id="639" name="Google Shape;639;p8"/>
            <p:cNvSpPr/>
            <p:nvPr/>
          </p:nvSpPr>
          <p:spPr>
            <a:xfrm>
              <a:off x="619875" y="3717525"/>
              <a:ext cx="2101200" cy="1506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a:lnSpc>
                  <a:spcPct val="115000"/>
                </a:lnSpc>
                <a:buClr>
                  <a:schemeClr val="dk1"/>
                </a:buClr>
                <a:buSzPts val="1100"/>
              </a:pPr>
              <a:r>
                <a:rPr lang="en-GB" sz="1335" dirty="0">
                  <a:solidFill>
                    <a:schemeClr val="accent1">
                      <a:lumMod val="50000"/>
                    </a:schemeClr>
                  </a:solidFill>
                  <a:latin typeface="Times New Roman" panose="02020603050405020304"/>
                  <a:ea typeface="Times New Roman" panose="02020603050405020304"/>
                  <a:cs typeface="Times New Roman" panose="02020603050405020304"/>
                  <a:sym typeface="Times New Roman" panose="02020603050405020304"/>
                </a:rPr>
                <a:t>Activités non Réalisées</a:t>
              </a:r>
              <a:endParaRPr sz="1865" dirty="0">
                <a:solidFill>
                  <a:schemeClr val="accent1">
                    <a:lumMod val="50000"/>
                  </a:schemeClr>
                </a:solidFill>
                <a:latin typeface="Arial" panose="020B0604020202020204"/>
                <a:ea typeface="Arial" panose="020B0604020202020204"/>
                <a:cs typeface="Arial" panose="020B0604020202020204"/>
                <a:sym typeface="Arial" panose="020B0604020202020204"/>
              </a:endParaRPr>
            </a:p>
          </p:txBody>
        </p:sp>
      </p:grpSp>
      <p:sp>
        <p:nvSpPr>
          <p:cNvPr id="4" name="Légende : flèche courbée 3"/>
          <p:cNvSpPr/>
          <p:nvPr/>
        </p:nvSpPr>
        <p:spPr>
          <a:xfrm>
            <a:off x="3781426" y="5257800"/>
            <a:ext cx="2219325" cy="1238251"/>
          </a:xfrm>
          <a:prstGeom prst="borderCallout2">
            <a:avLst>
              <a:gd name="adj1" fmla="val 15130"/>
              <a:gd name="adj2" fmla="val -254"/>
              <a:gd name="adj3" fmla="val 18750"/>
              <a:gd name="adj4" fmla="val -16667"/>
              <a:gd name="adj5" fmla="val -58050"/>
              <a:gd name="adj6" fmla="val -29008"/>
            </a:avLst>
          </a:prstGeom>
          <a:solidFill>
            <a:schemeClr val="tx1"/>
          </a:solidFill>
          <a:ln>
            <a:solidFill>
              <a:schemeClr val="tx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fr-FR" sz="1465" dirty="0">
                <a:solidFill>
                  <a:schemeClr val="bg1"/>
                </a:solidFill>
                <a:latin typeface="Times New Roman" panose="02020603050405020304" pitchFamily="18" charset="0"/>
                <a:cs typeface="Times New Roman" panose="02020603050405020304" pitchFamily="18" charset="0"/>
              </a:rPr>
              <a:t>8 activités avec 29 sous-activités planifiées en 2025, la plupart des activités non réalisées sont liées aux acquisitions </a:t>
            </a:r>
          </a:p>
        </p:txBody>
      </p:sp>
      <p:graphicFrame>
        <p:nvGraphicFramePr>
          <p:cNvPr id="2" name="Graphique 1"/>
          <p:cNvGraphicFramePr/>
          <p:nvPr>
            <p:extLst>
              <p:ext uri="{D42A27DB-BD31-4B8C-83A1-F6EECF244321}">
                <p14:modId xmlns:p14="http://schemas.microsoft.com/office/powerpoint/2010/main" val="2907250946"/>
              </p:ext>
            </p:extLst>
          </p:nvPr>
        </p:nvGraphicFramePr>
        <p:xfrm>
          <a:off x="6315074" y="1971674"/>
          <a:ext cx="5762625" cy="4552951"/>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44"/>
        <p:cNvGrpSpPr/>
        <p:nvPr/>
      </p:nvGrpSpPr>
      <p:grpSpPr>
        <a:xfrm>
          <a:off x="0" y="0"/>
          <a:ext cx="0" cy="0"/>
          <a:chOff x="0" y="0"/>
          <a:chExt cx="0" cy="0"/>
        </a:xfrm>
      </p:grpSpPr>
      <p:sp>
        <p:nvSpPr>
          <p:cNvPr id="645" name="Google Shape;645;p9"/>
          <p:cNvSpPr txBox="1"/>
          <p:nvPr/>
        </p:nvSpPr>
        <p:spPr>
          <a:xfrm>
            <a:off x="306192" y="89341"/>
            <a:ext cx="11274800" cy="529784"/>
          </a:xfrm>
          <a:prstGeom prst="rect">
            <a:avLst/>
          </a:prstGeom>
          <a:noFill/>
          <a:ln>
            <a:noFill/>
          </a:ln>
        </p:spPr>
        <p:txBody>
          <a:bodyPr spcFirstLastPara="1" wrap="square" lIns="0" tIns="0" rIns="0" bIns="0" anchor="t" anchorCtr="0">
            <a:noAutofit/>
          </a:bodyPr>
          <a:lstStyle/>
          <a:p>
            <a:pPr>
              <a:buClr>
                <a:schemeClr val="dk1"/>
              </a:buClr>
              <a:buSzPts val="1100"/>
            </a:pPr>
            <a:r>
              <a:rPr lang="en-GB" sz="2400" b="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Niveau de mise en oeuvre des activités logistiques du PAO 2025  </a:t>
            </a:r>
            <a:endParaRPr sz="2935"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46" name="Google Shape;646;p9"/>
          <p:cNvSpPr/>
          <p:nvPr/>
        </p:nvSpPr>
        <p:spPr>
          <a:xfrm>
            <a:off x="0" y="15061"/>
            <a:ext cx="235600" cy="655200"/>
          </a:xfrm>
          <a:prstGeom prst="rect">
            <a:avLst/>
          </a:prstGeom>
          <a:solidFill>
            <a:schemeClr val="accent1">
              <a:lumMod val="50000"/>
            </a:schemeClr>
          </a:solidFill>
          <a:ln>
            <a:noFill/>
          </a:ln>
        </p:spPr>
        <p:txBody>
          <a:bodyPr spcFirstLastPara="1" wrap="square" lIns="91400" tIns="91400" rIns="91400" bIns="91400"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Organigramme : Opération manuelle 1"/>
          <p:cNvSpPr/>
          <p:nvPr/>
        </p:nvSpPr>
        <p:spPr>
          <a:xfrm>
            <a:off x="11572877" y="66673"/>
            <a:ext cx="485776" cy="419100"/>
          </a:xfrm>
          <a:prstGeom prst="flowChartManualOperation">
            <a:avLst/>
          </a:prstGeom>
          <a:solidFill>
            <a:schemeClr val="accent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fr-FR" sz="1465"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a:t>
            </a:r>
            <a:endParaRPr lang="fr-FR"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aphicFrame>
        <p:nvGraphicFramePr>
          <p:cNvPr id="3" name="Tableau 2"/>
          <p:cNvGraphicFramePr>
            <a:graphicFrameLocks noGrp="1"/>
          </p:cNvGraphicFramePr>
          <p:nvPr>
            <p:extLst>
              <p:ext uri="{D42A27DB-BD31-4B8C-83A1-F6EECF244321}">
                <p14:modId xmlns:p14="http://schemas.microsoft.com/office/powerpoint/2010/main" val="4032549176"/>
              </p:ext>
            </p:extLst>
          </p:nvPr>
        </p:nvGraphicFramePr>
        <p:xfrm>
          <a:off x="0" y="609596"/>
          <a:ext cx="12191998" cy="6187440"/>
        </p:xfrm>
        <a:graphic>
          <a:graphicData uri="http://schemas.openxmlformats.org/drawingml/2006/table">
            <a:tbl>
              <a:tblPr/>
              <a:tblGrid>
                <a:gridCol w="331694">
                  <a:extLst>
                    <a:ext uri="{9D8B030D-6E8A-4147-A177-3AD203B41FA5}">
                      <a16:colId xmlns:a16="http://schemas.microsoft.com/office/drawing/2014/main" val="20000"/>
                    </a:ext>
                  </a:extLst>
                </a:gridCol>
                <a:gridCol w="5576047">
                  <a:extLst>
                    <a:ext uri="{9D8B030D-6E8A-4147-A177-3AD203B41FA5}">
                      <a16:colId xmlns:a16="http://schemas.microsoft.com/office/drawing/2014/main" val="20001"/>
                    </a:ext>
                  </a:extLst>
                </a:gridCol>
                <a:gridCol w="1272987">
                  <a:extLst>
                    <a:ext uri="{9D8B030D-6E8A-4147-A177-3AD203B41FA5}">
                      <a16:colId xmlns:a16="http://schemas.microsoft.com/office/drawing/2014/main" val="20002"/>
                    </a:ext>
                  </a:extLst>
                </a:gridCol>
                <a:gridCol w="1102659">
                  <a:extLst>
                    <a:ext uri="{9D8B030D-6E8A-4147-A177-3AD203B41FA5}">
                      <a16:colId xmlns:a16="http://schemas.microsoft.com/office/drawing/2014/main" val="20003"/>
                    </a:ext>
                  </a:extLst>
                </a:gridCol>
                <a:gridCol w="2885734">
                  <a:extLst>
                    <a:ext uri="{9D8B030D-6E8A-4147-A177-3AD203B41FA5}">
                      <a16:colId xmlns:a16="http://schemas.microsoft.com/office/drawing/2014/main" val="20004"/>
                    </a:ext>
                  </a:extLst>
                </a:gridCol>
                <a:gridCol w="1022877">
                  <a:extLst>
                    <a:ext uri="{9D8B030D-6E8A-4147-A177-3AD203B41FA5}">
                      <a16:colId xmlns:a16="http://schemas.microsoft.com/office/drawing/2014/main" val="20005"/>
                    </a:ext>
                  </a:extLst>
                </a:gridCol>
              </a:tblGrid>
              <a:tr h="411034">
                <a:tc>
                  <a:txBody>
                    <a:bodyPr/>
                    <a:lstStyle/>
                    <a:p>
                      <a:pPr algn="ctr" rtl="0" fontAlgn="ctr">
                        <a:buNone/>
                      </a:pPr>
                      <a:r>
                        <a:rPr lang="fr-FR" sz="1400" b="1" i="0" u="none" strike="noStrike" dirty="0">
                          <a:solidFill>
                            <a:srgbClr val="FFFFFF"/>
                          </a:solidFill>
                          <a:effectLst/>
                          <a:latin typeface="Times New Roman" panose="02020603050405020304" pitchFamily="18" charset="0"/>
                          <a:cs typeface="Times New Roman" panose="02020603050405020304" pitchFamily="18" charset="0"/>
                        </a:rPr>
                        <a:t>N°</a:t>
                      </a:r>
                    </a:p>
                  </a:txBody>
                  <a:tcPr marL="0" marR="0" marT="0" marB="0" anchor="ctr">
                    <a:lnL w="12700" cap="flat" cmpd="sng" algn="ctr">
                      <a:solidFill>
                        <a:srgbClr val="4285F4"/>
                      </a:solidFill>
                      <a:prstDash val="solid"/>
                      <a:round/>
                      <a:headEnd type="none" w="med" len="med"/>
                      <a:tailEnd type="none" w="med" len="med"/>
                    </a:lnL>
                    <a:lnR w="12700" cap="flat" cmpd="sng" algn="ctr">
                      <a:solidFill>
                        <a:srgbClr val="4285F4"/>
                      </a:solidFill>
                      <a:prstDash val="solid"/>
                      <a:round/>
                      <a:headEnd type="none" w="med" len="med"/>
                      <a:tailEnd type="none" w="med" len="med"/>
                    </a:lnR>
                    <a:lnT w="12700" cap="flat" cmpd="sng" algn="ctr">
                      <a:solidFill>
                        <a:srgbClr val="4285F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rtl="0" fontAlgn="ctr">
                        <a:buNone/>
                      </a:pPr>
                      <a:r>
                        <a:rPr lang="fr-FR" sz="1400" b="1" i="0" u="none" strike="noStrike" dirty="0">
                          <a:solidFill>
                            <a:srgbClr val="FFFFFF"/>
                          </a:solidFill>
                          <a:effectLst/>
                          <a:latin typeface="Times New Roman" panose="02020603050405020304" pitchFamily="18" charset="0"/>
                          <a:cs typeface="Times New Roman" panose="02020603050405020304" pitchFamily="18" charset="0"/>
                        </a:rPr>
                        <a:t>Activités</a:t>
                      </a:r>
                    </a:p>
                  </a:txBody>
                  <a:tcPr marL="0" marR="0" marT="0" marB="0" anchor="ctr">
                    <a:lnL w="12700" cap="flat" cmpd="sng" algn="ctr">
                      <a:solidFill>
                        <a:srgbClr val="4285F4"/>
                      </a:solidFill>
                      <a:prstDash val="solid"/>
                      <a:round/>
                      <a:headEnd type="none" w="med" len="med"/>
                      <a:tailEnd type="none" w="med" len="med"/>
                    </a:lnL>
                    <a:lnR w="12700" cap="flat" cmpd="sng" algn="ctr">
                      <a:solidFill>
                        <a:srgbClr val="4285F4"/>
                      </a:solidFill>
                      <a:prstDash val="solid"/>
                      <a:round/>
                      <a:headEnd type="none" w="med" len="med"/>
                      <a:tailEnd type="none" w="med" len="med"/>
                    </a:lnR>
                    <a:lnT w="12700" cap="flat" cmpd="sng" algn="ctr">
                      <a:solidFill>
                        <a:srgbClr val="4285F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rtl="0" fontAlgn="ctr">
                        <a:buNone/>
                      </a:pPr>
                      <a:r>
                        <a:rPr lang="fr-FR" sz="1400" b="1" i="0" u="none" strike="noStrike" dirty="0">
                          <a:solidFill>
                            <a:srgbClr val="FFFFFF"/>
                          </a:solidFill>
                          <a:effectLst/>
                          <a:latin typeface="Times New Roman" panose="02020603050405020304" pitchFamily="18" charset="0"/>
                          <a:cs typeface="Times New Roman" panose="02020603050405020304" pitchFamily="18" charset="0"/>
                        </a:rPr>
                        <a:t>Indicateur</a:t>
                      </a:r>
                    </a:p>
                  </a:txBody>
                  <a:tcPr marL="0" marR="0" marT="0" marB="0" anchor="ctr">
                    <a:lnL w="12700" cap="flat" cmpd="sng" algn="ctr">
                      <a:solidFill>
                        <a:srgbClr val="4285F4"/>
                      </a:solidFill>
                      <a:prstDash val="solid"/>
                      <a:round/>
                      <a:headEnd type="none" w="med" len="med"/>
                      <a:tailEnd type="none" w="med" len="med"/>
                    </a:lnL>
                    <a:lnR w="12700" cap="flat" cmpd="sng" algn="ctr">
                      <a:solidFill>
                        <a:srgbClr val="4285F4"/>
                      </a:solidFill>
                      <a:prstDash val="solid"/>
                      <a:round/>
                      <a:headEnd type="none" w="med" len="med"/>
                      <a:tailEnd type="none" w="med" len="med"/>
                    </a:lnR>
                    <a:lnT w="12700" cap="flat" cmpd="sng" algn="ctr">
                      <a:solidFill>
                        <a:srgbClr val="4285F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rtl="0" fontAlgn="ctr">
                        <a:buNone/>
                      </a:pPr>
                      <a:r>
                        <a:rPr lang="fr-FR" sz="1400" b="1" i="0" u="none" strike="noStrike">
                          <a:solidFill>
                            <a:srgbClr val="FFFFFF"/>
                          </a:solidFill>
                          <a:effectLst/>
                          <a:latin typeface="Times New Roman" panose="02020603050405020304" pitchFamily="18" charset="0"/>
                          <a:cs typeface="Times New Roman" panose="02020603050405020304" pitchFamily="18" charset="0"/>
                        </a:rPr>
                        <a:t>Niveau de réalisation</a:t>
                      </a:r>
                    </a:p>
                  </a:txBody>
                  <a:tcPr marL="0" marR="0" marT="0" marB="0" anchor="ctr">
                    <a:lnL w="12700" cap="flat" cmpd="sng" algn="ctr">
                      <a:solidFill>
                        <a:srgbClr val="4285F4"/>
                      </a:solidFill>
                      <a:prstDash val="solid"/>
                      <a:round/>
                      <a:headEnd type="none" w="med" len="med"/>
                      <a:tailEnd type="none" w="med" len="med"/>
                    </a:lnL>
                    <a:lnR w="12700" cap="flat" cmpd="sng" algn="ctr">
                      <a:solidFill>
                        <a:srgbClr val="4285F4"/>
                      </a:solidFill>
                      <a:prstDash val="solid"/>
                      <a:round/>
                      <a:headEnd type="none" w="med" len="med"/>
                      <a:tailEnd type="none" w="med" len="med"/>
                    </a:lnR>
                    <a:lnT w="12700" cap="flat" cmpd="sng" algn="ctr">
                      <a:solidFill>
                        <a:srgbClr val="4285F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rtl="0" fontAlgn="ctr">
                        <a:buNone/>
                      </a:pPr>
                      <a:r>
                        <a:rPr lang="fr-FR" sz="1400" b="1" i="0" u="none" strike="noStrike" dirty="0">
                          <a:solidFill>
                            <a:srgbClr val="FFFFFF"/>
                          </a:solidFill>
                          <a:effectLst/>
                          <a:latin typeface="Times New Roman" panose="02020603050405020304" pitchFamily="18" charset="0"/>
                          <a:cs typeface="Times New Roman" panose="02020603050405020304" pitchFamily="18" charset="0"/>
                        </a:rPr>
                        <a:t>Résultats obtenus</a:t>
                      </a:r>
                    </a:p>
                  </a:txBody>
                  <a:tcPr marL="0" marR="0" marT="0" marB="0" anchor="ctr">
                    <a:lnL w="12700" cap="flat" cmpd="sng" algn="ctr">
                      <a:solidFill>
                        <a:srgbClr val="4285F4"/>
                      </a:solidFill>
                      <a:prstDash val="solid"/>
                      <a:round/>
                      <a:headEnd type="none" w="med" len="med"/>
                      <a:tailEnd type="none" w="med" len="med"/>
                    </a:lnL>
                    <a:lnR w="12700" cap="flat" cmpd="sng" algn="ctr">
                      <a:solidFill>
                        <a:srgbClr val="4285F4"/>
                      </a:solidFill>
                      <a:prstDash val="solid"/>
                      <a:round/>
                      <a:headEnd type="none" w="med" len="med"/>
                      <a:tailEnd type="none" w="med" len="med"/>
                    </a:lnR>
                    <a:lnT w="12700" cap="flat" cmpd="sng" algn="ctr">
                      <a:solidFill>
                        <a:srgbClr val="4285F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rtl="0" fontAlgn="ctr">
                        <a:buNone/>
                      </a:pPr>
                      <a:r>
                        <a:rPr lang="fr-FR" sz="1400" b="1" i="0" u="none" strike="noStrike" dirty="0">
                          <a:solidFill>
                            <a:srgbClr val="FFFFFF"/>
                          </a:solidFill>
                          <a:effectLst/>
                          <a:latin typeface="Times New Roman" panose="02020603050405020304" pitchFamily="18" charset="0"/>
                          <a:cs typeface="Times New Roman" panose="02020603050405020304" pitchFamily="18" charset="0"/>
                        </a:rPr>
                        <a:t>Observation</a:t>
                      </a:r>
                    </a:p>
                  </a:txBody>
                  <a:tcPr marL="0" marR="0" marT="0" marB="0" anchor="ctr">
                    <a:lnL w="12700" cap="flat" cmpd="sng" algn="ctr">
                      <a:solidFill>
                        <a:srgbClr val="4285F4"/>
                      </a:solidFill>
                      <a:prstDash val="solid"/>
                      <a:round/>
                      <a:headEnd type="none" w="med" len="med"/>
                      <a:tailEnd type="none" w="med" len="med"/>
                    </a:lnL>
                    <a:lnR w="12700" cap="flat" cmpd="sng" algn="ctr">
                      <a:solidFill>
                        <a:srgbClr val="4285F4"/>
                      </a:solidFill>
                      <a:prstDash val="solid"/>
                      <a:round/>
                      <a:headEnd type="none" w="med" len="med"/>
                      <a:tailEnd type="none" w="med" len="med"/>
                    </a:lnR>
                    <a:lnT w="12700" cap="flat" cmpd="sng" algn="ctr">
                      <a:solidFill>
                        <a:srgbClr val="4285F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832431">
                <a:tc>
                  <a:txBody>
                    <a:bodyPr/>
                    <a:lstStyle/>
                    <a:p>
                      <a:pPr algn="ctr" fontAlgn="ctr">
                        <a:buNone/>
                      </a:pPr>
                      <a:r>
                        <a:rPr lang="fr-FR" sz="1400" b="0" i="0" u="none" strike="noStrike" dirty="0">
                          <a:solidFill>
                            <a:schemeClr val="accent1">
                              <a:lumMod val="50000"/>
                            </a:schemeClr>
                          </a:solidFill>
                          <a:effectLst/>
                          <a:latin typeface="Times New Roman" panose="02020603050405020304" pitchFamily="18" charset="0"/>
                          <a:cs typeface="Times New Roman" panose="02020603050405020304" pitchFamily="18"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1400" b="0" i="0" u="none" strike="noStrike" dirty="0">
                          <a:solidFill>
                            <a:schemeClr val="accent1">
                              <a:lumMod val="50000"/>
                            </a:schemeClr>
                          </a:solidFill>
                          <a:effectLst/>
                          <a:latin typeface="Times New Roman" panose="02020603050405020304" pitchFamily="18" charset="0"/>
                          <a:cs typeface="Times New Roman" panose="02020603050405020304" pitchFamily="18" charset="0"/>
                        </a:rPr>
                        <a:t>Acquérir les quantités des doses requises de vaccins et consommables (traditionnels et nouveaux vaccins, vaccins sous utilisés, COVID-19)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400" b="0" i="0" u="none" strike="noStrike" dirty="0">
                          <a:solidFill>
                            <a:schemeClr val="accent1">
                              <a:lumMod val="50000"/>
                            </a:schemeClr>
                          </a:solidFill>
                          <a:effectLst/>
                          <a:latin typeface="Times New Roman" panose="02020603050405020304" pitchFamily="18" charset="0"/>
                          <a:cs typeface="Times New Roman" panose="02020603050405020304" pitchFamily="18" charset="0"/>
                        </a:rPr>
                        <a:t>Nbre de doses reçues/planifiées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400" b="1" i="0" u="none" strike="noStrike">
                          <a:solidFill>
                            <a:srgbClr val="FFFFFF"/>
                          </a:solidFill>
                          <a:effectLst/>
                          <a:latin typeface="Times New Roman" panose="02020603050405020304" pitchFamily="18" charset="0"/>
                          <a:cs typeface="Times New Roman" panose="02020603050405020304" pitchFamily="18" charset="0"/>
                        </a:rPr>
                        <a:t>Réalisée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l" fontAlgn="b">
                        <a:buNone/>
                      </a:pPr>
                      <a:r>
                        <a:rPr lang="fr-FR" sz="1400" b="0" i="0" u="none" strike="noStrike" dirty="0">
                          <a:solidFill>
                            <a:schemeClr val="accent1">
                              <a:lumMod val="50000"/>
                            </a:schemeClr>
                          </a:solidFill>
                          <a:effectLst/>
                          <a:latin typeface="Times New Roman" panose="02020603050405020304" pitchFamily="18" charset="0"/>
                          <a:cs typeface="Times New Roman" panose="02020603050405020304" pitchFamily="18" charset="0"/>
                        </a:rPr>
                        <a:t>Réception de : 3 300 000 doses de BCG, 11 010 000 doses de VPO, 9 494 800 doses de PCV, 2 000 000 doses de VPI, 4 454 000 doses de VAR, 3 000 000 doses de Td, 3 246 300 doses de VAA, 4 409 300 doses de VAP, 3 757 300 doses de </a:t>
                      </a:r>
                      <a:r>
                        <a:rPr lang="fr-FR" sz="1400" b="0" i="0" u="none" strike="noStrike" dirty="0" err="1">
                          <a:solidFill>
                            <a:schemeClr val="accent1">
                              <a:lumMod val="50000"/>
                            </a:schemeClr>
                          </a:solidFill>
                          <a:effectLst/>
                          <a:latin typeface="Times New Roman" panose="02020603050405020304" pitchFamily="18" charset="0"/>
                          <a:cs typeface="Times New Roman" panose="02020603050405020304" pitchFamily="18" charset="0"/>
                        </a:rPr>
                        <a:t>Rotarix</a:t>
                      </a:r>
                      <a:endParaRPr lang="fr-FR" sz="1400" b="0" i="0" u="none" strike="noStrike" dirty="0">
                        <a:solidFill>
                          <a:schemeClr val="accent1">
                            <a:lumMod val="50000"/>
                          </a:schemeClr>
                        </a:solidFill>
                        <a:effectLst/>
                        <a:latin typeface="Times New Roman" panose="02020603050405020304" pitchFamily="18" charset="0"/>
                        <a:cs typeface="Times New Roman" panose="02020603050405020304" pitchFamily="18"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400" b="0" i="0" u="none" strike="noStrike">
                          <a:solidFill>
                            <a:srgbClr val="000000"/>
                          </a:solidFill>
                          <a:effectLst/>
                          <a:latin typeface="Times New Roman" panose="02020603050405020304" pitchFamily="18" charset="0"/>
                          <a:cs typeface="Times New Roman" panose="02020603050405020304" pitchFamily="18"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484433">
                <a:tc>
                  <a:txBody>
                    <a:bodyPr/>
                    <a:lstStyle/>
                    <a:p>
                      <a:pPr algn="ctr" fontAlgn="ctr">
                        <a:buNone/>
                      </a:pPr>
                      <a:r>
                        <a:rPr lang="fr-FR" sz="1400" b="0" i="0" u="none" strike="noStrike">
                          <a:solidFill>
                            <a:schemeClr val="accent1">
                              <a:lumMod val="50000"/>
                            </a:schemeClr>
                          </a:solidFill>
                          <a:effectLst/>
                          <a:latin typeface="Times New Roman" panose="02020603050405020304" pitchFamily="18" charset="0"/>
                          <a:cs typeface="Times New Roman" panose="02020603050405020304" pitchFamily="18"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1400" b="0" i="0" u="none" strike="noStrike">
                          <a:solidFill>
                            <a:schemeClr val="accent1">
                              <a:lumMod val="50000"/>
                            </a:schemeClr>
                          </a:solidFill>
                          <a:effectLst/>
                          <a:latin typeface="Times New Roman" panose="02020603050405020304" pitchFamily="18" charset="0"/>
                          <a:cs typeface="Times New Roman" panose="02020603050405020304" pitchFamily="18" charset="0"/>
                        </a:rPr>
                        <a:t>Acquérir les quantités des doses requises de vaccins et consommables pour les campagnes (VPO, VAA, RR, VCO)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400" b="0" i="0" u="none" strike="noStrike">
                          <a:solidFill>
                            <a:schemeClr val="accent1">
                              <a:lumMod val="50000"/>
                            </a:schemeClr>
                          </a:solidFill>
                          <a:effectLst/>
                          <a:latin typeface="Times New Roman" panose="02020603050405020304" pitchFamily="18" charset="0"/>
                          <a:cs typeface="Times New Roman" panose="02020603050405020304" pitchFamily="18" charset="0"/>
                        </a:rPr>
                        <a:t>Nbre de doses reçues/planifiées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400" b="1" i="0" u="none" strike="noStrike">
                          <a:solidFill>
                            <a:srgbClr val="FFFFFF"/>
                          </a:solidFill>
                          <a:effectLst/>
                          <a:latin typeface="Times New Roman" panose="02020603050405020304" pitchFamily="18" charset="0"/>
                          <a:cs typeface="Times New Roman" panose="02020603050405020304" pitchFamily="18" charset="0"/>
                        </a:rPr>
                        <a:t>Réalisée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l" fontAlgn="b">
                        <a:buNone/>
                      </a:pPr>
                      <a:r>
                        <a:rPr lang="fr-FR" sz="1400" b="0" i="0" u="none" strike="noStrike">
                          <a:solidFill>
                            <a:schemeClr val="accent1">
                              <a:lumMod val="50000"/>
                            </a:schemeClr>
                          </a:solidFill>
                          <a:effectLst/>
                          <a:latin typeface="Times New Roman" panose="02020603050405020304" pitchFamily="18" charset="0"/>
                          <a:cs typeface="Times New Roman" panose="02020603050405020304" pitchFamily="18" charset="0"/>
                        </a:rPr>
                        <a:t>Réception de: 32 528 000 doses de VPO, 81 367 000 doses de VPOn2, 11 573 000 doses de VCO, 2 314 500 doses de VAR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400" b="0" i="0" u="none" strike="noStrike">
                          <a:solidFill>
                            <a:srgbClr val="000000"/>
                          </a:solidFill>
                          <a:effectLst/>
                          <a:latin typeface="Times New Roman" panose="02020603050405020304" pitchFamily="18" charset="0"/>
                          <a:cs typeface="Times New Roman" panose="02020603050405020304" pitchFamily="18"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528473">
                <a:tc>
                  <a:txBody>
                    <a:bodyPr/>
                    <a:lstStyle/>
                    <a:p>
                      <a:pPr algn="ctr" fontAlgn="ctr">
                        <a:buNone/>
                      </a:pPr>
                      <a:r>
                        <a:rPr lang="fr-FR" sz="1400" b="0" i="0" u="none" strike="noStrike">
                          <a:solidFill>
                            <a:schemeClr val="accent1">
                              <a:lumMod val="50000"/>
                            </a:schemeClr>
                          </a:solidFill>
                          <a:effectLst/>
                          <a:latin typeface="Times New Roman" panose="02020603050405020304" pitchFamily="18" charset="0"/>
                          <a:cs typeface="Times New Roman" panose="02020603050405020304" pitchFamily="18"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1400" b="0" i="0" u="none" strike="noStrike">
                          <a:solidFill>
                            <a:schemeClr val="accent1">
                              <a:lumMod val="50000"/>
                            </a:schemeClr>
                          </a:solidFill>
                          <a:effectLst/>
                          <a:latin typeface="Times New Roman" panose="02020603050405020304" pitchFamily="18" charset="0"/>
                          <a:cs typeface="Times New Roman" panose="02020603050405020304" pitchFamily="18" charset="0"/>
                        </a:rPr>
                        <a:t>Acquérir les quantités des doses requises de vaccins et consommables pour les urgences (Ervebo, MVA-BN,LC16m8)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400" b="0" i="0" u="none" strike="noStrike" dirty="0">
                          <a:solidFill>
                            <a:schemeClr val="accent1">
                              <a:lumMod val="50000"/>
                            </a:schemeClr>
                          </a:solidFill>
                          <a:effectLst/>
                          <a:latin typeface="Times New Roman" panose="02020603050405020304" pitchFamily="18" charset="0"/>
                          <a:cs typeface="Times New Roman" panose="02020603050405020304" pitchFamily="18" charset="0"/>
                        </a:rPr>
                        <a:t>Nbre de doses reçues/planifiées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400" b="1" i="0" u="none" strike="noStrike">
                          <a:solidFill>
                            <a:srgbClr val="FFFFFF"/>
                          </a:solidFill>
                          <a:effectLst/>
                          <a:latin typeface="Times New Roman" panose="02020603050405020304" pitchFamily="18" charset="0"/>
                          <a:cs typeface="Times New Roman" panose="02020603050405020304" pitchFamily="18" charset="0"/>
                        </a:rPr>
                        <a:t>Réalisée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l" fontAlgn="ctr">
                        <a:buNone/>
                      </a:pPr>
                      <a:r>
                        <a:rPr lang="fr-FR" sz="1400" b="0" i="0" u="none" strike="noStrike" dirty="0">
                          <a:solidFill>
                            <a:schemeClr val="accent1">
                              <a:lumMod val="50000"/>
                            </a:schemeClr>
                          </a:solidFill>
                          <a:effectLst/>
                          <a:latin typeface="Times New Roman" panose="02020603050405020304" pitchFamily="18" charset="0"/>
                          <a:cs typeface="Times New Roman" panose="02020603050405020304" pitchFamily="18" charset="0"/>
                        </a:rPr>
                        <a:t>Réception de : 611 620 doses de MVA, 3 050 000 doses de LC16m8, 48 090 doses de </a:t>
                      </a:r>
                      <a:r>
                        <a:rPr lang="fr-FR" sz="1400" b="0" i="0" u="none" strike="noStrike" dirty="0" err="1">
                          <a:solidFill>
                            <a:schemeClr val="accent1">
                              <a:lumMod val="50000"/>
                            </a:schemeClr>
                          </a:solidFill>
                          <a:effectLst/>
                          <a:latin typeface="Times New Roman" panose="02020603050405020304" pitchFamily="18" charset="0"/>
                          <a:cs typeface="Times New Roman" panose="02020603050405020304" pitchFamily="18" charset="0"/>
                        </a:rPr>
                        <a:t>Ervebo</a:t>
                      </a:r>
                      <a:endParaRPr lang="fr-FR" sz="1400" b="0" i="0" u="none" strike="noStrike" dirty="0">
                        <a:solidFill>
                          <a:schemeClr val="accent1">
                            <a:lumMod val="50000"/>
                          </a:schemeClr>
                        </a:solidFill>
                        <a:effectLst/>
                        <a:latin typeface="Times New Roman" panose="02020603050405020304" pitchFamily="18" charset="0"/>
                        <a:cs typeface="Times New Roman" panose="02020603050405020304"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400" b="0" i="0" u="none" strike="noStrike">
                          <a:solidFill>
                            <a:srgbClr val="000000"/>
                          </a:solidFill>
                          <a:effectLst/>
                          <a:latin typeface="Times New Roman" panose="02020603050405020304" pitchFamily="18" charset="0"/>
                          <a:cs typeface="Times New Roman" panose="02020603050405020304" pitchFamily="18"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3"/>
                  </a:ext>
                </a:extLst>
              </a:tr>
              <a:tr h="763350">
                <a:tc>
                  <a:txBody>
                    <a:bodyPr/>
                    <a:lstStyle/>
                    <a:p>
                      <a:pPr algn="ctr" fontAlgn="ctr">
                        <a:buNone/>
                      </a:pPr>
                      <a:r>
                        <a:rPr lang="fr-FR" sz="1400" b="0" i="0" u="none" strike="noStrike">
                          <a:solidFill>
                            <a:schemeClr val="accent1">
                              <a:lumMod val="50000"/>
                            </a:schemeClr>
                          </a:solidFill>
                          <a:effectLst/>
                          <a:latin typeface="Times New Roman" panose="02020603050405020304" pitchFamily="18" charset="0"/>
                          <a:cs typeface="Times New Roman" panose="02020603050405020304" pitchFamily="18"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1400" b="0" i="0" u="none" strike="noStrike" dirty="0">
                          <a:solidFill>
                            <a:schemeClr val="accent1">
                              <a:lumMod val="50000"/>
                            </a:schemeClr>
                          </a:solidFill>
                          <a:effectLst/>
                          <a:latin typeface="Times New Roman" panose="02020603050405020304" pitchFamily="18" charset="0"/>
                          <a:cs typeface="Times New Roman" panose="02020603050405020304" pitchFamily="18" charset="0"/>
                        </a:rPr>
                        <a:t>Assurer le transport des vaccins et intrants du niveau central vers les dépôts déconcentrés et des dépôts déconcentrés vers les Antennes PEV</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400" b="0" i="0" u="none" strike="noStrike" dirty="0">
                          <a:solidFill>
                            <a:schemeClr val="accent1">
                              <a:lumMod val="50000"/>
                            </a:schemeClr>
                          </a:solidFill>
                          <a:effectLst/>
                          <a:latin typeface="Times New Roman" panose="02020603050405020304" pitchFamily="18" charset="0"/>
                          <a:cs typeface="Times New Roman" panose="02020603050405020304" pitchFamily="18" charset="0"/>
                        </a:rPr>
                        <a:t>Nbre de distributions exécutées par  niveau/planifiées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400" b="1" i="0" u="none" strike="noStrike" dirty="0">
                          <a:solidFill>
                            <a:srgbClr val="FFFFFF"/>
                          </a:solidFill>
                          <a:effectLst/>
                          <a:latin typeface="Times New Roman" panose="02020603050405020304" pitchFamily="18" charset="0"/>
                          <a:cs typeface="Times New Roman" panose="02020603050405020304" pitchFamily="18" charset="0"/>
                        </a:rPr>
                        <a:t>Réalisée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l" fontAlgn="b">
                        <a:buNone/>
                      </a:pPr>
                      <a:r>
                        <a:rPr lang="fr-FR" sz="1400" b="0" i="0" u="none" strike="noStrike" dirty="0">
                          <a:solidFill>
                            <a:schemeClr val="accent1">
                              <a:lumMod val="50000"/>
                            </a:schemeClr>
                          </a:solidFill>
                          <a:effectLst/>
                          <a:latin typeface="Times New Roman" panose="02020603050405020304" pitchFamily="18" charset="0"/>
                          <a:cs typeface="Times New Roman" panose="02020603050405020304" pitchFamily="18" charset="0"/>
                        </a:rPr>
                        <a:t>177 livraisons effectuées du niveau central vers les antennes avec un taux de ponctualité de plus de 80%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4"/>
                  </a:ext>
                </a:extLst>
              </a:tr>
              <a:tr h="968867">
                <a:tc>
                  <a:txBody>
                    <a:bodyPr/>
                    <a:lstStyle/>
                    <a:p>
                      <a:pPr algn="ctr" fontAlgn="ctr">
                        <a:buNone/>
                      </a:pPr>
                      <a:r>
                        <a:rPr lang="fr-FR" sz="1400" b="0" i="0" u="none" strike="noStrike">
                          <a:solidFill>
                            <a:schemeClr val="accent1">
                              <a:lumMod val="50000"/>
                            </a:schemeClr>
                          </a:solidFill>
                          <a:effectLst/>
                          <a:latin typeface="Times New Roman" panose="02020603050405020304" pitchFamily="18" charset="0"/>
                          <a:cs typeface="Times New Roman" panose="02020603050405020304" pitchFamily="18"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1400" b="0" i="0" u="none" strike="noStrike">
                          <a:solidFill>
                            <a:schemeClr val="accent1">
                              <a:lumMod val="50000"/>
                            </a:schemeClr>
                          </a:solidFill>
                          <a:effectLst/>
                          <a:latin typeface="Times New Roman" panose="02020603050405020304" pitchFamily="18" charset="0"/>
                          <a:cs typeface="Times New Roman" panose="02020603050405020304" pitchFamily="18" charset="0"/>
                        </a:rPr>
                        <a:t>Assurer l'opérationnalisation des entrepôts déconcentrés (Kisangani &amp; Lubumbashi)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400" b="0" i="0" u="none" strike="noStrike" dirty="0">
                          <a:solidFill>
                            <a:schemeClr val="accent1">
                              <a:lumMod val="50000"/>
                            </a:schemeClr>
                          </a:solidFill>
                          <a:effectLst/>
                          <a:latin typeface="Times New Roman" panose="02020603050405020304" pitchFamily="18" charset="0"/>
                          <a:cs typeface="Times New Roman" panose="02020603050405020304" pitchFamily="18" charset="0"/>
                        </a:rPr>
                        <a:t>Hub opérationnel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R="0" algn="ctr" rtl="0" fontAlgn="ctr">
                        <a:lnSpc>
                          <a:spcPct val="100000"/>
                        </a:lnSpc>
                        <a:spcBef>
                          <a:spcPts val="0"/>
                        </a:spcBef>
                        <a:spcAft>
                          <a:spcPts val="0"/>
                        </a:spcAft>
                        <a:buClr>
                          <a:srgbClr val="000000"/>
                        </a:buClr>
                        <a:buFont typeface="Arial" panose="020B0604020202020204"/>
                        <a:buNone/>
                      </a:pPr>
                      <a:r>
                        <a:rPr lang="fr-FR" sz="1400" b="1" i="0" u="none" strike="noStrike" cap="none" dirty="0">
                          <a:solidFill>
                            <a:srgbClr val="0070C0"/>
                          </a:solidFill>
                          <a:effectLst/>
                          <a:latin typeface="Times New Roman" panose="02020603050405020304" pitchFamily="18" charset="0"/>
                          <a:ea typeface="+mn-ea"/>
                          <a:cs typeface="Times New Roman" panose="02020603050405020304" pitchFamily="18" charset="0"/>
                          <a:sym typeface="Arial" panose="020B0604020202020204"/>
                        </a:rPr>
                        <a:t>Partiellement réalisée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b">
                        <a:buNone/>
                      </a:pPr>
                      <a:r>
                        <a:rPr lang="fr-FR" sz="1400" b="0" i="0" u="none" strike="noStrike" dirty="0">
                          <a:solidFill>
                            <a:schemeClr val="accent1">
                              <a:lumMod val="50000"/>
                            </a:schemeClr>
                          </a:solidFill>
                          <a:effectLst/>
                          <a:latin typeface="Times New Roman" panose="02020603050405020304" pitchFamily="18" charset="0"/>
                          <a:cs typeface="Times New Roman" panose="02020603050405020304" pitchFamily="18" charset="0"/>
                        </a:rPr>
                        <a:t>Réhabilitation de deux chambres froides du hub de Lubumbashi</a:t>
                      </a:r>
                    </a:p>
                    <a:p>
                      <a:pPr algn="l" fontAlgn="b">
                        <a:buNone/>
                      </a:pPr>
                      <a:r>
                        <a:rPr lang="fr-FR" sz="1400" b="0" i="0" u="none" strike="noStrike" dirty="0">
                          <a:solidFill>
                            <a:schemeClr val="accent1">
                              <a:lumMod val="50000"/>
                            </a:schemeClr>
                          </a:solidFill>
                          <a:effectLst/>
                          <a:latin typeface="Times New Roman" panose="02020603050405020304" pitchFamily="18" charset="0"/>
                          <a:cs typeface="Times New Roman" panose="02020603050405020304" pitchFamily="18" charset="0"/>
                        </a:rPr>
                        <a:t>Réception provisoire du dépôt des intrants secs</a:t>
                      </a:r>
                    </a:p>
                    <a:p>
                      <a:pPr algn="l" fontAlgn="b">
                        <a:buNone/>
                      </a:pPr>
                      <a:endParaRPr lang="fr-FR" sz="1400" b="0" i="0" u="none" strike="noStrike" dirty="0">
                        <a:solidFill>
                          <a:schemeClr val="accent1">
                            <a:lumMod val="50000"/>
                          </a:schemeClr>
                        </a:solidFill>
                        <a:effectLst/>
                        <a:latin typeface="Times New Roman" panose="02020603050405020304" pitchFamily="18" charset="0"/>
                        <a:cs typeface="Times New Roman" panose="02020603050405020304" pitchFamily="18"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400" b="0" i="1" u="none" strike="noStrike" dirty="0">
                          <a:solidFill>
                            <a:schemeClr val="accent1">
                              <a:lumMod val="50000"/>
                            </a:schemeClr>
                          </a:solidFill>
                          <a:effectLst/>
                          <a:latin typeface="Times New Roman" panose="02020603050405020304" pitchFamily="18" charset="0"/>
                          <a:cs typeface="Times New Roman" panose="02020603050405020304" pitchFamily="18" charset="0"/>
                        </a:rPr>
                        <a:t>Mise en place du personnel</a:t>
                      </a:r>
                    </a:p>
                    <a:p>
                      <a:pPr algn="l" fontAlgn="b">
                        <a:buNone/>
                      </a:pPr>
                      <a:r>
                        <a:rPr lang="fr-FR" sz="1400" b="0" i="1" u="none" strike="noStrike" dirty="0">
                          <a:solidFill>
                            <a:schemeClr val="accent1">
                              <a:lumMod val="50000"/>
                            </a:schemeClr>
                          </a:solidFill>
                          <a:effectLst/>
                          <a:latin typeface="Times New Roman" panose="02020603050405020304" pitchFamily="18" charset="0"/>
                          <a:cs typeface="Times New Roman" panose="02020603050405020304" pitchFamily="18" charset="0"/>
                        </a:rPr>
                        <a:t>Expansion de la capaci</a:t>
                      </a:r>
                      <a:r>
                        <a:rPr lang="fr-FR" sz="1400" b="0" i="1"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té</a:t>
                      </a:r>
                      <a:r>
                        <a:rPr lang="fr-FR" sz="1400" b="0" i="1" u="none" strike="noStrike" dirty="0">
                          <a:solidFill>
                            <a:schemeClr val="accent1">
                              <a:lumMod val="50000"/>
                            </a:schemeClr>
                          </a:solidFill>
                          <a:effectLst/>
                          <a:latin typeface="Times New Roman" panose="02020603050405020304" pitchFamily="18" charset="0"/>
                          <a:cs typeface="Times New Roman" panose="02020603050405020304" pitchFamily="18" charset="0"/>
                        </a:rPr>
                        <a:t> de stockage du Hub de Lubumbashi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5"/>
                  </a:ext>
                </a:extLst>
              </a:tr>
              <a:tr h="381675">
                <a:tc>
                  <a:txBody>
                    <a:bodyPr/>
                    <a:lstStyle/>
                    <a:p>
                      <a:pPr algn="ctr" fontAlgn="ctr">
                        <a:buNone/>
                      </a:pPr>
                      <a:r>
                        <a:rPr lang="fr-FR" sz="1400" b="0" i="0" u="none" strike="noStrike" dirty="0">
                          <a:solidFill>
                            <a:schemeClr val="accent1">
                              <a:lumMod val="50000"/>
                            </a:schemeClr>
                          </a:solidFill>
                          <a:effectLst/>
                          <a:latin typeface="Times New Roman" panose="02020603050405020304" pitchFamily="18" charset="0"/>
                          <a:cs typeface="Times New Roman" panose="02020603050405020304" pitchFamily="18" charset="0"/>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1400" b="0" i="0" u="none" strike="noStrike" dirty="0">
                          <a:solidFill>
                            <a:schemeClr val="accent1">
                              <a:lumMod val="50000"/>
                            </a:schemeClr>
                          </a:solidFill>
                          <a:effectLst/>
                          <a:latin typeface="Times New Roman" panose="02020603050405020304" pitchFamily="18" charset="0"/>
                          <a:cs typeface="Times New Roman" panose="02020603050405020304" pitchFamily="18" charset="0"/>
                        </a:rPr>
                        <a:t>Acquérir les Kits des pièces de rechange pour les chambres froides existantes, les réfrigérateurs et les groupes électrogènes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400" b="0" i="0" u="none" strike="noStrike" dirty="0">
                          <a:solidFill>
                            <a:schemeClr val="accent1">
                              <a:lumMod val="50000"/>
                            </a:schemeClr>
                          </a:solidFill>
                          <a:effectLst/>
                          <a:latin typeface="Times New Roman" panose="02020603050405020304" pitchFamily="18" charset="0"/>
                          <a:cs typeface="Times New Roman" panose="02020603050405020304" pitchFamily="18" charset="0"/>
                        </a:rPr>
                        <a:t>Nombre de kits acquis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panose="020B0604020202020204"/>
                        <a:buNone/>
                        <a:tabLst/>
                        <a:defRPr/>
                      </a:pPr>
                      <a:r>
                        <a:rPr kumimoji="0" lang="fr-FR" sz="1400" b="1" i="0" u="none" strike="noStrike" kern="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sym typeface="Arial" panose="020B0604020202020204"/>
                        </a:rPr>
                        <a:t>Réalisée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marL="0" marR="0" lvl="0" indent="0" algn="l"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lang="fr-FR" sz="1400" b="0" i="0" u="none" strike="noStrike" dirty="0">
                          <a:solidFill>
                            <a:schemeClr val="accent1">
                              <a:lumMod val="50000"/>
                            </a:schemeClr>
                          </a:solidFill>
                          <a:effectLst/>
                          <a:latin typeface="Times New Roman" panose="02020603050405020304" pitchFamily="18" charset="0"/>
                          <a:cs typeface="Times New Roman" panose="02020603050405020304" pitchFamily="18" charset="0"/>
                        </a:rPr>
                        <a:t> 19/19 planifiés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400" b="0" i="1" u="none" strike="noStrike" dirty="0">
                          <a:solidFill>
                            <a:schemeClr val="accent1">
                              <a:lumMod val="50000"/>
                            </a:schemeClr>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44">
          <a:extLst>
            <a:ext uri="{FF2B5EF4-FFF2-40B4-BE49-F238E27FC236}">
              <a16:creationId xmlns:a16="http://schemas.microsoft.com/office/drawing/2014/main" id="{5C5B8B83-19F8-4A41-BC74-0363EEAB8BE3}"/>
            </a:ext>
          </a:extLst>
        </p:cNvPr>
        <p:cNvGrpSpPr/>
        <p:nvPr/>
      </p:nvGrpSpPr>
      <p:grpSpPr>
        <a:xfrm>
          <a:off x="0" y="0"/>
          <a:ext cx="0" cy="0"/>
          <a:chOff x="0" y="0"/>
          <a:chExt cx="0" cy="0"/>
        </a:xfrm>
      </p:grpSpPr>
      <p:sp>
        <p:nvSpPr>
          <p:cNvPr id="645" name="Google Shape;645;p9">
            <a:extLst>
              <a:ext uri="{FF2B5EF4-FFF2-40B4-BE49-F238E27FC236}">
                <a16:creationId xmlns:a16="http://schemas.microsoft.com/office/drawing/2014/main" id="{2A2A1902-74A6-6AB2-1D86-6639D19EEBBA}"/>
              </a:ext>
            </a:extLst>
          </p:cNvPr>
          <p:cNvSpPr txBox="1"/>
          <p:nvPr/>
        </p:nvSpPr>
        <p:spPr>
          <a:xfrm>
            <a:off x="306192" y="89341"/>
            <a:ext cx="11274800" cy="529784"/>
          </a:xfrm>
          <a:prstGeom prst="rect">
            <a:avLst/>
          </a:prstGeom>
          <a:noFill/>
          <a:ln>
            <a:noFill/>
          </a:ln>
        </p:spPr>
        <p:txBody>
          <a:bodyPr spcFirstLastPara="1" wrap="square" lIns="0" tIns="0" rIns="0" bIns="0" anchor="t" anchorCtr="0">
            <a:noAutofit/>
          </a:bodyPr>
          <a:lstStyle/>
          <a:p>
            <a:pPr>
              <a:buClr>
                <a:schemeClr val="dk1"/>
              </a:buClr>
              <a:buSzPts val="1100"/>
            </a:pPr>
            <a:r>
              <a:rPr lang="en-GB" sz="2400" b="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Niveau de mise en oeuvre des activités logistiques du PAO 2025  </a:t>
            </a:r>
            <a:endParaRPr sz="2935"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46" name="Google Shape;646;p9">
            <a:extLst>
              <a:ext uri="{FF2B5EF4-FFF2-40B4-BE49-F238E27FC236}">
                <a16:creationId xmlns:a16="http://schemas.microsoft.com/office/drawing/2014/main" id="{83D73438-BD26-8D1D-3F46-1AEC740C4E54}"/>
              </a:ext>
            </a:extLst>
          </p:cNvPr>
          <p:cNvSpPr/>
          <p:nvPr/>
        </p:nvSpPr>
        <p:spPr>
          <a:xfrm>
            <a:off x="0" y="15061"/>
            <a:ext cx="235600" cy="655200"/>
          </a:xfrm>
          <a:prstGeom prst="rect">
            <a:avLst/>
          </a:prstGeom>
          <a:solidFill>
            <a:schemeClr val="accent1">
              <a:lumMod val="50000"/>
            </a:schemeClr>
          </a:solidFill>
          <a:ln>
            <a:noFill/>
          </a:ln>
        </p:spPr>
        <p:txBody>
          <a:bodyPr spcFirstLastPara="1" wrap="square" lIns="91400" tIns="91400" rIns="91400" bIns="91400"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Organigramme : Opération manuelle 1">
            <a:extLst>
              <a:ext uri="{FF2B5EF4-FFF2-40B4-BE49-F238E27FC236}">
                <a16:creationId xmlns:a16="http://schemas.microsoft.com/office/drawing/2014/main" id="{D1ACA513-C654-9376-DAFF-F57A85E595E1}"/>
              </a:ext>
            </a:extLst>
          </p:cNvPr>
          <p:cNvSpPr/>
          <p:nvPr/>
        </p:nvSpPr>
        <p:spPr>
          <a:xfrm>
            <a:off x="11572877" y="66673"/>
            <a:ext cx="485776" cy="419100"/>
          </a:xfrm>
          <a:prstGeom prst="flowChartManualOperation">
            <a:avLst/>
          </a:prstGeom>
          <a:solidFill>
            <a:schemeClr val="accent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fr-FR" sz="1465"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a:t>
            </a:r>
            <a:endParaRPr lang="fr-FR"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aphicFrame>
        <p:nvGraphicFramePr>
          <p:cNvPr id="4" name="Tableau 3">
            <a:extLst>
              <a:ext uri="{FF2B5EF4-FFF2-40B4-BE49-F238E27FC236}">
                <a16:creationId xmlns:a16="http://schemas.microsoft.com/office/drawing/2014/main" id="{4E219B3A-4E86-CB69-6104-0B1168249921}"/>
              </a:ext>
            </a:extLst>
          </p:cNvPr>
          <p:cNvGraphicFramePr>
            <a:graphicFrameLocks noGrp="1"/>
          </p:cNvGraphicFramePr>
          <p:nvPr>
            <p:extLst>
              <p:ext uri="{D42A27DB-BD31-4B8C-83A1-F6EECF244321}">
                <p14:modId xmlns:p14="http://schemas.microsoft.com/office/powerpoint/2010/main" val="2201383747"/>
              </p:ext>
            </p:extLst>
          </p:nvPr>
        </p:nvGraphicFramePr>
        <p:xfrm>
          <a:off x="31936" y="708027"/>
          <a:ext cx="12097311" cy="6042398"/>
        </p:xfrm>
        <a:graphic>
          <a:graphicData uri="http://schemas.openxmlformats.org/drawingml/2006/table">
            <a:tbl>
              <a:tblPr/>
              <a:tblGrid>
                <a:gridCol w="355523">
                  <a:extLst>
                    <a:ext uri="{9D8B030D-6E8A-4147-A177-3AD203B41FA5}">
                      <a16:colId xmlns:a16="http://schemas.microsoft.com/office/drawing/2014/main" val="20000"/>
                    </a:ext>
                  </a:extLst>
                </a:gridCol>
                <a:gridCol w="5345785">
                  <a:extLst>
                    <a:ext uri="{9D8B030D-6E8A-4147-A177-3AD203B41FA5}">
                      <a16:colId xmlns:a16="http://schemas.microsoft.com/office/drawing/2014/main" val="20001"/>
                    </a:ext>
                  </a:extLst>
                </a:gridCol>
                <a:gridCol w="2026959">
                  <a:extLst>
                    <a:ext uri="{9D8B030D-6E8A-4147-A177-3AD203B41FA5}">
                      <a16:colId xmlns:a16="http://schemas.microsoft.com/office/drawing/2014/main" val="20002"/>
                    </a:ext>
                  </a:extLst>
                </a:gridCol>
                <a:gridCol w="1277739">
                  <a:extLst>
                    <a:ext uri="{9D8B030D-6E8A-4147-A177-3AD203B41FA5}">
                      <a16:colId xmlns:a16="http://schemas.microsoft.com/office/drawing/2014/main" val="20003"/>
                    </a:ext>
                  </a:extLst>
                </a:gridCol>
                <a:gridCol w="1497949">
                  <a:extLst>
                    <a:ext uri="{9D8B030D-6E8A-4147-A177-3AD203B41FA5}">
                      <a16:colId xmlns:a16="http://schemas.microsoft.com/office/drawing/2014/main" val="20004"/>
                    </a:ext>
                  </a:extLst>
                </a:gridCol>
                <a:gridCol w="1593356">
                  <a:extLst>
                    <a:ext uri="{9D8B030D-6E8A-4147-A177-3AD203B41FA5}">
                      <a16:colId xmlns:a16="http://schemas.microsoft.com/office/drawing/2014/main" val="20005"/>
                    </a:ext>
                  </a:extLst>
                </a:gridCol>
              </a:tblGrid>
              <a:tr h="528979">
                <a:tc>
                  <a:txBody>
                    <a:bodyPr/>
                    <a:lstStyle/>
                    <a:p>
                      <a:pPr algn="ctr" rtl="0" fontAlgn="ctr">
                        <a:buNone/>
                      </a:pPr>
                      <a:r>
                        <a:rPr lang="fr-FR" sz="1400" b="1" i="0" u="none" strike="noStrike">
                          <a:solidFill>
                            <a:srgbClr val="FFFFFF"/>
                          </a:solidFill>
                          <a:effectLst/>
                          <a:latin typeface="Times New Roman" panose="02020603050405020304" pitchFamily="18" charset="0"/>
                        </a:rPr>
                        <a:t>N°</a:t>
                      </a:r>
                    </a:p>
                  </a:txBody>
                  <a:tcPr marL="0" marR="0" marT="0" marB="0" anchor="ctr">
                    <a:lnL w="12700" cap="flat" cmpd="sng" algn="ctr">
                      <a:solidFill>
                        <a:srgbClr val="4285F4"/>
                      </a:solidFill>
                      <a:prstDash val="solid"/>
                      <a:round/>
                      <a:headEnd type="none" w="med" len="med"/>
                      <a:tailEnd type="none" w="med" len="med"/>
                    </a:lnL>
                    <a:lnR w="12700" cap="flat" cmpd="sng" algn="ctr">
                      <a:solidFill>
                        <a:srgbClr val="4285F4"/>
                      </a:solidFill>
                      <a:prstDash val="solid"/>
                      <a:round/>
                      <a:headEnd type="none" w="med" len="med"/>
                      <a:tailEnd type="none" w="med" len="med"/>
                    </a:lnR>
                    <a:lnT w="12700" cap="flat" cmpd="sng" algn="ctr">
                      <a:solidFill>
                        <a:srgbClr val="4285F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rtl="0" fontAlgn="ctr">
                        <a:buNone/>
                      </a:pPr>
                      <a:r>
                        <a:rPr lang="fr-FR" sz="1400" b="1" i="0" u="none" strike="noStrike" dirty="0">
                          <a:solidFill>
                            <a:srgbClr val="FFFFFF"/>
                          </a:solidFill>
                          <a:effectLst/>
                          <a:latin typeface="Times New Roman" panose="02020603050405020304" pitchFamily="18" charset="0"/>
                        </a:rPr>
                        <a:t>Activités</a:t>
                      </a:r>
                    </a:p>
                  </a:txBody>
                  <a:tcPr marL="0" marR="0" marT="0" marB="0" anchor="ctr">
                    <a:lnL w="12700" cap="flat" cmpd="sng" algn="ctr">
                      <a:solidFill>
                        <a:srgbClr val="4285F4"/>
                      </a:solidFill>
                      <a:prstDash val="solid"/>
                      <a:round/>
                      <a:headEnd type="none" w="med" len="med"/>
                      <a:tailEnd type="none" w="med" len="med"/>
                    </a:lnL>
                    <a:lnR w="12700" cap="flat" cmpd="sng" algn="ctr">
                      <a:solidFill>
                        <a:srgbClr val="4285F4"/>
                      </a:solidFill>
                      <a:prstDash val="solid"/>
                      <a:round/>
                      <a:headEnd type="none" w="med" len="med"/>
                      <a:tailEnd type="none" w="med" len="med"/>
                    </a:lnR>
                    <a:lnT w="12700" cap="flat" cmpd="sng" algn="ctr">
                      <a:solidFill>
                        <a:srgbClr val="4285F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rtl="0" fontAlgn="ctr">
                        <a:buNone/>
                      </a:pPr>
                      <a:r>
                        <a:rPr lang="fr-FR" sz="1400" b="1" i="0" u="none" strike="noStrike">
                          <a:solidFill>
                            <a:srgbClr val="FFFFFF"/>
                          </a:solidFill>
                          <a:effectLst/>
                          <a:latin typeface="Times New Roman" panose="02020603050405020304" pitchFamily="18" charset="0"/>
                        </a:rPr>
                        <a:t>Indicateur</a:t>
                      </a:r>
                    </a:p>
                  </a:txBody>
                  <a:tcPr marL="0" marR="0" marT="0" marB="0" anchor="ctr">
                    <a:lnL w="12700" cap="flat" cmpd="sng" algn="ctr">
                      <a:solidFill>
                        <a:srgbClr val="4285F4"/>
                      </a:solidFill>
                      <a:prstDash val="solid"/>
                      <a:round/>
                      <a:headEnd type="none" w="med" len="med"/>
                      <a:tailEnd type="none" w="med" len="med"/>
                    </a:lnL>
                    <a:lnR w="12700" cap="flat" cmpd="sng" algn="ctr">
                      <a:solidFill>
                        <a:srgbClr val="4285F4"/>
                      </a:solidFill>
                      <a:prstDash val="solid"/>
                      <a:round/>
                      <a:headEnd type="none" w="med" len="med"/>
                      <a:tailEnd type="none" w="med" len="med"/>
                    </a:lnR>
                    <a:lnT w="12700" cap="flat" cmpd="sng" algn="ctr">
                      <a:solidFill>
                        <a:srgbClr val="4285F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rtl="0" fontAlgn="ctr">
                        <a:buNone/>
                      </a:pPr>
                      <a:r>
                        <a:rPr lang="fr-FR" sz="1400" b="1" i="0" u="none" strike="noStrike">
                          <a:solidFill>
                            <a:srgbClr val="FFFFFF"/>
                          </a:solidFill>
                          <a:effectLst/>
                          <a:latin typeface="Times New Roman" panose="02020603050405020304" pitchFamily="18" charset="0"/>
                        </a:rPr>
                        <a:t>Niveau de réalisation</a:t>
                      </a:r>
                    </a:p>
                  </a:txBody>
                  <a:tcPr marL="0" marR="0" marT="0" marB="0" anchor="ctr">
                    <a:lnL w="12700" cap="flat" cmpd="sng" algn="ctr">
                      <a:solidFill>
                        <a:srgbClr val="4285F4"/>
                      </a:solidFill>
                      <a:prstDash val="solid"/>
                      <a:round/>
                      <a:headEnd type="none" w="med" len="med"/>
                      <a:tailEnd type="none" w="med" len="med"/>
                    </a:lnL>
                    <a:lnR w="12700" cap="flat" cmpd="sng" algn="ctr">
                      <a:solidFill>
                        <a:srgbClr val="4285F4"/>
                      </a:solidFill>
                      <a:prstDash val="solid"/>
                      <a:round/>
                      <a:headEnd type="none" w="med" len="med"/>
                      <a:tailEnd type="none" w="med" len="med"/>
                    </a:lnR>
                    <a:lnT w="12700" cap="flat" cmpd="sng" algn="ctr">
                      <a:solidFill>
                        <a:srgbClr val="4285F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rtl="0" fontAlgn="ctr">
                        <a:buNone/>
                      </a:pPr>
                      <a:r>
                        <a:rPr lang="fr-FR" sz="1400" b="1" i="0" u="none" strike="noStrike">
                          <a:solidFill>
                            <a:srgbClr val="FFFFFF"/>
                          </a:solidFill>
                          <a:effectLst/>
                          <a:latin typeface="Times New Roman" panose="02020603050405020304" pitchFamily="18" charset="0"/>
                        </a:rPr>
                        <a:t>Résultats obtenus</a:t>
                      </a:r>
                    </a:p>
                  </a:txBody>
                  <a:tcPr marL="0" marR="0" marT="0" marB="0" anchor="ctr">
                    <a:lnL w="12700" cap="flat" cmpd="sng" algn="ctr">
                      <a:solidFill>
                        <a:srgbClr val="4285F4"/>
                      </a:solidFill>
                      <a:prstDash val="solid"/>
                      <a:round/>
                      <a:headEnd type="none" w="med" len="med"/>
                      <a:tailEnd type="none" w="med" len="med"/>
                    </a:lnL>
                    <a:lnR w="12700" cap="flat" cmpd="sng" algn="ctr">
                      <a:solidFill>
                        <a:srgbClr val="4285F4"/>
                      </a:solidFill>
                      <a:prstDash val="solid"/>
                      <a:round/>
                      <a:headEnd type="none" w="med" len="med"/>
                      <a:tailEnd type="none" w="med" len="med"/>
                    </a:lnR>
                    <a:lnT w="12700" cap="flat" cmpd="sng" algn="ctr">
                      <a:solidFill>
                        <a:srgbClr val="4285F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rtl="0" fontAlgn="ctr">
                        <a:buNone/>
                      </a:pPr>
                      <a:r>
                        <a:rPr lang="fr-FR" sz="1400" b="1" i="0" u="none" strike="noStrike" dirty="0">
                          <a:solidFill>
                            <a:srgbClr val="FFFFFF"/>
                          </a:solidFill>
                          <a:effectLst/>
                          <a:latin typeface="Times New Roman" panose="02020603050405020304" pitchFamily="18" charset="0"/>
                        </a:rPr>
                        <a:t>Observation</a:t>
                      </a:r>
                    </a:p>
                  </a:txBody>
                  <a:tcPr marL="0" marR="0" marT="0" marB="0" anchor="ctr">
                    <a:lnL w="12700" cap="flat" cmpd="sng" algn="ctr">
                      <a:solidFill>
                        <a:srgbClr val="4285F4"/>
                      </a:solidFill>
                      <a:prstDash val="solid"/>
                      <a:round/>
                      <a:headEnd type="none" w="med" len="med"/>
                      <a:tailEnd type="none" w="med" len="med"/>
                    </a:lnL>
                    <a:lnR w="12700" cap="flat" cmpd="sng" algn="ctr">
                      <a:solidFill>
                        <a:srgbClr val="4285F4"/>
                      </a:solidFill>
                      <a:prstDash val="solid"/>
                      <a:round/>
                      <a:headEnd type="none" w="med" len="med"/>
                      <a:tailEnd type="none" w="med" len="med"/>
                    </a:lnR>
                    <a:lnT w="12700" cap="flat" cmpd="sng" algn="ctr">
                      <a:solidFill>
                        <a:srgbClr val="4285F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482831">
                <a:tc>
                  <a:txBody>
                    <a:bodyPr/>
                    <a:lstStyle/>
                    <a:p>
                      <a:pPr algn="ctr" fontAlgn="ctr">
                        <a:buNone/>
                      </a:pPr>
                      <a:r>
                        <a:rPr lang="fr-FR" sz="1400" b="0" i="0" u="none" strike="noStrike" dirty="0">
                          <a:solidFill>
                            <a:schemeClr val="accent1">
                              <a:lumMod val="50000"/>
                            </a:schemeClr>
                          </a:solidFill>
                          <a:effectLst/>
                          <a:latin typeface="Times New Roman" panose="02020603050405020304" pitchFamily="18" charset="0"/>
                          <a:cs typeface="Times New Roman" panose="02020603050405020304" pitchFamily="18" charset="0"/>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1400" b="0" i="0" u="none" strike="noStrike" dirty="0">
                          <a:solidFill>
                            <a:schemeClr val="accent1">
                              <a:lumMod val="50000"/>
                            </a:schemeClr>
                          </a:solidFill>
                          <a:effectLst/>
                          <a:latin typeface="Times New Roman" panose="02020603050405020304" pitchFamily="18" charset="0"/>
                          <a:cs typeface="Times New Roman" panose="02020603050405020304" pitchFamily="18" charset="0"/>
                        </a:rPr>
                        <a:t>Acquérir 17 chambres froides solaires pour les provinces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fr-FR" sz="1400" b="0" i="0" u="none" strike="noStrike" dirty="0">
                          <a:solidFill>
                            <a:schemeClr val="accent1">
                              <a:lumMod val="50000"/>
                            </a:schemeClr>
                          </a:solidFill>
                          <a:effectLst/>
                          <a:latin typeface="Times New Roman" panose="02020603050405020304" pitchFamily="18" charset="0"/>
                          <a:cs typeface="Times New Roman" panose="02020603050405020304" pitchFamily="18" charset="0"/>
                        </a:rPr>
                        <a:t>Nbre des chambres froides acquis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panose="020B0604020202020204"/>
                        <a:buNone/>
                        <a:tabLst/>
                        <a:defRPr/>
                      </a:pPr>
                      <a:r>
                        <a:rPr lang="fr-FR" sz="1400" b="1" i="0" u="none" strike="noStrike" cap="none" dirty="0">
                          <a:solidFill>
                            <a:srgbClr val="0070C0"/>
                          </a:solidFill>
                          <a:effectLst/>
                          <a:latin typeface="Times New Roman" panose="02020603050405020304" pitchFamily="18" charset="0"/>
                          <a:ea typeface="+mn-ea"/>
                          <a:cs typeface="Times New Roman" panose="02020603050405020304" pitchFamily="18" charset="0"/>
                          <a:sym typeface="Arial" panose="020B0604020202020204"/>
                        </a:rPr>
                        <a:t>Partiellement réalisée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ctr">
                        <a:buNone/>
                      </a:pPr>
                      <a:r>
                        <a:rPr lang="fr-FR" sz="1400" b="0" i="0" u="none" strike="noStrike" dirty="0">
                          <a:solidFill>
                            <a:schemeClr val="accent1">
                              <a:lumMod val="50000"/>
                            </a:schemeClr>
                          </a:solidFill>
                          <a:effectLst/>
                          <a:latin typeface="Times New Roman" panose="02020603050405020304" pitchFamily="18" charset="0"/>
                          <a:cs typeface="Times New Roman" panose="02020603050405020304" pitchFamily="18" charset="0"/>
                        </a:rPr>
                        <a:t> Commande placée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400" b="0" i="1" u="none" strike="noStrike" dirty="0">
                          <a:solidFill>
                            <a:schemeClr val="accent1">
                              <a:lumMod val="50000"/>
                            </a:schemeClr>
                          </a:solidFill>
                          <a:effectLst/>
                          <a:latin typeface="Times New Roman" panose="02020603050405020304" pitchFamily="18" charset="0"/>
                          <a:cs typeface="Times New Roman" panose="02020603050405020304" pitchFamily="18" charset="0"/>
                        </a:rPr>
                        <a:t>Equipement non encore reçu au pays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24365411"/>
                  </a:ext>
                </a:extLst>
              </a:tr>
              <a:tr h="1407891">
                <a:tc>
                  <a:txBody>
                    <a:bodyPr/>
                    <a:lstStyle/>
                    <a:p>
                      <a:pPr algn="ctr" fontAlgn="ctr">
                        <a:buNone/>
                      </a:pPr>
                      <a:r>
                        <a:rPr lang="fr-FR" sz="1400" b="0" i="0" u="none" strike="noStrike" dirty="0">
                          <a:solidFill>
                            <a:schemeClr val="accent1">
                              <a:lumMod val="50000"/>
                            </a:schemeClr>
                          </a:solidFill>
                          <a:effectLst/>
                          <a:latin typeface="Times New Roman" panose="02020603050405020304" pitchFamily="18" charset="0"/>
                          <a:cs typeface="Times New Roman" panose="02020603050405020304" pitchFamily="18" charset="0"/>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1400" b="0" i="0" u="none" strike="noStrike" dirty="0" err="1">
                          <a:solidFill>
                            <a:schemeClr val="accent1">
                              <a:lumMod val="50000"/>
                            </a:schemeClr>
                          </a:solidFill>
                          <a:effectLst/>
                          <a:latin typeface="Times New Roman" panose="02020603050405020304" pitchFamily="18" charset="0"/>
                          <a:cs typeface="Times New Roman" panose="02020603050405020304" pitchFamily="18" charset="0"/>
                        </a:rPr>
                        <a:t>Acquerir</a:t>
                      </a:r>
                      <a:r>
                        <a:rPr lang="fr-FR" sz="1400" b="0" i="0" u="none" strike="noStrike" dirty="0">
                          <a:solidFill>
                            <a:schemeClr val="accent1">
                              <a:lumMod val="50000"/>
                            </a:schemeClr>
                          </a:solidFill>
                          <a:effectLst/>
                          <a:latin typeface="Times New Roman" panose="02020603050405020304" pitchFamily="18" charset="0"/>
                          <a:cs typeface="Times New Roman" panose="02020603050405020304" pitchFamily="18" charset="0"/>
                        </a:rPr>
                        <a:t> 2 008 Réfrigérateurs, congélateur  TC 40 SDD, 602 Réfrigérateurs TC 80 SDD , 110 Réfrigérateurs, congélateur  TCW 4000 SDD, 201 kits de pièces de rechange pour SDD congélateur TCW 40 SDD, 61 kits de pièces de rechange Réfrigérateurs TCW 80 SD, 11 kits de pièces de rechange Réfrigérateurs TCW 4000 SDD, 10 000 </a:t>
                      </a:r>
                      <a:r>
                        <a:rPr lang="fr-FR" sz="1400" b="0" i="0" u="none" strike="noStrike" dirty="0" err="1">
                          <a:solidFill>
                            <a:schemeClr val="accent1">
                              <a:lumMod val="50000"/>
                            </a:schemeClr>
                          </a:solidFill>
                          <a:effectLst/>
                          <a:latin typeface="Times New Roman" panose="02020603050405020304" pitchFamily="18" charset="0"/>
                          <a:cs typeface="Times New Roman" panose="02020603050405020304" pitchFamily="18" charset="0"/>
                        </a:rPr>
                        <a:t>Fridge</a:t>
                      </a:r>
                      <a:r>
                        <a:rPr lang="fr-FR" sz="1400" b="0" i="0" u="none" strike="noStrike" dirty="0">
                          <a:solidFill>
                            <a:schemeClr val="accent1">
                              <a:lumMod val="50000"/>
                            </a:schemeClr>
                          </a:solidFill>
                          <a:effectLst/>
                          <a:latin typeface="Times New Roman" panose="02020603050405020304" pitchFamily="18" charset="0"/>
                          <a:cs typeface="Times New Roman" panose="02020603050405020304" pitchFamily="18" charset="0"/>
                        </a:rPr>
                        <a:t>-Tag 2 E, 4 150 Glacière nouvelle génération et 4546 portes vaccins (CCEOP)</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fr-FR" sz="1400" b="0" i="0" u="none" strike="noStrike" dirty="0">
                          <a:solidFill>
                            <a:schemeClr val="accent1">
                              <a:lumMod val="50000"/>
                            </a:schemeClr>
                          </a:solidFill>
                          <a:effectLst/>
                          <a:latin typeface="Times New Roman" panose="02020603050405020304" pitchFamily="18" charset="0"/>
                          <a:cs typeface="Times New Roman" panose="02020603050405020304" pitchFamily="18" charset="0"/>
                        </a:rPr>
                        <a:t>Nbre d’équipements acquis/planifiées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fr-FR" sz="1400" b="1" i="0" u="none" strike="noStrike" dirty="0">
                          <a:solidFill>
                            <a:srgbClr val="FFFFFF"/>
                          </a:solidFill>
                          <a:effectLst/>
                          <a:latin typeface="Times New Roman" panose="02020603050405020304" pitchFamily="18" charset="0"/>
                          <a:cs typeface="Times New Roman" panose="02020603050405020304" pitchFamily="18" charset="0"/>
                        </a:rPr>
                        <a:t>Non réalisée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l" fontAlgn="ctr">
                        <a:buNone/>
                      </a:pPr>
                      <a:endParaRPr lang="fr-FR" sz="1400" b="0" i="0" u="none" strike="noStrike" dirty="0">
                        <a:solidFill>
                          <a:schemeClr val="accent1">
                            <a:lumMod val="50000"/>
                          </a:schemeClr>
                        </a:solidFill>
                        <a:effectLst/>
                        <a:latin typeface="Times New Roman" panose="02020603050405020304" pitchFamily="18" charset="0"/>
                        <a:cs typeface="Times New Roman" panose="02020603050405020304"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400" b="0" i="1" u="none" strike="noStrike" dirty="0">
                          <a:solidFill>
                            <a:schemeClr val="accent1">
                              <a:lumMod val="50000"/>
                            </a:schemeClr>
                          </a:solidFill>
                          <a:effectLst/>
                          <a:latin typeface="Times New Roman" panose="02020603050405020304" pitchFamily="18" charset="0"/>
                          <a:cs typeface="Times New Roman" panose="02020603050405020304" pitchFamily="18" charset="0"/>
                        </a:rPr>
                        <a:t>CCEOP non encore mis en œuvre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02055948"/>
                  </a:ext>
                </a:extLst>
              </a:tr>
              <a:tr h="482831">
                <a:tc>
                  <a:txBody>
                    <a:bodyPr/>
                    <a:lstStyle/>
                    <a:p>
                      <a:pPr marR="0" algn="ctr" rtl="0" fontAlgn="ctr">
                        <a:lnSpc>
                          <a:spcPct val="100000"/>
                        </a:lnSpc>
                        <a:spcBef>
                          <a:spcPts val="0"/>
                        </a:spcBef>
                        <a:spcAft>
                          <a:spcPts val="0"/>
                        </a:spcAft>
                        <a:buClr>
                          <a:srgbClr val="000000"/>
                        </a:buClr>
                        <a:buFont typeface="Arial" panose="020B0604020202020204"/>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Acquérir 25 déshumidificateurs haut de gamme pour les dépôts du niveau central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fr-FR" sz="1400" b="0" i="0" u="none" strike="noStrike" cap="none">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Nbre des équipements acquis/planifiés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fr-FR" sz="1400" b="1" i="0" u="none" strike="noStrike">
                          <a:solidFill>
                            <a:srgbClr val="FFFFFF"/>
                          </a:solidFill>
                          <a:effectLst/>
                          <a:latin typeface="Times New Roman" panose="02020603050405020304" pitchFamily="18" charset="0"/>
                        </a:rPr>
                        <a:t>Non réalisée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l" fontAlgn="ctr">
                        <a:buNone/>
                      </a:pPr>
                      <a:endParaRPr lang="fr-FR" sz="1400" b="0" i="0" u="none" strike="noStrike" dirty="0">
                        <a:solidFill>
                          <a:srgbClr val="0070C0"/>
                        </a:solidFill>
                        <a:effectLst/>
                        <a:latin typeface="Times New Roman" panose="02020603050405020304"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400" b="0" i="1" u="none" strike="noStrike" dirty="0">
                          <a:solidFill>
                            <a:schemeClr val="accent1">
                              <a:lumMod val="50000"/>
                            </a:schemeClr>
                          </a:solidFill>
                          <a:effectLst/>
                          <a:latin typeface="Times New Roman" panose="02020603050405020304" pitchFamily="18"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703946">
                <a:tc>
                  <a:txBody>
                    <a:bodyPr/>
                    <a:lstStyle/>
                    <a:p>
                      <a:pPr marR="0" algn="ctr" rtl="0" fontAlgn="ctr">
                        <a:lnSpc>
                          <a:spcPct val="100000"/>
                        </a:lnSpc>
                        <a:spcBef>
                          <a:spcPts val="0"/>
                        </a:spcBef>
                        <a:spcAft>
                          <a:spcPts val="0"/>
                        </a:spcAft>
                        <a:buClr>
                          <a:srgbClr val="000000"/>
                        </a:buClr>
                        <a:buFont typeface="Arial" panose="020B0604020202020204"/>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Acquérir 3000 kits Trek pro +</a:t>
                      </a:r>
                      <a:r>
                        <a:rPr lang="fr-FR" sz="1400" b="0" i="0" u="none" strike="noStrike" cap="none" dirty="0" err="1">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passport</a:t>
                      </a: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 50 000 Trek TAB, 50 Trek </a:t>
                      </a:r>
                      <a:r>
                        <a:rPr lang="fr-FR" sz="1400" b="0" i="0" u="none" strike="noStrike" cap="none" dirty="0" err="1">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connect</a:t>
                      </a: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(version solaire)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1400" b="0" i="0" u="none" strike="noStrike" cap="none">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Nbre des réfrigérateurs acquis/planifiés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400" b="1" i="0" u="none" strike="noStrike">
                          <a:solidFill>
                            <a:srgbClr val="FFFFFF"/>
                          </a:solidFill>
                          <a:effectLst/>
                          <a:latin typeface="Times New Roman" panose="02020603050405020304" pitchFamily="18" charset="0"/>
                        </a:rPr>
                        <a:t>Non réalisée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l" fontAlgn="ctr">
                        <a:buNone/>
                      </a:pPr>
                      <a:endParaRPr lang="fr-FR" sz="1400" b="0" i="0" u="none" strike="noStrike" dirty="0">
                        <a:solidFill>
                          <a:srgbClr val="0070C0"/>
                        </a:solidFill>
                        <a:effectLst/>
                        <a:latin typeface="Times New Roman" panose="02020603050405020304"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kumimoji="0" lang="fr-FR" sz="1400" b="0" i="1" u="none" strike="noStrike" kern="0" cap="none" spc="0" normalizeH="0" baseline="0" noProof="0" dirty="0">
                          <a:ln>
                            <a:noFill/>
                          </a:ln>
                          <a:solidFill>
                            <a:schemeClr val="accent1">
                              <a:lumMod val="50000"/>
                            </a:schemeClr>
                          </a:solidFill>
                          <a:effectLst/>
                          <a:uLnTx/>
                          <a:uFillTx/>
                          <a:latin typeface="Times New Roman" panose="02020603050405020304" pitchFamily="18" charset="0"/>
                          <a:ea typeface="+mn-ea"/>
                          <a:cs typeface="+mn-cs"/>
                          <a:sym typeface="Arial" panose="020B0604020202020204"/>
                        </a:rPr>
                        <a:t> CCEOP non encore mis  en œuvre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482831">
                <a:tc>
                  <a:txBody>
                    <a:bodyPr/>
                    <a:lstStyle/>
                    <a:p>
                      <a:pPr marR="0" algn="ctr" rtl="0" fontAlgn="ctr">
                        <a:lnSpc>
                          <a:spcPct val="100000"/>
                        </a:lnSpc>
                        <a:spcBef>
                          <a:spcPts val="0"/>
                        </a:spcBef>
                        <a:spcAft>
                          <a:spcPts val="0"/>
                        </a:spcAft>
                        <a:buClr>
                          <a:srgbClr val="000000"/>
                        </a:buClr>
                        <a:buFont typeface="Arial" panose="020B0604020202020204"/>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Acquérir les équipements de protection individuelle (kits) pour les personnels des entrepôts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1400" b="0" i="0" u="none" strike="noStrike" cap="none">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Nbre des réfrigérateurs acquis/planifiés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400" b="1" i="0" u="none" strike="noStrike">
                          <a:solidFill>
                            <a:srgbClr val="FFFFFF"/>
                          </a:solidFill>
                          <a:effectLst/>
                          <a:latin typeface="Times New Roman" panose="02020603050405020304" pitchFamily="18" charset="0"/>
                        </a:rPr>
                        <a:t>Non réalisée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l" fontAlgn="ctr">
                        <a:buNone/>
                      </a:pPr>
                      <a:endParaRPr lang="fr-FR" sz="1400" b="0" i="0" u="none" strike="noStrike" dirty="0">
                        <a:solidFill>
                          <a:srgbClr val="0070C0"/>
                        </a:solidFill>
                        <a:effectLst/>
                        <a:latin typeface="Times New Roman" panose="02020603050405020304"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kumimoji="0" lang="fr-FR" sz="1400" b="0" i="1" u="none" strike="noStrike" kern="0" cap="none" spc="0" normalizeH="0" baseline="0" noProof="0" dirty="0">
                          <a:ln>
                            <a:noFill/>
                          </a:ln>
                          <a:solidFill>
                            <a:schemeClr val="accent1">
                              <a:lumMod val="50000"/>
                            </a:schemeClr>
                          </a:solidFill>
                          <a:effectLst/>
                          <a:uLnTx/>
                          <a:uFillTx/>
                          <a:latin typeface="Times New Roman" panose="02020603050405020304" pitchFamily="18" charset="0"/>
                          <a:ea typeface="+mn-ea"/>
                          <a:cs typeface="+mn-cs"/>
                          <a:sym typeface="Arial" panose="020B0604020202020204"/>
                        </a:rPr>
                        <a:t> CCEOP non encore mis en œuvre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3"/>
                  </a:ext>
                </a:extLst>
              </a:tr>
              <a:tr h="482831">
                <a:tc>
                  <a:txBody>
                    <a:bodyPr/>
                    <a:lstStyle/>
                    <a:p>
                      <a:pPr marR="0" algn="ctr" rtl="0" fontAlgn="ctr">
                        <a:lnSpc>
                          <a:spcPct val="100000"/>
                        </a:lnSpc>
                        <a:spcBef>
                          <a:spcPts val="0"/>
                        </a:spcBef>
                        <a:spcAft>
                          <a:spcPts val="0"/>
                        </a:spcAft>
                        <a:buClr>
                          <a:srgbClr val="000000"/>
                        </a:buClr>
                        <a:buFont typeface="Arial" panose="020B0604020202020204"/>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Acquérir 150 réfrigérateurs OCV, 3000 glacières, 15000 portes vaccins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Nbre des matériels dotés/prévus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400" b="1" i="0" u="none" strike="noStrike">
                          <a:solidFill>
                            <a:srgbClr val="FFFFFF"/>
                          </a:solidFill>
                          <a:effectLst/>
                          <a:latin typeface="Times New Roman" panose="02020603050405020304" pitchFamily="18" charset="0"/>
                        </a:rPr>
                        <a:t>Non réalisée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l" fontAlgn="ctr">
                        <a:buNone/>
                      </a:pPr>
                      <a:endParaRPr lang="fr-FR" sz="1400" b="0" i="0" u="none" strike="noStrike" dirty="0">
                        <a:solidFill>
                          <a:srgbClr val="0070C0"/>
                        </a:solidFill>
                        <a:effectLst/>
                        <a:latin typeface="Times New Roman" panose="02020603050405020304"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kumimoji="0" lang="fr-FR" sz="1400" b="0" i="1" u="none" strike="noStrike" kern="0" cap="none" spc="0" normalizeH="0" baseline="0" noProof="0" dirty="0">
                          <a:ln>
                            <a:noFill/>
                          </a:ln>
                          <a:solidFill>
                            <a:schemeClr val="accent1">
                              <a:lumMod val="50000"/>
                            </a:schemeClr>
                          </a:solidFill>
                          <a:effectLst/>
                          <a:uLnTx/>
                          <a:uFillTx/>
                          <a:latin typeface="Times New Roman" panose="02020603050405020304" pitchFamily="18" charset="0"/>
                          <a:ea typeface="+mn-ea"/>
                          <a:cs typeface="+mn-cs"/>
                          <a:sym typeface="Arial" panose="020B0604020202020204"/>
                        </a:rPr>
                        <a:t> CCEOP non encore mis en œuvre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4"/>
                  </a:ext>
                </a:extLst>
              </a:tr>
              <a:tr h="482831">
                <a:tc>
                  <a:txBody>
                    <a:bodyPr/>
                    <a:lstStyle/>
                    <a:p>
                      <a:pPr marR="0" algn="ctr" rtl="0" fontAlgn="ctr">
                        <a:lnSpc>
                          <a:spcPct val="100000"/>
                        </a:lnSpc>
                        <a:spcBef>
                          <a:spcPts val="0"/>
                        </a:spcBef>
                        <a:spcAft>
                          <a:spcPts val="0"/>
                        </a:spcAft>
                        <a:buClr>
                          <a:srgbClr val="000000"/>
                        </a:buClr>
                        <a:buFont typeface="Arial" panose="020B0604020202020204"/>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Acquérir 50 réfrigérateurs TCW 40 SDD pour les provinces du Haut </a:t>
                      </a:r>
                      <a:r>
                        <a:rPr lang="fr-FR" sz="1400" b="0" i="0" u="none" strike="noStrike" cap="none" dirty="0" err="1">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Lomami</a:t>
                      </a: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 et Tanganyika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1400" b="0" i="0" u="none" strike="noStrike" cap="none">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Nbre des matériels dotés/prévus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400" b="1" i="0" u="none" strike="noStrike">
                          <a:solidFill>
                            <a:srgbClr val="FFFFFF"/>
                          </a:solidFill>
                          <a:effectLst/>
                          <a:latin typeface="Times New Roman" panose="02020603050405020304" pitchFamily="18" charset="0"/>
                        </a:rPr>
                        <a:t>Non réalisée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l" fontAlgn="ctr">
                        <a:buNone/>
                      </a:pPr>
                      <a:endParaRPr lang="fr-FR" sz="1400" b="0" i="0" u="none" strike="noStrike" dirty="0">
                        <a:solidFill>
                          <a:srgbClr val="0070C0"/>
                        </a:solidFill>
                        <a:effectLst/>
                        <a:latin typeface="Times New Roman" panose="02020603050405020304"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kumimoji="0" lang="fr-FR" sz="1400" b="0" i="1" u="none" strike="noStrike" kern="0" cap="none" spc="0" normalizeH="0" baseline="0" noProof="0" dirty="0">
                          <a:ln>
                            <a:noFill/>
                          </a:ln>
                          <a:solidFill>
                            <a:schemeClr val="accent1">
                              <a:lumMod val="50000"/>
                            </a:schemeClr>
                          </a:solidFill>
                          <a:effectLst/>
                          <a:uLnTx/>
                          <a:uFillTx/>
                          <a:latin typeface="Times New Roman" panose="02020603050405020304" pitchFamily="18" charset="0"/>
                          <a:ea typeface="+mn-ea"/>
                          <a:cs typeface="+mn-cs"/>
                          <a:sym typeface="Arial" panose="020B0604020202020204"/>
                        </a:rPr>
                        <a:t> CCEOP non encore mis en œuvre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5"/>
                  </a:ext>
                </a:extLst>
              </a:tr>
              <a:tr h="987427">
                <a:tc>
                  <a:txBody>
                    <a:bodyPr/>
                    <a:lstStyle/>
                    <a:p>
                      <a:pPr marR="0" algn="ctr" rtl="0" fontAlgn="ctr">
                        <a:lnSpc>
                          <a:spcPct val="100000"/>
                        </a:lnSpc>
                        <a:spcBef>
                          <a:spcPts val="0"/>
                        </a:spcBef>
                        <a:spcAft>
                          <a:spcPts val="0"/>
                        </a:spcAft>
                        <a:buClr>
                          <a:srgbClr val="000000"/>
                        </a:buClr>
                        <a:buFont typeface="Arial" panose="020B0604020202020204"/>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Acquérir les matériels chaîne du froid pour la surveillance (20 congélateurs solaires, 3000 kits de prélèvement PFA, 300 portes échantillons)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Nbre d’ équipements acquis/planifiés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400" b="1" i="0" u="none" strike="noStrike" dirty="0">
                          <a:solidFill>
                            <a:srgbClr val="FFFFFF"/>
                          </a:solidFill>
                          <a:effectLst/>
                          <a:latin typeface="Times New Roman" panose="02020603050405020304" pitchFamily="18" charset="0"/>
                        </a:rPr>
                        <a:t>Réalisée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l" fontAlgn="ctr">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14 congélateurs, 20000 kits PFA, 2000 portes échantillons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
                          <a:srgbClr val="000000"/>
                        </a:buClr>
                        <a:buSzTx/>
                        <a:buFont typeface="Arial" panose="020B0604020202020204"/>
                        <a:buNone/>
                        <a:tabLst/>
                        <a:defRPr/>
                      </a:pPr>
                      <a:endParaRPr kumimoji="0" lang="fr-FR" sz="1400" b="0" i="1" u="none" strike="noStrike" kern="0" cap="none" spc="0" normalizeH="0" baseline="0" noProof="0" dirty="0">
                        <a:ln>
                          <a:noFill/>
                        </a:ln>
                        <a:solidFill>
                          <a:schemeClr val="accent1">
                            <a:lumMod val="50000"/>
                          </a:schemeClr>
                        </a:solidFill>
                        <a:effectLst/>
                        <a:uLnTx/>
                        <a:uFillTx/>
                        <a:latin typeface="Times New Roman" panose="02020603050405020304" pitchFamily="18" charset="0"/>
                        <a:ea typeface="+mn-ea"/>
                        <a:cs typeface="+mn-cs"/>
                        <a:sym typeface="Arial" panose="020B0604020202020204"/>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7244584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44"/>
        <p:cNvGrpSpPr/>
        <p:nvPr/>
      </p:nvGrpSpPr>
      <p:grpSpPr>
        <a:xfrm>
          <a:off x="0" y="0"/>
          <a:ext cx="0" cy="0"/>
          <a:chOff x="0" y="0"/>
          <a:chExt cx="0" cy="0"/>
        </a:xfrm>
      </p:grpSpPr>
      <p:sp>
        <p:nvSpPr>
          <p:cNvPr id="645" name="Google Shape;645;p9"/>
          <p:cNvSpPr txBox="1"/>
          <p:nvPr/>
        </p:nvSpPr>
        <p:spPr>
          <a:xfrm>
            <a:off x="306192" y="89341"/>
            <a:ext cx="11274800" cy="529784"/>
          </a:xfrm>
          <a:prstGeom prst="rect">
            <a:avLst/>
          </a:prstGeom>
          <a:noFill/>
          <a:ln>
            <a:noFill/>
          </a:ln>
        </p:spPr>
        <p:txBody>
          <a:bodyPr spcFirstLastPara="1" wrap="square" lIns="0" tIns="0" rIns="0" bIns="0" anchor="t" anchorCtr="0">
            <a:noAutofit/>
          </a:bodyPr>
          <a:lstStyle/>
          <a:p>
            <a:pPr>
              <a:buClr>
                <a:schemeClr val="dk1"/>
              </a:buClr>
              <a:buSzPts val="1100"/>
            </a:pPr>
            <a:r>
              <a:rPr lang="en-GB" sz="2400" b="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Niveau de mise en oeuvre des activités logistiques du PAO 2025  </a:t>
            </a:r>
            <a:endParaRPr sz="2935"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46" name="Google Shape;646;p9"/>
          <p:cNvSpPr/>
          <p:nvPr/>
        </p:nvSpPr>
        <p:spPr>
          <a:xfrm>
            <a:off x="0" y="15061"/>
            <a:ext cx="235600" cy="655200"/>
          </a:xfrm>
          <a:prstGeom prst="rect">
            <a:avLst/>
          </a:prstGeom>
          <a:solidFill>
            <a:schemeClr val="accent1">
              <a:lumMod val="50000"/>
            </a:schemeClr>
          </a:solidFill>
          <a:ln>
            <a:noFill/>
          </a:ln>
        </p:spPr>
        <p:txBody>
          <a:bodyPr spcFirstLastPara="1" wrap="square" lIns="91400" tIns="91400" rIns="91400" bIns="91400"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Organigramme : Opération manuelle 1"/>
          <p:cNvSpPr/>
          <p:nvPr/>
        </p:nvSpPr>
        <p:spPr>
          <a:xfrm>
            <a:off x="11572877" y="66673"/>
            <a:ext cx="485776" cy="419100"/>
          </a:xfrm>
          <a:prstGeom prst="flowChartManualOperation">
            <a:avLst/>
          </a:prstGeom>
          <a:solidFill>
            <a:schemeClr val="accent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fr-FR"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a:t>
            </a:r>
            <a:endParaRPr lang="fr-FR"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aphicFrame>
        <p:nvGraphicFramePr>
          <p:cNvPr id="4" name="Tableau 3"/>
          <p:cNvGraphicFramePr>
            <a:graphicFrameLocks noGrp="1"/>
          </p:cNvGraphicFramePr>
          <p:nvPr>
            <p:extLst>
              <p:ext uri="{D42A27DB-BD31-4B8C-83A1-F6EECF244321}">
                <p14:modId xmlns:p14="http://schemas.microsoft.com/office/powerpoint/2010/main" val="1748261587"/>
              </p:ext>
            </p:extLst>
          </p:nvPr>
        </p:nvGraphicFramePr>
        <p:xfrm>
          <a:off x="14006" y="681134"/>
          <a:ext cx="12177993" cy="6189417"/>
        </p:xfrm>
        <a:graphic>
          <a:graphicData uri="http://schemas.openxmlformats.org/drawingml/2006/table">
            <a:tbl>
              <a:tblPr/>
              <a:tblGrid>
                <a:gridCol w="357894">
                  <a:extLst>
                    <a:ext uri="{9D8B030D-6E8A-4147-A177-3AD203B41FA5}">
                      <a16:colId xmlns:a16="http://schemas.microsoft.com/office/drawing/2014/main" val="20000"/>
                    </a:ext>
                  </a:extLst>
                </a:gridCol>
                <a:gridCol w="5381439">
                  <a:extLst>
                    <a:ext uri="{9D8B030D-6E8A-4147-A177-3AD203B41FA5}">
                      <a16:colId xmlns:a16="http://schemas.microsoft.com/office/drawing/2014/main" val="20001"/>
                    </a:ext>
                  </a:extLst>
                </a:gridCol>
                <a:gridCol w="2040477">
                  <a:extLst>
                    <a:ext uri="{9D8B030D-6E8A-4147-A177-3AD203B41FA5}">
                      <a16:colId xmlns:a16="http://schemas.microsoft.com/office/drawing/2014/main" val="20002"/>
                    </a:ext>
                  </a:extLst>
                </a:gridCol>
                <a:gridCol w="1286261">
                  <a:extLst>
                    <a:ext uri="{9D8B030D-6E8A-4147-A177-3AD203B41FA5}">
                      <a16:colId xmlns:a16="http://schemas.microsoft.com/office/drawing/2014/main" val="20003"/>
                    </a:ext>
                  </a:extLst>
                </a:gridCol>
                <a:gridCol w="1286261">
                  <a:extLst>
                    <a:ext uri="{9D8B030D-6E8A-4147-A177-3AD203B41FA5}">
                      <a16:colId xmlns:a16="http://schemas.microsoft.com/office/drawing/2014/main" val="20004"/>
                    </a:ext>
                  </a:extLst>
                </a:gridCol>
                <a:gridCol w="1825661">
                  <a:extLst>
                    <a:ext uri="{9D8B030D-6E8A-4147-A177-3AD203B41FA5}">
                      <a16:colId xmlns:a16="http://schemas.microsoft.com/office/drawing/2014/main" val="20005"/>
                    </a:ext>
                  </a:extLst>
                </a:gridCol>
              </a:tblGrid>
              <a:tr h="440261">
                <a:tc>
                  <a:txBody>
                    <a:bodyPr/>
                    <a:lstStyle/>
                    <a:p>
                      <a:pPr algn="ctr" rtl="0" fontAlgn="ctr">
                        <a:buNone/>
                      </a:pPr>
                      <a:r>
                        <a:rPr lang="fr-FR" sz="1500" b="1" i="0" u="none" strike="noStrike">
                          <a:solidFill>
                            <a:srgbClr val="FFFFFF"/>
                          </a:solidFill>
                          <a:effectLst/>
                          <a:latin typeface="Times New Roman" panose="02020603050405020304" pitchFamily="18" charset="0"/>
                        </a:rPr>
                        <a:t>N°</a:t>
                      </a:r>
                    </a:p>
                  </a:txBody>
                  <a:tcPr marL="0" marR="0" marT="0" marB="0" anchor="ctr">
                    <a:lnL w="12700" cap="flat" cmpd="sng" algn="ctr">
                      <a:solidFill>
                        <a:srgbClr val="4285F4"/>
                      </a:solidFill>
                      <a:prstDash val="solid"/>
                      <a:round/>
                      <a:headEnd type="none" w="med" len="med"/>
                      <a:tailEnd type="none" w="med" len="med"/>
                    </a:lnL>
                    <a:lnR w="12700" cap="flat" cmpd="sng" algn="ctr">
                      <a:solidFill>
                        <a:srgbClr val="4285F4"/>
                      </a:solidFill>
                      <a:prstDash val="solid"/>
                      <a:round/>
                      <a:headEnd type="none" w="med" len="med"/>
                      <a:tailEnd type="none" w="med" len="med"/>
                    </a:lnR>
                    <a:lnT w="12700" cap="flat" cmpd="sng" algn="ctr">
                      <a:solidFill>
                        <a:srgbClr val="4285F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rtl="0" fontAlgn="ctr">
                        <a:buNone/>
                      </a:pPr>
                      <a:r>
                        <a:rPr lang="fr-FR" sz="1500" b="1" i="0" u="none" strike="noStrike" dirty="0">
                          <a:solidFill>
                            <a:srgbClr val="FFFFFF"/>
                          </a:solidFill>
                          <a:effectLst/>
                          <a:latin typeface="Times New Roman" panose="02020603050405020304" pitchFamily="18" charset="0"/>
                        </a:rPr>
                        <a:t>Activités</a:t>
                      </a:r>
                    </a:p>
                  </a:txBody>
                  <a:tcPr marL="0" marR="0" marT="0" marB="0" anchor="ctr">
                    <a:lnL w="12700" cap="flat" cmpd="sng" algn="ctr">
                      <a:solidFill>
                        <a:srgbClr val="4285F4"/>
                      </a:solidFill>
                      <a:prstDash val="solid"/>
                      <a:round/>
                      <a:headEnd type="none" w="med" len="med"/>
                      <a:tailEnd type="none" w="med" len="med"/>
                    </a:lnL>
                    <a:lnR w="12700" cap="flat" cmpd="sng" algn="ctr">
                      <a:solidFill>
                        <a:srgbClr val="4285F4"/>
                      </a:solidFill>
                      <a:prstDash val="solid"/>
                      <a:round/>
                      <a:headEnd type="none" w="med" len="med"/>
                      <a:tailEnd type="none" w="med" len="med"/>
                    </a:lnR>
                    <a:lnT w="12700" cap="flat" cmpd="sng" algn="ctr">
                      <a:solidFill>
                        <a:srgbClr val="4285F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rtl="0" fontAlgn="ctr">
                        <a:buNone/>
                      </a:pPr>
                      <a:r>
                        <a:rPr lang="fr-FR" sz="1500" b="1" i="0" u="none" strike="noStrike">
                          <a:solidFill>
                            <a:srgbClr val="FFFFFF"/>
                          </a:solidFill>
                          <a:effectLst/>
                          <a:latin typeface="Times New Roman" panose="02020603050405020304" pitchFamily="18" charset="0"/>
                        </a:rPr>
                        <a:t>Indicateur</a:t>
                      </a:r>
                    </a:p>
                  </a:txBody>
                  <a:tcPr marL="0" marR="0" marT="0" marB="0" anchor="ctr">
                    <a:lnL w="12700" cap="flat" cmpd="sng" algn="ctr">
                      <a:solidFill>
                        <a:srgbClr val="4285F4"/>
                      </a:solidFill>
                      <a:prstDash val="solid"/>
                      <a:round/>
                      <a:headEnd type="none" w="med" len="med"/>
                      <a:tailEnd type="none" w="med" len="med"/>
                    </a:lnL>
                    <a:lnR w="12700" cap="flat" cmpd="sng" algn="ctr">
                      <a:solidFill>
                        <a:srgbClr val="4285F4"/>
                      </a:solidFill>
                      <a:prstDash val="solid"/>
                      <a:round/>
                      <a:headEnd type="none" w="med" len="med"/>
                      <a:tailEnd type="none" w="med" len="med"/>
                    </a:lnR>
                    <a:lnT w="12700" cap="flat" cmpd="sng" algn="ctr">
                      <a:solidFill>
                        <a:srgbClr val="4285F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rtl="0" fontAlgn="ctr">
                        <a:buNone/>
                      </a:pPr>
                      <a:r>
                        <a:rPr lang="fr-FR" sz="1500" b="1" i="0" u="none" strike="noStrike">
                          <a:solidFill>
                            <a:srgbClr val="FFFFFF"/>
                          </a:solidFill>
                          <a:effectLst/>
                          <a:latin typeface="Times New Roman" panose="02020603050405020304" pitchFamily="18" charset="0"/>
                        </a:rPr>
                        <a:t>Niveau de réalisation</a:t>
                      </a:r>
                    </a:p>
                  </a:txBody>
                  <a:tcPr marL="0" marR="0" marT="0" marB="0" anchor="ctr">
                    <a:lnL w="12700" cap="flat" cmpd="sng" algn="ctr">
                      <a:solidFill>
                        <a:srgbClr val="4285F4"/>
                      </a:solidFill>
                      <a:prstDash val="solid"/>
                      <a:round/>
                      <a:headEnd type="none" w="med" len="med"/>
                      <a:tailEnd type="none" w="med" len="med"/>
                    </a:lnL>
                    <a:lnR w="12700" cap="flat" cmpd="sng" algn="ctr">
                      <a:solidFill>
                        <a:srgbClr val="4285F4"/>
                      </a:solidFill>
                      <a:prstDash val="solid"/>
                      <a:round/>
                      <a:headEnd type="none" w="med" len="med"/>
                      <a:tailEnd type="none" w="med" len="med"/>
                    </a:lnR>
                    <a:lnT w="12700" cap="flat" cmpd="sng" algn="ctr">
                      <a:solidFill>
                        <a:srgbClr val="4285F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rtl="0" fontAlgn="ctr">
                        <a:buNone/>
                      </a:pPr>
                      <a:r>
                        <a:rPr lang="fr-FR" sz="1500" b="1" i="0" u="none" strike="noStrike">
                          <a:solidFill>
                            <a:srgbClr val="FFFFFF"/>
                          </a:solidFill>
                          <a:effectLst/>
                          <a:latin typeface="Times New Roman" panose="02020603050405020304" pitchFamily="18" charset="0"/>
                        </a:rPr>
                        <a:t>Résultats obtenus</a:t>
                      </a:r>
                    </a:p>
                  </a:txBody>
                  <a:tcPr marL="0" marR="0" marT="0" marB="0" anchor="ctr">
                    <a:lnL w="12700" cap="flat" cmpd="sng" algn="ctr">
                      <a:solidFill>
                        <a:srgbClr val="4285F4"/>
                      </a:solidFill>
                      <a:prstDash val="solid"/>
                      <a:round/>
                      <a:headEnd type="none" w="med" len="med"/>
                      <a:tailEnd type="none" w="med" len="med"/>
                    </a:lnL>
                    <a:lnR w="12700" cap="flat" cmpd="sng" algn="ctr">
                      <a:solidFill>
                        <a:srgbClr val="4285F4"/>
                      </a:solidFill>
                      <a:prstDash val="solid"/>
                      <a:round/>
                      <a:headEnd type="none" w="med" len="med"/>
                      <a:tailEnd type="none" w="med" len="med"/>
                    </a:lnR>
                    <a:lnT w="12700" cap="flat" cmpd="sng" algn="ctr">
                      <a:solidFill>
                        <a:srgbClr val="4285F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rtl="0" fontAlgn="ctr">
                        <a:buNone/>
                      </a:pPr>
                      <a:r>
                        <a:rPr lang="fr-FR" sz="1500" b="1" i="0" u="none" strike="noStrike" dirty="0">
                          <a:solidFill>
                            <a:srgbClr val="FFFFFF"/>
                          </a:solidFill>
                          <a:effectLst/>
                          <a:latin typeface="Times New Roman" panose="02020603050405020304" pitchFamily="18" charset="0"/>
                        </a:rPr>
                        <a:t>Observation</a:t>
                      </a:r>
                    </a:p>
                  </a:txBody>
                  <a:tcPr marL="0" marR="0" marT="0" marB="0" anchor="ctr">
                    <a:lnL w="12700" cap="flat" cmpd="sng" algn="ctr">
                      <a:solidFill>
                        <a:srgbClr val="4285F4"/>
                      </a:solidFill>
                      <a:prstDash val="solid"/>
                      <a:round/>
                      <a:headEnd type="none" w="med" len="med"/>
                      <a:tailEnd type="none" w="med" len="med"/>
                    </a:lnL>
                    <a:lnR w="12700" cap="flat" cmpd="sng" algn="ctr">
                      <a:solidFill>
                        <a:srgbClr val="4285F4"/>
                      </a:solidFill>
                      <a:prstDash val="solid"/>
                      <a:round/>
                      <a:headEnd type="none" w="med" len="med"/>
                      <a:tailEnd type="none" w="med" len="med"/>
                    </a:lnR>
                    <a:lnT w="12700" cap="flat" cmpd="sng" algn="ctr">
                      <a:solidFill>
                        <a:srgbClr val="4285F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1027275">
                <a:tc>
                  <a:txBody>
                    <a:bodyPr/>
                    <a:lstStyle/>
                    <a:p>
                      <a:pPr algn="ctr" fontAlgn="ctr">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Acquérir les matériels chaîne du froid (7 conteneurs frigorifiques, 7 générateurs, 1 300 </a:t>
                      </a:r>
                      <a:r>
                        <a:rPr lang="fr-FR" sz="1400" b="0" i="0" u="none" strike="noStrike" cap="none" dirty="0" err="1">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logtag</a:t>
                      </a: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 100 glacières, 50 réfrigérateurs)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Proportion des équipements maintenus/planifiés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panose="020B0604020202020204"/>
                        <a:buNone/>
                        <a:tabLst/>
                        <a:defRPr/>
                      </a:pPr>
                      <a:r>
                        <a:rPr lang="fr-FR" sz="1400" b="1" i="0" u="none" strike="noStrike" cap="none" dirty="0">
                          <a:solidFill>
                            <a:srgbClr val="0070C0"/>
                          </a:solidFill>
                          <a:effectLst/>
                          <a:latin typeface="Times New Roman" panose="02020603050405020304" pitchFamily="18" charset="0"/>
                          <a:ea typeface="+mn-ea"/>
                          <a:cs typeface="+mn-cs"/>
                          <a:sym typeface="Arial" panose="020B0604020202020204"/>
                        </a:rPr>
                        <a:t>Partiellement réalisée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ctr">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7 générateurs déjà reçus, 1300 </a:t>
                      </a:r>
                      <a:r>
                        <a:rPr lang="fr-FR" sz="1400" b="0" i="0" u="none" strike="noStrike" cap="none" dirty="0" err="1">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Logtag</a:t>
                      </a: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 reçus, 50 réfrigérateurs reçus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400" b="0" i="1" u="none" strike="noStrike" dirty="0">
                          <a:solidFill>
                            <a:schemeClr val="accent1">
                              <a:lumMod val="50000"/>
                            </a:schemeClr>
                          </a:solidFill>
                          <a:effectLst/>
                          <a:latin typeface="Times New Roman" panose="02020603050405020304" pitchFamily="18" charset="0"/>
                        </a:rPr>
                        <a:t> Reste 7 conteneurs </a:t>
                      </a:r>
                    </a:p>
                    <a:p>
                      <a:pPr algn="l" fontAlgn="b">
                        <a:buNone/>
                      </a:pPr>
                      <a:r>
                        <a:rPr lang="fr-FR" sz="1400" b="0" i="1" u="none" strike="noStrike" dirty="0">
                          <a:solidFill>
                            <a:schemeClr val="accent1">
                              <a:lumMod val="50000"/>
                            </a:schemeClr>
                          </a:solidFill>
                          <a:effectLst/>
                          <a:latin typeface="Times New Roman" panose="02020603050405020304" pitchFamily="18" charset="0"/>
                        </a:rPr>
                        <a:t> frigorifiques et 100 </a:t>
                      </a:r>
                    </a:p>
                    <a:p>
                      <a:pPr algn="l" fontAlgn="b">
                        <a:buNone/>
                      </a:pPr>
                      <a:r>
                        <a:rPr lang="fr-FR" sz="1400" b="0" i="1" u="none" strike="noStrike" dirty="0">
                          <a:solidFill>
                            <a:schemeClr val="accent1">
                              <a:lumMod val="50000"/>
                            </a:schemeClr>
                          </a:solidFill>
                          <a:effectLst/>
                          <a:latin typeface="Times New Roman" panose="02020603050405020304" pitchFamily="18" charset="0"/>
                        </a:rPr>
                        <a:t> glacières à livrer</a:t>
                      </a:r>
                    </a:p>
                    <a:p>
                      <a:pPr algn="l" fontAlgn="b">
                        <a:buNone/>
                      </a:pPr>
                      <a:endParaRPr lang="fr-FR" sz="1400" b="0" i="1" u="none" strike="noStrike" dirty="0">
                        <a:solidFill>
                          <a:schemeClr val="accent1">
                            <a:lumMod val="50000"/>
                          </a:schemeClr>
                        </a:solidFill>
                        <a:effectLst/>
                        <a:latin typeface="Times New Roman" panose="02020603050405020304" pitchFamily="18"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58067884"/>
                  </a:ext>
                </a:extLst>
              </a:tr>
              <a:tr h="529101">
                <a:tc>
                  <a:txBody>
                    <a:bodyPr/>
                    <a:lstStyle/>
                    <a:p>
                      <a:pPr algn="ctr" fontAlgn="ctr">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Installer les 525 kits Parsyl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Proportion des équipements maintenus/existants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400" b="1" i="0" u="none" strike="noStrike" dirty="0">
                          <a:solidFill>
                            <a:srgbClr val="FFFFFF"/>
                          </a:solidFill>
                          <a:effectLst/>
                          <a:latin typeface="Times New Roman" panose="02020603050405020304" pitchFamily="18" charset="0"/>
                        </a:rPr>
                        <a:t>Non réalisée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l" fontAlgn="ctr">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400" b="0" i="1" u="none" strike="noStrike" dirty="0">
                          <a:solidFill>
                            <a:schemeClr val="accent1">
                              <a:lumMod val="50000"/>
                            </a:schemeClr>
                          </a:solidFill>
                          <a:effectLst/>
                          <a:latin typeface="Times New Roman" panose="02020603050405020304" pitchFamily="18" charset="0"/>
                        </a:rPr>
                        <a:t> Fonds non disponible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46700822"/>
                  </a:ext>
                </a:extLst>
              </a:tr>
              <a:tr h="609600">
                <a:tc>
                  <a:txBody>
                    <a:bodyPr/>
                    <a:lstStyle/>
                    <a:p>
                      <a:pPr algn="ctr" fontAlgn="ctr">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17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Assurer la maintenance des chambres froides au niveau intermédiaire (réhabilitation, réparation, entretien et achat pièces de rechange…)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Proportion des chambres froides maintenus/existants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400" b="1" i="0" u="none" strike="noStrike" dirty="0">
                          <a:solidFill>
                            <a:srgbClr val="FFFFFF"/>
                          </a:solidFill>
                          <a:effectLst/>
                          <a:latin typeface="Times New Roman" panose="02020603050405020304" pitchFamily="18" charset="0"/>
                        </a:rPr>
                        <a:t>Réalisée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l" fontAlgn="b">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100% de réalisation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400" b="0" i="1" u="none" strike="noStrike" dirty="0">
                          <a:solidFill>
                            <a:schemeClr val="accent1">
                              <a:lumMod val="50000"/>
                            </a:schemeClr>
                          </a:solidFill>
                          <a:effectLst/>
                          <a:latin typeface="Times New Roman" panose="02020603050405020304" pitchFamily="18"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479975"/>
                  </a:ext>
                </a:extLst>
              </a:tr>
              <a:tr h="753036">
                <a:tc>
                  <a:txBody>
                    <a:bodyPr/>
                    <a:lstStyle/>
                    <a:p>
                      <a:pPr algn="ctr" fontAlgn="ctr">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Assurer la maintenance des réfrigérateurs et congélateurs au niveau opérationnel (réparation, entretien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Proportion des équipements maintenus/existants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panose="020B0604020202020204"/>
                        <a:buNone/>
                        <a:tabLst/>
                        <a:defRPr/>
                      </a:pPr>
                      <a:r>
                        <a:rPr lang="fr-FR" sz="1400" b="1" i="0" u="none" strike="noStrike" dirty="0">
                          <a:solidFill>
                            <a:schemeClr val="accent1">
                              <a:lumMod val="50000"/>
                            </a:schemeClr>
                          </a:solidFill>
                          <a:effectLst/>
                          <a:latin typeface="Times New Roman" panose="02020603050405020304" pitchFamily="18" charset="0"/>
                        </a:rPr>
                        <a:t>Partiellement réalisée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marL="0" marR="0" lvl="0" indent="0" algn="l"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lang="fr-FR" sz="1400" b="0" i="0" u="none" strike="noStrike" cap="none" noProof="0"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a:rPr>
                        <a:t>Kits acquis : 284; </a:t>
                      </a:r>
                    </a:p>
                    <a:p>
                      <a:pPr marL="0" marR="0" lvl="0" indent="0" algn="l"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lang="fr-FR" sz="1400" b="0" i="0" u="none" strike="noStrike" cap="none" noProof="0"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a:rPr>
                        <a:t>distribués : 182</a:t>
                      </a:r>
                    </a:p>
                    <a:p>
                      <a:pPr marL="0" marR="0" lvl="0" indent="0" algn="l"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lang="fr-FR" sz="1400" b="0" i="0" u="none" strike="noStrike" cap="none" noProof="0"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a:rPr>
                        <a:t>en stock : 102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400" b="0" i="1" u="none" strike="noStrike" dirty="0">
                          <a:solidFill>
                            <a:schemeClr val="accent1">
                              <a:lumMod val="50000"/>
                            </a:schemeClr>
                          </a:solidFill>
                          <a:effectLst/>
                          <a:latin typeface="Times New Roman" panose="02020603050405020304" pitchFamily="18" charset="0"/>
                        </a:rPr>
                        <a:t>8% de matériels réparés</a:t>
                      </a:r>
                    </a:p>
                    <a:p>
                      <a:pPr algn="l" fontAlgn="b">
                        <a:buNone/>
                      </a:pPr>
                      <a:r>
                        <a:rPr lang="fr-FR" sz="1400" b="0" i="1" u="none" strike="noStrike" dirty="0">
                          <a:solidFill>
                            <a:schemeClr val="accent1">
                              <a:lumMod val="50000"/>
                            </a:schemeClr>
                          </a:solidFill>
                          <a:effectLst/>
                          <a:latin typeface="Times New Roman" panose="02020603050405020304" pitchFamily="18" charset="0"/>
                        </a:rPr>
                        <a:t>Le reste de kits est en cours de distribution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10"/>
                  </a:ext>
                </a:extLst>
              </a:tr>
              <a:tr h="292250">
                <a:tc>
                  <a:txBody>
                    <a:bodyPr/>
                    <a:lstStyle/>
                    <a:p>
                      <a:pPr algn="ctr" fontAlgn="ctr">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19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1400" b="0" i="0" u="none" strike="noStrike" cap="none" dirty="0" err="1">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Acquerir</a:t>
                      </a: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 des kits d'outillage pour les pools de maintenance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Nombre de kits acquis/planifiés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panose="020B0604020202020204"/>
                        <a:buNone/>
                        <a:tabLst/>
                        <a:defRPr/>
                      </a:pPr>
                      <a:r>
                        <a:rPr lang="fr-FR" sz="1400" b="1" i="0" u="none" strike="noStrike" dirty="0">
                          <a:solidFill>
                            <a:srgbClr val="FFFFFF"/>
                          </a:solidFill>
                          <a:effectLst/>
                          <a:latin typeface="Times New Roman" panose="02020603050405020304" pitchFamily="18" charset="0"/>
                        </a:rPr>
                        <a:t>Réalisée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marR="0" algn="l" rtl="0" fontAlgn="b">
                        <a:lnSpc>
                          <a:spcPct val="100000"/>
                        </a:lnSpc>
                        <a:spcBef>
                          <a:spcPts val="0"/>
                        </a:spcBef>
                        <a:spcAft>
                          <a:spcPts val="0"/>
                        </a:spcAft>
                        <a:buClr>
                          <a:srgbClr val="000000"/>
                        </a:buClr>
                        <a:buFont typeface="Arial" panose="020B0604020202020204"/>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 78 kits réceptionnés</a:t>
                      </a:r>
                    </a:p>
                    <a:p>
                      <a:pPr algn="l" fontAlgn="b">
                        <a:buNone/>
                      </a:pPr>
                      <a:endPar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400" b="0" i="1" u="none" strike="noStrike" cap="none" dirty="0">
                          <a:solidFill>
                            <a:schemeClr val="accent1">
                              <a:lumMod val="50000"/>
                            </a:schemeClr>
                          </a:solidFill>
                          <a:effectLst/>
                          <a:latin typeface="Times New Roman" panose="02020603050405020304" pitchFamily="18" charset="0"/>
                          <a:ea typeface="+mn-ea"/>
                          <a:cs typeface="+mn-cs"/>
                          <a:sym typeface="Arial" panose="020B0604020202020204"/>
                        </a:rPr>
                        <a:t>Kits en cours de distribution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11"/>
                  </a:ext>
                </a:extLst>
              </a:tr>
              <a:tr h="572339">
                <a:tc>
                  <a:txBody>
                    <a:bodyPr/>
                    <a:lstStyle/>
                    <a:p>
                      <a:pPr algn="ctr" fontAlgn="ctr">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Acquérir 230 motos pour la distribution vaccins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Nombre de motos dotées/planifiées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panose="020B0604020202020204"/>
                        <a:buNone/>
                        <a:tabLst/>
                        <a:defRPr/>
                      </a:pPr>
                      <a:r>
                        <a:rPr lang="fr-FR" sz="1400" b="1" i="0" u="none" strike="noStrike" cap="none" dirty="0">
                          <a:solidFill>
                            <a:srgbClr val="FFFFFF"/>
                          </a:solidFill>
                          <a:effectLst/>
                          <a:latin typeface="Times New Roman" panose="02020603050405020304" pitchFamily="18" charset="0"/>
                          <a:ea typeface="+mn-ea"/>
                          <a:cs typeface="+mn-cs"/>
                          <a:sym typeface="Arial" panose="020B0604020202020204"/>
                        </a:rPr>
                        <a:t>Réalisée</a:t>
                      </a:r>
                    </a:p>
                    <a:p>
                      <a:pPr algn="ctr" fontAlgn="ctr">
                        <a:buNone/>
                      </a:pPr>
                      <a:r>
                        <a:rPr lang="fr-FR" sz="1400" b="1" i="0" u="none" strike="noStrike" dirty="0">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l" fontAlgn="b">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145 motos livrées</a:t>
                      </a:r>
                    </a:p>
                    <a:p>
                      <a:pPr algn="l" fontAlgn="b">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2 canaux rapides</a:t>
                      </a:r>
                    </a:p>
                    <a:p>
                      <a:pPr algn="l" fontAlgn="b">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79 hors-bords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400" b="0" i="1" u="none" strike="noStrike" cap="none" dirty="0">
                          <a:solidFill>
                            <a:schemeClr val="accent1">
                              <a:lumMod val="50000"/>
                            </a:schemeClr>
                          </a:solidFill>
                          <a:effectLst/>
                          <a:latin typeface="Times New Roman" panose="02020603050405020304" pitchFamily="18" charset="0"/>
                          <a:ea typeface="+mn-ea"/>
                          <a:cs typeface="+mn-cs"/>
                          <a:sym typeface="Arial" panose="020B0604020202020204"/>
                        </a:rPr>
                        <a:t>120 motos encore sous douane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5047808"/>
                  </a:ext>
                </a:extLst>
              </a:tr>
              <a:tr h="1335457">
                <a:tc>
                  <a:txBody>
                    <a:bodyPr/>
                    <a:lstStyle/>
                    <a:p>
                      <a:pPr algn="ctr" fontAlgn="ctr">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21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Construire et équiper des dépôts de stockage des intrants secs pour les antennes(</a:t>
                      </a:r>
                      <a:r>
                        <a:rPr lang="fr-FR" sz="1400" b="0" i="0" u="none" strike="noStrike" cap="none" dirty="0" err="1">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Kin</a:t>
                      </a: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-est/</a:t>
                      </a:r>
                      <a:r>
                        <a:rPr lang="fr-FR" sz="1400" b="0" i="0" u="none" strike="noStrike" cap="none" dirty="0" err="1">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ndjili</a:t>
                      </a: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 KIN-OUEST/</a:t>
                      </a:r>
                      <a:r>
                        <a:rPr lang="fr-FR" sz="1400" b="0" i="0" u="none" strike="noStrike" cap="none" dirty="0" err="1">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kitambo</a:t>
                      </a: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 LUBUMBASHI,LIKASI, KAMINA; </a:t>
                      </a:r>
                      <a:r>
                        <a:rPr lang="fr-FR" sz="1400" b="0" i="0" u="none" strike="noStrike" cap="none" dirty="0" err="1">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kabondo</a:t>
                      </a: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 </a:t>
                      </a:r>
                      <a:r>
                        <a:rPr lang="fr-FR" sz="1400" b="0" i="0" u="none" strike="noStrike" cap="none" dirty="0" err="1">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dianda</a:t>
                      </a: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 </a:t>
                      </a:r>
                      <a:r>
                        <a:rPr lang="fr-FR" sz="1400" b="0" i="0" u="none" strike="noStrike" cap="none" dirty="0" err="1">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watsa</a:t>
                      </a: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 TSHIKAPA; KANANGA; </a:t>
                      </a:r>
                      <a:r>
                        <a:rPr lang="fr-FR" sz="1400" b="0" i="0" u="none" strike="noStrike" cap="none" dirty="0" err="1">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mbuji</a:t>
                      </a: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 </a:t>
                      </a:r>
                      <a:r>
                        <a:rPr lang="fr-FR" sz="1400" b="0" i="0" u="none" strike="noStrike" cap="none" dirty="0" err="1">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mayi</a:t>
                      </a: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 MATADI; BOMA; BANDUNDU; KASONGO; KINDU; GOMA; </a:t>
                      </a:r>
                      <a:r>
                        <a:rPr lang="fr-FR" sz="1400" b="0" i="0" u="none" strike="noStrike" cap="none" dirty="0" err="1">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lodja</a:t>
                      </a: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 </a:t>
                      </a:r>
                      <a:r>
                        <a:rPr lang="fr-FR" sz="1400" b="0" i="0" u="none" strike="noStrike" cap="none" dirty="0" err="1">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lusambo</a:t>
                      </a: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 BUKAVU; </a:t>
                      </a:r>
                      <a:r>
                        <a:rPr lang="fr-FR" sz="1400" b="0" i="0" u="none" strike="noStrike" cap="none" dirty="0" err="1">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shabunda</a:t>
                      </a: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 KALEMIE; KABALO; KISANGANI; MBANDAKA; BOKUNGU. Kolwezi)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Nbre de dépôts de stockage sec construits/prévus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panose="020B0604020202020204"/>
                        <a:buNone/>
                        <a:tabLst/>
                        <a:defRPr/>
                      </a:pPr>
                      <a:r>
                        <a:rPr lang="fr-FR" sz="1400" b="1" i="0" u="none" strike="noStrike" dirty="0">
                          <a:solidFill>
                            <a:schemeClr val="accent1">
                              <a:lumMod val="50000"/>
                            </a:schemeClr>
                          </a:solidFill>
                          <a:effectLst/>
                          <a:latin typeface="Times New Roman" panose="02020603050405020304" pitchFamily="18" charset="0"/>
                        </a:rPr>
                        <a:t>Partiellement réalisée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ctr">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4/26 dépôts en cours de construction : </a:t>
                      </a:r>
                      <a:r>
                        <a:rPr lang="fr-FR" sz="1400" b="0" i="0" u="none" strike="noStrike" cap="none" dirty="0" err="1">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Mbuji</a:t>
                      </a: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 </a:t>
                      </a:r>
                      <a:r>
                        <a:rPr lang="fr-FR" sz="1400" b="0" i="0" u="none" strike="noStrike" cap="none" dirty="0" err="1">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mayi</a:t>
                      </a: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  </a:t>
                      </a:r>
                      <a:r>
                        <a:rPr lang="fr-FR" sz="1400" b="0" i="0" u="none" strike="noStrike" cap="none" dirty="0" err="1">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Lubutu</a:t>
                      </a: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 </a:t>
                      </a:r>
                      <a:r>
                        <a:rPr lang="fr-FR" sz="1400" b="0" i="0" u="none" strike="noStrike" cap="none" dirty="0" err="1">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Nioki</a:t>
                      </a: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 Gemena (niveau d'exécution 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lang="fr-FR" sz="1400" b="0" i="1" u="none" strike="noStrike" cap="none" dirty="0">
                          <a:solidFill>
                            <a:schemeClr val="accent1">
                              <a:lumMod val="50000"/>
                            </a:schemeClr>
                          </a:solidFill>
                          <a:effectLst/>
                          <a:latin typeface="Times New Roman" panose="02020603050405020304" pitchFamily="18" charset="0"/>
                          <a:ea typeface="+mn-ea"/>
                          <a:cs typeface="+mn-cs"/>
                          <a:sym typeface="Arial" panose="020B0604020202020204"/>
                        </a:rPr>
                        <a:t>3 dépôts à construire en 2026</a:t>
                      </a:r>
                    </a:p>
                    <a:p>
                      <a:pPr marL="0" marR="0" lvl="0" indent="0" algn="l"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lang="fr-FR" sz="1400" b="0" i="1" u="none" strike="noStrike" cap="none" dirty="0">
                          <a:solidFill>
                            <a:schemeClr val="accent1">
                              <a:lumMod val="50000"/>
                            </a:schemeClr>
                          </a:solidFill>
                          <a:effectLst/>
                          <a:latin typeface="Times New Roman" panose="02020603050405020304" pitchFamily="18" charset="0"/>
                          <a:ea typeface="+mn-ea"/>
                          <a:cs typeface="+mn-cs"/>
                          <a:sym typeface="Arial" panose="020B0604020202020204"/>
                        </a:rPr>
                        <a:t>19 à construire dans RSS4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0326929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44"/>
        <p:cNvGrpSpPr/>
        <p:nvPr/>
      </p:nvGrpSpPr>
      <p:grpSpPr>
        <a:xfrm>
          <a:off x="0" y="0"/>
          <a:ext cx="0" cy="0"/>
          <a:chOff x="0" y="0"/>
          <a:chExt cx="0" cy="0"/>
        </a:xfrm>
      </p:grpSpPr>
      <p:sp>
        <p:nvSpPr>
          <p:cNvPr id="645" name="Google Shape;645;p9"/>
          <p:cNvSpPr txBox="1"/>
          <p:nvPr/>
        </p:nvSpPr>
        <p:spPr>
          <a:xfrm>
            <a:off x="306192" y="89341"/>
            <a:ext cx="11274800" cy="529784"/>
          </a:xfrm>
          <a:prstGeom prst="rect">
            <a:avLst/>
          </a:prstGeom>
          <a:noFill/>
          <a:ln>
            <a:noFill/>
          </a:ln>
        </p:spPr>
        <p:txBody>
          <a:bodyPr spcFirstLastPara="1" wrap="square" lIns="0" tIns="0" rIns="0" bIns="0" anchor="t" anchorCtr="0">
            <a:noAutofit/>
          </a:bodyPr>
          <a:lstStyle/>
          <a:p>
            <a:pPr>
              <a:buClr>
                <a:schemeClr val="dk1"/>
              </a:buClr>
              <a:buSzPts val="1100"/>
            </a:pPr>
            <a:r>
              <a:rPr lang="en-GB" sz="2400" b="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Niveau de mise en oeuvre des activités logistiques du PAO 2025  </a:t>
            </a:r>
            <a:endParaRPr sz="2935"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46" name="Google Shape;646;p9"/>
          <p:cNvSpPr/>
          <p:nvPr/>
        </p:nvSpPr>
        <p:spPr>
          <a:xfrm>
            <a:off x="0" y="15061"/>
            <a:ext cx="235600" cy="655200"/>
          </a:xfrm>
          <a:prstGeom prst="rect">
            <a:avLst/>
          </a:prstGeom>
          <a:solidFill>
            <a:schemeClr val="accent1">
              <a:lumMod val="50000"/>
            </a:schemeClr>
          </a:solidFill>
          <a:ln>
            <a:noFill/>
          </a:ln>
        </p:spPr>
        <p:txBody>
          <a:bodyPr spcFirstLastPara="1" wrap="square" lIns="91400" tIns="91400" rIns="91400" bIns="91400"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Organigramme : Opération manuelle 1"/>
          <p:cNvSpPr/>
          <p:nvPr/>
        </p:nvSpPr>
        <p:spPr>
          <a:xfrm>
            <a:off x="11572877" y="66673"/>
            <a:ext cx="485776" cy="419100"/>
          </a:xfrm>
          <a:prstGeom prst="flowChartManualOperation">
            <a:avLst/>
          </a:prstGeom>
          <a:solidFill>
            <a:schemeClr val="accent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fr-FR"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4</a:t>
            </a:r>
            <a:endParaRPr lang="fr-FR"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aphicFrame>
        <p:nvGraphicFramePr>
          <p:cNvPr id="3" name="Tableau 2"/>
          <p:cNvGraphicFramePr>
            <a:graphicFrameLocks noGrp="1"/>
          </p:cNvGraphicFramePr>
          <p:nvPr>
            <p:extLst>
              <p:ext uri="{D42A27DB-BD31-4B8C-83A1-F6EECF244321}">
                <p14:modId xmlns:p14="http://schemas.microsoft.com/office/powerpoint/2010/main" val="2697434142"/>
              </p:ext>
            </p:extLst>
          </p:nvPr>
        </p:nvGraphicFramePr>
        <p:xfrm>
          <a:off x="21511" y="644051"/>
          <a:ext cx="12170489" cy="6189450"/>
        </p:xfrm>
        <a:graphic>
          <a:graphicData uri="http://schemas.openxmlformats.org/drawingml/2006/table">
            <a:tbl>
              <a:tblPr/>
              <a:tblGrid>
                <a:gridCol w="359675">
                  <a:extLst>
                    <a:ext uri="{9D8B030D-6E8A-4147-A177-3AD203B41FA5}">
                      <a16:colId xmlns:a16="http://schemas.microsoft.com/office/drawing/2014/main" val="20000"/>
                    </a:ext>
                  </a:extLst>
                </a:gridCol>
                <a:gridCol w="4934214">
                  <a:extLst>
                    <a:ext uri="{9D8B030D-6E8A-4147-A177-3AD203B41FA5}">
                      <a16:colId xmlns:a16="http://schemas.microsoft.com/office/drawing/2014/main" val="20001"/>
                    </a:ext>
                  </a:extLst>
                </a:gridCol>
                <a:gridCol w="1723348">
                  <a:extLst>
                    <a:ext uri="{9D8B030D-6E8A-4147-A177-3AD203B41FA5}">
                      <a16:colId xmlns:a16="http://schemas.microsoft.com/office/drawing/2014/main" val="20002"/>
                    </a:ext>
                  </a:extLst>
                </a:gridCol>
                <a:gridCol w="1254538">
                  <a:extLst>
                    <a:ext uri="{9D8B030D-6E8A-4147-A177-3AD203B41FA5}">
                      <a16:colId xmlns:a16="http://schemas.microsoft.com/office/drawing/2014/main" val="20003"/>
                    </a:ext>
                  </a:extLst>
                </a:gridCol>
                <a:gridCol w="2115113">
                  <a:extLst>
                    <a:ext uri="{9D8B030D-6E8A-4147-A177-3AD203B41FA5}">
                      <a16:colId xmlns:a16="http://schemas.microsoft.com/office/drawing/2014/main" val="20004"/>
                    </a:ext>
                  </a:extLst>
                </a:gridCol>
                <a:gridCol w="1783601">
                  <a:extLst>
                    <a:ext uri="{9D8B030D-6E8A-4147-A177-3AD203B41FA5}">
                      <a16:colId xmlns:a16="http://schemas.microsoft.com/office/drawing/2014/main" val="20005"/>
                    </a:ext>
                  </a:extLst>
                </a:gridCol>
              </a:tblGrid>
              <a:tr h="420275">
                <a:tc>
                  <a:txBody>
                    <a:bodyPr/>
                    <a:lstStyle/>
                    <a:p>
                      <a:pPr algn="ctr" rtl="0" fontAlgn="ctr">
                        <a:buNone/>
                      </a:pPr>
                      <a:r>
                        <a:rPr lang="fr-FR" sz="1400" b="1" i="0" u="none" strike="noStrike" dirty="0">
                          <a:solidFill>
                            <a:srgbClr val="FFFFFF"/>
                          </a:solidFill>
                          <a:effectLst/>
                          <a:latin typeface="Times New Roman" panose="02020603050405020304" pitchFamily="18" charset="0"/>
                        </a:rPr>
                        <a:t>N°</a:t>
                      </a:r>
                    </a:p>
                  </a:txBody>
                  <a:tcPr marL="0" marR="0" marT="0" marB="0" anchor="ctr">
                    <a:lnL w="12700" cap="flat" cmpd="sng" algn="ctr">
                      <a:solidFill>
                        <a:srgbClr val="4285F4"/>
                      </a:solidFill>
                      <a:prstDash val="solid"/>
                      <a:round/>
                      <a:headEnd type="none" w="med" len="med"/>
                      <a:tailEnd type="none" w="med" len="med"/>
                    </a:lnL>
                    <a:lnR w="12700" cap="flat" cmpd="sng" algn="ctr">
                      <a:solidFill>
                        <a:srgbClr val="4285F4"/>
                      </a:solidFill>
                      <a:prstDash val="solid"/>
                      <a:round/>
                      <a:headEnd type="none" w="med" len="med"/>
                      <a:tailEnd type="none" w="med" len="med"/>
                    </a:lnR>
                    <a:lnT w="12700" cap="flat" cmpd="sng" algn="ctr">
                      <a:solidFill>
                        <a:srgbClr val="4285F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rtl="0" fontAlgn="ctr">
                        <a:buNone/>
                      </a:pPr>
                      <a:r>
                        <a:rPr lang="fr-FR" sz="1400" b="1" i="0" u="none" strike="noStrike" dirty="0">
                          <a:solidFill>
                            <a:srgbClr val="FFFFFF"/>
                          </a:solidFill>
                          <a:effectLst/>
                          <a:latin typeface="Times New Roman" panose="02020603050405020304" pitchFamily="18" charset="0"/>
                        </a:rPr>
                        <a:t>Activités</a:t>
                      </a:r>
                    </a:p>
                  </a:txBody>
                  <a:tcPr marL="0" marR="0" marT="0" marB="0" anchor="ctr">
                    <a:lnL w="12700" cap="flat" cmpd="sng" algn="ctr">
                      <a:solidFill>
                        <a:srgbClr val="4285F4"/>
                      </a:solidFill>
                      <a:prstDash val="solid"/>
                      <a:round/>
                      <a:headEnd type="none" w="med" len="med"/>
                      <a:tailEnd type="none" w="med" len="med"/>
                    </a:lnL>
                    <a:lnR w="12700" cap="flat" cmpd="sng" algn="ctr">
                      <a:solidFill>
                        <a:srgbClr val="4285F4"/>
                      </a:solidFill>
                      <a:prstDash val="solid"/>
                      <a:round/>
                      <a:headEnd type="none" w="med" len="med"/>
                      <a:tailEnd type="none" w="med" len="med"/>
                    </a:lnR>
                    <a:lnT w="12700" cap="flat" cmpd="sng" algn="ctr">
                      <a:solidFill>
                        <a:srgbClr val="4285F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rtl="0" fontAlgn="ctr">
                        <a:buNone/>
                      </a:pPr>
                      <a:r>
                        <a:rPr lang="fr-FR" sz="1400" b="1" i="0" u="none" strike="noStrike" dirty="0">
                          <a:solidFill>
                            <a:srgbClr val="FFFFFF"/>
                          </a:solidFill>
                          <a:effectLst/>
                          <a:latin typeface="Times New Roman" panose="02020603050405020304" pitchFamily="18" charset="0"/>
                        </a:rPr>
                        <a:t>Indicateur</a:t>
                      </a:r>
                    </a:p>
                  </a:txBody>
                  <a:tcPr marL="0" marR="0" marT="0" marB="0" anchor="ctr">
                    <a:lnL w="12700" cap="flat" cmpd="sng" algn="ctr">
                      <a:solidFill>
                        <a:srgbClr val="4285F4"/>
                      </a:solidFill>
                      <a:prstDash val="solid"/>
                      <a:round/>
                      <a:headEnd type="none" w="med" len="med"/>
                      <a:tailEnd type="none" w="med" len="med"/>
                    </a:lnL>
                    <a:lnR w="12700" cap="flat" cmpd="sng" algn="ctr">
                      <a:solidFill>
                        <a:srgbClr val="4285F4"/>
                      </a:solidFill>
                      <a:prstDash val="solid"/>
                      <a:round/>
                      <a:headEnd type="none" w="med" len="med"/>
                      <a:tailEnd type="none" w="med" len="med"/>
                    </a:lnR>
                    <a:lnT w="12700" cap="flat" cmpd="sng" algn="ctr">
                      <a:solidFill>
                        <a:srgbClr val="4285F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rtl="0" fontAlgn="ctr">
                        <a:buNone/>
                      </a:pPr>
                      <a:r>
                        <a:rPr lang="fr-FR" sz="1400" b="1" i="0" u="none" strike="noStrike" dirty="0">
                          <a:solidFill>
                            <a:srgbClr val="FFFFFF"/>
                          </a:solidFill>
                          <a:effectLst/>
                          <a:latin typeface="Times New Roman" panose="02020603050405020304" pitchFamily="18" charset="0"/>
                        </a:rPr>
                        <a:t>Niveau de réalisation</a:t>
                      </a:r>
                    </a:p>
                  </a:txBody>
                  <a:tcPr marL="0" marR="0" marT="0" marB="0" anchor="ctr">
                    <a:lnL w="12700" cap="flat" cmpd="sng" algn="ctr">
                      <a:solidFill>
                        <a:srgbClr val="4285F4"/>
                      </a:solidFill>
                      <a:prstDash val="solid"/>
                      <a:round/>
                      <a:headEnd type="none" w="med" len="med"/>
                      <a:tailEnd type="none" w="med" len="med"/>
                    </a:lnL>
                    <a:lnR w="12700" cap="flat" cmpd="sng" algn="ctr">
                      <a:solidFill>
                        <a:srgbClr val="4285F4"/>
                      </a:solidFill>
                      <a:prstDash val="solid"/>
                      <a:round/>
                      <a:headEnd type="none" w="med" len="med"/>
                      <a:tailEnd type="none" w="med" len="med"/>
                    </a:lnR>
                    <a:lnT w="12700" cap="flat" cmpd="sng" algn="ctr">
                      <a:solidFill>
                        <a:srgbClr val="4285F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rtl="0" fontAlgn="ctr">
                        <a:buNone/>
                      </a:pPr>
                      <a:r>
                        <a:rPr lang="fr-FR" sz="1400" b="1" i="0" u="none" strike="noStrike" dirty="0">
                          <a:solidFill>
                            <a:srgbClr val="FFFFFF"/>
                          </a:solidFill>
                          <a:effectLst/>
                          <a:latin typeface="Times New Roman" panose="02020603050405020304" pitchFamily="18" charset="0"/>
                        </a:rPr>
                        <a:t>Résultats obtenus</a:t>
                      </a:r>
                    </a:p>
                  </a:txBody>
                  <a:tcPr marL="0" marR="0" marT="0" marB="0" anchor="ctr">
                    <a:lnL w="12700" cap="flat" cmpd="sng" algn="ctr">
                      <a:solidFill>
                        <a:srgbClr val="4285F4"/>
                      </a:solidFill>
                      <a:prstDash val="solid"/>
                      <a:round/>
                      <a:headEnd type="none" w="med" len="med"/>
                      <a:tailEnd type="none" w="med" len="med"/>
                    </a:lnL>
                    <a:lnR w="12700" cap="flat" cmpd="sng" algn="ctr">
                      <a:solidFill>
                        <a:srgbClr val="4285F4"/>
                      </a:solidFill>
                      <a:prstDash val="solid"/>
                      <a:round/>
                      <a:headEnd type="none" w="med" len="med"/>
                      <a:tailEnd type="none" w="med" len="med"/>
                    </a:lnR>
                    <a:lnT w="12700" cap="flat" cmpd="sng" algn="ctr">
                      <a:solidFill>
                        <a:srgbClr val="4285F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rtl="0" fontAlgn="ctr">
                        <a:buNone/>
                      </a:pPr>
                      <a:r>
                        <a:rPr lang="fr-FR" sz="1400" b="1" i="0" u="none" strike="noStrike" dirty="0">
                          <a:solidFill>
                            <a:srgbClr val="FFFFFF"/>
                          </a:solidFill>
                          <a:effectLst/>
                          <a:latin typeface="Times New Roman" panose="02020603050405020304" pitchFamily="18" charset="0"/>
                        </a:rPr>
                        <a:t>Observation</a:t>
                      </a:r>
                    </a:p>
                  </a:txBody>
                  <a:tcPr marL="0" marR="0" marT="0" marB="0" anchor="ctr">
                    <a:lnL w="12700" cap="flat" cmpd="sng" algn="ctr">
                      <a:solidFill>
                        <a:srgbClr val="4285F4"/>
                      </a:solidFill>
                      <a:prstDash val="solid"/>
                      <a:round/>
                      <a:headEnd type="none" w="med" len="med"/>
                      <a:tailEnd type="none" w="med" len="med"/>
                    </a:lnL>
                    <a:lnR w="12700" cap="flat" cmpd="sng" algn="ctr">
                      <a:solidFill>
                        <a:srgbClr val="4285F4"/>
                      </a:solidFill>
                      <a:prstDash val="solid"/>
                      <a:round/>
                      <a:headEnd type="none" w="med" len="med"/>
                      <a:tailEnd type="none" w="med" len="med"/>
                    </a:lnR>
                    <a:lnT w="12700" cap="flat" cmpd="sng" algn="ctr">
                      <a:solidFill>
                        <a:srgbClr val="4285F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420275">
                <a:tc>
                  <a:txBody>
                    <a:bodyPr/>
                    <a:lstStyle/>
                    <a:p>
                      <a:pPr algn="ctr" fontAlgn="ctr">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Conduire une évaluation sur la solarisation des centres de santé en RDC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Nombre de CS évalués/planifiés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400" b="1" i="0" u="none" strike="noStrike" dirty="0">
                          <a:solidFill>
                            <a:srgbClr val="FFFFFF"/>
                          </a:solidFill>
                          <a:effectLst/>
                          <a:latin typeface="Times New Roman" panose="02020603050405020304" pitchFamily="18" charset="0"/>
                        </a:rPr>
                        <a:t>Non réalisée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l" fontAlgn="b">
                        <a:buNone/>
                      </a:pPr>
                      <a:endParaRPr lang="fr-FR" sz="1400" b="0" i="0" u="none" strike="noStrike" dirty="0">
                        <a:solidFill>
                          <a:srgbClr val="0070C0"/>
                        </a:solidFill>
                        <a:effectLst/>
                        <a:latin typeface="Times New Roman" panose="02020603050405020304" pitchFamily="18"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lang="fr-FR" sz="1400" b="0" i="1" u="none" strike="noStrike" cap="none" noProof="0" dirty="0">
                          <a:solidFill>
                            <a:schemeClr val="accent1">
                              <a:lumMod val="50000"/>
                            </a:schemeClr>
                          </a:solidFill>
                          <a:effectLst/>
                          <a:latin typeface="Times New Roman" panose="02020603050405020304" pitchFamily="18" charset="0"/>
                          <a:ea typeface="+mn-ea"/>
                          <a:cs typeface="+mn-cs"/>
                          <a:sym typeface="Arial" panose="020B0604020202020204"/>
                        </a:rPr>
                        <a:t>CCEOP non encore mis en œuvre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26996048"/>
                  </a:ext>
                </a:extLst>
              </a:tr>
              <a:tr h="840551">
                <a:tc>
                  <a:txBody>
                    <a:bodyPr/>
                    <a:lstStyle/>
                    <a:p>
                      <a:pPr algn="ctr" fontAlgn="ctr">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Solariser 12 antennes fonctionnant sous l'énergie fossile et sans électricité permanente (Bandundu, </a:t>
                      </a:r>
                      <a:r>
                        <a:rPr lang="fr-FR" sz="1400" b="0" i="0" u="none" strike="noStrike" cap="none" dirty="0" err="1">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Shabunda</a:t>
                      </a: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 Kalemie, Mbujimayi, </a:t>
                      </a:r>
                      <a:r>
                        <a:rPr lang="fr-FR" sz="1400" b="0" i="0" u="none" strike="noStrike" cap="none" dirty="0" err="1">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Gbadolite</a:t>
                      </a: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 Bunia, Kisangani, Goma, Kindu, </a:t>
                      </a:r>
                      <a:r>
                        <a:rPr lang="fr-FR" sz="1400" b="0" i="0" u="none" strike="noStrike" cap="none" dirty="0" err="1">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Kin</a:t>
                      </a: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-Coordination, Tshikapa)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Nbre des chambres froides solarisées/planifiées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400" b="1" i="0" u="none" strike="noStrike" dirty="0">
                          <a:solidFill>
                            <a:srgbClr val="FFFFFF"/>
                          </a:solidFill>
                          <a:effectLst/>
                          <a:latin typeface="Times New Roman" panose="02020603050405020304" pitchFamily="18" charset="0"/>
                        </a:rPr>
                        <a:t>Non réalisée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l" fontAlgn="ctr">
                        <a:buNone/>
                      </a:pPr>
                      <a:endParaRPr lang="fr-FR" sz="1400" b="0" i="0" u="none" strike="noStrike" dirty="0">
                        <a:solidFill>
                          <a:srgbClr val="0070C0"/>
                        </a:solidFill>
                        <a:effectLst/>
                        <a:latin typeface="Times New Roman" panose="02020603050405020304"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lang="fr-FR" sz="1400" b="0" i="1" u="none" strike="noStrike" cap="none" noProof="0" dirty="0">
                          <a:solidFill>
                            <a:schemeClr val="accent1">
                              <a:lumMod val="50000"/>
                            </a:schemeClr>
                          </a:solidFill>
                          <a:effectLst/>
                          <a:latin typeface="Times New Roman" panose="02020603050405020304" pitchFamily="18" charset="0"/>
                          <a:ea typeface="+mn-ea"/>
                          <a:cs typeface="+mn-cs"/>
                          <a:sym typeface="Arial" panose="020B0604020202020204"/>
                        </a:rPr>
                        <a:t>CCEOP non encore mis en œuvre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73812531"/>
                  </a:ext>
                </a:extLst>
              </a:tr>
              <a:tr h="630413">
                <a:tc>
                  <a:txBody>
                    <a:bodyPr/>
                    <a:lstStyle/>
                    <a:p>
                      <a:pPr algn="ctr" fontAlgn="ctr">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Réaliser la cartographie de la température des chambres froides du dépôt central, des coordinations et des antennes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Nombre de chambres froides cartographiées/planifiés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400" b="1" i="0" u="none" strike="noStrike" dirty="0">
                          <a:solidFill>
                            <a:srgbClr val="FFFFFF"/>
                          </a:solidFill>
                          <a:effectLst/>
                          <a:latin typeface="Times New Roman" panose="02020603050405020304" pitchFamily="18" charset="0"/>
                        </a:rPr>
                        <a:t>Non réalisée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l" fontAlgn="b">
                        <a:buNone/>
                      </a:pPr>
                      <a:r>
                        <a:rPr lang="fr-FR" sz="1400" b="0" i="0" u="none" strike="noStrike" dirty="0">
                          <a:solidFill>
                            <a:srgbClr val="0070C0"/>
                          </a:solidFill>
                          <a:effectLst/>
                          <a:latin typeface="Times New Roman" panose="02020603050405020304" pitchFamily="18"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lang="fr-FR" sz="1400" b="0" i="1" u="none" strike="noStrike" cap="none" dirty="0">
                          <a:solidFill>
                            <a:schemeClr val="accent1">
                              <a:lumMod val="50000"/>
                            </a:schemeClr>
                          </a:solidFill>
                          <a:effectLst/>
                          <a:latin typeface="Times New Roman" panose="02020603050405020304" pitchFamily="18" charset="0"/>
                          <a:ea typeface="+mn-ea"/>
                          <a:cs typeface="+mn-cs"/>
                          <a:sym typeface="Arial" panose="020B0604020202020204"/>
                        </a:rPr>
                        <a:t>Fonds non disponible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39550981"/>
                  </a:ext>
                </a:extLst>
              </a:tr>
              <a:tr h="840551">
                <a:tc>
                  <a:txBody>
                    <a:bodyPr/>
                    <a:lstStyle/>
                    <a:p>
                      <a:pPr algn="ctr" fontAlgn="ctr">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Solariser 12 antennes fonctionnant sous l'énergie fossile et sans électricité permanente (Bandundu, </a:t>
                      </a:r>
                      <a:r>
                        <a:rPr lang="fr-FR" sz="1400" b="0" i="0" u="none" strike="noStrike" cap="none" dirty="0" err="1">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Shabunda</a:t>
                      </a: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 Kalemie, Mbujimayi, </a:t>
                      </a:r>
                      <a:r>
                        <a:rPr lang="fr-FR" sz="1400" b="0" i="0" u="none" strike="noStrike" cap="none" dirty="0" err="1">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Gbadolite</a:t>
                      </a: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 Bunia, Kisangani, Goma, Kindu, </a:t>
                      </a:r>
                      <a:r>
                        <a:rPr lang="fr-FR" sz="1400" b="0" i="0" u="none" strike="noStrike" cap="none" dirty="0" err="1">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Kin</a:t>
                      </a: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-Coordination, Tshikapa)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Nbre des chambres froides solarisées/planifiées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400" b="1" i="0" u="none" strike="noStrike" dirty="0">
                          <a:solidFill>
                            <a:srgbClr val="FFFFFF"/>
                          </a:solidFill>
                          <a:effectLst/>
                          <a:latin typeface="Times New Roman" panose="02020603050405020304" pitchFamily="18" charset="0"/>
                        </a:rPr>
                        <a:t>Non réalisée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l" fontAlgn="ctr">
                        <a:buNone/>
                      </a:pPr>
                      <a:endParaRPr lang="fr-FR" sz="1400" b="0" i="0" u="none" strike="noStrike" dirty="0">
                        <a:solidFill>
                          <a:srgbClr val="0070C0"/>
                        </a:solidFill>
                        <a:effectLst/>
                        <a:latin typeface="Times New Roman" panose="02020603050405020304"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lang="fr-FR" sz="1400" b="0" i="1" u="none" strike="noStrike" cap="none" noProof="0" dirty="0">
                          <a:solidFill>
                            <a:schemeClr val="accent1">
                              <a:lumMod val="50000"/>
                            </a:schemeClr>
                          </a:solidFill>
                          <a:effectLst/>
                          <a:latin typeface="Times New Roman" panose="02020603050405020304" pitchFamily="18" charset="0"/>
                          <a:ea typeface="+mn-ea"/>
                          <a:cs typeface="+mn-cs"/>
                          <a:sym typeface="Arial" panose="020B0604020202020204"/>
                        </a:rPr>
                        <a:t>CCEOP non encore mis en œuvre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4"/>
                  </a:ext>
                </a:extLst>
              </a:tr>
              <a:tr h="630413">
                <a:tc>
                  <a:txBody>
                    <a:bodyPr/>
                    <a:lstStyle/>
                    <a:p>
                      <a:pPr algn="ctr" fontAlgn="ctr">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Réaliser la cartographie de la température des chambres froides du dépôt central, des coordinations et des antennes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fr-FR" sz="1400" b="0" i="0" u="none" strike="noStrike" cap="none">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Nombre de chambres froides cartographiées/planifiés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fr-FR" sz="1400" b="1" i="0" u="none" strike="noStrike" dirty="0">
                          <a:solidFill>
                            <a:srgbClr val="FFFFFF"/>
                          </a:solidFill>
                          <a:effectLst/>
                          <a:latin typeface="Times New Roman" panose="02020603050405020304" pitchFamily="18" charset="0"/>
                        </a:rPr>
                        <a:t>Non réalisée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l" fontAlgn="b">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lang="fr-FR" sz="1400" b="0" i="1" u="none" strike="noStrike" cap="none" dirty="0">
                          <a:solidFill>
                            <a:schemeClr val="accent1">
                              <a:lumMod val="50000"/>
                            </a:schemeClr>
                          </a:solidFill>
                          <a:effectLst/>
                          <a:latin typeface="Times New Roman" panose="02020603050405020304" pitchFamily="18" charset="0"/>
                          <a:ea typeface="+mn-ea"/>
                          <a:cs typeface="+mn-cs"/>
                          <a:sym typeface="Arial" panose="020B0604020202020204"/>
                        </a:rPr>
                        <a:t>Fonds non disponible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5"/>
                  </a:ext>
                </a:extLst>
              </a:tr>
              <a:tr h="630413">
                <a:tc>
                  <a:txBody>
                    <a:bodyPr/>
                    <a:lstStyle/>
                    <a:p>
                      <a:pPr algn="ctr" fontAlgn="ctr">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Etendre le SMT en ligne dans les antennes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1400" b="0" i="0" u="none" strike="noStrike" cap="none">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Nombre d'antennes formées/planifiées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panose="020B0604020202020204"/>
                        <a:buNone/>
                        <a:tabLst/>
                        <a:defRPr/>
                      </a:pPr>
                      <a:r>
                        <a:rPr lang="fr-FR" sz="1400" b="1" i="0" u="none" strike="noStrike" cap="none" dirty="0">
                          <a:solidFill>
                            <a:srgbClr val="0070C0"/>
                          </a:solidFill>
                          <a:effectLst/>
                          <a:latin typeface="Times New Roman" panose="02020603050405020304" pitchFamily="18" charset="0"/>
                          <a:ea typeface="+mn-ea"/>
                          <a:cs typeface="+mn-cs"/>
                          <a:sym typeface="Arial" panose="020B0604020202020204"/>
                        </a:rPr>
                        <a:t>Partiellement réalisée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b">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Utilisateurs de 24 antennes (13 provinces) formés en 3 pools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lang="fr-FR" sz="1400" b="0" i="1" u="none" strike="noStrike" cap="none" dirty="0">
                          <a:solidFill>
                            <a:schemeClr val="accent1">
                              <a:lumMod val="50000"/>
                            </a:schemeClr>
                          </a:solidFill>
                          <a:effectLst/>
                          <a:latin typeface="Times New Roman" panose="02020603050405020304" pitchFamily="18" charset="0"/>
                          <a:ea typeface="+mn-ea"/>
                          <a:cs typeface="+mn-cs"/>
                          <a:sym typeface="Arial" panose="020B0604020202020204"/>
                        </a:rPr>
                        <a:t> 4 antennes de provinces sous occupation non encore formées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6"/>
                  </a:ext>
                </a:extLst>
              </a:tr>
              <a:tr h="441619">
                <a:tc>
                  <a:txBody>
                    <a:bodyPr/>
                    <a:lstStyle/>
                    <a:p>
                      <a:pPr algn="ctr" fontAlgn="ctr">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Assurer le suivi post formation SMT en ligne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Nombre d'antennes suivies/planifiées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400" b="1" i="0" u="none" strike="noStrike" dirty="0">
                          <a:solidFill>
                            <a:srgbClr val="FFFFFF"/>
                          </a:solidFill>
                          <a:effectLst/>
                          <a:latin typeface="Times New Roman" panose="02020603050405020304" pitchFamily="18" charset="0"/>
                        </a:rPr>
                        <a:t>Non réalisée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l" fontAlgn="ctr">
                        <a:buNone/>
                      </a:pPr>
                      <a:endPar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lang="fr-FR" sz="1400" b="0" i="1" u="none" strike="noStrike" cap="none" dirty="0">
                          <a:solidFill>
                            <a:schemeClr val="accent1">
                              <a:lumMod val="50000"/>
                            </a:schemeClr>
                          </a:solidFill>
                          <a:effectLst/>
                          <a:latin typeface="Times New Roman" panose="02020603050405020304" pitchFamily="18" charset="0"/>
                          <a:ea typeface="+mn-ea"/>
                          <a:cs typeface="+mn-cs"/>
                          <a:sym typeface="Arial" panose="020B0604020202020204"/>
                        </a:rPr>
                        <a:t>prévu en décembre </a:t>
                      </a:r>
                    </a:p>
                    <a:p>
                      <a:pPr algn="l" fontAlgn="b">
                        <a:buNone/>
                      </a:pPr>
                      <a:r>
                        <a:rPr lang="fr-FR" sz="1200" b="0" i="1" u="none" strike="noStrike" cap="none" dirty="0">
                          <a:solidFill>
                            <a:schemeClr val="accent1">
                              <a:lumMod val="50000"/>
                            </a:schemeClr>
                          </a:solidFill>
                          <a:effectLst/>
                          <a:latin typeface="Times New Roman" panose="02020603050405020304" pitchFamily="18" charset="0"/>
                          <a:ea typeface="+mn-ea"/>
                          <a:cs typeface="+mn-cs"/>
                          <a:sym typeface="Arial" panose="020B0604020202020204"/>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7"/>
                  </a:ext>
                </a:extLst>
              </a:tr>
              <a:tr h="840551">
                <a:tc>
                  <a:txBody>
                    <a:bodyPr/>
                    <a:lstStyle/>
                    <a:p>
                      <a:pPr algn="ctr" fontAlgn="ctr">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Assurer la mise en œuvre du projet </a:t>
                      </a:r>
                      <a:r>
                        <a:rPr lang="fr-FR" sz="1400" b="0" i="0" u="none" strike="noStrike" cap="none" dirty="0" err="1">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eLMIS</a:t>
                      </a:r>
                      <a:endPar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Projet lancé</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panose="020B0604020202020204"/>
                        <a:buNone/>
                        <a:tabLst/>
                        <a:defRPr/>
                      </a:pPr>
                      <a:r>
                        <a:rPr lang="fr-FR" sz="1400" b="1" i="0" u="none" strike="noStrike" cap="none" dirty="0">
                          <a:solidFill>
                            <a:srgbClr val="0070C0"/>
                          </a:solidFill>
                          <a:effectLst/>
                          <a:latin typeface="Times New Roman" panose="02020603050405020304" pitchFamily="18" charset="0"/>
                          <a:ea typeface="+mn-ea"/>
                          <a:cs typeface="+mn-cs"/>
                          <a:sym typeface="Arial" panose="020B0604020202020204"/>
                        </a:rPr>
                        <a:t>Partiellement réalisée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marL="285750" indent="-285750" algn="l" fontAlgn="ctr">
                        <a:buFontTx/>
                        <a:buChar char="-"/>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Prestataire sélectionné</a:t>
                      </a:r>
                    </a:p>
                    <a:p>
                      <a:pPr marL="285750" indent="-285750" algn="l" fontAlgn="ctr">
                        <a:buFontTx/>
                        <a:buChar char="-"/>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Début d’installation et configuration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lang="fr-FR" sz="1200" b="0" i="1" u="none" strike="noStrike" cap="none" dirty="0">
                          <a:solidFill>
                            <a:schemeClr val="accent1">
                              <a:lumMod val="50000"/>
                            </a:schemeClr>
                          </a:solidFill>
                          <a:effectLst/>
                          <a:latin typeface="Times New Roman" panose="02020603050405020304" pitchFamily="18" charset="0"/>
                          <a:ea typeface="+mn-ea"/>
                          <a:cs typeface="+mn-cs"/>
                          <a:sym typeface="Arial" panose="020B0604020202020204"/>
                        </a:rPr>
                        <a:t>Phase 2A en cours : conception et développement (Sélection du prestataire)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8"/>
                  </a:ext>
                </a:extLst>
              </a:tr>
              <a:tr h="420275">
                <a:tc>
                  <a:txBody>
                    <a:bodyPr/>
                    <a:lstStyle/>
                    <a:p>
                      <a:pPr algn="ctr" fontAlgn="ctr">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28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Actualiser les inventaires des équipement chaine du froid à tous les niveaux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14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Inventaire actualisé</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panose="020B0604020202020204"/>
                        <a:buNone/>
                        <a:tabLst/>
                        <a:defRPr/>
                      </a:pPr>
                      <a:r>
                        <a:rPr lang="fr-FR" sz="1400" b="1" i="0" u="none" strike="noStrike" cap="none" dirty="0">
                          <a:solidFill>
                            <a:schemeClr val="bg1"/>
                          </a:solidFill>
                          <a:effectLst/>
                          <a:latin typeface="Times New Roman" panose="02020603050405020304" pitchFamily="18" charset="0"/>
                          <a:ea typeface="+mn-ea"/>
                          <a:cs typeface="+mn-cs"/>
                          <a:sym typeface="Arial" panose="020B0604020202020204"/>
                        </a:rPr>
                        <a:t>Réalisée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l" fontAlgn="b">
                        <a:buNone/>
                      </a:pPr>
                      <a:r>
                        <a:rPr lang="fr-FR" sz="1400" b="0" i="0" u="none" strike="noStrike" dirty="0">
                          <a:solidFill>
                            <a:srgbClr val="000000"/>
                          </a:solidFill>
                          <a:effectLst/>
                          <a:latin typeface="Times New Roman" panose="02020603050405020304" pitchFamily="18"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400" b="0" i="0" u="none" strike="noStrike" dirty="0">
                          <a:solidFill>
                            <a:srgbClr val="000000"/>
                          </a:solidFill>
                          <a:effectLst/>
                          <a:latin typeface="Times New Roman" panose="02020603050405020304" pitchFamily="18"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44"/>
        <p:cNvGrpSpPr/>
        <p:nvPr/>
      </p:nvGrpSpPr>
      <p:grpSpPr>
        <a:xfrm>
          <a:off x="0" y="0"/>
          <a:ext cx="0" cy="0"/>
          <a:chOff x="0" y="0"/>
          <a:chExt cx="0" cy="0"/>
        </a:xfrm>
      </p:grpSpPr>
      <p:sp>
        <p:nvSpPr>
          <p:cNvPr id="645" name="Google Shape;645;p9"/>
          <p:cNvSpPr txBox="1"/>
          <p:nvPr/>
        </p:nvSpPr>
        <p:spPr>
          <a:xfrm>
            <a:off x="458591" y="317941"/>
            <a:ext cx="11437573" cy="569565"/>
          </a:xfrm>
          <a:prstGeom prst="rect">
            <a:avLst/>
          </a:prstGeom>
          <a:noFill/>
          <a:ln>
            <a:noFill/>
          </a:ln>
        </p:spPr>
        <p:txBody>
          <a:bodyPr spcFirstLastPara="1" wrap="square" lIns="0" tIns="0" rIns="0" bIns="0" anchor="t" anchorCtr="0">
            <a:noAutofit/>
          </a:bodyPr>
          <a:lstStyle/>
          <a:p>
            <a:pPr>
              <a:buClr>
                <a:schemeClr val="dk1"/>
              </a:buClr>
              <a:buSzPts val="1100"/>
            </a:pPr>
            <a:r>
              <a:rPr lang="en-GB" sz="2400" b="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Activités non </a:t>
            </a:r>
            <a:r>
              <a:rPr lang="en-GB" sz="2400" b="1" dirty="0" err="1">
                <a:solidFill>
                  <a:srgbClr val="0070C0"/>
                </a:solidFill>
                <a:latin typeface="Times New Roman" panose="02020603050405020304"/>
                <a:ea typeface="Times New Roman" panose="02020603050405020304"/>
                <a:cs typeface="Times New Roman" panose="02020603050405020304"/>
                <a:sym typeface="Times New Roman" panose="02020603050405020304"/>
              </a:rPr>
              <a:t>planifiées</a:t>
            </a:r>
            <a:r>
              <a:rPr lang="en-GB" sz="2400" b="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 </a:t>
            </a:r>
            <a:r>
              <a:rPr lang="en-GB" sz="2400" b="1" dirty="0" err="1">
                <a:solidFill>
                  <a:srgbClr val="0070C0"/>
                </a:solidFill>
                <a:latin typeface="Times New Roman" panose="02020603050405020304"/>
                <a:ea typeface="Times New Roman" panose="02020603050405020304"/>
                <a:cs typeface="Times New Roman" panose="02020603050405020304"/>
                <a:sym typeface="Times New Roman" panose="02020603050405020304"/>
              </a:rPr>
              <a:t>mais</a:t>
            </a:r>
            <a:r>
              <a:rPr lang="en-GB" sz="2400" b="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 </a:t>
            </a:r>
            <a:r>
              <a:rPr lang="en-GB" sz="2400" b="1" dirty="0" err="1">
                <a:solidFill>
                  <a:srgbClr val="0070C0"/>
                </a:solidFill>
                <a:latin typeface="Times New Roman" panose="02020603050405020304"/>
                <a:ea typeface="Times New Roman" panose="02020603050405020304"/>
                <a:cs typeface="Times New Roman" panose="02020603050405020304"/>
                <a:sym typeface="Times New Roman" panose="02020603050405020304"/>
              </a:rPr>
              <a:t>réalisées</a:t>
            </a:r>
            <a:endParaRPr sz="2935"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46" name="Google Shape;646;p9"/>
          <p:cNvSpPr/>
          <p:nvPr/>
        </p:nvSpPr>
        <p:spPr>
          <a:xfrm>
            <a:off x="0" y="272241"/>
            <a:ext cx="235600" cy="655200"/>
          </a:xfrm>
          <a:prstGeom prst="rect">
            <a:avLst/>
          </a:prstGeom>
          <a:solidFill>
            <a:schemeClr val="accent1">
              <a:lumMod val="50000"/>
            </a:schemeClr>
          </a:solidFill>
          <a:ln>
            <a:noFill/>
          </a:ln>
        </p:spPr>
        <p:txBody>
          <a:bodyPr spcFirstLastPara="1" wrap="square" lIns="91400" tIns="91400" rIns="91400" bIns="91400"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647" name="Google Shape;647;p9"/>
          <p:cNvGrpSpPr/>
          <p:nvPr/>
        </p:nvGrpSpPr>
        <p:grpSpPr>
          <a:xfrm>
            <a:off x="117174" y="6277328"/>
            <a:ext cx="3141409" cy="430360"/>
            <a:chOff x="238125" y="2363000"/>
            <a:chExt cx="7122300" cy="975725"/>
          </a:xfrm>
        </p:grpSpPr>
        <p:sp>
          <p:nvSpPr>
            <p:cNvPr id="648" name="Google Shape;648;p9"/>
            <p:cNvSpPr/>
            <p:nvPr/>
          </p:nvSpPr>
          <p:spPr>
            <a:xfrm>
              <a:off x="238125" y="2363000"/>
              <a:ext cx="695275" cy="955800"/>
            </a:xfrm>
            <a:custGeom>
              <a:avLst/>
              <a:gdLst/>
              <a:ahLst/>
              <a:cxnLst/>
              <a:rect l="l" t="t" r="r" b="b"/>
              <a:pathLst>
                <a:path w="27811" h="38232" extrusionOk="0">
                  <a:moveTo>
                    <a:pt x="13895" y="0"/>
                  </a:moveTo>
                  <a:cubicBezTo>
                    <a:pt x="10626" y="0"/>
                    <a:pt x="7949" y="2656"/>
                    <a:pt x="7949" y="5946"/>
                  </a:cubicBezTo>
                  <a:cubicBezTo>
                    <a:pt x="7949" y="9236"/>
                    <a:pt x="10626" y="11893"/>
                    <a:pt x="13895" y="11893"/>
                  </a:cubicBezTo>
                  <a:cubicBezTo>
                    <a:pt x="17185" y="11893"/>
                    <a:pt x="19862" y="9236"/>
                    <a:pt x="19862" y="5946"/>
                  </a:cubicBezTo>
                  <a:cubicBezTo>
                    <a:pt x="19862" y="2656"/>
                    <a:pt x="17185" y="0"/>
                    <a:pt x="13895" y="0"/>
                  </a:cubicBezTo>
                  <a:close/>
                  <a:moveTo>
                    <a:pt x="7070" y="18738"/>
                  </a:moveTo>
                  <a:lnTo>
                    <a:pt x="7070" y="26380"/>
                  </a:lnTo>
                  <a:cubicBezTo>
                    <a:pt x="5987" y="25706"/>
                    <a:pt x="5252" y="24500"/>
                    <a:pt x="5252" y="23111"/>
                  </a:cubicBezTo>
                  <a:lnTo>
                    <a:pt x="5252" y="21987"/>
                  </a:lnTo>
                  <a:cubicBezTo>
                    <a:pt x="5252" y="20618"/>
                    <a:pt x="5987" y="19412"/>
                    <a:pt x="7070" y="18738"/>
                  </a:cubicBezTo>
                  <a:close/>
                  <a:moveTo>
                    <a:pt x="20557" y="18636"/>
                  </a:moveTo>
                  <a:cubicBezTo>
                    <a:pt x="21742" y="19269"/>
                    <a:pt x="22559" y="20536"/>
                    <a:pt x="22559" y="21987"/>
                  </a:cubicBezTo>
                  <a:lnTo>
                    <a:pt x="22559" y="23131"/>
                  </a:lnTo>
                  <a:cubicBezTo>
                    <a:pt x="22559" y="24562"/>
                    <a:pt x="21742" y="25828"/>
                    <a:pt x="20557" y="26482"/>
                  </a:cubicBezTo>
                  <a:lnTo>
                    <a:pt x="20557" y="18636"/>
                  </a:lnTo>
                  <a:close/>
                  <a:moveTo>
                    <a:pt x="9052" y="12935"/>
                  </a:moveTo>
                  <a:cubicBezTo>
                    <a:pt x="4066" y="12935"/>
                    <a:pt x="0" y="17001"/>
                    <a:pt x="0" y="21987"/>
                  </a:cubicBezTo>
                  <a:lnTo>
                    <a:pt x="0" y="23111"/>
                  </a:lnTo>
                  <a:cubicBezTo>
                    <a:pt x="0" y="27443"/>
                    <a:pt x="3024" y="31060"/>
                    <a:pt x="7070" y="31959"/>
                  </a:cubicBezTo>
                  <a:lnTo>
                    <a:pt x="7070" y="38232"/>
                  </a:lnTo>
                  <a:lnTo>
                    <a:pt x="20557" y="38232"/>
                  </a:lnTo>
                  <a:lnTo>
                    <a:pt x="20557" y="31999"/>
                  </a:lnTo>
                  <a:cubicBezTo>
                    <a:pt x="24684" y="31162"/>
                    <a:pt x="27811" y="27504"/>
                    <a:pt x="27811" y="23111"/>
                  </a:cubicBezTo>
                  <a:lnTo>
                    <a:pt x="27811" y="21987"/>
                  </a:lnTo>
                  <a:cubicBezTo>
                    <a:pt x="27811" y="17001"/>
                    <a:pt x="23744" y="12935"/>
                    <a:pt x="18738" y="12935"/>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49" name="Google Shape;649;p9"/>
            <p:cNvSpPr/>
            <p:nvPr/>
          </p:nvSpPr>
          <p:spPr>
            <a:xfrm>
              <a:off x="238125" y="2791600"/>
              <a:ext cx="695275" cy="547125"/>
            </a:xfrm>
            <a:custGeom>
              <a:avLst/>
              <a:gdLst/>
              <a:ahLst/>
              <a:cxnLst/>
              <a:rect l="l" t="t" r="r" b="b"/>
              <a:pathLst>
                <a:path w="27811" h="21885" extrusionOk="0">
                  <a:moveTo>
                    <a:pt x="13895" y="0"/>
                  </a:moveTo>
                  <a:cubicBezTo>
                    <a:pt x="11443" y="0"/>
                    <a:pt x="9441" y="2003"/>
                    <a:pt x="9441" y="4475"/>
                  </a:cubicBezTo>
                  <a:cubicBezTo>
                    <a:pt x="9441" y="6927"/>
                    <a:pt x="11443" y="8930"/>
                    <a:pt x="13895" y="8930"/>
                  </a:cubicBezTo>
                  <a:cubicBezTo>
                    <a:pt x="16368" y="8930"/>
                    <a:pt x="18370" y="6927"/>
                    <a:pt x="18370" y="4475"/>
                  </a:cubicBezTo>
                  <a:cubicBezTo>
                    <a:pt x="18370" y="2003"/>
                    <a:pt x="16368" y="0"/>
                    <a:pt x="13895" y="0"/>
                  </a:cubicBezTo>
                  <a:close/>
                  <a:moveTo>
                    <a:pt x="0" y="5987"/>
                  </a:moveTo>
                  <a:cubicBezTo>
                    <a:pt x="0" y="10973"/>
                    <a:pt x="4066" y="15039"/>
                    <a:pt x="9052" y="15039"/>
                  </a:cubicBezTo>
                  <a:lnTo>
                    <a:pt x="9686" y="15039"/>
                  </a:lnTo>
                  <a:lnTo>
                    <a:pt x="9686" y="21885"/>
                  </a:lnTo>
                  <a:lnTo>
                    <a:pt x="17941" y="21885"/>
                  </a:lnTo>
                  <a:lnTo>
                    <a:pt x="17941" y="15039"/>
                  </a:lnTo>
                  <a:lnTo>
                    <a:pt x="18738" y="15039"/>
                  </a:lnTo>
                  <a:cubicBezTo>
                    <a:pt x="23744" y="15039"/>
                    <a:pt x="27811" y="10973"/>
                    <a:pt x="27811" y="5987"/>
                  </a:cubicBezTo>
                  <a:lnTo>
                    <a:pt x="22559" y="5987"/>
                  </a:lnTo>
                  <a:cubicBezTo>
                    <a:pt x="22559" y="8092"/>
                    <a:pt x="20843" y="9788"/>
                    <a:pt x="18738" y="9788"/>
                  </a:cubicBezTo>
                  <a:lnTo>
                    <a:pt x="9052" y="9788"/>
                  </a:lnTo>
                  <a:cubicBezTo>
                    <a:pt x="6948" y="9788"/>
                    <a:pt x="5252" y="8092"/>
                    <a:pt x="5252" y="5987"/>
                  </a:cubicBezTo>
                  <a:close/>
                </a:path>
              </a:pathLst>
            </a:custGeom>
            <a:solidFill>
              <a:srgbClr val="64C8FA"/>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50" name="Google Shape;650;p9"/>
            <p:cNvSpPr/>
            <p:nvPr/>
          </p:nvSpPr>
          <p:spPr>
            <a:xfrm>
              <a:off x="1191350" y="2441650"/>
              <a:ext cx="614600" cy="794900"/>
            </a:xfrm>
            <a:custGeom>
              <a:avLst/>
              <a:gdLst/>
              <a:ahLst/>
              <a:cxnLst/>
              <a:rect l="l" t="t" r="r" b="b"/>
              <a:pathLst>
                <a:path w="24584" h="31796" extrusionOk="0">
                  <a:moveTo>
                    <a:pt x="12568" y="5620"/>
                  </a:moveTo>
                  <a:cubicBezTo>
                    <a:pt x="15653" y="5620"/>
                    <a:pt x="17799" y="6969"/>
                    <a:pt x="17799" y="10218"/>
                  </a:cubicBezTo>
                  <a:cubicBezTo>
                    <a:pt x="17799" y="13119"/>
                    <a:pt x="15797" y="14775"/>
                    <a:pt x="12629" y="14775"/>
                  </a:cubicBezTo>
                  <a:lnTo>
                    <a:pt x="6908" y="14775"/>
                  </a:lnTo>
                  <a:lnTo>
                    <a:pt x="6908" y="5620"/>
                  </a:lnTo>
                  <a:close/>
                  <a:moveTo>
                    <a:pt x="1" y="1"/>
                  </a:moveTo>
                  <a:lnTo>
                    <a:pt x="1" y="31796"/>
                  </a:lnTo>
                  <a:lnTo>
                    <a:pt x="6908" y="31796"/>
                  </a:lnTo>
                  <a:lnTo>
                    <a:pt x="6908" y="20333"/>
                  </a:lnTo>
                  <a:lnTo>
                    <a:pt x="13876" y="20333"/>
                  </a:lnTo>
                  <a:cubicBezTo>
                    <a:pt x="21355" y="20333"/>
                    <a:pt x="24583" y="15122"/>
                    <a:pt x="24583" y="10136"/>
                  </a:cubicBezTo>
                  <a:cubicBezTo>
                    <a:pt x="24583" y="3883"/>
                    <a:pt x="20251" y="1"/>
                    <a:pt x="13651"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51" name="Google Shape;651;p9"/>
            <p:cNvSpPr/>
            <p:nvPr/>
          </p:nvSpPr>
          <p:spPr>
            <a:xfrm>
              <a:off x="1911675" y="2441650"/>
              <a:ext cx="571650" cy="794900"/>
            </a:xfrm>
            <a:custGeom>
              <a:avLst/>
              <a:gdLst/>
              <a:ahLst/>
              <a:cxnLst/>
              <a:rect l="l" t="t" r="r" b="b"/>
              <a:pathLst>
                <a:path w="22866" h="31796" extrusionOk="0">
                  <a:moveTo>
                    <a:pt x="0" y="1"/>
                  </a:moveTo>
                  <a:lnTo>
                    <a:pt x="0" y="31796"/>
                  </a:lnTo>
                  <a:lnTo>
                    <a:pt x="22866" y="31796"/>
                  </a:lnTo>
                  <a:lnTo>
                    <a:pt x="22866" y="25952"/>
                  </a:lnTo>
                  <a:lnTo>
                    <a:pt x="6907" y="25952"/>
                  </a:lnTo>
                  <a:lnTo>
                    <a:pt x="6907" y="18596"/>
                  </a:lnTo>
                  <a:lnTo>
                    <a:pt x="20598" y="18596"/>
                  </a:lnTo>
                  <a:lnTo>
                    <a:pt x="20598" y="12752"/>
                  </a:lnTo>
                  <a:lnTo>
                    <a:pt x="6907" y="12752"/>
                  </a:lnTo>
                  <a:lnTo>
                    <a:pt x="6907" y="5845"/>
                  </a:lnTo>
                  <a:lnTo>
                    <a:pt x="22743" y="5845"/>
                  </a:lnTo>
                  <a:lnTo>
                    <a:pt x="22743"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52" name="Google Shape;652;p9"/>
            <p:cNvSpPr/>
            <p:nvPr/>
          </p:nvSpPr>
          <p:spPr>
            <a:xfrm>
              <a:off x="2542575" y="2441650"/>
              <a:ext cx="692225" cy="798475"/>
            </a:xfrm>
            <a:custGeom>
              <a:avLst/>
              <a:gdLst/>
              <a:ahLst/>
              <a:cxnLst/>
              <a:rect l="l" t="t" r="r" b="b"/>
              <a:pathLst>
                <a:path w="27689" h="31939" extrusionOk="0">
                  <a:moveTo>
                    <a:pt x="0" y="1"/>
                  </a:moveTo>
                  <a:lnTo>
                    <a:pt x="10299" y="31939"/>
                  </a:lnTo>
                  <a:lnTo>
                    <a:pt x="17267" y="31939"/>
                  </a:lnTo>
                  <a:lnTo>
                    <a:pt x="27688" y="1"/>
                  </a:lnTo>
                  <a:lnTo>
                    <a:pt x="20965" y="1"/>
                  </a:lnTo>
                  <a:lnTo>
                    <a:pt x="14181" y="22928"/>
                  </a:lnTo>
                  <a:lnTo>
                    <a:pt x="14038" y="22928"/>
                  </a:lnTo>
                  <a:lnTo>
                    <a:pt x="7315"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53" name="Google Shape;653;p9"/>
            <p:cNvSpPr/>
            <p:nvPr/>
          </p:nvSpPr>
          <p:spPr>
            <a:xfrm>
              <a:off x="3487650" y="2440125"/>
              <a:ext cx="140000" cy="188025"/>
            </a:xfrm>
            <a:custGeom>
              <a:avLst/>
              <a:gdLst/>
              <a:ahLst/>
              <a:cxnLst/>
              <a:rect l="l" t="t" r="r" b="b"/>
              <a:pathLst>
                <a:path w="5600" h="7521" extrusionOk="0">
                  <a:moveTo>
                    <a:pt x="2861" y="1186"/>
                  </a:moveTo>
                  <a:cubicBezTo>
                    <a:pt x="3637" y="1186"/>
                    <a:pt x="4230" y="1472"/>
                    <a:pt x="4230" y="2350"/>
                  </a:cubicBezTo>
                  <a:cubicBezTo>
                    <a:pt x="4230" y="3127"/>
                    <a:pt x="3699" y="3515"/>
                    <a:pt x="2881" y="3515"/>
                  </a:cubicBezTo>
                  <a:lnTo>
                    <a:pt x="1390" y="3515"/>
                  </a:lnTo>
                  <a:lnTo>
                    <a:pt x="1390" y="1186"/>
                  </a:lnTo>
                  <a:close/>
                  <a:moveTo>
                    <a:pt x="0" y="1"/>
                  </a:moveTo>
                  <a:lnTo>
                    <a:pt x="0" y="7520"/>
                  </a:lnTo>
                  <a:lnTo>
                    <a:pt x="1390" y="7520"/>
                  </a:lnTo>
                  <a:lnTo>
                    <a:pt x="1390" y="4700"/>
                  </a:lnTo>
                  <a:lnTo>
                    <a:pt x="3127" y="4700"/>
                  </a:lnTo>
                  <a:cubicBezTo>
                    <a:pt x="4823" y="4700"/>
                    <a:pt x="5599" y="3515"/>
                    <a:pt x="5599" y="2371"/>
                  </a:cubicBezTo>
                  <a:cubicBezTo>
                    <a:pt x="5599" y="818"/>
                    <a:pt x="4496" y="1"/>
                    <a:pt x="3045"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54" name="Google Shape;654;p9"/>
            <p:cNvSpPr/>
            <p:nvPr/>
          </p:nvSpPr>
          <p:spPr>
            <a:xfrm>
              <a:off x="3650100" y="2490700"/>
              <a:ext cx="86850" cy="137450"/>
            </a:xfrm>
            <a:custGeom>
              <a:avLst/>
              <a:gdLst/>
              <a:ahLst/>
              <a:cxnLst/>
              <a:rect l="l" t="t" r="r" b="b"/>
              <a:pathLst>
                <a:path w="3474" h="5498" extrusionOk="0">
                  <a:moveTo>
                    <a:pt x="3045" y="0"/>
                  </a:moveTo>
                  <a:cubicBezTo>
                    <a:pt x="2391" y="0"/>
                    <a:pt x="1594" y="430"/>
                    <a:pt x="1287" y="1002"/>
                  </a:cubicBezTo>
                  <a:lnTo>
                    <a:pt x="1267" y="1002"/>
                  </a:lnTo>
                  <a:lnTo>
                    <a:pt x="1267" y="103"/>
                  </a:lnTo>
                  <a:lnTo>
                    <a:pt x="0" y="103"/>
                  </a:lnTo>
                  <a:lnTo>
                    <a:pt x="0" y="5497"/>
                  </a:lnTo>
                  <a:lnTo>
                    <a:pt x="1287" y="5497"/>
                  </a:lnTo>
                  <a:lnTo>
                    <a:pt x="1287" y="2739"/>
                  </a:lnTo>
                  <a:cubicBezTo>
                    <a:pt x="1287" y="1737"/>
                    <a:pt x="2023" y="1165"/>
                    <a:pt x="2984" y="1165"/>
                  </a:cubicBezTo>
                  <a:cubicBezTo>
                    <a:pt x="3167" y="1165"/>
                    <a:pt x="3310" y="1165"/>
                    <a:pt x="3474" y="1206"/>
                  </a:cubicBezTo>
                  <a:lnTo>
                    <a:pt x="3474" y="21"/>
                  </a:lnTo>
                  <a:cubicBezTo>
                    <a:pt x="3331" y="0"/>
                    <a:pt x="3188" y="0"/>
                    <a:pt x="3045"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55" name="Google Shape;655;p9"/>
            <p:cNvSpPr/>
            <p:nvPr/>
          </p:nvSpPr>
          <p:spPr>
            <a:xfrm>
              <a:off x="3752775" y="2490700"/>
              <a:ext cx="122625" cy="140500"/>
            </a:xfrm>
            <a:custGeom>
              <a:avLst/>
              <a:gdLst/>
              <a:ahLst/>
              <a:cxnLst/>
              <a:rect l="l" t="t" r="r" b="b"/>
              <a:pathLst>
                <a:path w="4905" h="5620" extrusionOk="0">
                  <a:moveTo>
                    <a:pt x="2432" y="1104"/>
                  </a:moveTo>
                  <a:cubicBezTo>
                    <a:pt x="3106" y="1104"/>
                    <a:pt x="3597" y="1472"/>
                    <a:pt x="3597" y="2126"/>
                  </a:cubicBezTo>
                  <a:lnTo>
                    <a:pt x="3597" y="3474"/>
                  </a:lnTo>
                  <a:cubicBezTo>
                    <a:pt x="3597" y="4251"/>
                    <a:pt x="3025" y="4537"/>
                    <a:pt x="2473" y="4537"/>
                  </a:cubicBezTo>
                  <a:cubicBezTo>
                    <a:pt x="1819" y="4537"/>
                    <a:pt x="1308" y="4149"/>
                    <a:pt x="1308" y="3495"/>
                  </a:cubicBezTo>
                  <a:lnTo>
                    <a:pt x="1308" y="2166"/>
                  </a:lnTo>
                  <a:cubicBezTo>
                    <a:pt x="1308" y="1390"/>
                    <a:pt x="1901" y="1104"/>
                    <a:pt x="2432" y="1104"/>
                  </a:cubicBezTo>
                  <a:close/>
                  <a:moveTo>
                    <a:pt x="2432" y="0"/>
                  </a:moveTo>
                  <a:cubicBezTo>
                    <a:pt x="1247" y="0"/>
                    <a:pt x="0" y="797"/>
                    <a:pt x="0" y="2269"/>
                  </a:cubicBezTo>
                  <a:lnTo>
                    <a:pt x="0" y="3495"/>
                  </a:lnTo>
                  <a:cubicBezTo>
                    <a:pt x="0" y="4884"/>
                    <a:pt x="1165" y="5620"/>
                    <a:pt x="2473" y="5620"/>
                  </a:cubicBezTo>
                  <a:cubicBezTo>
                    <a:pt x="3679" y="5620"/>
                    <a:pt x="4905" y="4823"/>
                    <a:pt x="4905" y="3352"/>
                  </a:cubicBezTo>
                  <a:lnTo>
                    <a:pt x="4905" y="2248"/>
                  </a:lnTo>
                  <a:cubicBezTo>
                    <a:pt x="4905" y="859"/>
                    <a:pt x="3740" y="0"/>
                    <a:pt x="2432"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56" name="Google Shape;656;p9"/>
            <p:cNvSpPr/>
            <p:nvPr/>
          </p:nvSpPr>
          <p:spPr>
            <a:xfrm>
              <a:off x="3897850" y="2490700"/>
              <a:ext cx="121100" cy="189050"/>
            </a:xfrm>
            <a:custGeom>
              <a:avLst/>
              <a:gdLst/>
              <a:ahLst/>
              <a:cxnLst/>
              <a:rect l="l" t="t" r="r" b="b"/>
              <a:pathLst>
                <a:path w="4844" h="7562" extrusionOk="0">
                  <a:moveTo>
                    <a:pt x="2432" y="1104"/>
                  </a:moveTo>
                  <a:cubicBezTo>
                    <a:pt x="3086" y="1104"/>
                    <a:pt x="3597" y="1472"/>
                    <a:pt x="3597" y="2126"/>
                  </a:cubicBezTo>
                  <a:lnTo>
                    <a:pt x="3597" y="3331"/>
                  </a:lnTo>
                  <a:cubicBezTo>
                    <a:pt x="3597" y="4108"/>
                    <a:pt x="3004" y="4394"/>
                    <a:pt x="2473" y="4394"/>
                  </a:cubicBezTo>
                  <a:cubicBezTo>
                    <a:pt x="1799" y="4394"/>
                    <a:pt x="1308" y="4006"/>
                    <a:pt x="1308" y="3352"/>
                  </a:cubicBezTo>
                  <a:lnTo>
                    <a:pt x="1308" y="2166"/>
                  </a:lnTo>
                  <a:cubicBezTo>
                    <a:pt x="1308" y="1390"/>
                    <a:pt x="1901" y="1104"/>
                    <a:pt x="2432" y="1104"/>
                  </a:cubicBezTo>
                  <a:close/>
                  <a:moveTo>
                    <a:pt x="2105" y="0"/>
                  </a:moveTo>
                  <a:cubicBezTo>
                    <a:pt x="920" y="0"/>
                    <a:pt x="1" y="797"/>
                    <a:pt x="1" y="2269"/>
                  </a:cubicBezTo>
                  <a:lnTo>
                    <a:pt x="1" y="3290"/>
                  </a:lnTo>
                  <a:cubicBezTo>
                    <a:pt x="1" y="4680"/>
                    <a:pt x="818" y="5415"/>
                    <a:pt x="2126" y="5415"/>
                  </a:cubicBezTo>
                  <a:cubicBezTo>
                    <a:pt x="2739" y="5415"/>
                    <a:pt x="3229" y="5191"/>
                    <a:pt x="3577" y="4721"/>
                  </a:cubicBezTo>
                  <a:lnTo>
                    <a:pt x="3597" y="4721"/>
                  </a:lnTo>
                  <a:lnTo>
                    <a:pt x="3597" y="5272"/>
                  </a:lnTo>
                  <a:cubicBezTo>
                    <a:pt x="3597" y="6049"/>
                    <a:pt x="3168" y="6539"/>
                    <a:pt x="2391" y="6539"/>
                  </a:cubicBezTo>
                  <a:cubicBezTo>
                    <a:pt x="1921" y="6539"/>
                    <a:pt x="1554" y="6335"/>
                    <a:pt x="1308" y="5824"/>
                  </a:cubicBezTo>
                  <a:lnTo>
                    <a:pt x="82" y="6253"/>
                  </a:lnTo>
                  <a:cubicBezTo>
                    <a:pt x="348" y="7152"/>
                    <a:pt x="1390" y="7561"/>
                    <a:pt x="2269" y="7561"/>
                  </a:cubicBezTo>
                  <a:cubicBezTo>
                    <a:pt x="4128" y="7561"/>
                    <a:pt x="4844" y="6294"/>
                    <a:pt x="4844" y="5048"/>
                  </a:cubicBezTo>
                  <a:lnTo>
                    <a:pt x="4844" y="103"/>
                  </a:lnTo>
                  <a:lnTo>
                    <a:pt x="3617" y="103"/>
                  </a:lnTo>
                  <a:lnTo>
                    <a:pt x="3617" y="736"/>
                  </a:lnTo>
                  <a:lnTo>
                    <a:pt x="3597" y="736"/>
                  </a:lnTo>
                  <a:cubicBezTo>
                    <a:pt x="3311" y="327"/>
                    <a:pt x="2739" y="0"/>
                    <a:pt x="2105"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57" name="Google Shape;657;p9"/>
            <p:cNvSpPr/>
            <p:nvPr/>
          </p:nvSpPr>
          <p:spPr>
            <a:xfrm>
              <a:off x="4051100" y="2490700"/>
              <a:ext cx="86875" cy="137450"/>
            </a:xfrm>
            <a:custGeom>
              <a:avLst/>
              <a:gdLst/>
              <a:ahLst/>
              <a:cxnLst/>
              <a:rect l="l" t="t" r="r" b="b"/>
              <a:pathLst>
                <a:path w="3475" h="5498" extrusionOk="0">
                  <a:moveTo>
                    <a:pt x="3046" y="0"/>
                  </a:moveTo>
                  <a:cubicBezTo>
                    <a:pt x="2392" y="0"/>
                    <a:pt x="1595" y="430"/>
                    <a:pt x="1288" y="1002"/>
                  </a:cubicBezTo>
                  <a:lnTo>
                    <a:pt x="1268" y="1002"/>
                  </a:lnTo>
                  <a:lnTo>
                    <a:pt x="1268" y="103"/>
                  </a:lnTo>
                  <a:lnTo>
                    <a:pt x="1" y="103"/>
                  </a:lnTo>
                  <a:lnTo>
                    <a:pt x="1" y="5497"/>
                  </a:lnTo>
                  <a:lnTo>
                    <a:pt x="1288" y="5497"/>
                  </a:lnTo>
                  <a:lnTo>
                    <a:pt x="1288" y="2739"/>
                  </a:lnTo>
                  <a:cubicBezTo>
                    <a:pt x="1288" y="1737"/>
                    <a:pt x="2024" y="1165"/>
                    <a:pt x="2984" y="1165"/>
                  </a:cubicBezTo>
                  <a:cubicBezTo>
                    <a:pt x="3168" y="1165"/>
                    <a:pt x="3311" y="1165"/>
                    <a:pt x="3475" y="1206"/>
                  </a:cubicBezTo>
                  <a:lnTo>
                    <a:pt x="3475" y="21"/>
                  </a:lnTo>
                  <a:cubicBezTo>
                    <a:pt x="3332" y="0"/>
                    <a:pt x="3189" y="0"/>
                    <a:pt x="3046"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58" name="Google Shape;658;p9"/>
            <p:cNvSpPr/>
            <p:nvPr/>
          </p:nvSpPr>
          <p:spPr>
            <a:xfrm>
              <a:off x="4149700" y="2490200"/>
              <a:ext cx="120600" cy="140500"/>
            </a:xfrm>
            <a:custGeom>
              <a:avLst/>
              <a:gdLst/>
              <a:ahLst/>
              <a:cxnLst/>
              <a:rect l="l" t="t" r="r" b="b"/>
              <a:pathLst>
                <a:path w="4824" h="5620" extrusionOk="0">
                  <a:moveTo>
                    <a:pt x="3434" y="3269"/>
                  </a:moveTo>
                  <a:lnTo>
                    <a:pt x="3434" y="3515"/>
                  </a:lnTo>
                  <a:cubicBezTo>
                    <a:pt x="3434" y="4107"/>
                    <a:pt x="3270" y="4598"/>
                    <a:pt x="2228" y="4618"/>
                  </a:cubicBezTo>
                  <a:cubicBezTo>
                    <a:pt x="1635" y="4618"/>
                    <a:pt x="1268" y="4373"/>
                    <a:pt x="1268" y="3923"/>
                  </a:cubicBezTo>
                  <a:cubicBezTo>
                    <a:pt x="1268" y="3453"/>
                    <a:pt x="1615" y="3269"/>
                    <a:pt x="2167" y="3269"/>
                  </a:cubicBezTo>
                  <a:close/>
                  <a:moveTo>
                    <a:pt x="2412" y="0"/>
                  </a:moveTo>
                  <a:cubicBezTo>
                    <a:pt x="1390" y="0"/>
                    <a:pt x="266" y="409"/>
                    <a:pt x="266" y="1594"/>
                  </a:cubicBezTo>
                  <a:lnTo>
                    <a:pt x="266" y="1737"/>
                  </a:lnTo>
                  <a:lnTo>
                    <a:pt x="1431" y="1737"/>
                  </a:lnTo>
                  <a:lnTo>
                    <a:pt x="1431" y="1553"/>
                  </a:lnTo>
                  <a:cubicBezTo>
                    <a:pt x="1431" y="1206"/>
                    <a:pt x="1840" y="1022"/>
                    <a:pt x="2412" y="1022"/>
                  </a:cubicBezTo>
                  <a:cubicBezTo>
                    <a:pt x="3045" y="1022"/>
                    <a:pt x="3434" y="1247"/>
                    <a:pt x="3434" y="1819"/>
                  </a:cubicBezTo>
                  <a:lnTo>
                    <a:pt x="3434" y="2330"/>
                  </a:lnTo>
                  <a:lnTo>
                    <a:pt x="2003" y="2330"/>
                  </a:lnTo>
                  <a:cubicBezTo>
                    <a:pt x="961" y="2330"/>
                    <a:pt x="1" y="2943"/>
                    <a:pt x="1" y="3985"/>
                  </a:cubicBezTo>
                  <a:cubicBezTo>
                    <a:pt x="1" y="5006"/>
                    <a:pt x="757" y="5619"/>
                    <a:pt x="1881" y="5619"/>
                  </a:cubicBezTo>
                  <a:cubicBezTo>
                    <a:pt x="2575" y="5619"/>
                    <a:pt x="2984" y="5517"/>
                    <a:pt x="3474" y="5006"/>
                  </a:cubicBezTo>
                  <a:lnTo>
                    <a:pt x="3495" y="5006"/>
                  </a:lnTo>
                  <a:cubicBezTo>
                    <a:pt x="3495" y="5109"/>
                    <a:pt x="3515" y="5435"/>
                    <a:pt x="3536" y="5517"/>
                  </a:cubicBezTo>
                  <a:lnTo>
                    <a:pt x="4823" y="5517"/>
                  </a:lnTo>
                  <a:cubicBezTo>
                    <a:pt x="4762" y="5395"/>
                    <a:pt x="4721" y="4598"/>
                    <a:pt x="4721" y="4352"/>
                  </a:cubicBezTo>
                  <a:lnTo>
                    <a:pt x="4721" y="1737"/>
                  </a:lnTo>
                  <a:cubicBezTo>
                    <a:pt x="4721" y="409"/>
                    <a:pt x="3617" y="0"/>
                    <a:pt x="2412"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59" name="Google Shape;659;p9"/>
            <p:cNvSpPr/>
            <p:nvPr/>
          </p:nvSpPr>
          <p:spPr>
            <a:xfrm>
              <a:off x="4300925" y="2490700"/>
              <a:ext cx="197200" cy="137450"/>
            </a:xfrm>
            <a:custGeom>
              <a:avLst/>
              <a:gdLst/>
              <a:ahLst/>
              <a:cxnLst/>
              <a:rect l="l" t="t" r="r" b="b"/>
              <a:pathLst>
                <a:path w="7888" h="5498" extrusionOk="0">
                  <a:moveTo>
                    <a:pt x="2800" y="0"/>
                  </a:moveTo>
                  <a:cubicBezTo>
                    <a:pt x="2166" y="0"/>
                    <a:pt x="1635" y="246"/>
                    <a:pt x="1267" y="757"/>
                  </a:cubicBezTo>
                  <a:lnTo>
                    <a:pt x="1247" y="757"/>
                  </a:lnTo>
                  <a:lnTo>
                    <a:pt x="1247" y="103"/>
                  </a:lnTo>
                  <a:lnTo>
                    <a:pt x="0" y="103"/>
                  </a:lnTo>
                  <a:lnTo>
                    <a:pt x="0" y="5497"/>
                  </a:lnTo>
                  <a:lnTo>
                    <a:pt x="1287" y="5497"/>
                  </a:lnTo>
                  <a:lnTo>
                    <a:pt x="1287" y="2330"/>
                  </a:lnTo>
                  <a:cubicBezTo>
                    <a:pt x="1287" y="1431"/>
                    <a:pt x="1880" y="1124"/>
                    <a:pt x="2330" y="1124"/>
                  </a:cubicBezTo>
                  <a:cubicBezTo>
                    <a:pt x="3106" y="1124"/>
                    <a:pt x="3310" y="1696"/>
                    <a:pt x="3310" y="2371"/>
                  </a:cubicBezTo>
                  <a:lnTo>
                    <a:pt x="3310" y="5497"/>
                  </a:lnTo>
                  <a:lnTo>
                    <a:pt x="4598" y="5497"/>
                  </a:lnTo>
                  <a:lnTo>
                    <a:pt x="4598" y="2371"/>
                  </a:lnTo>
                  <a:cubicBezTo>
                    <a:pt x="4598" y="1676"/>
                    <a:pt x="4904" y="1124"/>
                    <a:pt x="5620" y="1124"/>
                  </a:cubicBezTo>
                  <a:cubicBezTo>
                    <a:pt x="6355" y="1124"/>
                    <a:pt x="6600" y="1615"/>
                    <a:pt x="6600" y="2350"/>
                  </a:cubicBezTo>
                  <a:lnTo>
                    <a:pt x="6600" y="5497"/>
                  </a:lnTo>
                  <a:lnTo>
                    <a:pt x="7888" y="5497"/>
                  </a:lnTo>
                  <a:lnTo>
                    <a:pt x="7888" y="1901"/>
                  </a:lnTo>
                  <a:cubicBezTo>
                    <a:pt x="7888" y="573"/>
                    <a:pt x="7009" y="0"/>
                    <a:pt x="6008" y="0"/>
                  </a:cubicBezTo>
                  <a:cubicBezTo>
                    <a:pt x="5272" y="0"/>
                    <a:pt x="4720" y="307"/>
                    <a:pt x="4332" y="797"/>
                  </a:cubicBezTo>
                  <a:cubicBezTo>
                    <a:pt x="3985" y="287"/>
                    <a:pt x="3515" y="0"/>
                    <a:pt x="2800"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60" name="Google Shape;660;p9"/>
            <p:cNvSpPr/>
            <p:nvPr/>
          </p:nvSpPr>
          <p:spPr>
            <a:xfrm>
              <a:off x="4532325" y="2490700"/>
              <a:ext cx="197725" cy="137450"/>
            </a:xfrm>
            <a:custGeom>
              <a:avLst/>
              <a:gdLst/>
              <a:ahLst/>
              <a:cxnLst/>
              <a:rect l="l" t="t" r="r" b="b"/>
              <a:pathLst>
                <a:path w="7909" h="5498" extrusionOk="0">
                  <a:moveTo>
                    <a:pt x="2800" y="0"/>
                  </a:moveTo>
                  <a:cubicBezTo>
                    <a:pt x="2167" y="0"/>
                    <a:pt x="1636" y="246"/>
                    <a:pt x="1268" y="757"/>
                  </a:cubicBezTo>
                  <a:lnTo>
                    <a:pt x="1247" y="757"/>
                  </a:lnTo>
                  <a:lnTo>
                    <a:pt x="1247" y="103"/>
                  </a:lnTo>
                  <a:lnTo>
                    <a:pt x="1" y="103"/>
                  </a:lnTo>
                  <a:lnTo>
                    <a:pt x="1" y="5497"/>
                  </a:lnTo>
                  <a:lnTo>
                    <a:pt x="1288" y="5497"/>
                  </a:lnTo>
                  <a:lnTo>
                    <a:pt x="1288" y="2330"/>
                  </a:lnTo>
                  <a:cubicBezTo>
                    <a:pt x="1288" y="1431"/>
                    <a:pt x="1881" y="1124"/>
                    <a:pt x="2330" y="1124"/>
                  </a:cubicBezTo>
                  <a:cubicBezTo>
                    <a:pt x="3127" y="1124"/>
                    <a:pt x="3311" y="1696"/>
                    <a:pt x="3311" y="2371"/>
                  </a:cubicBezTo>
                  <a:lnTo>
                    <a:pt x="3311" y="5497"/>
                  </a:lnTo>
                  <a:lnTo>
                    <a:pt x="4598" y="5497"/>
                  </a:lnTo>
                  <a:lnTo>
                    <a:pt x="4598" y="2371"/>
                  </a:lnTo>
                  <a:cubicBezTo>
                    <a:pt x="4598" y="1676"/>
                    <a:pt x="4905" y="1124"/>
                    <a:pt x="5641" y="1124"/>
                  </a:cubicBezTo>
                  <a:cubicBezTo>
                    <a:pt x="6356" y="1124"/>
                    <a:pt x="6621" y="1615"/>
                    <a:pt x="6621" y="2350"/>
                  </a:cubicBezTo>
                  <a:lnTo>
                    <a:pt x="6621" y="5497"/>
                  </a:lnTo>
                  <a:lnTo>
                    <a:pt x="7909" y="5497"/>
                  </a:lnTo>
                  <a:lnTo>
                    <a:pt x="7909" y="1901"/>
                  </a:lnTo>
                  <a:cubicBezTo>
                    <a:pt x="7909" y="573"/>
                    <a:pt x="7010" y="0"/>
                    <a:pt x="6008" y="0"/>
                  </a:cubicBezTo>
                  <a:cubicBezTo>
                    <a:pt x="5273" y="0"/>
                    <a:pt x="4721" y="307"/>
                    <a:pt x="4353" y="797"/>
                  </a:cubicBezTo>
                  <a:lnTo>
                    <a:pt x="4333" y="797"/>
                  </a:lnTo>
                  <a:cubicBezTo>
                    <a:pt x="4006" y="287"/>
                    <a:pt x="3515" y="0"/>
                    <a:pt x="2800"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61" name="Google Shape;661;p9"/>
            <p:cNvSpPr/>
            <p:nvPr/>
          </p:nvSpPr>
          <p:spPr>
            <a:xfrm>
              <a:off x="4758125" y="2490700"/>
              <a:ext cx="120075" cy="140500"/>
            </a:xfrm>
            <a:custGeom>
              <a:avLst/>
              <a:gdLst/>
              <a:ahLst/>
              <a:cxnLst/>
              <a:rect l="l" t="t" r="r" b="b"/>
              <a:pathLst>
                <a:path w="4803" h="5620" extrusionOk="0">
                  <a:moveTo>
                    <a:pt x="2473" y="1083"/>
                  </a:moveTo>
                  <a:cubicBezTo>
                    <a:pt x="3004" y="1083"/>
                    <a:pt x="3515" y="1390"/>
                    <a:pt x="3515" y="2126"/>
                  </a:cubicBezTo>
                  <a:lnTo>
                    <a:pt x="3515" y="2269"/>
                  </a:lnTo>
                  <a:lnTo>
                    <a:pt x="1329" y="2269"/>
                  </a:lnTo>
                  <a:lnTo>
                    <a:pt x="1329" y="2187"/>
                  </a:lnTo>
                  <a:cubicBezTo>
                    <a:pt x="1329" y="1390"/>
                    <a:pt x="1921" y="1083"/>
                    <a:pt x="2473" y="1083"/>
                  </a:cubicBezTo>
                  <a:close/>
                  <a:moveTo>
                    <a:pt x="2473" y="0"/>
                  </a:moveTo>
                  <a:cubicBezTo>
                    <a:pt x="1145" y="0"/>
                    <a:pt x="1" y="838"/>
                    <a:pt x="1" y="2371"/>
                  </a:cubicBezTo>
                  <a:lnTo>
                    <a:pt x="1" y="3413"/>
                  </a:lnTo>
                  <a:cubicBezTo>
                    <a:pt x="1" y="4884"/>
                    <a:pt x="1186" y="5620"/>
                    <a:pt x="2514" y="5620"/>
                  </a:cubicBezTo>
                  <a:cubicBezTo>
                    <a:pt x="3474" y="5620"/>
                    <a:pt x="4333" y="5252"/>
                    <a:pt x="4741" y="4414"/>
                  </a:cubicBezTo>
                  <a:lnTo>
                    <a:pt x="3761" y="3842"/>
                  </a:lnTo>
                  <a:cubicBezTo>
                    <a:pt x="3474" y="4271"/>
                    <a:pt x="3025" y="4537"/>
                    <a:pt x="2575" y="4537"/>
                  </a:cubicBezTo>
                  <a:cubicBezTo>
                    <a:pt x="1901" y="4537"/>
                    <a:pt x="1349" y="4149"/>
                    <a:pt x="1349" y="3454"/>
                  </a:cubicBezTo>
                  <a:lnTo>
                    <a:pt x="1349" y="3168"/>
                  </a:lnTo>
                  <a:lnTo>
                    <a:pt x="4803" y="3168"/>
                  </a:lnTo>
                  <a:lnTo>
                    <a:pt x="4803" y="2126"/>
                  </a:lnTo>
                  <a:cubicBezTo>
                    <a:pt x="4803" y="695"/>
                    <a:pt x="3638" y="0"/>
                    <a:pt x="2473"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62" name="Google Shape;662;p9"/>
            <p:cNvSpPr/>
            <p:nvPr/>
          </p:nvSpPr>
          <p:spPr>
            <a:xfrm>
              <a:off x="3487650" y="2756350"/>
              <a:ext cx="131300" cy="188000"/>
            </a:xfrm>
            <a:custGeom>
              <a:avLst/>
              <a:gdLst/>
              <a:ahLst/>
              <a:cxnLst/>
              <a:rect l="l" t="t" r="r" b="b"/>
              <a:pathLst>
                <a:path w="5252" h="7520" extrusionOk="0">
                  <a:moveTo>
                    <a:pt x="0" y="0"/>
                  </a:moveTo>
                  <a:lnTo>
                    <a:pt x="0" y="7520"/>
                  </a:lnTo>
                  <a:lnTo>
                    <a:pt x="5252" y="7520"/>
                  </a:lnTo>
                  <a:lnTo>
                    <a:pt x="5252" y="6294"/>
                  </a:lnTo>
                  <a:lnTo>
                    <a:pt x="1390" y="6294"/>
                  </a:lnTo>
                  <a:lnTo>
                    <a:pt x="1390" y="4312"/>
                  </a:lnTo>
                  <a:lnTo>
                    <a:pt x="4782" y="4312"/>
                  </a:lnTo>
                  <a:lnTo>
                    <a:pt x="4782" y="3065"/>
                  </a:lnTo>
                  <a:lnTo>
                    <a:pt x="1390" y="3065"/>
                  </a:lnTo>
                  <a:lnTo>
                    <a:pt x="1390" y="1226"/>
                  </a:lnTo>
                  <a:lnTo>
                    <a:pt x="5211" y="1226"/>
                  </a:lnTo>
                  <a:lnTo>
                    <a:pt x="5211" y="0"/>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63" name="Google Shape;663;p9"/>
            <p:cNvSpPr/>
            <p:nvPr/>
          </p:nvSpPr>
          <p:spPr>
            <a:xfrm>
              <a:off x="3650600" y="2756350"/>
              <a:ext cx="58275" cy="189550"/>
            </a:xfrm>
            <a:custGeom>
              <a:avLst/>
              <a:gdLst/>
              <a:ahLst/>
              <a:cxnLst/>
              <a:rect l="l" t="t" r="r" b="b"/>
              <a:pathLst>
                <a:path w="2331" h="7582" extrusionOk="0">
                  <a:moveTo>
                    <a:pt x="1" y="0"/>
                  </a:moveTo>
                  <a:lnTo>
                    <a:pt x="1" y="6069"/>
                  </a:lnTo>
                  <a:cubicBezTo>
                    <a:pt x="1" y="6559"/>
                    <a:pt x="21" y="7581"/>
                    <a:pt x="1308" y="7581"/>
                  </a:cubicBezTo>
                  <a:cubicBezTo>
                    <a:pt x="1635" y="7581"/>
                    <a:pt x="2064" y="7520"/>
                    <a:pt x="2330" y="7438"/>
                  </a:cubicBezTo>
                  <a:lnTo>
                    <a:pt x="2330" y="6457"/>
                  </a:lnTo>
                  <a:cubicBezTo>
                    <a:pt x="2105" y="6478"/>
                    <a:pt x="1983" y="6498"/>
                    <a:pt x="1758" y="6498"/>
                  </a:cubicBezTo>
                  <a:cubicBezTo>
                    <a:pt x="1390" y="6498"/>
                    <a:pt x="1288" y="6294"/>
                    <a:pt x="1288" y="6069"/>
                  </a:cubicBezTo>
                  <a:lnTo>
                    <a:pt x="1288" y="0"/>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64" name="Google Shape;664;p9"/>
            <p:cNvSpPr/>
            <p:nvPr/>
          </p:nvSpPr>
          <p:spPr>
            <a:xfrm>
              <a:off x="3723150" y="2806400"/>
              <a:ext cx="120075" cy="140500"/>
            </a:xfrm>
            <a:custGeom>
              <a:avLst/>
              <a:gdLst/>
              <a:ahLst/>
              <a:cxnLst/>
              <a:rect l="l" t="t" r="r" b="b"/>
              <a:pathLst>
                <a:path w="4803" h="5620" extrusionOk="0">
                  <a:moveTo>
                    <a:pt x="3413" y="3250"/>
                  </a:moveTo>
                  <a:lnTo>
                    <a:pt x="3413" y="3515"/>
                  </a:lnTo>
                  <a:cubicBezTo>
                    <a:pt x="3413" y="4108"/>
                    <a:pt x="3249" y="4598"/>
                    <a:pt x="2228" y="4598"/>
                  </a:cubicBezTo>
                  <a:cubicBezTo>
                    <a:pt x="1615" y="4598"/>
                    <a:pt x="1247" y="4373"/>
                    <a:pt x="1247" y="3924"/>
                  </a:cubicBezTo>
                  <a:cubicBezTo>
                    <a:pt x="1247" y="3454"/>
                    <a:pt x="1615" y="3250"/>
                    <a:pt x="2146" y="3250"/>
                  </a:cubicBezTo>
                  <a:close/>
                  <a:moveTo>
                    <a:pt x="2391" y="1"/>
                  </a:moveTo>
                  <a:cubicBezTo>
                    <a:pt x="1390" y="1"/>
                    <a:pt x="266" y="409"/>
                    <a:pt x="266" y="1594"/>
                  </a:cubicBezTo>
                  <a:lnTo>
                    <a:pt x="266" y="1737"/>
                  </a:lnTo>
                  <a:lnTo>
                    <a:pt x="1410" y="1737"/>
                  </a:lnTo>
                  <a:lnTo>
                    <a:pt x="1410" y="1554"/>
                  </a:lnTo>
                  <a:cubicBezTo>
                    <a:pt x="1410" y="1206"/>
                    <a:pt x="1819" y="1022"/>
                    <a:pt x="2391" y="1022"/>
                  </a:cubicBezTo>
                  <a:cubicBezTo>
                    <a:pt x="3045" y="1022"/>
                    <a:pt x="3413" y="1247"/>
                    <a:pt x="3413" y="1819"/>
                  </a:cubicBezTo>
                  <a:lnTo>
                    <a:pt x="3413" y="2330"/>
                  </a:lnTo>
                  <a:lnTo>
                    <a:pt x="1982" y="2330"/>
                  </a:lnTo>
                  <a:cubicBezTo>
                    <a:pt x="940" y="2330"/>
                    <a:pt x="0" y="2943"/>
                    <a:pt x="0" y="3985"/>
                  </a:cubicBezTo>
                  <a:cubicBezTo>
                    <a:pt x="0" y="5007"/>
                    <a:pt x="756" y="5620"/>
                    <a:pt x="1880" y="5620"/>
                  </a:cubicBezTo>
                  <a:cubicBezTo>
                    <a:pt x="2575" y="5620"/>
                    <a:pt x="2984" y="5518"/>
                    <a:pt x="3454" y="5007"/>
                  </a:cubicBezTo>
                  <a:lnTo>
                    <a:pt x="3474" y="5007"/>
                  </a:lnTo>
                  <a:cubicBezTo>
                    <a:pt x="3494" y="5109"/>
                    <a:pt x="3515" y="5436"/>
                    <a:pt x="3535" y="5518"/>
                  </a:cubicBezTo>
                  <a:lnTo>
                    <a:pt x="4802" y="5518"/>
                  </a:lnTo>
                  <a:cubicBezTo>
                    <a:pt x="4741" y="5395"/>
                    <a:pt x="4700" y="4598"/>
                    <a:pt x="4700" y="4353"/>
                  </a:cubicBezTo>
                  <a:lnTo>
                    <a:pt x="4700" y="1737"/>
                  </a:lnTo>
                  <a:cubicBezTo>
                    <a:pt x="4700" y="409"/>
                    <a:pt x="3597" y="1"/>
                    <a:pt x="2391"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65" name="Google Shape;665;p9"/>
            <p:cNvSpPr/>
            <p:nvPr/>
          </p:nvSpPr>
          <p:spPr>
            <a:xfrm>
              <a:off x="3872825" y="2806925"/>
              <a:ext cx="86350" cy="137425"/>
            </a:xfrm>
            <a:custGeom>
              <a:avLst/>
              <a:gdLst/>
              <a:ahLst/>
              <a:cxnLst/>
              <a:rect l="l" t="t" r="r" b="b"/>
              <a:pathLst>
                <a:path w="3454" h="5497" extrusionOk="0">
                  <a:moveTo>
                    <a:pt x="3025" y="0"/>
                  </a:moveTo>
                  <a:cubicBezTo>
                    <a:pt x="2391" y="0"/>
                    <a:pt x="1594" y="429"/>
                    <a:pt x="1267" y="1001"/>
                  </a:cubicBezTo>
                  <a:lnTo>
                    <a:pt x="1247" y="1001"/>
                  </a:lnTo>
                  <a:lnTo>
                    <a:pt x="1247" y="102"/>
                  </a:lnTo>
                  <a:lnTo>
                    <a:pt x="0" y="102"/>
                  </a:lnTo>
                  <a:lnTo>
                    <a:pt x="0" y="5497"/>
                  </a:lnTo>
                  <a:lnTo>
                    <a:pt x="1288" y="5497"/>
                  </a:lnTo>
                  <a:lnTo>
                    <a:pt x="1288" y="2738"/>
                  </a:lnTo>
                  <a:cubicBezTo>
                    <a:pt x="1288" y="1737"/>
                    <a:pt x="2003" y="1165"/>
                    <a:pt x="2984" y="1165"/>
                  </a:cubicBezTo>
                  <a:cubicBezTo>
                    <a:pt x="3147" y="1165"/>
                    <a:pt x="3290" y="1165"/>
                    <a:pt x="3454" y="1206"/>
                  </a:cubicBezTo>
                  <a:lnTo>
                    <a:pt x="3454" y="20"/>
                  </a:lnTo>
                  <a:cubicBezTo>
                    <a:pt x="3331" y="0"/>
                    <a:pt x="3168" y="0"/>
                    <a:pt x="3025"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66" name="Google Shape;666;p9"/>
            <p:cNvSpPr/>
            <p:nvPr/>
          </p:nvSpPr>
          <p:spPr>
            <a:xfrm>
              <a:off x="3975000" y="2806925"/>
              <a:ext cx="121600" cy="189025"/>
            </a:xfrm>
            <a:custGeom>
              <a:avLst/>
              <a:gdLst/>
              <a:ahLst/>
              <a:cxnLst/>
              <a:rect l="l" t="t" r="r" b="b"/>
              <a:pathLst>
                <a:path w="4864" h="7561" extrusionOk="0">
                  <a:moveTo>
                    <a:pt x="2452" y="1103"/>
                  </a:moveTo>
                  <a:cubicBezTo>
                    <a:pt x="3106" y="1103"/>
                    <a:pt x="3617" y="1471"/>
                    <a:pt x="3617" y="2125"/>
                  </a:cubicBezTo>
                  <a:lnTo>
                    <a:pt x="3617" y="3331"/>
                  </a:lnTo>
                  <a:cubicBezTo>
                    <a:pt x="3617" y="4107"/>
                    <a:pt x="3024" y="4393"/>
                    <a:pt x="2493" y="4393"/>
                  </a:cubicBezTo>
                  <a:cubicBezTo>
                    <a:pt x="1819" y="4393"/>
                    <a:pt x="1308" y="4005"/>
                    <a:pt x="1308" y="3351"/>
                  </a:cubicBezTo>
                  <a:lnTo>
                    <a:pt x="1308" y="2166"/>
                  </a:lnTo>
                  <a:cubicBezTo>
                    <a:pt x="1308" y="1390"/>
                    <a:pt x="1901" y="1103"/>
                    <a:pt x="2452" y="1103"/>
                  </a:cubicBezTo>
                  <a:close/>
                  <a:moveTo>
                    <a:pt x="2125" y="0"/>
                  </a:moveTo>
                  <a:cubicBezTo>
                    <a:pt x="940" y="0"/>
                    <a:pt x="0" y="797"/>
                    <a:pt x="0" y="2268"/>
                  </a:cubicBezTo>
                  <a:lnTo>
                    <a:pt x="0" y="3290"/>
                  </a:lnTo>
                  <a:cubicBezTo>
                    <a:pt x="0" y="4679"/>
                    <a:pt x="838" y="5415"/>
                    <a:pt x="2146" y="5415"/>
                  </a:cubicBezTo>
                  <a:cubicBezTo>
                    <a:pt x="2759" y="5415"/>
                    <a:pt x="3249" y="5190"/>
                    <a:pt x="3597" y="4720"/>
                  </a:cubicBezTo>
                  <a:lnTo>
                    <a:pt x="3617" y="4720"/>
                  </a:lnTo>
                  <a:lnTo>
                    <a:pt x="3617" y="5272"/>
                  </a:lnTo>
                  <a:cubicBezTo>
                    <a:pt x="3617" y="6048"/>
                    <a:pt x="3188" y="6539"/>
                    <a:pt x="2391" y="6539"/>
                  </a:cubicBezTo>
                  <a:cubicBezTo>
                    <a:pt x="1941" y="6539"/>
                    <a:pt x="1574" y="6335"/>
                    <a:pt x="1308" y="5824"/>
                  </a:cubicBezTo>
                  <a:lnTo>
                    <a:pt x="82" y="6253"/>
                  </a:lnTo>
                  <a:cubicBezTo>
                    <a:pt x="368" y="7152"/>
                    <a:pt x="1410" y="7561"/>
                    <a:pt x="2289" y="7561"/>
                  </a:cubicBezTo>
                  <a:cubicBezTo>
                    <a:pt x="4148" y="7561"/>
                    <a:pt x="4864" y="6294"/>
                    <a:pt x="4864" y="5047"/>
                  </a:cubicBezTo>
                  <a:lnTo>
                    <a:pt x="4864" y="102"/>
                  </a:lnTo>
                  <a:lnTo>
                    <a:pt x="3637" y="102"/>
                  </a:lnTo>
                  <a:lnTo>
                    <a:pt x="3637" y="736"/>
                  </a:lnTo>
                  <a:lnTo>
                    <a:pt x="3617" y="736"/>
                  </a:lnTo>
                  <a:cubicBezTo>
                    <a:pt x="3331" y="327"/>
                    <a:pt x="2759" y="0"/>
                    <a:pt x="2125"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67" name="Google Shape;667;p9"/>
            <p:cNvSpPr/>
            <p:nvPr/>
          </p:nvSpPr>
          <p:spPr>
            <a:xfrm>
              <a:off x="4130300" y="2754800"/>
              <a:ext cx="32200" cy="189550"/>
            </a:xfrm>
            <a:custGeom>
              <a:avLst/>
              <a:gdLst/>
              <a:ahLst/>
              <a:cxnLst/>
              <a:rect l="l" t="t" r="r" b="b"/>
              <a:pathLst>
                <a:path w="1288" h="7582" extrusionOk="0">
                  <a:moveTo>
                    <a:pt x="0" y="1"/>
                  </a:moveTo>
                  <a:lnTo>
                    <a:pt x="0" y="1370"/>
                  </a:lnTo>
                  <a:lnTo>
                    <a:pt x="1288" y="1370"/>
                  </a:lnTo>
                  <a:lnTo>
                    <a:pt x="1288" y="1"/>
                  </a:lnTo>
                  <a:close/>
                  <a:moveTo>
                    <a:pt x="0" y="2187"/>
                  </a:moveTo>
                  <a:lnTo>
                    <a:pt x="0" y="7582"/>
                  </a:lnTo>
                  <a:lnTo>
                    <a:pt x="1288" y="7582"/>
                  </a:lnTo>
                  <a:lnTo>
                    <a:pt x="1288" y="2187"/>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68" name="Google Shape;668;p9"/>
            <p:cNvSpPr/>
            <p:nvPr/>
          </p:nvSpPr>
          <p:spPr>
            <a:xfrm>
              <a:off x="3479475" y="3072550"/>
              <a:ext cx="122625" cy="191075"/>
            </a:xfrm>
            <a:custGeom>
              <a:avLst/>
              <a:gdLst/>
              <a:ahLst/>
              <a:cxnLst/>
              <a:rect l="l" t="t" r="r" b="b"/>
              <a:pathLst>
                <a:path w="4905" h="7643" extrusionOk="0">
                  <a:moveTo>
                    <a:pt x="2432" y="3107"/>
                  </a:moveTo>
                  <a:cubicBezTo>
                    <a:pt x="3106" y="3107"/>
                    <a:pt x="3617" y="3495"/>
                    <a:pt x="3617" y="4149"/>
                  </a:cubicBezTo>
                  <a:lnTo>
                    <a:pt x="3617" y="5477"/>
                  </a:lnTo>
                  <a:cubicBezTo>
                    <a:pt x="3617" y="6253"/>
                    <a:pt x="3024" y="6540"/>
                    <a:pt x="2473" y="6540"/>
                  </a:cubicBezTo>
                  <a:cubicBezTo>
                    <a:pt x="1819" y="6540"/>
                    <a:pt x="1308" y="6151"/>
                    <a:pt x="1308" y="5497"/>
                  </a:cubicBezTo>
                  <a:lnTo>
                    <a:pt x="1308" y="4169"/>
                  </a:lnTo>
                  <a:cubicBezTo>
                    <a:pt x="1308" y="3393"/>
                    <a:pt x="1901" y="3107"/>
                    <a:pt x="2432" y="3107"/>
                  </a:cubicBezTo>
                  <a:close/>
                  <a:moveTo>
                    <a:pt x="3637" y="1"/>
                  </a:moveTo>
                  <a:lnTo>
                    <a:pt x="3637" y="2678"/>
                  </a:lnTo>
                  <a:lnTo>
                    <a:pt x="3597" y="2678"/>
                  </a:lnTo>
                  <a:cubicBezTo>
                    <a:pt x="3331" y="2310"/>
                    <a:pt x="2820" y="2003"/>
                    <a:pt x="2227" y="2003"/>
                  </a:cubicBezTo>
                  <a:cubicBezTo>
                    <a:pt x="1022" y="2003"/>
                    <a:pt x="0" y="2739"/>
                    <a:pt x="0" y="4210"/>
                  </a:cubicBezTo>
                  <a:lnTo>
                    <a:pt x="0" y="5518"/>
                  </a:lnTo>
                  <a:cubicBezTo>
                    <a:pt x="0" y="6887"/>
                    <a:pt x="961" y="7643"/>
                    <a:pt x="2125" y="7643"/>
                  </a:cubicBezTo>
                  <a:cubicBezTo>
                    <a:pt x="2616" y="7643"/>
                    <a:pt x="3351" y="7336"/>
                    <a:pt x="3658" y="6907"/>
                  </a:cubicBezTo>
                  <a:lnTo>
                    <a:pt x="3658" y="7520"/>
                  </a:lnTo>
                  <a:lnTo>
                    <a:pt x="4904" y="7520"/>
                  </a:lnTo>
                  <a:lnTo>
                    <a:pt x="4904"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69" name="Google Shape;669;p9"/>
            <p:cNvSpPr/>
            <p:nvPr/>
          </p:nvSpPr>
          <p:spPr>
            <a:xfrm>
              <a:off x="3630675" y="3123125"/>
              <a:ext cx="120075" cy="140500"/>
            </a:xfrm>
            <a:custGeom>
              <a:avLst/>
              <a:gdLst/>
              <a:ahLst/>
              <a:cxnLst/>
              <a:rect l="l" t="t" r="r" b="b"/>
              <a:pathLst>
                <a:path w="4803" h="5620" extrusionOk="0">
                  <a:moveTo>
                    <a:pt x="2494" y="1084"/>
                  </a:moveTo>
                  <a:cubicBezTo>
                    <a:pt x="3004" y="1084"/>
                    <a:pt x="3536" y="1390"/>
                    <a:pt x="3536" y="2126"/>
                  </a:cubicBezTo>
                  <a:lnTo>
                    <a:pt x="3536" y="2269"/>
                  </a:lnTo>
                  <a:lnTo>
                    <a:pt x="1349" y="2269"/>
                  </a:lnTo>
                  <a:lnTo>
                    <a:pt x="1349" y="2187"/>
                  </a:lnTo>
                  <a:cubicBezTo>
                    <a:pt x="1349" y="1390"/>
                    <a:pt x="1942" y="1084"/>
                    <a:pt x="2494" y="1084"/>
                  </a:cubicBezTo>
                  <a:close/>
                  <a:moveTo>
                    <a:pt x="2473" y="1"/>
                  </a:moveTo>
                  <a:cubicBezTo>
                    <a:pt x="1145" y="1"/>
                    <a:pt x="1" y="838"/>
                    <a:pt x="1" y="2371"/>
                  </a:cubicBezTo>
                  <a:lnTo>
                    <a:pt x="1" y="3413"/>
                  </a:lnTo>
                  <a:cubicBezTo>
                    <a:pt x="1" y="4884"/>
                    <a:pt x="1206" y="5620"/>
                    <a:pt x="2534" y="5620"/>
                  </a:cubicBezTo>
                  <a:cubicBezTo>
                    <a:pt x="3474" y="5620"/>
                    <a:pt x="4333" y="5252"/>
                    <a:pt x="4741" y="4414"/>
                  </a:cubicBezTo>
                  <a:lnTo>
                    <a:pt x="3761" y="3842"/>
                  </a:lnTo>
                  <a:cubicBezTo>
                    <a:pt x="3474" y="4251"/>
                    <a:pt x="3025" y="4537"/>
                    <a:pt x="2596" y="4537"/>
                  </a:cubicBezTo>
                  <a:cubicBezTo>
                    <a:pt x="1901" y="4537"/>
                    <a:pt x="1349" y="4149"/>
                    <a:pt x="1349" y="3454"/>
                  </a:cubicBezTo>
                  <a:lnTo>
                    <a:pt x="1349" y="3168"/>
                  </a:lnTo>
                  <a:lnTo>
                    <a:pt x="4803" y="3168"/>
                  </a:lnTo>
                  <a:lnTo>
                    <a:pt x="4803" y="2126"/>
                  </a:lnTo>
                  <a:cubicBezTo>
                    <a:pt x="4803" y="695"/>
                    <a:pt x="3658" y="1"/>
                    <a:pt x="2473"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70" name="Google Shape;670;p9"/>
            <p:cNvSpPr/>
            <p:nvPr/>
          </p:nvSpPr>
          <p:spPr>
            <a:xfrm>
              <a:off x="3828375" y="3072550"/>
              <a:ext cx="158400" cy="188525"/>
            </a:xfrm>
            <a:custGeom>
              <a:avLst/>
              <a:gdLst/>
              <a:ahLst/>
              <a:cxnLst/>
              <a:rect l="l" t="t" r="r" b="b"/>
              <a:pathLst>
                <a:path w="6336" h="7541" extrusionOk="0">
                  <a:moveTo>
                    <a:pt x="1" y="1"/>
                  </a:moveTo>
                  <a:lnTo>
                    <a:pt x="2473" y="7541"/>
                  </a:lnTo>
                  <a:lnTo>
                    <a:pt x="3842" y="7541"/>
                  </a:lnTo>
                  <a:lnTo>
                    <a:pt x="6335" y="1"/>
                  </a:lnTo>
                  <a:lnTo>
                    <a:pt x="4925" y="1"/>
                  </a:lnTo>
                  <a:lnTo>
                    <a:pt x="3229" y="5538"/>
                  </a:lnTo>
                  <a:lnTo>
                    <a:pt x="3209" y="5538"/>
                  </a:lnTo>
                  <a:lnTo>
                    <a:pt x="1513"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71" name="Google Shape;671;p9"/>
            <p:cNvSpPr/>
            <p:nvPr/>
          </p:nvSpPr>
          <p:spPr>
            <a:xfrm>
              <a:off x="3982150" y="3122625"/>
              <a:ext cx="120075" cy="140500"/>
            </a:xfrm>
            <a:custGeom>
              <a:avLst/>
              <a:gdLst/>
              <a:ahLst/>
              <a:cxnLst/>
              <a:rect l="l" t="t" r="r" b="b"/>
              <a:pathLst>
                <a:path w="4803" h="5620" extrusionOk="0">
                  <a:moveTo>
                    <a:pt x="3413" y="3249"/>
                  </a:moveTo>
                  <a:lnTo>
                    <a:pt x="3413" y="3515"/>
                  </a:lnTo>
                  <a:cubicBezTo>
                    <a:pt x="3413" y="4107"/>
                    <a:pt x="3249" y="4598"/>
                    <a:pt x="2228" y="4598"/>
                  </a:cubicBezTo>
                  <a:cubicBezTo>
                    <a:pt x="1615" y="4598"/>
                    <a:pt x="1247" y="4373"/>
                    <a:pt x="1247" y="3923"/>
                  </a:cubicBezTo>
                  <a:cubicBezTo>
                    <a:pt x="1247" y="3454"/>
                    <a:pt x="1615" y="3249"/>
                    <a:pt x="2166" y="3249"/>
                  </a:cubicBezTo>
                  <a:close/>
                  <a:moveTo>
                    <a:pt x="2391" y="0"/>
                  </a:moveTo>
                  <a:cubicBezTo>
                    <a:pt x="1390" y="0"/>
                    <a:pt x="266" y="409"/>
                    <a:pt x="266" y="1594"/>
                  </a:cubicBezTo>
                  <a:lnTo>
                    <a:pt x="266" y="1737"/>
                  </a:lnTo>
                  <a:lnTo>
                    <a:pt x="1410" y="1737"/>
                  </a:lnTo>
                  <a:lnTo>
                    <a:pt x="1410" y="1553"/>
                  </a:lnTo>
                  <a:cubicBezTo>
                    <a:pt x="1410" y="1206"/>
                    <a:pt x="1819" y="1001"/>
                    <a:pt x="2391" y="1001"/>
                  </a:cubicBezTo>
                  <a:cubicBezTo>
                    <a:pt x="3045" y="1001"/>
                    <a:pt x="3413" y="1247"/>
                    <a:pt x="3413" y="1819"/>
                  </a:cubicBezTo>
                  <a:lnTo>
                    <a:pt x="3413" y="2330"/>
                  </a:lnTo>
                  <a:lnTo>
                    <a:pt x="1982" y="2330"/>
                  </a:lnTo>
                  <a:cubicBezTo>
                    <a:pt x="940" y="2330"/>
                    <a:pt x="0" y="2943"/>
                    <a:pt x="0" y="3985"/>
                  </a:cubicBezTo>
                  <a:cubicBezTo>
                    <a:pt x="0" y="5006"/>
                    <a:pt x="756" y="5620"/>
                    <a:pt x="1880" y="5620"/>
                  </a:cubicBezTo>
                  <a:cubicBezTo>
                    <a:pt x="2575" y="5620"/>
                    <a:pt x="2984" y="5517"/>
                    <a:pt x="3454" y="5027"/>
                  </a:cubicBezTo>
                  <a:lnTo>
                    <a:pt x="3474" y="5027"/>
                  </a:lnTo>
                  <a:cubicBezTo>
                    <a:pt x="3495" y="5109"/>
                    <a:pt x="3515" y="5436"/>
                    <a:pt x="3535" y="5517"/>
                  </a:cubicBezTo>
                  <a:lnTo>
                    <a:pt x="4802" y="5517"/>
                  </a:lnTo>
                  <a:cubicBezTo>
                    <a:pt x="4741" y="5395"/>
                    <a:pt x="4700" y="4598"/>
                    <a:pt x="4700" y="4353"/>
                  </a:cubicBezTo>
                  <a:lnTo>
                    <a:pt x="4700" y="1717"/>
                  </a:lnTo>
                  <a:cubicBezTo>
                    <a:pt x="4700" y="409"/>
                    <a:pt x="3597" y="0"/>
                    <a:pt x="2391"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72" name="Google Shape;672;p9"/>
            <p:cNvSpPr/>
            <p:nvPr/>
          </p:nvSpPr>
          <p:spPr>
            <a:xfrm>
              <a:off x="4127225" y="3123125"/>
              <a:ext cx="120575" cy="140500"/>
            </a:xfrm>
            <a:custGeom>
              <a:avLst/>
              <a:gdLst/>
              <a:ahLst/>
              <a:cxnLst/>
              <a:rect l="l" t="t" r="r" b="b"/>
              <a:pathLst>
                <a:path w="4823" h="5620" extrusionOk="0">
                  <a:moveTo>
                    <a:pt x="2473" y="1"/>
                  </a:moveTo>
                  <a:cubicBezTo>
                    <a:pt x="1124" y="1"/>
                    <a:pt x="1" y="838"/>
                    <a:pt x="1" y="2371"/>
                  </a:cubicBezTo>
                  <a:lnTo>
                    <a:pt x="1" y="3413"/>
                  </a:lnTo>
                  <a:cubicBezTo>
                    <a:pt x="1" y="4843"/>
                    <a:pt x="1186" y="5620"/>
                    <a:pt x="2514" y="5620"/>
                  </a:cubicBezTo>
                  <a:cubicBezTo>
                    <a:pt x="3679" y="5620"/>
                    <a:pt x="4823" y="4946"/>
                    <a:pt x="4823" y="3515"/>
                  </a:cubicBezTo>
                  <a:lnTo>
                    <a:pt x="4823" y="3454"/>
                  </a:lnTo>
                  <a:lnTo>
                    <a:pt x="3577" y="3454"/>
                  </a:lnTo>
                  <a:lnTo>
                    <a:pt x="3577" y="3515"/>
                  </a:lnTo>
                  <a:cubicBezTo>
                    <a:pt x="3577" y="4251"/>
                    <a:pt x="3025" y="4537"/>
                    <a:pt x="2514" y="4537"/>
                  </a:cubicBezTo>
                  <a:cubicBezTo>
                    <a:pt x="1819" y="4537"/>
                    <a:pt x="1329" y="4149"/>
                    <a:pt x="1329" y="3454"/>
                  </a:cubicBezTo>
                  <a:lnTo>
                    <a:pt x="1329" y="2187"/>
                  </a:lnTo>
                  <a:cubicBezTo>
                    <a:pt x="1329" y="1390"/>
                    <a:pt x="1921" y="1084"/>
                    <a:pt x="2473" y="1084"/>
                  </a:cubicBezTo>
                  <a:cubicBezTo>
                    <a:pt x="3004" y="1084"/>
                    <a:pt x="3577" y="1390"/>
                    <a:pt x="3577" y="2126"/>
                  </a:cubicBezTo>
                  <a:lnTo>
                    <a:pt x="3577" y="2228"/>
                  </a:lnTo>
                  <a:lnTo>
                    <a:pt x="4823" y="2228"/>
                  </a:lnTo>
                  <a:lnTo>
                    <a:pt x="4823" y="2126"/>
                  </a:lnTo>
                  <a:cubicBezTo>
                    <a:pt x="4823" y="695"/>
                    <a:pt x="3638" y="1"/>
                    <a:pt x="2473"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73" name="Google Shape;673;p9"/>
            <p:cNvSpPr/>
            <p:nvPr/>
          </p:nvSpPr>
          <p:spPr>
            <a:xfrm>
              <a:off x="4265675" y="3123125"/>
              <a:ext cx="121100" cy="140500"/>
            </a:xfrm>
            <a:custGeom>
              <a:avLst/>
              <a:gdLst/>
              <a:ahLst/>
              <a:cxnLst/>
              <a:rect l="l" t="t" r="r" b="b"/>
              <a:pathLst>
                <a:path w="4844" h="5620" extrusionOk="0">
                  <a:moveTo>
                    <a:pt x="2473" y="1"/>
                  </a:moveTo>
                  <a:cubicBezTo>
                    <a:pt x="1145" y="1"/>
                    <a:pt x="0" y="838"/>
                    <a:pt x="0" y="2371"/>
                  </a:cubicBezTo>
                  <a:lnTo>
                    <a:pt x="0" y="3413"/>
                  </a:lnTo>
                  <a:cubicBezTo>
                    <a:pt x="0" y="4843"/>
                    <a:pt x="1185" y="5620"/>
                    <a:pt x="2514" y="5620"/>
                  </a:cubicBezTo>
                  <a:cubicBezTo>
                    <a:pt x="3678" y="5620"/>
                    <a:pt x="4843" y="4946"/>
                    <a:pt x="4843" y="3515"/>
                  </a:cubicBezTo>
                  <a:lnTo>
                    <a:pt x="4843" y="3454"/>
                  </a:lnTo>
                  <a:lnTo>
                    <a:pt x="3576" y="3454"/>
                  </a:lnTo>
                  <a:lnTo>
                    <a:pt x="3576" y="3515"/>
                  </a:lnTo>
                  <a:cubicBezTo>
                    <a:pt x="3576" y="4251"/>
                    <a:pt x="3045" y="4537"/>
                    <a:pt x="2514" y="4537"/>
                  </a:cubicBezTo>
                  <a:cubicBezTo>
                    <a:pt x="1839" y="4537"/>
                    <a:pt x="1328" y="4149"/>
                    <a:pt x="1328" y="3454"/>
                  </a:cubicBezTo>
                  <a:lnTo>
                    <a:pt x="1328" y="2187"/>
                  </a:lnTo>
                  <a:cubicBezTo>
                    <a:pt x="1328" y="1390"/>
                    <a:pt x="1921" y="1084"/>
                    <a:pt x="2473" y="1084"/>
                  </a:cubicBezTo>
                  <a:cubicBezTo>
                    <a:pt x="3004" y="1084"/>
                    <a:pt x="3576" y="1390"/>
                    <a:pt x="3576" y="2126"/>
                  </a:cubicBezTo>
                  <a:lnTo>
                    <a:pt x="3576" y="2228"/>
                  </a:lnTo>
                  <a:lnTo>
                    <a:pt x="4843" y="2228"/>
                  </a:lnTo>
                  <a:lnTo>
                    <a:pt x="4843" y="2126"/>
                  </a:lnTo>
                  <a:cubicBezTo>
                    <a:pt x="4843" y="695"/>
                    <a:pt x="3637" y="1"/>
                    <a:pt x="2473"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74" name="Google Shape;674;p9"/>
            <p:cNvSpPr/>
            <p:nvPr/>
          </p:nvSpPr>
          <p:spPr>
            <a:xfrm>
              <a:off x="4410750" y="3070500"/>
              <a:ext cx="31700" cy="190075"/>
            </a:xfrm>
            <a:custGeom>
              <a:avLst/>
              <a:gdLst/>
              <a:ahLst/>
              <a:cxnLst/>
              <a:rect l="l" t="t" r="r" b="b"/>
              <a:pathLst>
                <a:path w="1268" h="7603" extrusionOk="0">
                  <a:moveTo>
                    <a:pt x="0" y="1"/>
                  </a:moveTo>
                  <a:lnTo>
                    <a:pt x="0" y="1370"/>
                  </a:lnTo>
                  <a:lnTo>
                    <a:pt x="1267" y="1370"/>
                  </a:lnTo>
                  <a:lnTo>
                    <a:pt x="1267" y="1"/>
                  </a:lnTo>
                  <a:close/>
                  <a:moveTo>
                    <a:pt x="0" y="2208"/>
                  </a:moveTo>
                  <a:lnTo>
                    <a:pt x="0" y="7602"/>
                  </a:lnTo>
                  <a:lnTo>
                    <a:pt x="1267" y="7602"/>
                  </a:lnTo>
                  <a:lnTo>
                    <a:pt x="1267" y="2208"/>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75" name="Google Shape;675;p9"/>
            <p:cNvSpPr/>
            <p:nvPr/>
          </p:nvSpPr>
          <p:spPr>
            <a:xfrm>
              <a:off x="4477675" y="3123125"/>
              <a:ext cx="117000" cy="137450"/>
            </a:xfrm>
            <a:custGeom>
              <a:avLst/>
              <a:gdLst/>
              <a:ahLst/>
              <a:cxnLst/>
              <a:rect l="l" t="t" r="r" b="b"/>
              <a:pathLst>
                <a:path w="4680" h="5498" extrusionOk="0">
                  <a:moveTo>
                    <a:pt x="2800" y="1"/>
                  </a:moveTo>
                  <a:cubicBezTo>
                    <a:pt x="2187" y="1"/>
                    <a:pt x="1615" y="246"/>
                    <a:pt x="1267" y="757"/>
                  </a:cubicBezTo>
                  <a:lnTo>
                    <a:pt x="1247" y="757"/>
                  </a:lnTo>
                  <a:lnTo>
                    <a:pt x="1247" y="103"/>
                  </a:lnTo>
                  <a:lnTo>
                    <a:pt x="0" y="103"/>
                  </a:lnTo>
                  <a:lnTo>
                    <a:pt x="0" y="5497"/>
                  </a:lnTo>
                  <a:lnTo>
                    <a:pt x="1288" y="5497"/>
                  </a:lnTo>
                  <a:lnTo>
                    <a:pt x="1288" y="2473"/>
                  </a:lnTo>
                  <a:cubicBezTo>
                    <a:pt x="1288" y="1554"/>
                    <a:pt x="1696" y="1124"/>
                    <a:pt x="2391" y="1124"/>
                  </a:cubicBezTo>
                  <a:cubicBezTo>
                    <a:pt x="3045" y="1124"/>
                    <a:pt x="3392" y="1554"/>
                    <a:pt x="3392" y="2371"/>
                  </a:cubicBezTo>
                  <a:lnTo>
                    <a:pt x="3392" y="5497"/>
                  </a:lnTo>
                  <a:lnTo>
                    <a:pt x="4680" y="5497"/>
                  </a:lnTo>
                  <a:lnTo>
                    <a:pt x="4680" y="2044"/>
                  </a:lnTo>
                  <a:cubicBezTo>
                    <a:pt x="4680" y="757"/>
                    <a:pt x="4005" y="1"/>
                    <a:pt x="2800"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76" name="Google Shape;676;p9"/>
            <p:cNvSpPr/>
            <p:nvPr/>
          </p:nvSpPr>
          <p:spPr>
            <a:xfrm>
              <a:off x="4619175" y="3122625"/>
              <a:ext cx="120075" cy="140500"/>
            </a:xfrm>
            <a:custGeom>
              <a:avLst/>
              <a:gdLst/>
              <a:ahLst/>
              <a:cxnLst/>
              <a:rect l="l" t="t" r="r" b="b"/>
              <a:pathLst>
                <a:path w="4803" h="5620" extrusionOk="0">
                  <a:moveTo>
                    <a:pt x="3433" y="3249"/>
                  </a:moveTo>
                  <a:lnTo>
                    <a:pt x="3433" y="3515"/>
                  </a:lnTo>
                  <a:cubicBezTo>
                    <a:pt x="3433" y="4107"/>
                    <a:pt x="3250" y="4598"/>
                    <a:pt x="2228" y="4598"/>
                  </a:cubicBezTo>
                  <a:cubicBezTo>
                    <a:pt x="1615" y="4598"/>
                    <a:pt x="1247" y="4373"/>
                    <a:pt x="1247" y="3923"/>
                  </a:cubicBezTo>
                  <a:cubicBezTo>
                    <a:pt x="1247" y="3454"/>
                    <a:pt x="1615" y="3249"/>
                    <a:pt x="2167" y="3249"/>
                  </a:cubicBezTo>
                  <a:close/>
                  <a:moveTo>
                    <a:pt x="2412" y="0"/>
                  </a:moveTo>
                  <a:cubicBezTo>
                    <a:pt x="1390" y="0"/>
                    <a:pt x="266" y="409"/>
                    <a:pt x="266" y="1594"/>
                  </a:cubicBezTo>
                  <a:lnTo>
                    <a:pt x="266" y="1737"/>
                  </a:lnTo>
                  <a:lnTo>
                    <a:pt x="1431" y="1737"/>
                  </a:lnTo>
                  <a:lnTo>
                    <a:pt x="1431" y="1553"/>
                  </a:lnTo>
                  <a:cubicBezTo>
                    <a:pt x="1431" y="1206"/>
                    <a:pt x="1840" y="1001"/>
                    <a:pt x="2391" y="1001"/>
                  </a:cubicBezTo>
                  <a:cubicBezTo>
                    <a:pt x="3045" y="1001"/>
                    <a:pt x="3433" y="1247"/>
                    <a:pt x="3433" y="1819"/>
                  </a:cubicBezTo>
                  <a:lnTo>
                    <a:pt x="3433" y="2330"/>
                  </a:lnTo>
                  <a:lnTo>
                    <a:pt x="2003" y="2330"/>
                  </a:lnTo>
                  <a:cubicBezTo>
                    <a:pt x="941" y="2330"/>
                    <a:pt x="1" y="2943"/>
                    <a:pt x="1" y="3985"/>
                  </a:cubicBezTo>
                  <a:cubicBezTo>
                    <a:pt x="1" y="5006"/>
                    <a:pt x="757" y="5620"/>
                    <a:pt x="1881" y="5620"/>
                  </a:cubicBezTo>
                  <a:cubicBezTo>
                    <a:pt x="2575" y="5620"/>
                    <a:pt x="2984" y="5517"/>
                    <a:pt x="3454" y="5027"/>
                  </a:cubicBezTo>
                  <a:lnTo>
                    <a:pt x="3474" y="5027"/>
                  </a:lnTo>
                  <a:cubicBezTo>
                    <a:pt x="3495" y="5109"/>
                    <a:pt x="3515" y="5436"/>
                    <a:pt x="3536" y="5517"/>
                  </a:cubicBezTo>
                  <a:lnTo>
                    <a:pt x="4803" y="5517"/>
                  </a:lnTo>
                  <a:cubicBezTo>
                    <a:pt x="4741" y="5395"/>
                    <a:pt x="4721" y="4598"/>
                    <a:pt x="4721" y="4353"/>
                  </a:cubicBezTo>
                  <a:lnTo>
                    <a:pt x="4721" y="1717"/>
                  </a:lnTo>
                  <a:cubicBezTo>
                    <a:pt x="4721" y="409"/>
                    <a:pt x="3597" y="0"/>
                    <a:pt x="2412"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77" name="Google Shape;677;p9"/>
            <p:cNvSpPr/>
            <p:nvPr/>
          </p:nvSpPr>
          <p:spPr>
            <a:xfrm>
              <a:off x="4756600" y="3084825"/>
              <a:ext cx="79725" cy="177800"/>
            </a:xfrm>
            <a:custGeom>
              <a:avLst/>
              <a:gdLst/>
              <a:ahLst/>
              <a:cxnLst/>
              <a:rect l="l" t="t" r="r" b="b"/>
              <a:pathLst>
                <a:path w="3189" h="7112" extrusionOk="0">
                  <a:moveTo>
                    <a:pt x="736" y="0"/>
                  </a:moveTo>
                  <a:lnTo>
                    <a:pt x="736" y="1635"/>
                  </a:lnTo>
                  <a:lnTo>
                    <a:pt x="0" y="1635"/>
                  </a:lnTo>
                  <a:lnTo>
                    <a:pt x="0" y="2656"/>
                  </a:lnTo>
                  <a:lnTo>
                    <a:pt x="736" y="2656"/>
                  </a:lnTo>
                  <a:lnTo>
                    <a:pt x="736" y="5742"/>
                  </a:lnTo>
                  <a:cubicBezTo>
                    <a:pt x="736" y="6702"/>
                    <a:pt x="1410" y="7111"/>
                    <a:pt x="2248" y="7111"/>
                  </a:cubicBezTo>
                  <a:cubicBezTo>
                    <a:pt x="2432" y="7111"/>
                    <a:pt x="2902" y="7070"/>
                    <a:pt x="3188" y="7009"/>
                  </a:cubicBezTo>
                  <a:lnTo>
                    <a:pt x="3188" y="5905"/>
                  </a:lnTo>
                  <a:cubicBezTo>
                    <a:pt x="2943" y="5946"/>
                    <a:pt x="2779" y="5967"/>
                    <a:pt x="2534" y="5967"/>
                  </a:cubicBezTo>
                  <a:cubicBezTo>
                    <a:pt x="2228" y="5967"/>
                    <a:pt x="2023" y="5844"/>
                    <a:pt x="2023" y="5435"/>
                  </a:cubicBezTo>
                  <a:lnTo>
                    <a:pt x="2023" y="2656"/>
                  </a:lnTo>
                  <a:lnTo>
                    <a:pt x="3188" y="2656"/>
                  </a:lnTo>
                  <a:lnTo>
                    <a:pt x="3188" y="1635"/>
                  </a:lnTo>
                  <a:lnTo>
                    <a:pt x="2023" y="1635"/>
                  </a:lnTo>
                  <a:lnTo>
                    <a:pt x="2023" y="0"/>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78" name="Google Shape;678;p9"/>
            <p:cNvSpPr/>
            <p:nvPr/>
          </p:nvSpPr>
          <p:spPr>
            <a:xfrm>
              <a:off x="4857750" y="3070500"/>
              <a:ext cx="32200" cy="190075"/>
            </a:xfrm>
            <a:custGeom>
              <a:avLst/>
              <a:gdLst/>
              <a:ahLst/>
              <a:cxnLst/>
              <a:rect l="l" t="t" r="r" b="b"/>
              <a:pathLst>
                <a:path w="1288" h="7603" extrusionOk="0">
                  <a:moveTo>
                    <a:pt x="0" y="1"/>
                  </a:moveTo>
                  <a:lnTo>
                    <a:pt x="0" y="1370"/>
                  </a:lnTo>
                  <a:lnTo>
                    <a:pt x="1288" y="1370"/>
                  </a:lnTo>
                  <a:lnTo>
                    <a:pt x="1288" y="1"/>
                  </a:lnTo>
                  <a:close/>
                  <a:moveTo>
                    <a:pt x="0" y="2208"/>
                  </a:moveTo>
                  <a:lnTo>
                    <a:pt x="0" y="7602"/>
                  </a:lnTo>
                  <a:lnTo>
                    <a:pt x="1288" y="7602"/>
                  </a:lnTo>
                  <a:lnTo>
                    <a:pt x="1288" y="2208"/>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79" name="Google Shape;679;p9"/>
            <p:cNvSpPr/>
            <p:nvPr/>
          </p:nvSpPr>
          <p:spPr>
            <a:xfrm>
              <a:off x="4918525" y="3123125"/>
              <a:ext cx="122650" cy="140500"/>
            </a:xfrm>
            <a:custGeom>
              <a:avLst/>
              <a:gdLst/>
              <a:ahLst/>
              <a:cxnLst/>
              <a:rect l="l" t="t" r="r" b="b"/>
              <a:pathLst>
                <a:path w="4906" h="5620" extrusionOk="0">
                  <a:moveTo>
                    <a:pt x="2433" y="1104"/>
                  </a:moveTo>
                  <a:cubicBezTo>
                    <a:pt x="3107" y="1104"/>
                    <a:pt x="3597" y="1472"/>
                    <a:pt x="3597" y="2126"/>
                  </a:cubicBezTo>
                  <a:lnTo>
                    <a:pt x="3597" y="3474"/>
                  </a:lnTo>
                  <a:cubicBezTo>
                    <a:pt x="3597" y="4251"/>
                    <a:pt x="3025" y="4537"/>
                    <a:pt x="2473" y="4537"/>
                  </a:cubicBezTo>
                  <a:cubicBezTo>
                    <a:pt x="1820" y="4537"/>
                    <a:pt x="1309" y="4149"/>
                    <a:pt x="1309" y="3495"/>
                  </a:cubicBezTo>
                  <a:lnTo>
                    <a:pt x="1309" y="2167"/>
                  </a:lnTo>
                  <a:cubicBezTo>
                    <a:pt x="1309" y="1390"/>
                    <a:pt x="1901" y="1104"/>
                    <a:pt x="2433" y="1104"/>
                  </a:cubicBezTo>
                  <a:close/>
                  <a:moveTo>
                    <a:pt x="2433" y="1"/>
                  </a:moveTo>
                  <a:cubicBezTo>
                    <a:pt x="1247" y="1"/>
                    <a:pt x="1" y="798"/>
                    <a:pt x="1" y="2269"/>
                  </a:cubicBezTo>
                  <a:lnTo>
                    <a:pt x="1" y="3495"/>
                  </a:lnTo>
                  <a:cubicBezTo>
                    <a:pt x="1" y="4884"/>
                    <a:pt x="1166" y="5620"/>
                    <a:pt x="2473" y="5620"/>
                  </a:cubicBezTo>
                  <a:cubicBezTo>
                    <a:pt x="3679" y="5620"/>
                    <a:pt x="4905" y="4823"/>
                    <a:pt x="4905" y="3352"/>
                  </a:cubicBezTo>
                  <a:lnTo>
                    <a:pt x="4905" y="2248"/>
                  </a:lnTo>
                  <a:cubicBezTo>
                    <a:pt x="4905" y="859"/>
                    <a:pt x="3740" y="1"/>
                    <a:pt x="2433"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80" name="Google Shape;680;p9"/>
            <p:cNvSpPr/>
            <p:nvPr/>
          </p:nvSpPr>
          <p:spPr>
            <a:xfrm>
              <a:off x="5069750" y="3123125"/>
              <a:ext cx="117525" cy="137450"/>
            </a:xfrm>
            <a:custGeom>
              <a:avLst/>
              <a:gdLst/>
              <a:ahLst/>
              <a:cxnLst/>
              <a:rect l="l" t="t" r="r" b="b"/>
              <a:pathLst>
                <a:path w="4701" h="5498" extrusionOk="0">
                  <a:moveTo>
                    <a:pt x="2800" y="1"/>
                  </a:moveTo>
                  <a:cubicBezTo>
                    <a:pt x="2207" y="1"/>
                    <a:pt x="1635" y="246"/>
                    <a:pt x="1267" y="757"/>
                  </a:cubicBezTo>
                  <a:lnTo>
                    <a:pt x="1247" y="757"/>
                  </a:lnTo>
                  <a:lnTo>
                    <a:pt x="1247" y="103"/>
                  </a:lnTo>
                  <a:lnTo>
                    <a:pt x="0" y="103"/>
                  </a:lnTo>
                  <a:lnTo>
                    <a:pt x="0" y="5497"/>
                  </a:lnTo>
                  <a:lnTo>
                    <a:pt x="1288" y="5497"/>
                  </a:lnTo>
                  <a:lnTo>
                    <a:pt x="1288" y="2473"/>
                  </a:lnTo>
                  <a:cubicBezTo>
                    <a:pt x="1288" y="1554"/>
                    <a:pt x="1696" y="1124"/>
                    <a:pt x="2412" y="1124"/>
                  </a:cubicBezTo>
                  <a:cubicBezTo>
                    <a:pt x="3066" y="1124"/>
                    <a:pt x="3413" y="1554"/>
                    <a:pt x="3413" y="2371"/>
                  </a:cubicBezTo>
                  <a:lnTo>
                    <a:pt x="3413" y="5497"/>
                  </a:lnTo>
                  <a:lnTo>
                    <a:pt x="4700" y="5497"/>
                  </a:lnTo>
                  <a:lnTo>
                    <a:pt x="4700" y="2044"/>
                  </a:lnTo>
                  <a:cubicBezTo>
                    <a:pt x="4700" y="757"/>
                    <a:pt x="4026" y="1"/>
                    <a:pt x="2800"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81" name="Google Shape;681;p9"/>
            <p:cNvSpPr/>
            <p:nvPr/>
          </p:nvSpPr>
          <p:spPr>
            <a:xfrm>
              <a:off x="5706775" y="2440125"/>
              <a:ext cx="147675" cy="188025"/>
            </a:xfrm>
            <a:custGeom>
              <a:avLst/>
              <a:gdLst/>
              <a:ahLst/>
              <a:cxnLst/>
              <a:rect l="l" t="t" r="r" b="b"/>
              <a:pathLst>
                <a:path w="5907" h="7521" extrusionOk="0">
                  <a:moveTo>
                    <a:pt x="2780" y="1186"/>
                  </a:moveTo>
                  <a:cubicBezTo>
                    <a:pt x="3577" y="1186"/>
                    <a:pt x="4149" y="1472"/>
                    <a:pt x="4149" y="2350"/>
                  </a:cubicBezTo>
                  <a:cubicBezTo>
                    <a:pt x="4149" y="3127"/>
                    <a:pt x="3618" y="3515"/>
                    <a:pt x="2800" y="3515"/>
                  </a:cubicBezTo>
                  <a:lnTo>
                    <a:pt x="1411" y="3515"/>
                  </a:lnTo>
                  <a:lnTo>
                    <a:pt x="1411" y="1186"/>
                  </a:lnTo>
                  <a:close/>
                  <a:moveTo>
                    <a:pt x="1" y="1"/>
                  </a:moveTo>
                  <a:lnTo>
                    <a:pt x="1" y="7520"/>
                  </a:lnTo>
                  <a:lnTo>
                    <a:pt x="1411" y="7520"/>
                  </a:lnTo>
                  <a:lnTo>
                    <a:pt x="1411" y="4700"/>
                  </a:lnTo>
                  <a:lnTo>
                    <a:pt x="2616" y="4700"/>
                  </a:lnTo>
                  <a:lnTo>
                    <a:pt x="4374" y="7520"/>
                  </a:lnTo>
                  <a:lnTo>
                    <a:pt x="5906" y="7520"/>
                  </a:lnTo>
                  <a:lnTo>
                    <a:pt x="4047" y="4537"/>
                  </a:lnTo>
                  <a:cubicBezTo>
                    <a:pt x="5048" y="4189"/>
                    <a:pt x="5538" y="3250"/>
                    <a:pt x="5538" y="2371"/>
                  </a:cubicBezTo>
                  <a:cubicBezTo>
                    <a:pt x="5538" y="818"/>
                    <a:pt x="4394" y="1"/>
                    <a:pt x="2984"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82" name="Google Shape;682;p9"/>
            <p:cNvSpPr/>
            <p:nvPr/>
          </p:nvSpPr>
          <p:spPr>
            <a:xfrm>
              <a:off x="5868725" y="2425825"/>
              <a:ext cx="120575" cy="205375"/>
            </a:xfrm>
            <a:custGeom>
              <a:avLst/>
              <a:gdLst/>
              <a:ahLst/>
              <a:cxnLst/>
              <a:rect l="l" t="t" r="r" b="b"/>
              <a:pathLst>
                <a:path w="4823" h="8215" extrusionOk="0">
                  <a:moveTo>
                    <a:pt x="2841" y="0"/>
                  </a:moveTo>
                  <a:lnTo>
                    <a:pt x="1942" y="1839"/>
                  </a:lnTo>
                  <a:lnTo>
                    <a:pt x="2943" y="1839"/>
                  </a:lnTo>
                  <a:lnTo>
                    <a:pt x="4291" y="0"/>
                  </a:lnTo>
                  <a:close/>
                  <a:moveTo>
                    <a:pt x="2493" y="3678"/>
                  </a:moveTo>
                  <a:cubicBezTo>
                    <a:pt x="3004" y="3678"/>
                    <a:pt x="3535" y="3985"/>
                    <a:pt x="3535" y="4721"/>
                  </a:cubicBezTo>
                  <a:lnTo>
                    <a:pt x="3535" y="4864"/>
                  </a:lnTo>
                  <a:lnTo>
                    <a:pt x="1349" y="4864"/>
                  </a:lnTo>
                  <a:lnTo>
                    <a:pt x="1349" y="4782"/>
                  </a:lnTo>
                  <a:cubicBezTo>
                    <a:pt x="1349" y="3985"/>
                    <a:pt x="1942" y="3678"/>
                    <a:pt x="2493" y="3678"/>
                  </a:cubicBezTo>
                  <a:close/>
                  <a:moveTo>
                    <a:pt x="2493" y="2595"/>
                  </a:moveTo>
                  <a:cubicBezTo>
                    <a:pt x="1145" y="2595"/>
                    <a:pt x="0" y="3433"/>
                    <a:pt x="0" y="4966"/>
                  </a:cubicBezTo>
                  <a:lnTo>
                    <a:pt x="0" y="6008"/>
                  </a:lnTo>
                  <a:cubicBezTo>
                    <a:pt x="0" y="7479"/>
                    <a:pt x="1206" y="8215"/>
                    <a:pt x="2534" y="8215"/>
                  </a:cubicBezTo>
                  <a:cubicBezTo>
                    <a:pt x="3474" y="8215"/>
                    <a:pt x="4332" y="7847"/>
                    <a:pt x="4761" y="7009"/>
                  </a:cubicBezTo>
                  <a:lnTo>
                    <a:pt x="3760" y="6437"/>
                  </a:lnTo>
                  <a:cubicBezTo>
                    <a:pt x="3474" y="6866"/>
                    <a:pt x="3025" y="7132"/>
                    <a:pt x="2595" y="7132"/>
                  </a:cubicBezTo>
                  <a:cubicBezTo>
                    <a:pt x="1901" y="7132"/>
                    <a:pt x="1349" y="6744"/>
                    <a:pt x="1349" y="6049"/>
                  </a:cubicBezTo>
                  <a:lnTo>
                    <a:pt x="1349" y="5763"/>
                  </a:lnTo>
                  <a:lnTo>
                    <a:pt x="4823" y="5763"/>
                  </a:lnTo>
                  <a:lnTo>
                    <a:pt x="4823" y="4721"/>
                  </a:lnTo>
                  <a:cubicBezTo>
                    <a:pt x="4823" y="3290"/>
                    <a:pt x="3658" y="2595"/>
                    <a:pt x="2493" y="2595"/>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83" name="Google Shape;683;p9"/>
            <p:cNvSpPr/>
            <p:nvPr/>
          </p:nvSpPr>
          <p:spPr>
            <a:xfrm>
              <a:off x="6017900" y="2490200"/>
              <a:ext cx="123125" cy="188525"/>
            </a:xfrm>
            <a:custGeom>
              <a:avLst/>
              <a:gdLst/>
              <a:ahLst/>
              <a:cxnLst/>
              <a:rect l="l" t="t" r="r" b="b"/>
              <a:pathLst>
                <a:path w="4925" h="7541" extrusionOk="0">
                  <a:moveTo>
                    <a:pt x="2452" y="1124"/>
                  </a:moveTo>
                  <a:cubicBezTo>
                    <a:pt x="3106" y="1124"/>
                    <a:pt x="3617" y="1492"/>
                    <a:pt x="3617" y="2146"/>
                  </a:cubicBezTo>
                  <a:lnTo>
                    <a:pt x="3617" y="3494"/>
                  </a:lnTo>
                  <a:cubicBezTo>
                    <a:pt x="3617" y="4271"/>
                    <a:pt x="3024" y="4557"/>
                    <a:pt x="2473" y="4557"/>
                  </a:cubicBezTo>
                  <a:cubicBezTo>
                    <a:pt x="1819" y="4557"/>
                    <a:pt x="1287" y="4169"/>
                    <a:pt x="1287" y="3515"/>
                  </a:cubicBezTo>
                  <a:lnTo>
                    <a:pt x="1287" y="2268"/>
                  </a:lnTo>
                  <a:cubicBezTo>
                    <a:pt x="1287" y="1471"/>
                    <a:pt x="1900" y="1124"/>
                    <a:pt x="2452" y="1124"/>
                  </a:cubicBezTo>
                  <a:close/>
                  <a:moveTo>
                    <a:pt x="2800" y="0"/>
                  </a:moveTo>
                  <a:cubicBezTo>
                    <a:pt x="2309" y="0"/>
                    <a:pt x="1696" y="225"/>
                    <a:pt x="1267" y="736"/>
                  </a:cubicBezTo>
                  <a:lnTo>
                    <a:pt x="1267" y="123"/>
                  </a:lnTo>
                  <a:lnTo>
                    <a:pt x="0" y="123"/>
                  </a:lnTo>
                  <a:lnTo>
                    <a:pt x="0" y="7540"/>
                  </a:lnTo>
                  <a:lnTo>
                    <a:pt x="1287" y="7540"/>
                  </a:lnTo>
                  <a:lnTo>
                    <a:pt x="1287" y="4965"/>
                  </a:lnTo>
                  <a:lnTo>
                    <a:pt x="1328" y="4965"/>
                  </a:lnTo>
                  <a:cubicBezTo>
                    <a:pt x="1594" y="5333"/>
                    <a:pt x="2084" y="5640"/>
                    <a:pt x="2697" y="5640"/>
                  </a:cubicBezTo>
                  <a:cubicBezTo>
                    <a:pt x="3903" y="5640"/>
                    <a:pt x="4925" y="4904"/>
                    <a:pt x="4925" y="3453"/>
                  </a:cubicBezTo>
                  <a:lnTo>
                    <a:pt x="4925" y="2146"/>
                  </a:lnTo>
                  <a:cubicBezTo>
                    <a:pt x="4925" y="756"/>
                    <a:pt x="3964" y="0"/>
                    <a:pt x="2800"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84" name="Google Shape;684;p9"/>
            <p:cNvSpPr/>
            <p:nvPr/>
          </p:nvSpPr>
          <p:spPr>
            <a:xfrm>
              <a:off x="6167575" y="2493250"/>
              <a:ext cx="117525" cy="137450"/>
            </a:xfrm>
            <a:custGeom>
              <a:avLst/>
              <a:gdLst/>
              <a:ahLst/>
              <a:cxnLst/>
              <a:rect l="l" t="t" r="r" b="b"/>
              <a:pathLst>
                <a:path w="4701" h="5498" extrusionOk="0">
                  <a:moveTo>
                    <a:pt x="0" y="1"/>
                  </a:moveTo>
                  <a:lnTo>
                    <a:pt x="0" y="3434"/>
                  </a:lnTo>
                  <a:cubicBezTo>
                    <a:pt x="0" y="4721"/>
                    <a:pt x="695" y="5497"/>
                    <a:pt x="1901" y="5497"/>
                  </a:cubicBezTo>
                  <a:cubicBezTo>
                    <a:pt x="2514" y="5497"/>
                    <a:pt x="3065" y="5252"/>
                    <a:pt x="3413" y="4721"/>
                  </a:cubicBezTo>
                  <a:lnTo>
                    <a:pt x="3454" y="4721"/>
                  </a:lnTo>
                  <a:lnTo>
                    <a:pt x="3454" y="5395"/>
                  </a:lnTo>
                  <a:lnTo>
                    <a:pt x="4700" y="5395"/>
                  </a:lnTo>
                  <a:lnTo>
                    <a:pt x="4700" y="1"/>
                  </a:lnTo>
                  <a:lnTo>
                    <a:pt x="3413" y="1"/>
                  </a:lnTo>
                  <a:lnTo>
                    <a:pt x="3413" y="3004"/>
                  </a:lnTo>
                  <a:cubicBezTo>
                    <a:pt x="3413" y="3924"/>
                    <a:pt x="3004" y="4373"/>
                    <a:pt x="2309" y="4373"/>
                  </a:cubicBezTo>
                  <a:cubicBezTo>
                    <a:pt x="1655" y="4373"/>
                    <a:pt x="1288" y="3944"/>
                    <a:pt x="1288" y="3127"/>
                  </a:cubicBezTo>
                  <a:lnTo>
                    <a:pt x="1288"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85" name="Google Shape;685;p9"/>
            <p:cNvSpPr/>
            <p:nvPr/>
          </p:nvSpPr>
          <p:spPr>
            <a:xfrm>
              <a:off x="6318275" y="2440125"/>
              <a:ext cx="122625" cy="191075"/>
            </a:xfrm>
            <a:custGeom>
              <a:avLst/>
              <a:gdLst/>
              <a:ahLst/>
              <a:cxnLst/>
              <a:rect l="l" t="t" r="r" b="b"/>
              <a:pathLst>
                <a:path w="4905" h="7643" extrusionOk="0">
                  <a:moveTo>
                    <a:pt x="2432" y="3127"/>
                  </a:moveTo>
                  <a:cubicBezTo>
                    <a:pt x="3106" y="3127"/>
                    <a:pt x="3597" y="3495"/>
                    <a:pt x="3597" y="4149"/>
                  </a:cubicBezTo>
                  <a:lnTo>
                    <a:pt x="3597" y="5497"/>
                  </a:lnTo>
                  <a:cubicBezTo>
                    <a:pt x="3597" y="6274"/>
                    <a:pt x="3004" y="6560"/>
                    <a:pt x="2473" y="6560"/>
                  </a:cubicBezTo>
                  <a:cubicBezTo>
                    <a:pt x="1798" y="6560"/>
                    <a:pt x="1288" y="6172"/>
                    <a:pt x="1288" y="5518"/>
                  </a:cubicBezTo>
                  <a:lnTo>
                    <a:pt x="1288" y="4271"/>
                  </a:lnTo>
                  <a:cubicBezTo>
                    <a:pt x="1288" y="3495"/>
                    <a:pt x="1901" y="3127"/>
                    <a:pt x="2432" y="3127"/>
                  </a:cubicBezTo>
                  <a:close/>
                  <a:moveTo>
                    <a:pt x="0" y="1"/>
                  </a:moveTo>
                  <a:lnTo>
                    <a:pt x="0" y="7520"/>
                  </a:lnTo>
                  <a:lnTo>
                    <a:pt x="1226" y="7520"/>
                  </a:lnTo>
                  <a:lnTo>
                    <a:pt x="1226" y="6989"/>
                  </a:lnTo>
                  <a:lnTo>
                    <a:pt x="1267" y="6989"/>
                  </a:lnTo>
                  <a:cubicBezTo>
                    <a:pt x="1533" y="7336"/>
                    <a:pt x="2023" y="7643"/>
                    <a:pt x="2636" y="7643"/>
                  </a:cubicBezTo>
                  <a:cubicBezTo>
                    <a:pt x="3842" y="7643"/>
                    <a:pt x="4904" y="6907"/>
                    <a:pt x="4904" y="5456"/>
                  </a:cubicBezTo>
                  <a:lnTo>
                    <a:pt x="4904" y="4149"/>
                  </a:lnTo>
                  <a:cubicBezTo>
                    <a:pt x="4904" y="2759"/>
                    <a:pt x="3964" y="2023"/>
                    <a:pt x="2779" y="2023"/>
                  </a:cubicBezTo>
                  <a:cubicBezTo>
                    <a:pt x="2289" y="2023"/>
                    <a:pt x="1696" y="2207"/>
                    <a:pt x="1288" y="2739"/>
                  </a:cubicBezTo>
                  <a:lnTo>
                    <a:pt x="1288"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86" name="Google Shape;686;p9"/>
            <p:cNvSpPr/>
            <p:nvPr/>
          </p:nvSpPr>
          <p:spPr>
            <a:xfrm>
              <a:off x="6469475" y="2440125"/>
              <a:ext cx="58775" cy="189550"/>
            </a:xfrm>
            <a:custGeom>
              <a:avLst/>
              <a:gdLst/>
              <a:ahLst/>
              <a:cxnLst/>
              <a:rect l="l" t="t" r="r" b="b"/>
              <a:pathLst>
                <a:path w="2351" h="7582" extrusionOk="0">
                  <a:moveTo>
                    <a:pt x="1" y="1"/>
                  </a:moveTo>
                  <a:lnTo>
                    <a:pt x="1" y="6069"/>
                  </a:lnTo>
                  <a:cubicBezTo>
                    <a:pt x="1" y="6560"/>
                    <a:pt x="42" y="7581"/>
                    <a:pt x="1309" y="7581"/>
                  </a:cubicBezTo>
                  <a:cubicBezTo>
                    <a:pt x="1656" y="7581"/>
                    <a:pt x="2065" y="7520"/>
                    <a:pt x="2351" y="7438"/>
                  </a:cubicBezTo>
                  <a:lnTo>
                    <a:pt x="2351" y="6458"/>
                  </a:lnTo>
                  <a:cubicBezTo>
                    <a:pt x="2105" y="6478"/>
                    <a:pt x="1983" y="6498"/>
                    <a:pt x="1758" y="6498"/>
                  </a:cubicBezTo>
                  <a:cubicBezTo>
                    <a:pt x="1411" y="6498"/>
                    <a:pt x="1288" y="6315"/>
                    <a:pt x="1288" y="6069"/>
                  </a:cubicBezTo>
                  <a:lnTo>
                    <a:pt x="1288"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87" name="Google Shape;687;p9"/>
            <p:cNvSpPr/>
            <p:nvPr/>
          </p:nvSpPr>
          <p:spPr>
            <a:xfrm>
              <a:off x="6550700" y="2438600"/>
              <a:ext cx="32225" cy="189550"/>
            </a:xfrm>
            <a:custGeom>
              <a:avLst/>
              <a:gdLst/>
              <a:ahLst/>
              <a:cxnLst/>
              <a:rect l="l" t="t" r="r" b="b"/>
              <a:pathLst>
                <a:path w="1289" h="7582" extrusionOk="0">
                  <a:moveTo>
                    <a:pt x="1" y="0"/>
                  </a:moveTo>
                  <a:lnTo>
                    <a:pt x="1" y="1369"/>
                  </a:lnTo>
                  <a:lnTo>
                    <a:pt x="1288" y="1369"/>
                  </a:lnTo>
                  <a:lnTo>
                    <a:pt x="1288" y="0"/>
                  </a:lnTo>
                  <a:close/>
                  <a:moveTo>
                    <a:pt x="1" y="2187"/>
                  </a:moveTo>
                  <a:lnTo>
                    <a:pt x="1" y="7581"/>
                  </a:lnTo>
                  <a:lnTo>
                    <a:pt x="1288" y="7581"/>
                  </a:lnTo>
                  <a:lnTo>
                    <a:pt x="1288" y="2187"/>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88" name="Google Shape;688;p9"/>
            <p:cNvSpPr/>
            <p:nvPr/>
          </p:nvSpPr>
          <p:spPr>
            <a:xfrm>
              <a:off x="6611500" y="2490700"/>
              <a:ext cx="122625" cy="188025"/>
            </a:xfrm>
            <a:custGeom>
              <a:avLst/>
              <a:gdLst/>
              <a:ahLst/>
              <a:cxnLst/>
              <a:rect l="l" t="t" r="r" b="b"/>
              <a:pathLst>
                <a:path w="4905" h="7521" extrusionOk="0">
                  <a:moveTo>
                    <a:pt x="2432" y="1083"/>
                  </a:moveTo>
                  <a:cubicBezTo>
                    <a:pt x="3086" y="1083"/>
                    <a:pt x="3617" y="1472"/>
                    <a:pt x="3617" y="2126"/>
                  </a:cubicBezTo>
                  <a:lnTo>
                    <a:pt x="3617" y="3454"/>
                  </a:lnTo>
                  <a:cubicBezTo>
                    <a:pt x="3617" y="4230"/>
                    <a:pt x="3004" y="4516"/>
                    <a:pt x="2473" y="4516"/>
                  </a:cubicBezTo>
                  <a:cubicBezTo>
                    <a:pt x="1799" y="4516"/>
                    <a:pt x="1308" y="4128"/>
                    <a:pt x="1308" y="3474"/>
                  </a:cubicBezTo>
                  <a:lnTo>
                    <a:pt x="1308" y="2146"/>
                  </a:lnTo>
                  <a:cubicBezTo>
                    <a:pt x="1308" y="1370"/>
                    <a:pt x="1880" y="1083"/>
                    <a:pt x="2432" y="1083"/>
                  </a:cubicBezTo>
                  <a:close/>
                  <a:moveTo>
                    <a:pt x="2207" y="0"/>
                  </a:moveTo>
                  <a:cubicBezTo>
                    <a:pt x="1022" y="0"/>
                    <a:pt x="0" y="716"/>
                    <a:pt x="0" y="2187"/>
                  </a:cubicBezTo>
                  <a:lnTo>
                    <a:pt x="0" y="3495"/>
                  </a:lnTo>
                  <a:cubicBezTo>
                    <a:pt x="0" y="4864"/>
                    <a:pt x="940" y="5620"/>
                    <a:pt x="2126" y="5620"/>
                  </a:cubicBezTo>
                  <a:cubicBezTo>
                    <a:pt x="2596" y="5620"/>
                    <a:pt x="3331" y="5313"/>
                    <a:pt x="3638" y="4884"/>
                  </a:cubicBezTo>
                  <a:lnTo>
                    <a:pt x="3638" y="7520"/>
                  </a:lnTo>
                  <a:lnTo>
                    <a:pt x="4905" y="7520"/>
                  </a:lnTo>
                  <a:lnTo>
                    <a:pt x="4905" y="82"/>
                  </a:lnTo>
                  <a:lnTo>
                    <a:pt x="3617" y="82"/>
                  </a:lnTo>
                  <a:lnTo>
                    <a:pt x="3617" y="654"/>
                  </a:lnTo>
                  <a:lnTo>
                    <a:pt x="3576" y="654"/>
                  </a:lnTo>
                  <a:cubicBezTo>
                    <a:pt x="3311" y="307"/>
                    <a:pt x="2820" y="0"/>
                    <a:pt x="2207"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89" name="Google Shape;689;p9"/>
            <p:cNvSpPr/>
            <p:nvPr/>
          </p:nvSpPr>
          <p:spPr>
            <a:xfrm>
              <a:off x="6767300" y="2493250"/>
              <a:ext cx="117025" cy="137450"/>
            </a:xfrm>
            <a:custGeom>
              <a:avLst/>
              <a:gdLst/>
              <a:ahLst/>
              <a:cxnLst/>
              <a:rect l="l" t="t" r="r" b="b"/>
              <a:pathLst>
                <a:path w="4681" h="5498" extrusionOk="0">
                  <a:moveTo>
                    <a:pt x="1" y="1"/>
                  </a:moveTo>
                  <a:lnTo>
                    <a:pt x="1" y="3434"/>
                  </a:lnTo>
                  <a:cubicBezTo>
                    <a:pt x="1" y="4721"/>
                    <a:pt x="675" y="5497"/>
                    <a:pt x="1901" y="5497"/>
                  </a:cubicBezTo>
                  <a:cubicBezTo>
                    <a:pt x="2494" y="5497"/>
                    <a:pt x="3046" y="5252"/>
                    <a:pt x="3413" y="4721"/>
                  </a:cubicBezTo>
                  <a:lnTo>
                    <a:pt x="3434" y="4721"/>
                  </a:lnTo>
                  <a:lnTo>
                    <a:pt x="3434" y="5395"/>
                  </a:lnTo>
                  <a:lnTo>
                    <a:pt x="4680" y="5395"/>
                  </a:lnTo>
                  <a:lnTo>
                    <a:pt x="4680" y="1"/>
                  </a:lnTo>
                  <a:lnTo>
                    <a:pt x="3393" y="1"/>
                  </a:lnTo>
                  <a:lnTo>
                    <a:pt x="3393" y="3004"/>
                  </a:lnTo>
                  <a:cubicBezTo>
                    <a:pt x="3393" y="3924"/>
                    <a:pt x="3005" y="4373"/>
                    <a:pt x="2289" y="4373"/>
                  </a:cubicBezTo>
                  <a:cubicBezTo>
                    <a:pt x="1636" y="4373"/>
                    <a:pt x="1288" y="3944"/>
                    <a:pt x="1288" y="3127"/>
                  </a:cubicBezTo>
                  <a:lnTo>
                    <a:pt x="1288"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90" name="Google Shape;690;p9"/>
            <p:cNvSpPr/>
            <p:nvPr/>
          </p:nvSpPr>
          <p:spPr>
            <a:xfrm>
              <a:off x="6911375" y="2490700"/>
              <a:ext cx="120075" cy="140500"/>
            </a:xfrm>
            <a:custGeom>
              <a:avLst/>
              <a:gdLst/>
              <a:ahLst/>
              <a:cxnLst/>
              <a:rect l="l" t="t" r="r" b="b"/>
              <a:pathLst>
                <a:path w="4803" h="5620" extrusionOk="0">
                  <a:moveTo>
                    <a:pt x="2473" y="1083"/>
                  </a:moveTo>
                  <a:cubicBezTo>
                    <a:pt x="3004" y="1083"/>
                    <a:pt x="3515" y="1390"/>
                    <a:pt x="3515" y="2126"/>
                  </a:cubicBezTo>
                  <a:lnTo>
                    <a:pt x="3515" y="2269"/>
                  </a:lnTo>
                  <a:lnTo>
                    <a:pt x="1349" y="2269"/>
                  </a:lnTo>
                  <a:lnTo>
                    <a:pt x="1349" y="2187"/>
                  </a:lnTo>
                  <a:cubicBezTo>
                    <a:pt x="1349" y="1390"/>
                    <a:pt x="1921" y="1083"/>
                    <a:pt x="2473" y="1083"/>
                  </a:cubicBezTo>
                  <a:close/>
                  <a:moveTo>
                    <a:pt x="2473" y="0"/>
                  </a:moveTo>
                  <a:cubicBezTo>
                    <a:pt x="1145" y="0"/>
                    <a:pt x="0" y="838"/>
                    <a:pt x="0" y="2371"/>
                  </a:cubicBezTo>
                  <a:lnTo>
                    <a:pt x="0" y="3413"/>
                  </a:lnTo>
                  <a:cubicBezTo>
                    <a:pt x="0" y="4884"/>
                    <a:pt x="1185" y="5620"/>
                    <a:pt x="2514" y="5620"/>
                  </a:cubicBezTo>
                  <a:cubicBezTo>
                    <a:pt x="3474" y="5620"/>
                    <a:pt x="4332" y="5252"/>
                    <a:pt x="4741" y="4414"/>
                  </a:cubicBezTo>
                  <a:lnTo>
                    <a:pt x="3760" y="3842"/>
                  </a:lnTo>
                  <a:cubicBezTo>
                    <a:pt x="3474" y="4271"/>
                    <a:pt x="3024" y="4537"/>
                    <a:pt x="2575" y="4537"/>
                  </a:cubicBezTo>
                  <a:cubicBezTo>
                    <a:pt x="1901" y="4537"/>
                    <a:pt x="1349" y="4149"/>
                    <a:pt x="1349" y="3454"/>
                  </a:cubicBezTo>
                  <a:lnTo>
                    <a:pt x="1349" y="3168"/>
                  </a:lnTo>
                  <a:lnTo>
                    <a:pt x="4802" y="3168"/>
                  </a:lnTo>
                  <a:lnTo>
                    <a:pt x="4802" y="2126"/>
                  </a:lnTo>
                  <a:cubicBezTo>
                    <a:pt x="4802" y="695"/>
                    <a:pt x="3658" y="0"/>
                    <a:pt x="2473"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91" name="Google Shape;691;p9"/>
            <p:cNvSpPr/>
            <p:nvPr/>
          </p:nvSpPr>
          <p:spPr>
            <a:xfrm>
              <a:off x="5706775" y="2756350"/>
              <a:ext cx="147675" cy="188000"/>
            </a:xfrm>
            <a:custGeom>
              <a:avLst/>
              <a:gdLst/>
              <a:ahLst/>
              <a:cxnLst/>
              <a:rect l="l" t="t" r="r" b="b"/>
              <a:pathLst>
                <a:path w="5907" h="7520" extrusionOk="0">
                  <a:moveTo>
                    <a:pt x="2841" y="1226"/>
                  </a:moveTo>
                  <a:cubicBezTo>
                    <a:pt x="3720" y="1226"/>
                    <a:pt x="4496" y="1757"/>
                    <a:pt x="4496" y="2656"/>
                  </a:cubicBezTo>
                  <a:lnTo>
                    <a:pt x="4496" y="4822"/>
                  </a:lnTo>
                  <a:cubicBezTo>
                    <a:pt x="4496" y="5905"/>
                    <a:pt x="3618" y="6273"/>
                    <a:pt x="2902" y="6273"/>
                  </a:cubicBezTo>
                  <a:lnTo>
                    <a:pt x="1411" y="6273"/>
                  </a:lnTo>
                  <a:lnTo>
                    <a:pt x="1411" y="1226"/>
                  </a:lnTo>
                  <a:close/>
                  <a:moveTo>
                    <a:pt x="1" y="0"/>
                  </a:moveTo>
                  <a:lnTo>
                    <a:pt x="1" y="7520"/>
                  </a:lnTo>
                  <a:lnTo>
                    <a:pt x="2943" y="7520"/>
                  </a:lnTo>
                  <a:cubicBezTo>
                    <a:pt x="4435" y="7520"/>
                    <a:pt x="5906" y="6519"/>
                    <a:pt x="5906" y="4741"/>
                  </a:cubicBezTo>
                  <a:lnTo>
                    <a:pt x="5906" y="2738"/>
                  </a:lnTo>
                  <a:cubicBezTo>
                    <a:pt x="5906" y="1063"/>
                    <a:pt x="4578" y="0"/>
                    <a:pt x="2943"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92" name="Google Shape;692;p9"/>
            <p:cNvSpPr/>
            <p:nvPr/>
          </p:nvSpPr>
          <p:spPr>
            <a:xfrm>
              <a:off x="5879450" y="2742025"/>
              <a:ext cx="120075" cy="205400"/>
            </a:xfrm>
            <a:custGeom>
              <a:avLst/>
              <a:gdLst/>
              <a:ahLst/>
              <a:cxnLst/>
              <a:rect l="l" t="t" r="r" b="b"/>
              <a:pathLst>
                <a:path w="4803" h="8216" extrusionOk="0">
                  <a:moveTo>
                    <a:pt x="2820" y="1"/>
                  </a:moveTo>
                  <a:lnTo>
                    <a:pt x="1942" y="1840"/>
                  </a:lnTo>
                  <a:lnTo>
                    <a:pt x="2943" y="1840"/>
                  </a:lnTo>
                  <a:lnTo>
                    <a:pt x="4292" y="1"/>
                  </a:lnTo>
                  <a:close/>
                  <a:moveTo>
                    <a:pt x="2473" y="3679"/>
                  </a:moveTo>
                  <a:cubicBezTo>
                    <a:pt x="3004" y="3679"/>
                    <a:pt x="3515" y="3986"/>
                    <a:pt x="3515" y="4721"/>
                  </a:cubicBezTo>
                  <a:lnTo>
                    <a:pt x="3515" y="4864"/>
                  </a:lnTo>
                  <a:lnTo>
                    <a:pt x="1349" y="4864"/>
                  </a:lnTo>
                  <a:lnTo>
                    <a:pt x="1349" y="4782"/>
                  </a:lnTo>
                  <a:cubicBezTo>
                    <a:pt x="1349" y="3986"/>
                    <a:pt x="1942" y="3679"/>
                    <a:pt x="2473" y="3679"/>
                  </a:cubicBezTo>
                  <a:close/>
                  <a:moveTo>
                    <a:pt x="2473" y="2596"/>
                  </a:moveTo>
                  <a:cubicBezTo>
                    <a:pt x="1145" y="2596"/>
                    <a:pt x="0" y="3434"/>
                    <a:pt x="0" y="4966"/>
                  </a:cubicBezTo>
                  <a:lnTo>
                    <a:pt x="0" y="6009"/>
                  </a:lnTo>
                  <a:cubicBezTo>
                    <a:pt x="0" y="7480"/>
                    <a:pt x="1186" y="8215"/>
                    <a:pt x="2534" y="8215"/>
                  </a:cubicBezTo>
                  <a:cubicBezTo>
                    <a:pt x="3474" y="8215"/>
                    <a:pt x="4332" y="7848"/>
                    <a:pt x="4741" y="7010"/>
                  </a:cubicBezTo>
                  <a:lnTo>
                    <a:pt x="3760" y="6438"/>
                  </a:lnTo>
                  <a:cubicBezTo>
                    <a:pt x="3474" y="6846"/>
                    <a:pt x="3025" y="7132"/>
                    <a:pt x="2596" y="7132"/>
                  </a:cubicBezTo>
                  <a:cubicBezTo>
                    <a:pt x="1901" y="7132"/>
                    <a:pt x="1349" y="6744"/>
                    <a:pt x="1349" y="6049"/>
                  </a:cubicBezTo>
                  <a:lnTo>
                    <a:pt x="1349" y="5763"/>
                  </a:lnTo>
                  <a:lnTo>
                    <a:pt x="4802" y="5763"/>
                  </a:lnTo>
                  <a:lnTo>
                    <a:pt x="4802" y="4721"/>
                  </a:lnTo>
                  <a:cubicBezTo>
                    <a:pt x="4802" y="3291"/>
                    <a:pt x="3658" y="2596"/>
                    <a:pt x="2473" y="2596"/>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93" name="Google Shape;693;p9"/>
            <p:cNvSpPr/>
            <p:nvPr/>
          </p:nvSpPr>
          <p:spPr>
            <a:xfrm>
              <a:off x="6028625" y="2806925"/>
              <a:ext cx="197200" cy="137425"/>
            </a:xfrm>
            <a:custGeom>
              <a:avLst/>
              <a:gdLst/>
              <a:ahLst/>
              <a:cxnLst/>
              <a:rect l="l" t="t" r="r" b="b"/>
              <a:pathLst>
                <a:path w="7888" h="5497" extrusionOk="0">
                  <a:moveTo>
                    <a:pt x="2779" y="0"/>
                  </a:moveTo>
                  <a:cubicBezTo>
                    <a:pt x="2146" y="0"/>
                    <a:pt x="1614" y="266"/>
                    <a:pt x="1247" y="756"/>
                  </a:cubicBezTo>
                  <a:lnTo>
                    <a:pt x="1226" y="756"/>
                  </a:lnTo>
                  <a:lnTo>
                    <a:pt x="1226" y="102"/>
                  </a:lnTo>
                  <a:lnTo>
                    <a:pt x="0" y="102"/>
                  </a:lnTo>
                  <a:lnTo>
                    <a:pt x="0" y="5497"/>
                  </a:lnTo>
                  <a:lnTo>
                    <a:pt x="1288" y="5497"/>
                  </a:lnTo>
                  <a:lnTo>
                    <a:pt x="1288" y="2330"/>
                  </a:lnTo>
                  <a:cubicBezTo>
                    <a:pt x="1288" y="1430"/>
                    <a:pt x="1860" y="1124"/>
                    <a:pt x="2330" y="1124"/>
                  </a:cubicBezTo>
                  <a:cubicBezTo>
                    <a:pt x="3106" y="1124"/>
                    <a:pt x="3310" y="1696"/>
                    <a:pt x="3310" y="2370"/>
                  </a:cubicBezTo>
                  <a:lnTo>
                    <a:pt x="3310" y="5497"/>
                  </a:lnTo>
                  <a:lnTo>
                    <a:pt x="4577" y="5497"/>
                  </a:lnTo>
                  <a:lnTo>
                    <a:pt x="4577" y="2391"/>
                  </a:lnTo>
                  <a:cubicBezTo>
                    <a:pt x="4577" y="1676"/>
                    <a:pt x="4884" y="1124"/>
                    <a:pt x="5620" y="1124"/>
                  </a:cubicBezTo>
                  <a:cubicBezTo>
                    <a:pt x="6355" y="1124"/>
                    <a:pt x="6600" y="1635"/>
                    <a:pt x="6600" y="2350"/>
                  </a:cubicBezTo>
                  <a:lnTo>
                    <a:pt x="6600" y="5497"/>
                  </a:lnTo>
                  <a:lnTo>
                    <a:pt x="7888" y="5497"/>
                  </a:lnTo>
                  <a:lnTo>
                    <a:pt x="7888" y="1900"/>
                  </a:lnTo>
                  <a:cubicBezTo>
                    <a:pt x="7888" y="572"/>
                    <a:pt x="6989" y="0"/>
                    <a:pt x="5987" y="0"/>
                  </a:cubicBezTo>
                  <a:cubicBezTo>
                    <a:pt x="5252" y="0"/>
                    <a:pt x="4720" y="307"/>
                    <a:pt x="4332" y="797"/>
                  </a:cubicBezTo>
                  <a:lnTo>
                    <a:pt x="4312" y="797"/>
                  </a:lnTo>
                  <a:cubicBezTo>
                    <a:pt x="3985" y="286"/>
                    <a:pt x="3494" y="0"/>
                    <a:pt x="2779"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94" name="Google Shape;694;p9"/>
            <p:cNvSpPr/>
            <p:nvPr/>
          </p:nvSpPr>
          <p:spPr>
            <a:xfrm>
              <a:off x="6253900" y="2806925"/>
              <a:ext cx="122625" cy="140500"/>
            </a:xfrm>
            <a:custGeom>
              <a:avLst/>
              <a:gdLst/>
              <a:ahLst/>
              <a:cxnLst/>
              <a:rect l="l" t="t" r="r" b="b"/>
              <a:pathLst>
                <a:path w="4905" h="5620" extrusionOk="0">
                  <a:moveTo>
                    <a:pt x="2432" y="1103"/>
                  </a:moveTo>
                  <a:cubicBezTo>
                    <a:pt x="3107" y="1103"/>
                    <a:pt x="3597" y="1471"/>
                    <a:pt x="3597" y="2125"/>
                  </a:cubicBezTo>
                  <a:lnTo>
                    <a:pt x="3597" y="3474"/>
                  </a:lnTo>
                  <a:cubicBezTo>
                    <a:pt x="3597" y="4250"/>
                    <a:pt x="3025" y="4536"/>
                    <a:pt x="2473" y="4536"/>
                  </a:cubicBezTo>
                  <a:cubicBezTo>
                    <a:pt x="1819" y="4536"/>
                    <a:pt x="1308" y="4148"/>
                    <a:pt x="1308" y="3494"/>
                  </a:cubicBezTo>
                  <a:lnTo>
                    <a:pt x="1308" y="2166"/>
                  </a:lnTo>
                  <a:cubicBezTo>
                    <a:pt x="1308" y="1390"/>
                    <a:pt x="1901" y="1103"/>
                    <a:pt x="2432" y="1103"/>
                  </a:cubicBezTo>
                  <a:close/>
                  <a:moveTo>
                    <a:pt x="2432" y="0"/>
                  </a:moveTo>
                  <a:cubicBezTo>
                    <a:pt x="1247" y="0"/>
                    <a:pt x="1" y="797"/>
                    <a:pt x="1" y="2268"/>
                  </a:cubicBezTo>
                  <a:lnTo>
                    <a:pt x="1" y="3494"/>
                  </a:lnTo>
                  <a:cubicBezTo>
                    <a:pt x="1" y="4884"/>
                    <a:pt x="1165" y="5619"/>
                    <a:pt x="2473" y="5619"/>
                  </a:cubicBezTo>
                  <a:cubicBezTo>
                    <a:pt x="3679" y="5619"/>
                    <a:pt x="4905" y="4822"/>
                    <a:pt x="4905" y="3351"/>
                  </a:cubicBezTo>
                  <a:lnTo>
                    <a:pt x="4905" y="2248"/>
                  </a:lnTo>
                  <a:cubicBezTo>
                    <a:pt x="4905" y="858"/>
                    <a:pt x="3740" y="0"/>
                    <a:pt x="2432"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95" name="Google Shape;695;p9"/>
            <p:cNvSpPr/>
            <p:nvPr/>
          </p:nvSpPr>
          <p:spPr>
            <a:xfrm>
              <a:off x="6398975" y="2806925"/>
              <a:ext cx="121100" cy="140500"/>
            </a:xfrm>
            <a:custGeom>
              <a:avLst/>
              <a:gdLst/>
              <a:ahLst/>
              <a:cxnLst/>
              <a:rect l="l" t="t" r="r" b="b"/>
              <a:pathLst>
                <a:path w="4844" h="5620" extrusionOk="0">
                  <a:moveTo>
                    <a:pt x="2473" y="0"/>
                  </a:moveTo>
                  <a:cubicBezTo>
                    <a:pt x="1145" y="0"/>
                    <a:pt x="1" y="838"/>
                    <a:pt x="1" y="2370"/>
                  </a:cubicBezTo>
                  <a:lnTo>
                    <a:pt x="1" y="3413"/>
                  </a:lnTo>
                  <a:cubicBezTo>
                    <a:pt x="1" y="4843"/>
                    <a:pt x="1186" y="5619"/>
                    <a:pt x="2514" y="5619"/>
                  </a:cubicBezTo>
                  <a:cubicBezTo>
                    <a:pt x="3679" y="5619"/>
                    <a:pt x="4823" y="4945"/>
                    <a:pt x="4823" y="3515"/>
                  </a:cubicBezTo>
                  <a:lnTo>
                    <a:pt x="4823" y="3453"/>
                  </a:lnTo>
                  <a:lnTo>
                    <a:pt x="3577" y="3453"/>
                  </a:lnTo>
                  <a:lnTo>
                    <a:pt x="3577" y="3515"/>
                  </a:lnTo>
                  <a:cubicBezTo>
                    <a:pt x="3577" y="4250"/>
                    <a:pt x="3046" y="4536"/>
                    <a:pt x="2514" y="4536"/>
                  </a:cubicBezTo>
                  <a:cubicBezTo>
                    <a:pt x="1840" y="4536"/>
                    <a:pt x="1329" y="4148"/>
                    <a:pt x="1329" y="3453"/>
                  </a:cubicBezTo>
                  <a:lnTo>
                    <a:pt x="1329" y="2186"/>
                  </a:lnTo>
                  <a:cubicBezTo>
                    <a:pt x="1329" y="1390"/>
                    <a:pt x="1922" y="1083"/>
                    <a:pt x="2473" y="1083"/>
                  </a:cubicBezTo>
                  <a:cubicBezTo>
                    <a:pt x="3005" y="1083"/>
                    <a:pt x="3577" y="1390"/>
                    <a:pt x="3577" y="2125"/>
                  </a:cubicBezTo>
                  <a:lnTo>
                    <a:pt x="3577" y="2227"/>
                  </a:lnTo>
                  <a:lnTo>
                    <a:pt x="4844" y="2227"/>
                  </a:lnTo>
                  <a:lnTo>
                    <a:pt x="4844" y="2125"/>
                  </a:lnTo>
                  <a:cubicBezTo>
                    <a:pt x="4844" y="695"/>
                    <a:pt x="3638" y="0"/>
                    <a:pt x="2473"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96" name="Google Shape;696;p9"/>
            <p:cNvSpPr/>
            <p:nvPr/>
          </p:nvSpPr>
          <p:spPr>
            <a:xfrm>
              <a:off x="6542025" y="2806925"/>
              <a:ext cx="86875" cy="137425"/>
            </a:xfrm>
            <a:custGeom>
              <a:avLst/>
              <a:gdLst/>
              <a:ahLst/>
              <a:cxnLst/>
              <a:rect l="l" t="t" r="r" b="b"/>
              <a:pathLst>
                <a:path w="3475" h="5497" extrusionOk="0">
                  <a:moveTo>
                    <a:pt x="3045" y="0"/>
                  </a:moveTo>
                  <a:cubicBezTo>
                    <a:pt x="2391" y="0"/>
                    <a:pt x="1594" y="429"/>
                    <a:pt x="1288" y="1001"/>
                  </a:cubicBezTo>
                  <a:lnTo>
                    <a:pt x="1267" y="1001"/>
                  </a:lnTo>
                  <a:lnTo>
                    <a:pt x="1267" y="102"/>
                  </a:lnTo>
                  <a:lnTo>
                    <a:pt x="0" y="102"/>
                  </a:lnTo>
                  <a:lnTo>
                    <a:pt x="0" y="5497"/>
                  </a:lnTo>
                  <a:lnTo>
                    <a:pt x="1288" y="5497"/>
                  </a:lnTo>
                  <a:lnTo>
                    <a:pt x="1288" y="2738"/>
                  </a:lnTo>
                  <a:cubicBezTo>
                    <a:pt x="1288" y="1737"/>
                    <a:pt x="2023" y="1165"/>
                    <a:pt x="2984" y="1165"/>
                  </a:cubicBezTo>
                  <a:cubicBezTo>
                    <a:pt x="3168" y="1165"/>
                    <a:pt x="3311" y="1165"/>
                    <a:pt x="3474" y="1206"/>
                  </a:cubicBezTo>
                  <a:lnTo>
                    <a:pt x="3474" y="20"/>
                  </a:lnTo>
                  <a:cubicBezTo>
                    <a:pt x="3331" y="0"/>
                    <a:pt x="3188" y="0"/>
                    <a:pt x="3045"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97" name="Google Shape;697;p9"/>
            <p:cNvSpPr/>
            <p:nvPr/>
          </p:nvSpPr>
          <p:spPr>
            <a:xfrm>
              <a:off x="6640625" y="2806400"/>
              <a:ext cx="120575" cy="140500"/>
            </a:xfrm>
            <a:custGeom>
              <a:avLst/>
              <a:gdLst/>
              <a:ahLst/>
              <a:cxnLst/>
              <a:rect l="l" t="t" r="r" b="b"/>
              <a:pathLst>
                <a:path w="4823" h="5620" extrusionOk="0">
                  <a:moveTo>
                    <a:pt x="3433" y="3250"/>
                  </a:moveTo>
                  <a:lnTo>
                    <a:pt x="3433" y="3515"/>
                  </a:lnTo>
                  <a:cubicBezTo>
                    <a:pt x="3433" y="4108"/>
                    <a:pt x="3270" y="4598"/>
                    <a:pt x="2227" y="4598"/>
                  </a:cubicBezTo>
                  <a:cubicBezTo>
                    <a:pt x="1635" y="4598"/>
                    <a:pt x="1267" y="4373"/>
                    <a:pt x="1267" y="3924"/>
                  </a:cubicBezTo>
                  <a:cubicBezTo>
                    <a:pt x="1267" y="3454"/>
                    <a:pt x="1614" y="3250"/>
                    <a:pt x="2166" y="3250"/>
                  </a:cubicBezTo>
                  <a:close/>
                  <a:moveTo>
                    <a:pt x="2411" y="1"/>
                  </a:moveTo>
                  <a:cubicBezTo>
                    <a:pt x="1390" y="1"/>
                    <a:pt x="266" y="409"/>
                    <a:pt x="266" y="1594"/>
                  </a:cubicBezTo>
                  <a:lnTo>
                    <a:pt x="266" y="1737"/>
                  </a:lnTo>
                  <a:lnTo>
                    <a:pt x="1431" y="1737"/>
                  </a:lnTo>
                  <a:lnTo>
                    <a:pt x="1431" y="1554"/>
                  </a:lnTo>
                  <a:cubicBezTo>
                    <a:pt x="1431" y="1206"/>
                    <a:pt x="1839" y="1022"/>
                    <a:pt x="2391" y="1022"/>
                  </a:cubicBezTo>
                  <a:cubicBezTo>
                    <a:pt x="3045" y="1022"/>
                    <a:pt x="3433" y="1247"/>
                    <a:pt x="3433" y="1819"/>
                  </a:cubicBezTo>
                  <a:lnTo>
                    <a:pt x="3433" y="2330"/>
                  </a:lnTo>
                  <a:lnTo>
                    <a:pt x="2003" y="2330"/>
                  </a:lnTo>
                  <a:cubicBezTo>
                    <a:pt x="961" y="2330"/>
                    <a:pt x="0" y="2943"/>
                    <a:pt x="0" y="3985"/>
                  </a:cubicBezTo>
                  <a:cubicBezTo>
                    <a:pt x="0" y="5007"/>
                    <a:pt x="756" y="5620"/>
                    <a:pt x="1880" y="5620"/>
                  </a:cubicBezTo>
                  <a:cubicBezTo>
                    <a:pt x="2575" y="5620"/>
                    <a:pt x="2984" y="5518"/>
                    <a:pt x="3474" y="5007"/>
                  </a:cubicBezTo>
                  <a:lnTo>
                    <a:pt x="3494" y="5007"/>
                  </a:lnTo>
                  <a:cubicBezTo>
                    <a:pt x="3494" y="5109"/>
                    <a:pt x="3515" y="5436"/>
                    <a:pt x="3535" y="5518"/>
                  </a:cubicBezTo>
                  <a:lnTo>
                    <a:pt x="4823" y="5518"/>
                  </a:lnTo>
                  <a:cubicBezTo>
                    <a:pt x="4741" y="5395"/>
                    <a:pt x="4720" y="4598"/>
                    <a:pt x="4720" y="4353"/>
                  </a:cubicBezTo>
                  <a:lnTo>
                    <a:pt x="4720" y="1737"/>
                  </a:lnTo>
                  <a:cubicBezTo>
                    <a:pt x="4720" y="409"/>
                    <a:pt x="3617" y="1"/>
                    <a:pt x="2411"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98" name="Google Shape;698;p9"/>
            <p:cNvSpPr/>
            <p:nvPr/>
          </p:nvSpPr>
          <p:spPr>
            <a:xfrm>
              <a:off x="6778550" y="2768600"/>
              <a:ext cx="79200" cy="177800"/>
            </a:xfrm>
            <a:custGeom>
              <a:avLst/>
              <a:gdLst/>
              <a:ahLst/>
              <a:cxnLst/>
              <a:rect l="l" t="t" r="r" b="b"/>
              <a:pathLst>
                <a:path w="3168" h="7112" extrusionOk="0">
                  <a:moveTo>
                    <a:pt x="716" y="1"/>
                  </a:moveTo>
                  <a:lnTo>
                    <a:pt x="716" y="1635"/>
                  </a:lnTo>
                  <a:lnTo>
                    <a:pt x="0" y="1635"/>
                  </a:lnTo>
                  <a:lnTo>
                    <a:pt x="0" y="2657"/>
                  </a:lnTo>
                  <a:lnTo>
                    <a:pt x="716" y="2657"/>
                  </a:lnTo>
                  <a:lnTo>
                    <a:pt x="716" y="5742"/>
                  </a:lnTo>
                  <a:cubicBezTo>
                    <a:pt x="716" y="6703"/>
                    <a:pt x="1390" y="7111"/>
                    <a:pt x="2228" y="7111"/>
                  </a:cubicBezTo>
                  <a:cubicBezTo>
                    <a:pt x="2412" y="7111"/>
                    <a:pt x="2882" y="7071"/>
                    <a:pt x="3168" y="7009"/>
                  </a:cubicBezTo>
                  <a:lnTo>
                    <a:pt x="3168" y="5906"/>
                  </a:lnTo>
                  <a:cubicBezTo>
                    <a:pt x="2922" y="5947"/>
                    <a:pt x="2779" y="5967"/>
                    <a:pt x="2514" y="5967"/>
                  </a:cubicBezTo>
                  <a:cubicBezTo>
                    <a:pt x="2207" y="5967"/>
                    <a:pt x="2003" y="5845"/>
                    <a:pt x="2003" y="5436"/>
                  </a:cubicBezTo>
                  <a:lnTo>
                    <a:pt x="2003" y="2657"/>
                  </a:lnTo>
                  <a:lnTo>
                    <a:pt x="3168" y="2657"/>
                  </a:lnTo>
                  <a:lnTo>
                    <a:pt x="3168" y="1635"/>
                  </a:lnTo>
                  <a:lnTo>
                    <a:pt x="2003" y="1635"/>
                  </a:lnTo>
                  <a:lnTo>
                    <a:pt x="2003"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99" name="Google Shape;699;p9"/>
            <p:cNvSpPr/>
            <p:nvPr/>
          </p:nvSpPr>
          <p:spPr>
            <a:xfrm>
              <a:off x="6879700" y="2754800"/>
              <a:ext cx="32200" cy="189550"/>
            </a:xfrm>
            <a:custGeom>
              <a:avLst/>
              <a:gdLst/>
              <a:ahLst/>
              <a:cxnLst/>
              <a:rect l="l" t="t" r="r" b="b"/>
              <a:pathLst>
                <a:path w="1288" h="7582" extrusionOk="0">
                  <a:moveTo>
                    <a:pt x="0" y="1"/>
                  </a:moveTo>
                  <a:lnTo>
                    <a:pt x="0" y="1370"/>
                  </a:lnTo>
                  <a:lnTo>
                    <a:pt x="1288" y="1370"/>
                  </a:lnTo>
                  <a:lnTo>
                    <a:pt x="1288" y="1"/>
                  </a:lnTo>
                  <a:close/>
                  <a:moveTo>
                    <a:pt x="0" y="2187"/>
                  </a:moveTo>
                  <a:lnTo>
                    <a:pt x="0" y="7582"/>
                  </a:lnTo>
                  <a:lnTo>
                    <a:pt x="1288" y="7582"/>
                  </a:lnTo>
                  <a:lnTo>
                    <a:pt x="1288" y="2187"/>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00" name="Google Shape;700;p9"/>
            <p:cNvSpPr/>
            <p:nvPr/>
          </p:nvSpPr>
          <p:spPr>
            <a:xfrm>
              <a:off x="6939975" y="2806925"/>
              <a:ext cx="122625" cy="188000"/>
            </a:xfrm>
            <a:custGeom>
              <a:avLst/>
              <a:gdLst/>
              <a:ahLst/>
              <a:cxnLst/>
              <a:rect l="l" t="t" r="r" b="b"/>
              <a:pathLst>
                <a:path w="4905" h="7520" extrusionOk="0">
                  <a:moveTo>
                    <a:pt x="2432" y="1083"/>
                  </a:moveTo>
                  <a:cubicBezTo>
                    <a:pt x="3107" y="1083"/>
                    <a:pt x="3638" y="1471"/>
                    <a:pt x="3638" y="2125"/>
                  </a:cubicBezTo>
                  <a:lnTo>
                    <a:pt x="3638" y="3453"/>
                  </a:lnTo>
                  <a:cubicBezTo>
                    <a:pt x="3638" y="4230"/>
                    <a:pt x="3025" y="4516"/>
                    <a:pt x="2473" y="4516"/>
                  </a:cubicBezTo>
                  <a:cubicBezTo>
                    <a:pt x="1819" y="4516"/>
                    <a:pt x="1308" y="4128"/>
                    <a:pt x="1308" y="3474"/>
                  </a:cubicBezTo>
                  <a:lnTo>
                    <a:pt x="1308" y="2146"/>
                  </a:lnTo>
                  <a:cubicBezTo>
                    <a:pt x="1308" y="1369"/>
                    <a:pt x="1901" y="1083"/>
                    <a:pt x="2432" y="1083"/>
                  </a:cubicBezTo>
                  <a:close/>
                  <a:moveTo>
                    <a:pt x="2228" y="0"/>
                  </a:moveTo>
                  <a:cubicBezTo>
                    <a:pt x="1022" y="0"/>
                    <a:pt x="1" y="715"/>
                    <a:pt x="1" y="2186"/>
                  </a:cubicBezTo>
                  <a:lnTo>
                    <a:pt x="1" y="3494"/>
                  </a:lnTo>
                  <a:cubicBezTo>
                    <a:pt x="1" y="4863"/>
                    <a:pt x="961" y="5619"/>
                    <a:pt x="2126" y="5619"/>
                  </a:cubicBezTo>
                  <a:cubicBezTo>
                    <a:pt x="2616" y="5619"/>
                    <a:pt x="3352" y="5313"/>
                    <a:pt x="3658" y="4884"/>
                  </a:cubicBezTo>
                  <a:lnTo>
                    <a:pt x="3658" y="7520"/>
                  </a:lnTo>
                  <a:lnTo>
                    <a:pt x="4905" y="7520"/>
                  </a:lnTo>
                  <a:lnTo>
                    <a:pt x="4905" y="82"/>
                  </a:lnTo>
                  <a:lnTo>
                    <a:pt x="3638" y="82"/>
                  </a:lnTo>
                  <a:lnTo>
                    <a:pt x="3638" y="654"/>
                  </a:lnTo>
                  <a:lnTo>
                    <a:pt x="3597" y="654"/>
                  </a:lnTo>
                  <a:cubicBezTo>
                    <a:pt x="3331" y="307"/>
                    <a:pt x="2820" y="0"/>
                    <a:pt x="2228"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01" name="Google Shape;701;p9"/>
            <p:cNvSpPr/>
            <p:nvPr/>
          </p:nvSpPr>
          <p:spPr>
            <a:xfrm>
              <a:off x="7096300" y="2809475"/>
              <a:ext cx="117000" cy="137425"/>
            </a:xfrm>
            <a:custGeom>
              <a:avLst/>
              <a:gdLst/>
              <a:ahLst/>
              <a:cxnLst/>
              <a:rect l="l" t="t" r="r" b="b"/>
              <a:pathLst>
                <a:path w="4680" h="5497" extrusionOk="0">
                  <a:moveTo>
                    <a:pt x="0" y="0"/>
                  </a:moveTo>
                  <a:lnTo>
                    <a:pt x="0" y="3433"/>
                  </a:lnTo>
                  <a:cubicBezTo>
                    <a:pt x="0" y="4720"/>
                    <a:pt x="675" y="5497"/>
                    <a:pt x="1880" y="5497"/>
                  </a:cubicBezTo>
                  <a:cubicBezTo>
                    <a:pt x="2493" y="5497"/>
                    <a:pt x="3045" y="5252"/>
                    <a:pt x="3413" y="4720"/>
                  </a:cubicBezTo>
                  <a:lnTo>
                    <a:pt x="3433" y="4720"/>
                  </a:lnTo>
                  <a:lnTo>
                    <a:pt x="3433" y="5395"/>
                  </a:lnTo>
                  <a:lnTo>
                    <a:pt x="4680" y="5395"/>
                  </a:lnTo>
                  <a:lnTo>
                    <a:pt x="4680" y="0"/>
                  </a:lnTo>
                  <a:lnTo>
                    <a:pt x="3392" y="0"/>
                  </a:lnTo>
                  <a:lnTo>
                    <a:pt x="3392" y="3004"/>
                  </a:lnTo>
                  <a:cubicBezTo>
                    <a:pt x="3392" y="3924"/>
                    <a:pt x="3004" y="4373"/>
                    <a:pt x="2289" y="4373"/>
                  </a:cubicBezTo>
                  <a:cubicBezTo>
                    <a:pt x="1635" y="4373"/>
                    <a:pt x="1288" y="3944"/>
                    <a:pt x="1288" y="3127"/>
                  </a:cubicBezTo>
                  <a:lnTo>
                    <a:pt x="1288" y="0"/>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02" name="Google Shape;702;p9"/>
            <p:cNvSpPr/>
            <p:nvPr/>
          </p:nvSpPr>
          <p:spPr>
            <a:xfrm>
              <a:off x="7240350" y="2806925"/>
              <a:ext cx="120075" cy="140500"/>
            </a:xfrm>
            <a:custGeom>
              <a:avLst/>
              <a:gdLst/>
              <a:ahLst/>
              <a:cxnLst/>
              <a:rect l="l" t="t" r="r" b="b"/>
              <a:pathLst>
                <a:path w="4803" h="5620" extrusionOk="0">
                  <a:moveTo>
                    <a:pt x="2473" y="1083"/>
                  </a:moveTo>
                  <a:cubicBezTo>
                    <a:pt x="3005" y="1083"/>
                    <a:pt x="3515" y="1390"/>
                    <a:pt x="3515" y="2125"/>
                  </a:cubicBezTo>
                  <a:lnTo>
                    <a:pt x="3515" y="2268"/>
                  </a:lnTo>
                  <a:lnTo>
                    <a:pt x="1329" y="2268"/>
                  </a:lnTo>
                  <a:lnTo>
                    <a:pt x="1329" y="2186"/>
                  </a:lnTo>
                  <a:cubicBezTo>
                    <a:pt x="1329" y="1390"/>
                    <a:pt x="1922" y="1083"/>
                    <a:pt x="2473" y="1083"/>
                  </a:cubicBezTo>
                  <a:close/>
                  <a:moveTo>
                    <a:pt x="2473" y="0"/>
                  </a:moveTo>
                  <a:cubicBezTo>
                    <a:pt x="1145" y="0"/>
                    <a:pt x="1" y="838"/>
                    <a:pt x="1" y="2370"/>
                  </a:cubicBezTo>
                  <a:lnTo>
                    <a:pt x="1" y="3413"/>
                  </a:lnTo>
                  <a:cubicBezTo>
                    <a:pt x="1" y="4884"/>
                    <a:pt x="1186" y="5619"/>
                    <a:pt x="2514" y="5619"/>
                  </a:cubicBezTo>
                  <a:cubicBezTo>
                    <a:pt x="3475" y="5619"/>
                    <a:pt x="4312" y="5252"/>
                    <a:pt x="4741" y="4414"/>
                  </a:cubicBezTo>
                  <a:lnTo>
                    <a:pt x="3740" y="3842"/>
                  </a:lnTo>
                  <a:cubicBezTo>
                    <a:pt x="3475" y="4250"/>
                    <a:pt x="3005" y="4536"/>
                    <a:pt x="2575" y="4536"/>
                  </a:cubicBezTo>
                  <a:cubicBezTo>
                    <a:pt x="1901" y="4536"/>
                    <a:pt x="1329" y="4148"/>
                    <a:pt x="1329" y="3453"/>
                  </a:cubicBezTo>
                  <a:lnTo>
                    <a:pt x="1329" y="3167"/>
                  </a:lnTo>
                  <a:lnTo>
                    <a:pt x="4803" y="3167"/>
                  </a:lnTo>
                  <a:lnTo>
                    <a:pt x="4803" y="2125"/>
                  </a:lnTo>
                  <a:cubicBezTo>
                    <a:pt x="4803" y="695"/>
                    <a:pt x="3638" y="0"/>
                    <a:pt x="2473"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03" name="Google Shape;703;p9"/>
            <p:cNvSpPr/>
            <p:nvPr/>
          </p:nvSpPr>
          <p:spPr>
            <a:xfrm>
              <a:off x="5699125" y="3072550"/>
              <a:ext cx="122625" cy="191075"/>
            </a:xfrm>
            <a:custGeom>
              <a:avLst/>
              <a:gdLst/>
              <a:ahLst/>
              <a:cxnLst/>
              <a:rect l="l" t="t" r="r" b="b"/>
              <a:pathLst>
                <a:path w="4905" h="7643" extrusionOk="0">
                  <a:moveTo>
                    <a:pt x="2432" y="3107"/>
                  </a:moveTo>
                  <a:cubicBezTo>
                    <a:pt x="3086" y="3107"/>
                    <a:pt x="3617" y="3495"/>
                    <a:pt x="3617" y="4149"/>
                  </a:cubicBezTo>
                  <a:lnTo>
                    <a:pt x="3617" y="5477"/>
                  </a:lnTo>
                  <a:cubicBezTo>
                    <a:pt x="3617" y="6253"/>
                    <a:pt x="3004" y="6540"/>
                    <a:pt x="2473" y="6540"/>
                  </a:cubicBezTo>
                  <a:cubicBezTo>
                    <a:pt x="1819" y="6540"/>
                    <a:pt x="1308" y="6151"/>
                    <a:pt x="1308" y="5497"/>
                  </a:cubicBezTo>
                  <a:lnTo>
                    <a:pt x="1308" y="4169"/>
                  </a:lnTo>
                  <a:cubicBezTo>
                    <a:pt x="1308" y="3393"/>
                    <a:pt x="1901" y="3107"/>
                    <a:pt x="2432" y="3107"/>
                  </a:cubicBezTo>
                  <a:close/>
                  <a:moveTo>
                    <a:pt x="3617" y="1"/>
                  </a:moveTo>
                  <a:lnTo>
                    <a:pt x="3617" y="2678"/>
                  </a:lnTo>
                  <a:lnTo>
                    <a:pt x="3597" y="2678"/>
                  </a:lnTo>
                  <a:cubicBezTo>
                    <a:pt x="3311" y="2310"/>
                    <a:pt x="2820" y="2003"/>
                    <a:pt x="2228" y="2003"/>
                  </a:cubicBezTo>
                  <a:cubicBezTo>
                    <a:pt x="1022" y="2003"/>
                    <a:pt x="0" y="2739"/>
                    <a:pt x="0" y="4210"/>
                  </a:cubicBezTo>
                  <a:lnTo>
                    <a:pt x="0" y="5518"/>
                  </a:lnTo>
                  <a:cubicBezTo>
                    <a:pt x="0" y="6887"/>
                    <a:pt x="940" y="7643"/>
                    <a:pt x="2125" y="7643"/>
                  </a:cubicBezTo>
                  <a:cubicBezTo>
                    <a:pt x="2616" y="7643"/>
                    <a:pt x="3331" y="7336"/>
                    <a:pt x="3637" y="6907"/>
                  </a:cubicBezTo>
                  <a:lnTo>
                    <a:pt x="3658" y="6907"/>
                  </a:lnTo>
                  <a:lnTo>
                    <a:pt x="3658" y="7520"/>
                  </a:lnTo>
                  <a:lnTo>
                    <a:pt x="4904" y="7520"/>
                  </a:lnTo>
                  <a:lnTo>
                    <a:pt x="4904"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04" name="Google Shape;704;p9"/>
            <p:cNvSpPr/>
            <p:nvPr/>
          </p:nvSpPr>
          <p:spPr>
            <a:xfrm>
              <a:off x="5854925" y="3125675"/>
              <a:ext cx="117525" cy="137450"/>
            </a:xfrm>
            <a:custGeom>
              <a:avLst/>
              <a:gdLst/>
              <a:ahLst/>
              <a:cxnLst/>
              <a:rect l="l" t="t" r="r" b="b"/>
              <a:pathLst>
                <a:path w="4701" h="5498" extrusionOk="0">
                  <a:moveTo>
                    <a:pt x="1" y="1"/>
                  </a:moveTo>
                  <a:lnTo>
                    <a:pt x="1" y="3434"/>
                  </a:lnTo>
                  <a:cubicBezTo>
                    <a:pt x="1" y="4721"/>
                    <a:pt x="695" y="5498"/>
                    <a:pt x="1901" y="5498"/>
                  </a:cubicBezTo>
                  <a:cubicBezTo>
                    <a:pt x="2494" y="5498"/>
                    <a:pt x="3066" y="5252"/>
                    <a:pt x="3413" y="4721"/>
                  </a:cubicBezTo>
                  <a:lnTo>
                    <a:pt x="3454" y="4721"/>
                  </a:lnTo>
                  <a:lnTo>
                    <a:pt x="3454" y="5395"/>
                  </a:lnTo>
                  <a:lnTo>
                    <a:pt x="4700" y="5395"/>
                  </a:lnTo>
                  <a:lnTo>
                    <a:pt x="4700" y="1"/>
                  </a:lnTo>
                  <a:lnTo>
                    <a:pt x="3413" y="1"/>
                  </a:lnTo>
                  <a:lnTo>
                    <a:pt x="3413" y="3005"/>
                  </a:lnTo>
                  <a:cubicBezTo>
                    <a:pt x="3413" y="3924"/>
                    <a:pt x="3004" y="4374"/>
                    <a:pt x="2310" y="4374"/>
                  </a:cubicBezTo>
                  <a:cubicBezTo>
                    <a:pt x="1656" y="4374"/>
                    <a:pt x="1288" y="3945"/>
                    <a:pt x="1288" y="3127"/>
                  </a:cubicBezTo>
                  <a:lnTo>
                    <a:pt x="1288"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05" name="Google Shape;705;p9"/>
            <p:cNvSpPr/>
            <p:nvPr/>
          </p:nvSpPr>
          <p:spPr>
            <a:xfrm>
              <a:off x="6067950" y="3069500"/>
              <a:ext cx="147150" cy="194125"/>
            </a:xfrm>
            <a:custGeom>
              <a:avLst/>
              <a:gdLst/>
              <a:ahLst/>
              <a:cxnLst/>
              <a:rect l="l" t="t" r="r" b="b"/>
              <a:pathLst>
                <a:path w="5886" h="7765" extrusionOk="0">
                  <a:moveTo>
                    <a:pt x="3004" y="0"/>
                  </a:moveTo>
                  <a:cubicBezTo>
                    <a:pt x="1370" y="0"/>
                    <a:pt x="1" y="981"/>
                    <a:pt x="1" y="2759"/>
                  </a:cubicBezTo>
                  <a:lnTo>
                    <a:pt x="1" y="5170"/>
                  </a:lnTo>
                  <a:cubicBezTo>
                    <a:pt x="1" y="6845"/>
                    <a:pt x="1431" y="7765"/>
                    <a:pt x="3066" y="7765"/>
                  </a:cubicBezTo>
                  <a:cubicBezTo>
                    <a:pt x="4496" y="7765"/>
                    <a:pt x="5886" y="6968"/>
                    <a:pt x="5886" y="5292"/>
                  </a:cubicBezTo>
                  <a:lnTo>
                    <a:pt x="5886" y="5068"/>
                  </a:lnTo>
                  <a:lnTo>
                    <a:pt x="4557" y="5068"/>
                  </a:lnTo>
                  <a:lnTo>
                    <a:pt x="4557" y="5170"/>
                  </a:lnTo>
                  <a:cubicBezTo>
                    <a:pt x="4557" y="6151"/>
                    <a:pt x="3760" y="6518"/>
                    <a:pt x="3066" y="6518"/>
                  </a:cubicBezTo>
                  <a:cubicBezTo>
                    <a:pt x="2187" y="6518"/>
                    <a:pt x="1411" y="6008"/>
                    <a:pt x="1411" y="5109"/>
                  </a:cubicBezTo>
                  <a:lnTo>
                    <a:pt x="1411" y="2697"/>
                  </a:lnTo>
                  <a:cubicBezTo>
                    <a:pt x="1411" y="1614"/>
                    <a:pt x="2289" y="1247"/>
                    <a:pt x="3004" y="1247"/>
                  </a:cubicBezTo>
                  <a:cubicBezTo>
                    <a:pt x="3699" y="1247"/>
                    <a:pt x="4557" y="1614"/>
                    <a:pt x="4557" y="2595"/>
                  </a:cubicBezTo>
                  <a:lnTo>
                    <a:pt x="4557" y="2718"/>
                  </a:lnTo>
                  <a:lnTo>
                    <a:pt x="5886" y="2718"/>
                  </a:lnTo>
                  <a:lnTo>
                    <a:pt x="5886" y="2473"/>
                  </a:lnTo>
                  <a:cubicBezTo>
                    <a:pt x="5886" y="797"/>
                    <a:pt x="4455" y="0"/>
                    <a:pt x="3004"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06" name="Google Shape;706;p9"/>
            <p:cNvSpPr/>
            <p:nvPr/>
          </p:nvSpPr>
          <p:spPr>
            <a:xfrm>
              <a:off x="6239075" y="3123125"/>
              <a:ext cx="122650" cy="140500"/>
            </a:xfrm>
            <a:custGeom>
              <a:avLst/>
              <a:gdLst/>
              <a:ahLst/>
              <a:cxnLst/>
              <a:rect l="l" t="t" r="r" b="b"/>
              <a:pathLst>
                <a:path w="4906" h="5620" extrusionOk="0">
                  <a:moveTo>
                    <a:pt x="2433" y="1104"/>
                  </a:moveTo>
                  <a:cubicBezTo>
                    <a:pt x="3087" y="1104"/>
                    <a:pt x="3597" y="1472"/>
                    <a:pt x="3597" y="2126"/>
                  </a:cubicBezTo>
                  <a:lnTo>
                    <a:pt x="3597" y="3474"/>
                  </a:lnTo>
                  <a:cubicBezTo>
                    <a:pt x="3597" y="4251"/>
                    <a:pt x="3005" y="4537"/>
                    <a:pt x="2474" y="4537"/>
                  </a:cubicBezTo>
                  <a:cubicBezTo>
                    <a:pt x="1799" y="4537"/>
                    <a:pt x="1309" y="4149"/>
                    <a:pt x="1309" y="3495"/>
                  </a:cubicBezTo>
                  <a:lnTo>
                    <a:pt x="1309" y="2167"/>
                  </a:lnTo>
                  <a:cubicBezTo>
                    <a:pt x="1309" y="1390"/>
                    <a:pt x="1901" y="1104"/>
                    <a:pt x="2433" y="1104"/>
                  </a:cubicBezTo>
                  <a:close/>
                  <a:moveTo>
                    <a:pt x="2433" y="1"/>
                  </a:moveTo>
                  <a:cubicBezTo>
                    <a:pt x="1247" y="1"/>
                    <a:pt x="1" y="798"/>
                    <a:pt x="1" y="2269"/>
                  </a:cubicBezTo>
                  <a:lnTo>
                    <a:pt x="1" y="3495"/>
                  </a:lnTo>
                  <a:cubicBezTo>
                    <a:pt x="1" y="4884"/>
                    <a:pt x="1166" y="5620"/>
                    <a:pt x="2474" y="5620"/>
                  </a:cubicBezTo>
                  <a:cubicBezTo>
                    <a:pt x="3659" y="5620"/>
                    <a:pt x="4905" y="4823"/>
                    <a:pt x="4905" y="3352"/>
                  </a:cubicBezTo>
                  <a:lnTo>
                    <a:pt x="4905" y="2248"/>
                  </a:lnTo>
                  <a:cubicBezTo>
                    <a:pt x="4905" y="859"/>
                    <a:pt x="3740" y="1"/>
                    <a:pt x="2433"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07" name="Google Shape;707;p9"/>
            <p:cNvSpPr/>
            <p:nvPr/>
          </p:nvSpPr>
          <p:spPr>
            <a:xfrm>
              <a:off x="6390300" y="3123125"/>
              <a:ext cx="117000" cy="137450"/>
            </a:xfrm>
            <a:custGeom>
              <a:avLst/>
              <a:gdLst/>
              <a:ahLst/>
              <a:cxnLst/>
              <a:rect l="l" t="t" r="r" b="b"/>
              <a:pathLst>
                <a:path w="4680" h="5498" extrusionOk="0">
                  <a:moveTo>
                    <a:pt x="2800" y="1"/>
                  </a:moveTo>
                  <a:cubicBezTo>
                    <a:pt x="2207" y="1"/>
                    <a:pt x="1635" y="246"/>
                    <a:pt x="1267" y="757"/>
                  </a:cubicBezTo>
                  <a:lnTo>
                    <a:pt x="1247" y="757"/>
                  </a:lnTo>
                  <a:lnTo>
                    <a:pt x="1247" y="103"/>
                  </a:lnTo>
                  <a:lnTo>
                    <a:pt x="0" y="103"/>
                  </a:lnTo>
                  <a:lnTo>
                    <a:pt x="0" y="5497"/>
                  </a:lnTo>
                  <a:lnTo>
                    <a:pt x="1288" y="5497"/>
                  </a:lnTo>
                  <a:lnTo>
                    <a:pt x="1288" y="2473"/>
                  </a:lnTo>
                  <a:cubicBezTo>
                    <a:pt x="1288" y="1554"/>
                    <a:pt x="1697" y="1124"/>
                    <a:pt x="2391" y="1124"/>
                  </a:cubicBezTo>
                  <a:cubicBezTo>
                    <a:pt x="3045" y="1124"/>
                    <a:pt x="3393" y="1554"/>
                    <a:pt x="3393" y="2371"/>
                  </a:cubicBezTo>
                  <a:lnTo>
                    <a:pt x="3393" y="5497"/>
                  </a:lnTo>
                  <a:lnTo>
                    <a:pt x="4680" y="5497"/>
                  </a:lnTo>
                  <a:lnTo>
                    <a:pt x="4680" y="2044"/>
                  </a:lnTo>
                  <a:cubicBezTo>
                    <a:pt x="4680" y="757"/>
                    <a:pt x="4006" y="1"/>
                    <a:pt x="2800"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08" name="Google Shape;708;p9"/>
            <p:cNvSpPr/>
            <p:nvPr/>
          </p:nvSpPr>
          <p:spPr>
            <a:xfrm>
              <a:off x="6534350" y="3123125"/>
              <a:ext cx="121100" cy="189050"/>
            </a:xfrm>
            <a:custGeom>
              <a:avLst/>
              <a:gdLst/>
              <a:ahLst/>
              <a:cxnLst/>
              <a:rect l="l" t="t" r="r" b="b"/>
              <a:pathLst>
                <a:path w="4844" h="7562" extrusionOk="0">
                  <a:moveTo>
                    <a:pt x="2433" y="1104"/>
                  </a:moveTo>
                  <a:cubicBezTo>
                    <a:pt x="3107" y="1104"/>
                    <a:pt x="3597" y="1472"/>
                    <a:pt x="3597" y="2126"/>
                  </a:cubicBezTo>
                  <a:lnTo>
                    <a:pt x="3597" y="3331"/>
                  </a:lnTo>
                  <a:cubicBezTo>
                    <a:pt x="3597" y="4108"/>
                    <a:pt x="3005" y="4394"/>
                    <a:pt x="2473" y="4394"/>
                  </a:cubicBezTo>
                  <a:cubicBezTo>
                    <a:pt x="1820" y="4394"/>
                    <a:pt x="1309" y="4006"/>
                    <a:pt x="1309" y="3352"/>
                  </a:cubicBezTo>
                  <a:lnTo>
                    <a:pt x="1309" y="2167"/>
                  </a:lnTo>
                  <a:cubicBezTo>
                    <a:pt x="1309" y="1390"/>
                    <a:pt x="1901" y="1104"/>
                    <a:pt x="2433" y="1104"/>
                  </a:cubicBezTo>
                  <a:close/>
                  <a:moveTo>
                    <a:pt x="2126" y="1"/>
                  </a:moveTo>
                  <a:cubicBezTo>
                    <a:pt x="920" y="1"/>
                    <a:pt x="1" y="798"/>
                    <a:pt x="1" y="2269"/>
                  </a:cubicBezTo>
                  <a:lnTo>
                    <a:pt x="1" y="3290"/>
                  </a:lnTo>
                  <a:cubicBezTo>
                    <a:pt x="1" y="4680"/>
                    <a:pt x="839" y="5416"/>
                    <a:pt x="2146" y="5416"/>
                  </a:cubicBezTo>
                  <a:cubicBezTo>
                    <a:pt x="2739" y="5416"/>
                    <a:pt x="3229" y="5191"/>
                    <a:pt x="3577" y="4721"/>
                  </a:cubicBezTo>
                  <a:lnTo>
                    <a:pt x="3597" y="4721"/>
                  </a:lnTo>
                  <a:lnTo>
                    <a:pt x="3597" y="5273"/>
                  </a:lnTo>
                  <a:cubicBezTo>
                    <a:pt x="3597" y="6049"/>
                    <a:pt x="3168" y="6539"/>
                    <a:pt x="2392" y="6539"/>
                  </a:cubicBezTo>
                  <a:cubicBezTo>
                    <a:pt x="1922" y="6539"/>
                    <a:pt x="1554" y="6335"/>
                    <a:pt x="1309" y="5824"/>
                  </a:cubicBezTo>
                  <a:lnTo>
                    <a:pt x="83" y="6253"/>
                  </a:lnTo>
                  <a:cubicBezTo>
                    <a:pt x="348" y="7152"/>
                    <a:pt x="1411" y="7561"/>
                    <a:pt x="2269" y="7561"/>
                  </a:cubicBezTo>
                  <a:cubicBezTo>
                    <a:pt x="4149" y="7561"/>
                    <a:pt x="4844" y="6294"/>
                    <a:pt x="4844" y="5048"/>
                  </a:cubicBezTo>
                  <a:lnTo>
                    <a:pt x="4844" y="103"/>
                  </a:lnTo>
                  <a:lnTo>
                    <a:pt x="3618" y="103"/>
                  </a:lnTo>
                  <a:lnTo>
                    <a:pt x="3618" y="736"/>
                  </a:lnTo>
                  <a:lnTo>
                    <a:pt x="3597" y="736"/>
                  </a:lnTo>
                  <a:cubicBezTo>
                    <a:pt x="3311" y="328"/>
                    <a:pt x="2759" y="1"/>
                    <a:pt x="2126"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09" name="Google Shape;709;p9"/>
            <p:cNvSpPr/>
            <p:nvPr/>
          </p:nvSpPr>
          <p:spPr>
            <a:xfrm>
              <a:off x="6683025" y="3123125"/>
              <a:ext cx="123125" cy="140500"/>
            </a:xfrm>
            <a:custGeom>
              <a:avLst/>
              <a:gdLst/>
              <a:ahLst/>
              <a:cxnLst/>
              <a:rect l="l" t="t" r="r" b="b"/>
              <a:pathLst>
                <a:path w="4925" h="5620" extrusionOk="0">
                  <a:moveTo>
                    <a:pt x="2432" y="1104"/>
                  </a:moveTo>
                  <a:cubicBezTo>
                    <a:pt x="3106" y="1104"/>
                    <a:pt x="3617" y="1472"/>
                    <a:pt x="3617" y="2126"/>
                  </a:cubicBezTo>
                  <a:lnTo>
                    <a:pt x="3617" y="3474"/>
                  </a:lnTo>
                  <a:cubicBezTo>
                    <a:pt x="3617" y="4251"/>
                    <a:pt x="3024" y="4537"/>
                    <a:pt x="2493" y="4537"/>
                  </a:cubicBezTo>
                  <a:cubicBezTo>
                    <a:pt x="1819" y="4537"/>
                    <a:pt x="1308" y="4149"/>
                    <a:pt x="1308" y="3495"/>
                  </a:cubicBezTo>
                  <a:lnTo>
                    <a:pt x="1308" y="2167"/>
                  </a:lnTo>
                  <a:cubicBezTo>
                    <a:pt x="1308" y="1390"/>
                    <a:pt x="1901" y="1104"/>
                    <a:pt x="2432" y="1104"/>
                  </a:cubicBezTo>
                  <a:close/>
                  <a:moveTo>
                    <a:pt x="2432" y="1"/>
                  </a:moveTo>
                  <a:cubicBezTo>
                    <a:pt x="1247" y="1"/>
                    <a:pt x="0" y="798"/>
                    <a:pt x="0" y="2269"/>
                  </a:cubicBezTo>
                  <a:lnTo>
                    <a:pt x="0" y="3495"/>
                  </a:lnTo>
                  <a:cubicBezTo>
                    <a:pt x="0" y="4884"/>
                    <a:pt x="1185" y="5620"/>
                    <a:pt x="2493" y="5620"/>
                  </a:cubicBezTo>
                  <a:cubicBezTo>
                    <a:pt x="3678" y="5620"/>
                    <a:pt x="4925" y="4823"/>
                    <a:pt x="4925" y="3352"/>
                  </a:cubicBezTo>
                  <a:lnTo>
                    <a:pt x="4925" y="2248"/>
                  </a:lnTo>
                  <a:cubicBezTo>
                    <a:pt x="4925" y="859"/>
                    <a:pt x="3740" y="1"/>
                    <a:pt x="2432"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10" name="Google Shape;710;p9"/>
            <p:cNvSpPr/>
            <p:nvPr/>
          </p:nvSpPr>
          <p:spPr>
            <a:xfrm>
              <a:off x="5432975" y="2440125"/>
              <a:ext cx="21475" cy="823500"/>
            </a:xfrm>
            <a:custGeom>
              <a:avLst/>
              <a:gdLst/>
              <a:ahLst/>
              <a:cxnLst/>
              <a:rect l="l" t="t" r="r" b="b"/>
              <a:pathLst>
                <a:path w="859" h="32940" extrusionOk="0">
                  <a:moveTo>
                    <a:pt x="0" y="1"/>
                  </a:moveTo>
                  <a:lnTo>
                    <a:pt x="0" y="32940"/>
                  </a:lnTo>
                  <a:lnTo>
                    <a:pt x="858" y="32940"/>
                  </a:lnTo>
                  <a:lnTo>
                    <a:pt x="858" y="1"/>
                  </a:lnTo>
                  <a:close/>
                </a:path>
              </a:pathLst>
            </a:custGeom>
            <a:solidFill>
              <a:srgbClr val="64C8FA"/>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graphicFrame>
        <p:nvGraphicFramePr>
          <p:cNvPr id="711" name="Google Shape;711;p9"/>
          <p:cNvGraphicFramePr/>
          <p:nvPr>
            <p:extLst>
              <p:ext uri="{D42A27DB-BD31-4B8C-83A1-F6EECF244321}">
                <p14:modId xmlns:p14="http://schemas.microsoft.com/office/powerpoint/2010/main" val="1517051697"/>
              </p:ext>
            </p:extLst>
          </p:nvPr>
        </p:nvGraphicFramePr>
        <p:xfrm>
          <a:off x="89647" y="1084729"/>
          <a:ext cx="11892803" cy="3119628"/>
        </p:xfrm>
        <a:graphic>
          <a:graphicData uri="http://schemas.openxmlformats.org/drawingml/2006/table">
            <a:tbl>
              <a:tblPr>
                <a:noFill/>
              </a:tblPr>
              <a:tblGrid>
                <a:gridCol w="452148">
                  <a:extLst>
                    <a:ext uri="{9D8B030D-6E8A-4147-A177-3AD203B41FA5}">
                      <a16:colId xmlns:a16="http://schemas.microsoft.com/office/drawing/2014/main" val="20000"/>
                    </a:ext>
                  </a:extLst>
                </a:gridCol>
                <a:gridCol w="6110017">
                  <a:extLst>
                    <a:ext uri="{9D8B030D-6E8A-4147-A177-3AD203B41FA5}">
                      <a16:colId xmlns:a16="http://schemas.microsoft.com/office/drawing/2014/main" val="20001"/>
                    </a:ext>
                  </a:extLst>
                </a:gridCol>
                <a:gridCol w="5330638">
                  <a:extLst>
                    <a:ext uri="{9D8B030D-6E8A-4147-A177-3AD203B41FA5}">
                      <a16:colId xmlns:a16="http://schemas.microsoft.com/office/drawing/2014/main" val="20002"/>
                    </a:ext>
                  </a:extLst>
                </a:gridCol>
              </a:tblGrid>
              <a:tr h="482716">
                <a:tc>
                  <a:txBody>
                    <a:bodyPr/>
                    <a:lstStyle/>
                    <a:p>
                      <a:pPr marL="0" marR="0" lvl="0" indent="0" algn="ctr" rtl="0">
                        <a:lnSpc>
                          <a:spcPct val="115000"/>
                        </a:lnSpc>
                        <a:spcBef>
                          <a:spcPts val="0"/>
                        </a:spcBef>
                        <a:spcAft>
                          <a:spcPts val="0"/>
                        </a:spcAft>
                        <a:buClr>
                          <a:srgbClr val="000000"/>
                        </a:buClr>
                        <a:buSzPts val="1100"/>
                        <a:buFont typeface="Arial" panose="020B0604020202020204"/>
                        <a:buNone/>
                      </a:pPr>
                      <a:r>
                        <a:rPr lang="en-GB" sz="1500" b="1"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N°</a:t>
                      </a:r>
                      <a:endParaRPr sz="1500" b="1"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txBody>
                  <a:tcPr marL="57600" marR="4800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CFE2F3"/>
                      </a:solidFill>
                      <a:prstDash val="solid"/>
                      <a:round/>
                      <a:headEnd type="none" w="sm" len="sm"/>
                      <a:tailEnd type="none" w="sm" len="sm"/>
                    </a:lnB>
                    <a:solidFill>
                      <a:schemeClr val="accent1">
                        <a:lumMod val="50000"/>
                      </a:schemeClr>
                    </a:solidFill>
                  </a:tcPr>
                </a:tc>
                <a:tc>
                  <a:txBody>
                    <a:bodyPr/>
                    <a:lstStyle/>
                    <a:p>
                      <a:pPr marL="0" marR="0" lvl="0" indent="0" algn="ctr" rtl="0">
                        <a:lnSpc>
                          <a:spcPct val="115000"/>
                        </a:lnSpc>
                        <a:spcBef>
                          <a:spcPts val="0"/>
                        </a:spcBef>
                        <a:spcAft>
                          <a:spcPts val="0"/>
                        </a:spcAft>
                        <a:buClr>
                          <a:srgbClr val="000000"/>
                        </a:buClr>
                        <a:buSzPts val="1100"/>
                        <a:buFont typeface="Arial" panose="020B0604020202020204"/>
                        <a:buNone/>
                      </a:pPr>
                      <a:r>
                        <a:rPr lang="en-GB" sz="1500" b="1"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Activités </a:t>
                      </a:r>
                      <a:endParaRPr sz="1500" b="1"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txBody>
                  <a:tcPr marL="57600" marR="4800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lgn="ctr">
                      <a:solidFill>
                        <a:srgbClr val="CFE2F3"/>
                      </a:solidFill>
                      <a:prstDash val="solid"/>
                      <a:round/>
                      <a:headEnd type="none" w="sm" len="sm"/>
                      <a:tailEnd type="none" w="sm" len="sm"/>
                    </a:lnB>
                    <a:solidFill>
                      <a:schemeClr val="accent1">
                        <a:lumMod val="50000"/>
                      </a:schemeClr>
                    </a:solidFill>
                  </a:tcPr>
                </a:tc>
                <a:tc>
                  <a:txBody>
                    <a:bodyPr/>
                    <a:lstStyle/>
                    <a:p>
                      <a:pPr marL="0" marR="0" lvl="0" indent="0" algn="ctr" rtl="0">
                        <a:lnSpc>
                          <a:spcPct val="115000"/>
                        </a:lnSpc>
                        <a:spcBef>
                          <a:spcPts val="0"/>
                        </a:spcBef>
                        <a:spcAft>
                          <a:spcPts val="0"/>
                        </a:spcAft>
                        <a:buClr>
                          <a:srgbClr val="000000"/>
                        </a:buClr>
                        <a:buSzPts val="1100"/>
                        <a:buFont typeface="Arial" panose="020B0604020202020204"/>
                        <a:buNone/>
                      </a:pPr>
                      <a:r>
                        <a:rPr lang="en-GB" sz="1500" b="1"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Commentaire</a:t>
                      </a:r>
                      <a:endParaRPr sz="1500" b="1"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txBody>
                  <a:tcPr marL="57600" marR="48000" marT="0" marB="0" anchor="ctr">
                    <a:lnL w="9525" cap="flat" cmpd="sng" algn="ctr">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lgn="ctr">
                      <a:solidFill>
                        <a:srgbClr val="CFE2F3"/>
                      </a:solidFill>
                      <a:prstDash val="solid"/>
                      <a:round/>
                      <a:headEnd type="none" w="sm" len="sm"/>
                      <a:tailEnd type="none" w="sm" len="sm"/>
                    </a:lnB>
                    <a:solidFill>
                      <a:schemeClr val="accent1">
                        <a:lumMod val="50000"/>
                      </a:schemeClr>
                    </a:solidFill>
                  </a:tcPr>
                </a:tc>
                <a:extLst>
                  <a:ext uri="{0D108BD9-81ED-4DB2-BD59-A6C34878D82A}">
                    <a16:rowId xmlns:a16="http://schemas.microsoft.com/office/drawing/2014/main" val="10000"/>
                  </a:ext>
                </a:extLst>
              </a:tr>
              <a:tr h="1044402">
                <a:tc>
                  <a:txBody>
                    <a:bodyPr/>
                    <a:lstStyle/>
                    <a:p>
                      <a:pPr marL="0" marR="0" lvl="0" indent="0" algn="ctr" rtl="0">
                        <a:lnSpc>
                          <a:spcPct val="100000"/>
                        </a:lnSpc>
                        <a:spcBef>
                          <a:spcPts val="0"/>
                        </a:spcBef>
                        <a:spcAft>
                          <a:spcPts val="0"/>
                        </a:spcAft>
                        <a:buClr>
                          <a:srgbClr val="000000"/>
                        </a:buClr>
                        <a:buSzPts val="1100"/>
                        <a:buFont typeface="Arial" panose="020B0604020202020204"/>
                        <a:buNone/>
                      </a:pPr>
                      <a:r>
                        <a:rPr lang="fr-FR" sz="16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Times New Roman" panose="02020603050405020304"/>
                        </a:rPr>
                        <a:t>1</a:t>
                      </a:r>
                      <a:endParaRPr sz="16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Times New Roman" panose="02020603050405020304"/>
                      </a:endParaRPr>
                    </a:p>
                  </a:txBody>
                  <a:tcPr marL="121900" marR="121900" marT="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fr-CA" sz="1600" b="0" i="0" u="none" strike="noStrike" cap="none" noProof="0"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Participer à la retraite Forecast (prévision et planification des approvisionnements) à Nairobi</a:t>
                      </a:r>
                    </a:p>
                  </a:txBody>
                  <a:tcPr marL="96000" marR="96000" marT="0" marB="0" anchor="ctr">
                    <a:lnL w="9525" cap="flat" cmpd="sng" algn="ctr">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panose="020B0604020202020204"/>
                        <a:buNone/>
                      </a:pPr>
                      <a:r>
                        <a:rPr lang="fr-FR" sz="1600" u="none" strike="noStrike" cap="none" dirty="0">
                          <a:solidFill>
                            <a:schemeClr val="accent1">
                              <a:lumMod val="5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Participation des cadres de la Division logistique à la retraite internationale sur la prévision et planification des approvisionnements (feuille de route élaboré et évaluation du processus FSP en RDC)</a:t>
                      </a:r>
                      <a:endParaRPr sz="1600" u="none" strike="noStrike" cap="none" dirty="0">
                        <a:solidFill>
                          <a:schemeClr val="accent1">
                            <a:lumMod val="5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121900" marR="121900" marT="0" marB="0" anchor="ctr">
                    <a:lnL w="9525" cap="flat" cmpd="sng" algn="ctr">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extLst>
                  <a:ext uri="{0D108BD9-81ED-4DB2-BD59-A6C34878D82A}">
                    <a16:rowId xmlns:a16="http://schemas.microsoft.com/office/drawing/2014/main" val="10001"/>
                  </a:ext>
                </a:extLst>
              </a:tr>
              <a:tr h="617150">
                <a:tc>
                  <a:txBody>
                    <a:bodyPr/>
                    <a:lstStyle/>
                    <a:p>
                      <a:pPr marL="0" marR="0" lvl="0" indent="0" algn="ctr" rtl="0">
                        <a:lnSpc>
                          <a:spcPct val="100000"/>
                        </a:lnSpc>
                        <a:spcBef>
                          <a:spcPts val="0"/>
                        </a:spcBef>
                        <a:spcAft>
                          <a:spcPts val="0"/>
                        </a:spcAft>
                        <a:buClr>
                          <a:srgbClr val="000000"/>
                        </a:buClr>
                        <a:buSzPts val="1100"/>
                        <a:buFont typeface="Arial" panose="020B0604020202020204"/>
                        <a:buNone/>
                      </a:pPr>
                      <a:r>
                        <a:rPr lang="fr-FR" sz="16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Times New Roman" panose="02020603050405020304"/>
                        </a:rPr>
                        <a:t>2</a:t>
                      </a:r>
                      <a:endParaRPr sz="16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Times New Roman" panose="02020603050405020304"/>
                      </a:endParaRPr>
                    </a:p>
                  </a:txBody>
                  <a:tcPr marL="121900" marR="121900" marT="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p>
                      <a:pPr algn="just" fontAlgn="base"/>
                      <a:r>
                        <a:rPr lang="fr-FR" sz="16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Atelier de validation des PONs</a:t>
                      </a:r>
                    </a:p>
                  </a:txBody>
                  <a:tcPr marL="96000" marR="96000" marT="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panose="020B0604020202020204"/>
                        <a:buNone/>
                      </a:pPr>
                      <a:r>
                        <a:rPr lang="fr-FR" sz="1600" u="none" strike="noStrike" cap="none" dirty="0">
                          <a:solidFill>
                            <a:schemeClr val="accent1">
                              <a:lumMod val="50000"/>
                            </a:schemeClr>
                          </a:solidFill>
                          <a:latin typeface="Times New Roman" panose="02020603050405020304"/>
                          <a:ea typeface="Times New Roman" panose="02020603050405020304"/>
                          <a:cs typeface="Times New Roman" panose="02020603050405020304"/>
                          <a:sym typeface="Times New Roman" panose="02020603050405020304"/>
                        </a:rPr>
                        <a:t>Révision et validation des procédures opératoires normalisées</a:t>
                      </a:r>
                      <a:endParaRPr sz="1600" u="none" strike="noStrike" cap="none" dirty="0">
                        <a:solidFill>
                          <a:schemeClr val="accent1">
                            <a:lumMod val="50000"/>
                          </a:schemeClr>
                        </a:solidFill>
                        <a:latin typeface="Times New Roman" panose="02020603050405020304"/>
                        <a:ea typeface="Times New Roman" panose="02020603050405020304"/>
                        <a:cs typeface="Times New Roman" panose="02020603050405020304"/>
                        <a:sym typeface="Times New Roman" panose="02020603050405020304"/>
                      </a:endParaRPr>
                    </a:p>
                  </a:txBody>
                  <a:tcPr marL="121900" marR="121900" marT="0" marB="0">
                    <a:lnL w="9525" cap="flat" cmpd="sng" algn="ctr">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extLst>
                  <a:ext uri="{0D108BD9-81ED-4DB2-BD59-A6C34878D82A}">
                    <a16:rowId xmlns:a16="http://schemas.microsoft.com/office/drawing/2014/main" val="10002"/>
                  </a:ext>
                </a:extLst>
              </a:tr>
              <a:tr h="835521">
                <a:tc>
                  <a:txBody>
                    <a:bodyPr/>
                    <a:lstStyle/>
                    <a:p>
                      <a:pPr marL="0" marR="0" lvl="0" indent="0" algn="ctr" rtl="0">
                        <a:lnSpc>
                          <a:spcPct val="100000"/>
                        </a:lnSpc>
                        <a:spcBef>
                          <a:spcPts val="0"/>
                        </a:spcBef>
                        <a:spcAft>
                          <a:spcPts val="0"/>
                        </a:spcAft>
                        <a:buClr>
                          <a:srgbClr val="000000"/>
                        </a:buClr>
                        <a:buSzPts val="1100"/>
                        <a:buFont typeface="Arial" panose="020B0604020202020204"/>
                        <a:buNone/>
                      </a:pPr>
                      <a:r>
                        <a:rPr lang="fr-FR" sz="16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Times New Roman" panose="02020603050405020304"/>
                        </a:rPr>
                        <a:t>3</a:t>
                      </a:r>
                      <a:endParaRPr sz="16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Times New Roman" panose="02020603050405020304"/>
                      </a:endParaRPr>
                    </a:p>
                  </a:txBody>
                  <a:tcPr marL="121900" marR="121900" marT="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algn="just" fontAlgn="base"/>
                      <a:r>
                        <a:rPr lang="fr-FR" sz="1600" b="0" i="0" u="none" strike="noStrike" cap="none" dirty="0">
                          <a:solidFill>
                            <a:schemeClr val="accent1">
                              <a:lumMod val="50000"/>
                            </a:schemeClr>
                          </a:solidFill>
                          <a:effectLst/>
                          <a:latin typeface="Times New Roman" panose="02020603050405020304" pitchFamily="18" charset="0"/>
                          <a:ea typeface="+mn-ea"/>
                          <a:cs typeface="Times New Roman" panose="02020603050405020304" pitchFamily="18" charset="0"/>
                          <a:sym typeface="Arial" panose="020B0604020202020204"/>
                        </a:rPr>
                        <a:t>Organiser la supervision logistique</a:t>
                      </a:r>
                    </a:p>
                  </a:txBody>
                  <a:tcPr marL="96000" marR="96000" marT="0" marB="0" anchor="ctr">
                    <a:lnL w="9525" cap="flat" cmpd="sng" algn="ctr">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171450" marR="0" lvl="0" indent="-171450" algn="l" rtl="0">
                        <a:lnSpc>
                          <a:spcPct val="100000"/>
                        </a:lnSpc>
                        <a:spcBef>
                          <a:spcPts val="0"/>
                        </a:spcBef>
                        <a:spcAft>
                          <a:spcPts val="0"/>
                        </a:spcAft>
                        <a:buClr>
                          <a:srgbClr val="000000"/>
                        </a:buClr>
                        <a:buSzPts val="1000"/>
                        <a:buFont typeface="Wingdings" panose="05000000000000000000" pitchFamily="2" charset="2"/>
                        <a:buChar char="§"/>
                      </a:pPr>
                      <a:r>
                        <a:rPr lang="fr-FR" sz="1600" u="none" strike="noStrike" cap="none" dirty="0">
                          <a:solidFill>
                            <a:schemeClr val="accent1">
                              <a:lumMod val="50000"/>
                            </a:schemeClr>
                          </a:solidFill>
                          <a:latin typeface="Times New Roman" panose="02020603050405020304"/>
                          <a:ea typeface="Times New Roman" panose="02020603050405020304"/>
                          <a:cs typeface="Times New Roman" panose="02020603050405020304"/>
                          <a:sym typeface="Times New Roman" panose="02020603050405020304"/>
                        </a:rPr>
                        <a:t>Première vague réalisée dans 13 antennes de 6 provinces (Kinshasa, Maindombe, Tshuapa, Mongala, Sankuru &amp; Nord Ubangi) ;</a:t>
                      </a:r>
                    </a:p>
                    <a:p>
                      <a:pPr marL="171450" marR="0" lvl="0" indent="-171450" algn="l" rtl="0">
                        <a:lnSpc>
                          <a:spcPct val="100000"/>
                        </a:lnSpc>
                        <a:spcBef>
                          <a:spcPts val="0"/>
                        </a:spcBef>
                        <a:spcAft>
                          <a:spcPts val="0"/>
                        </a:spcAft>
                        <a:buClr>
                          <a:srgbClr val="000000"/>
                        </a:buClr>
                        <a:buSzPts val="1000"/>
                        <a:buFont typeface="Wingdings" panose="05000000000000000000" pitchFamily="2" charset="2"/>
                        <a:buChar char="§"/>
                      </a:pPr>
                      <a:r>
                        <a:rPr lang="fr-FR" sz="1600" u="none" strike="noStrike" cap="none" dirty="0">
                          <a:solidFill>
                            <a:schemeClr val="accent1">
                              <a:lumMod val="50000"/>
                            </a:schemeClr>
                          </a:solidFill>
                          <a:latin typeface="Times New Roman" panose="02020603050405020304"/>
                          <a:ea typeface="Times New Roman" panose="02020603050405020304"/>
                          <a:cs typeface="Times New Roman" panose="02020603050405020304"/>
                          <a:sym typeface="Times New Roman" panose="02020603050405020304"/>
                        </a:rPr>
                        <a:t>Deuxième vague en cours de réalisation ;</a:t>
                      </a:r>
                      <a:endParaRPr sz="1600" u="none" strike="noStrike" cap="none" dirty="0">
                        <a:solidFill>
                          <a:schemeClr val="accent1">
                            <a:lumMod val="50000"/>
                          </a:schemeClr>
                        </a:solidFill>
                        <a:latin typeface="Times New Roman" panose="02020603050405020304"/>
                        <a:ea typeface="Times New Roman" panose="02020603050405020304"/>
                        <a:cs typeface="Times New Roman" panose="02020603050405020304"/>
                        <a:sym typeface="Times New Roman" panose="02020603050405020304"/>
                      </a:endParaRPr>
                    </a:p>
                  </a:txBody>
                  <a:tcPr marL="121900" marR="121900" marT="0" marB="0" anchor="ctr">
                    <a:lnL w="9525" cap="flat" cmpd="sng" algn="ctr">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
          <p:cNvSpPr txBox="1">
            <a:spLocks noGrp="1"/>
          </p:cNvSpPr>
          <p:nvPr>
            <p:ph type="sldNum" idx="12"/>
          </p:nvPr>
        </p:nvSpPr>
        <p:spPr>
          <a:xfrm>
            <a:off x="11296611" y="6217623"/>
            <a:ext cx="731600" cy="524800"/>
          </a:xfrm>
          <a:prstGeom prst="rect">
            <a:avLst/>
          </a:prstGeom>
          <a:noFill/>
          <a:ln>
            <a:noFill/>
          </a:ln>
        </p:spPr>
        <p:txBody>
          <a:bodyPr spcFirstLastPara="1" wrap="square" lIns="121900" tIns="121900" rIns="121900" bIns="121900" anchor="ctr" anchorCtr="0">
            <a:normAutofit/>
          </a:bodyPr>
          <a:lstStyle/>
          <a:p>
            <a:pPr marL="0" lvl="0" indent="0" algn="r" rtl="0">
              <a:lnSpc>
                <a:spcPct val="100000"/>
              </a:lnSpc>
              <a:spcBef>
                <a:spcPts val="0"/>
              </a:spcBef>
              <a:spcAft>
                <a:spcPts val="0"/>
              </a:spcAft>
              <a:buSzPts val="1000"/>
              <a:buNone/>
            </a:pPr>
            <a:fld id="{00000000-1234-1234-1234-123412341234}" type="slidenum">
              <a:rPr lang="en-GB" sz="1600"/>
              <a:t>10</a:t>
            </a:fld>
            <a:endParaRPr lang="en-GB" sz="1600"/>
          </a:p>
        </p:txBody>
      </p:sp>
      <p:sp>
        <p:nvSpPr>
          <p:cNvPr id="167" name="Google Shape;167;p1"/>
          <p:cNvSpPr txBox="1"/>
          <p:nvPr/>
        </p:nvSpPr>
        <p:spPr>
          <a:xfrm>
            <a:off x="295033" y="5920417"/>
            <a:ext cx="3302000" cy="34861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700"/>
              <a:buFont typeface="Arial" panose="020B0604020202020204"/>
              <a:buNone/>
            </a:pPr>
            <a:r>
              <a:rPr lang="en-GB" sz="2265" b="0" i="0" u="none" strike="noStrike" cap="none">
                <a:solidFill>
                  <a:srgbClr val="FFFFFF"/>
                </a:solidFill>
                <a:latin typeface="Arial" panose="020B0604020202020204"/>
                <a:ea typeface="Arial" panose="020B0604020202020204"/>
                <a:cs typeface="Arial" panose="020B0604020202020204"/>
                <a:sym typeface="Arial" panose="020B0604020202020204"/>
              </a:rPr>
              <a:t>October 2024</a:t>
            </a:r>
            <a:endParaRPr sz="2265"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pic>
        <p:nvPicPr>
          <p:cNvPr id="168" name="Google Shape;168;p1"/>
          <p:cNvPicPr preferRelativeResize="0"/>
          <p:nvPr/>
        </p:nvPicPr>
        <p:blipFill rotWithShape="1">
          <a:blip r:embed="rId3"/>
          <a:srcRect l="-17785"/>
          <a:stretch>
            <a:fillRect/>
          </a:stretch>
        </p:blipFill>
        <p:spPr>
          <a:xfrm>
            <a:off x="-683503" y="1646443"/>
            <a:ext cx="4526453" cy="3703151"/>
          </a:xfrm>
          <a:prstGeom prst="rect">
            <a:avLst/>
          </a:prstGeom>
          <a:noFill/>
          <a:ln>
            <a:noFill/>
          </a:ln>
        </p:spPr>
      </p:pic>
      <p:sp>
        <p:nvSpPr>
          <p:cNvPr id="170" name="Google Shape;170;p1"/>
          <p:cNvSpPr/>
          <p:nvPr/>
        </p:nvSpPr>
        <p:spPr>
          <a:xfrm>
            <a:off x="3660828" y="1516400"/>
            <a:ext cx="373600" cy="1867200"/>
          </a:xfrm>
          <a:prstGeom prst="rect">
            <a:avLst/>
          </a:prstGeom>
          <a:solidFill>
            <a:srgbClr val="145ABE"/>
          </a:solidFill>
          <a:ln>
            <a:noFill/>
          </a:ln>
        </p:spPr>
        <p:txBody>
          <a:bodyPr spcFirstLastPara="1" wrap="square" lIns="91433" tIns="91433" rIns="91433" bIns="91433" anchor="ctr" anchorCtr="0">
            <a:noAutofit/>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Google Shape;169;p1"/>
          <p:cNvSpPr txBox="1"/>
          <p:nvPr/>
        </p:nvSpPr>
        <p:spPr>
          <a:xfrm>
            <a:off x="4719955" y="2761615"/>
            <a:ext cx="7215505" cy="106426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500"/>
              <a:buFont typeface="Arial" panose="020B0604020202020204"/>
              <a:buNone/>
            </a:pPr>
            <a:r>
              <a:rPr lang="fr-FR" sz="3600" b="1">
                <a:solidFill>
                  <a:srgbClr val="00B0F0"/>
                </a:solidFill>
                <a:latin typeface="Times New Roman" panose="02020603050405020304"/>
                <a:ea typeface="Times New Roman" panose="02020603050405020304"/>
                <a:cs typeface="Times New Roman" panose="02020603050405020304"/>
                <a:sym typeface="Times New Roman" panose="02020603050405020304"/>
              </a:rPr>
              <a:t>Approvisionnement et disponibilité vaccins </a:t>
            </a:r>
            <a:r>
              <a:rPr lang="fr-FR" sz="3600" b="1" i="0" u="none" strike="noStrike" cap="none" dirty="0" err="1">
                <a:solidFill>
                  <a:srgbClr val="145ABE"/>
                </a:solidFill>
                <a:latin typeface="Times New Roman" panose="02020603050405020304"/>
                <a:ea typeface="Times New Roman" panose="02020603050405020304"/>
                <a:cs typeface="Times New Roman" panose="02020603050405020304"/>
                <a:sym typeface="Times New Roman" panose="02020603050405020304"/>
              </a:rPr>
              <a:t> </a:t>
            </a:r>
            <a:r>
              <a:rPr lang="fr-FR" sz="2000" b="1" i="0" u="none" strike="noStrike" cap="none" dirty="0" err="1">
                <a:solidFill>
                  <a:srgbClr val="145ABE"/>
                </a:solidFill>
                <a:latin typeface="Times New Roman" panose="02020603050405020304"/>
                <a:ea typeface="Times New Roman" panose="02020603050405020304"/>
                <a:cs typeface="Times New Roman" panose="02020603050405020304"/>
                <a:sym typeface="Times New Roman" panose="02020603050405020304"/>
              </a:rPr>
              <a:t>  </a:t>
            </a:r>
            <a:endParaRPr sz="1400" b="1" i="0"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000000"/>
              </a:buClr>
              <a:buSzPts val="1500"/>
              <a:buFont typeface="Arial" panose="020B0604020202020204"/>
              <a:buNone/>
            </a:pPr>
            <a:endParaRPr sz="1400" b="1" i="0"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000000"/>
              </a:buClr>
              <a:buSzPts val="1500"/>
              <a:buFont typeface="Arial" panose="020B0604020202020204"/>
              <a:buNone/>
            </a:pPr>
            <a:r>
              <a:rPr lang="en-GB" sz="1400" b="1" i="0"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rPr>
              <a:t> </a:t>
            </a:r>
            <a:endParaRPr sz="10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500"/>
              <a:buFont typeface="Arial" panose="020B0604020202020204"/>
              <a:buNone/>
            </a:pPr>
            <a:endParaRPr lang="fr-FR" altLang="en-GB" sz="10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90">
          <a:extLst>
            <a:ext uri="{FF2B5EF4-FFF2-40B4-BE49-F238E27FC236}">
              <a16:creationId xmlns:a16="http://schemas.microsoft.com/office/drawing/2014/main" id="{ADC0E33E-02AB-18B0-4B1F-4D2DF0D787C2}"/>
            </a:ext>
          </a:extLst>
        </p:cNvPr>
        <p:cNvGrpSpPr/>
        <p:nvPr/>
      </p:nvGrpSpPr>
      <p:grpSpPr>
        <a:xfrm>
          <a:off x="0" y="0"/>
          <a:ext cx="0" cy="0"/>
          <a:chOff x="0" y="0"/>
          <a:chExt cx="0" cy="0"/>
        </a:xfrm>
      </p:grpSpPr>
      <p:sp>
        <p:nvSpPr>
          <p:cNvPr id="1291" name="Google Shape;1291;g2f1c646a89f_0_0">
            <a:extLst>
              <a:ext uri="{FF2B5EF4-FFF2-40B4-BE49-F238E27FC236}">
                <a16:creationId xmlns:a16="http://schemas.microsoft.com/office/drawing/2014/main" id="{4D2188EB-7B61-24B0-C21A-552665F5B4D8}"/>
              </a:ext>
            </a:extLst>
          </p:cNvPr>
          <p:cNvSpPr txBox="1"/>
          <p:nvPr/>
        </p:nvSpPr>
        <p:spPr>
          <a:xfrm>
            <a:off x="458592" y="317941"/>
            <a:ext cx="11274800" cy="731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200"/>
              <a:buFont typeface="Arial" panose="020B0604020202020204"/>
              <a:buNone/>
            </a:pPr>
            <a:r>
              <a:rPr lang="en-GB" sz="2935" b="1" dirty="0" err="1">
                <a:solidFill>
                  <a:srgbClr val="0070C0"/>
                </a:solidFill>
                <a:latin typeface="Times New Roman" panose="02020603050405020304"/>
                <a:ea typeface="Times New Roman" panose="02020603050405020304"/>
                <a:cs typeface="Times New Roman" panose="02020603050405020304"/>
                <a:sym typeface="Times New Roman" panose="02020603050405020304"/>
              </a:rPr>
              <a:t>Prévision</a:t>
            </a:r>
            <a:r>
              <a:rPr lang="en-GB"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 des </a:t>
            </a:r>
            <a:r>
              <a:rPr lang="en-GB" sz="2935" b="1" i="0" u="none" strike="noStrike" cap="none" dirty="0" err="1">
                <a:solidFill>
                  <a:srgbClr val="0070C0"/>
                </a:solidFill>
                <a:latin typeface="Times New Roman" panose="02020603050405020304"/>
                <a:ea typeface="Times New Roman" panose="02020603050405020304"/>
                <a:cs typeface="Times New Roman" panose="02020603050405020304"/>
                <a:sym typeface="Times New Roman" panose="02020603050405020304"/>
              </a:rPr>
              <a:t>approvisionnements</a:t>
            </a:r>
            <a:r>
              <a:rPr lang="en-GB"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 au </a:t>
            </a:r>
            <a:r>
              <a:rPr lang="en-GB" sz="2935" b="1" i="0" u="none" strike="noStrike" cap="none" dirty="0" err="1">
                <a:solidFill>
                  <a:srgbClr val="0070C0"/>
                </a:solidFill>
                <a:latin typeface="Times New Roman" panose="02020603050405020304"/>
                <a:ea typeface="Times New Roman" panose="02020603050405020304"/>
                <a:cs typeface="Times New Roman" panose="02020603050405020304"/>
                <a:sym typeface="Times New Roman" panose="02020603050405020304"/>
              </a:rPr>
              <a:t>Niveau</a:t>
            </a:r>
            <a:r>
              <a:rPr lang="en-GB"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 Central </a:t>
            </a:r>
            <a:r>
              <a:rPr lang="fr-FR" altLang="en-GB"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en</a:t>
            </a:r>
            <a:r>
              <a:rPr lang="en-GB"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 202</a:t>
            </a:r>
            <a:r>
              <a:rPr lang="fr-FR" altLang="en-GB"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5</a:t>
            </a:r>
          </a:p>
        </p:txBody>
      </p:sp>
      <p:sp>
        <p:nvSpPr>
          <p:cNvPr id="1292" name="Google Shape;1292;g2f1c646a89f_0_0">
            <a:extLst>
              <a:ext uri="{FF2B5EF4-FFF2-40B4-BE49-F238E27FC236}">
                <a16:creationId xmlns:a16="http://schemas.microsoft.com/office/drawing/2014/main" id="{B7B2FFDA-1A05-7123-7E8F-297EBA515E7E}"/>
              </a:ext>
            </a:extLst>
          </p:cNvPr>
          <p:cNvSpPr/>
          <p:nvPr/>
        </p:nvSpPr>
        <p:spPr>
          <a:xfrm>
            <a:off x="0" y="272241"/>
            <a:ext cx="235600" cy="655200"/>
          </a:xfrm>
          <a:prstGeom prst="rect">
            <a:avLst/>
          </a:prstGeom>
          <a:solidFill>
            <a:srgbClr val="0070C0"/>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865"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1360" name="Google Shape;1360;g2f1c646a89f_0_0">
            <a:extLst>
              <a:ext uri="{FF2B5EF4-FFF2-40B4-BE49-F238E27FC236}">
                <a16:creationId xmlns:a16="http://schemas.microsoft.com/office/drawing/2014/main" id="{32B0BA6F-9622-148C-6253-650096382638}"/>
              </a:ext>
            </a:extLst>
          </p:cNvPr>
          <p:cNvGraphicFramePr/>
          <p:nvPr>
            <p:custDataLst>
              <p:tags r:id="rId1"/>
            </p:custDataLst>
            <p:extLst>
              <p:ext uri="{D42A27DB-BD31-4B8C-83A1-F6EECF244321}">
                <p14:modId xmlns:p14="http://schemas.microsoft.com/office/powerpoint/2010/main" val="514768722"/>
              </p:ext>
            </p:extLst>
          </p:nvPr>
        </p:nvGraphicFramePr>
        <p:xfrm>
          <a:off x="35858" y="887506"/>
          <a:ext cx="12084423" cy="5536793"/>
        </p:xfrm>
        <a:graphic>
          <a:graphicData uri="http://schemas.openxmlformats.org/drawingml/2006/table">
            <a:tbl>
              <a:tblPr>
                <a:noFill/>
                <a:tableStyleId>{1B1200F2-4B9B-4B48-A217-FBE2C27DE404}</a:tableStyleId>
              </a:tblPr>
              <a:tblGrid>
                <a:gridCol w="295632">
                  <a:extLst>
                    <a:ext uri="{9D8B030D-6E8A-4147-A177-3AD203B41FA5}">
                      <a16:colId xmlns:a16="http://schemas.microsoft.com/office/drawing/2014/main" val="20000"/>
                    </a:ext>
                  </a:extLst>
                </a:gridCol>
                <a:gridCol w="1248222">
                  <a:extLst>
                    <a:ext uri="{9D8B030D-6E8A-4147-A177-3AD203B41FA5}">
                      <a16:colId xmlns:a16="http://schemas.microsoft.com/office/drawing/2014/main" val="20001"/>
                    </a:ext>
                  </a:extLst>
                </a:gridCol>
                <a:gridCol w="1092840">
                  <a:extLst>
                    <a:ext uri="{9D8B030D-6E8A-4147-A177-3AD203B41FA5}">
                      <a16:colId xmlns:a16="http://schemas.microsoft.com/office/drawing/2014/main" val="20002"/>
                    </a:ext>
                  </a:extLst>
                </a:gridCol>
                <a:gridCol w="1075494">
                  <a:extLst>
                    <a:ext uri="{9D8B030D-6E8A-4147-A177-3AD203B41FA5}">
                      <a16:colId xmlns:a16="http://schemas.microsoft.com/office/drawing/2014/main" val="20003"/>
                    </a:ext>
                  </a:extLst>
                </a:gridCol>
                <a:gridCol w="919376">
                  <a:extLst>
                    <a:ext uri="{9D8B030D-6E8A-4147-A177-3AD203B41FA5}">
                      <a16:colId xmlns:a16="http://schemas.microsoft.com/office/drawing/2014/main" val="20004"/>
                    </a:ext>
                  </a:extLst>
                </a:gridCol>
                <a:gridCol w="997434">
                  <a:extLst>
                    <a:ext uri="{9D8B030D-6E8A-4147-A177-3AD203B41FA5}">
                      <a16:colId xmlns:a16="http://schemas.microsoft.com/office/drawing/2014/main" val="20005"/>
                    </a:ext>
                  </a:extLst>
                </a:gridCol>
                <a:gridCol w="962741">
                  <a:extLst>
                    <a:ext uri="{9D8B030D-6E8A-4147-A177-3AD203B41FA5}">
                      <a16:colId xmlns:a16="http://schemas.microsoft.com/office/drawing/2014/main" val="20006"/>
                    </a:ext>
                  </a:extLst>
                </a:gridCol>
                <a:gridCol w="1040463">
                  <a:extLst>
                    <a:ext uri="{9D8B030D-6E8A-4147-A177-3AD203B41FA5}">
                      <a16:colId xmlns:a16="http://schemas.microsoft.com/office/drawing/2014/main" val="20007"/>
                    </a:ext>
                  </a:extLst>
                </a:gridCol>
                <a:gridCol w="1050154">
                  <a:extLst>
                    <a:ext uri="{9D8B030D-6E8A-4147-A177-3AD203B41FA5}">
                      <a16:colId xmlns:a16="http://schemas.microsoft.com/office/drawing/2014/main" val="20008"/>
                    </a:ext>
                  </a:extLst>
                </a:gridCol>
                <a:gridCol w="991531">
                  <a:extLst>
                    <a:ext uri="{9D8B030D-6E8A-4147-A177-3AD203B41FA5}">
                      <a16:colId xmlns:a16="http://schemas.microsoft.com/office/drawing/2014/main" val="20009"/>
                    </a:ext>
                  </a:extLst>
                </a:gridCol>
                <a:gridCol w="803512">
                  <a:extLst>
                    <a:ext uri="{9D8B030D-6E8A-4147-A177-3AD203B41FA5}">
                      <a16:colId xmlns:a16="http://schemas.microsoft.com/office/drawing/2014/main" val="20010"/>
                    </a:ext>
                  </a:extLst>
                </a:gridCol>
                <a:gridCol w="803512">
                  <a:extLst>
                    <a:ext uri="{9D8B030D-6E8A-4147-A177-3AD203B41FA5}">
                      <a16:colId xmlns:a16="http://schemas.microsoft.com/office/drawing/2014/main" val="4058631922"/>
                    </a:ext>
                  </a:extLst>
                </a:gridCol>
                <a:gridCol w="803512">
                  <a:extLst>
                    <a:ext uri="{9D8B030D-6E8A-4147-A177-3AD203B41FA5}">
                      <a16:colId xmlns:a16="http://schemas.microsoft.com/office/drawing/2014/main" val="1761905860"/>
                    </a:ext>
                  </a:extLst>
                </a:gridCol>
              </a:tblGrid>
              <a:tr h="603360">
                <a:tc>
                  <a:txBody>
                    <a:bodyPr/>
                    <a:lstStyle/>
                    <a:p>
                      <a:pPr marL="0" lvl="0" indent="0" algn="ctr" rtl="0">
                        <a:lnSpc>
                          <a:spcPct val="115000"/>
                        </a:lnSpc>
                        <a:spcBef>
                          <a:spcPts val="0"/>
                        </a:spcBef>
                        <a:spcAft>
                          <a:spcPts val="0"/>
                        </a:spcAft>
                        <a:buNone/>
                      </a:pPr>
                      <a:r>
                        <a:rPr lang="en-GB" sz="1200" b="1">
                          <a:solidFill>
                            <a:srgbClr val="FFFFFF"/>
                          </a:solidFill>
                          <a:latin typeface="Times New Roman" panose="02020603050405020304"/>
                          <a:ea typeface="Times New Roman" panose="02020603050405020304"/>
                          <a:cs typeface="Times New Roman" panose="02020603050405020304"/>
                          <a:sym typeface="Times New Roman" panose="02020603050405020304"/>
                        </a:rPr>
                        <a:t>N°</a:t>
                      </a:r>
                      <a:endParaRPr sz="12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19050"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9525" cap="flat" cmpd="sng">
                      <a:solidFill>
                        <a:srgbClr val="CFE2F3"/>
                      </a:solidFill>
                      <a:prstDash val="solid"/>
                      <a:round/>
                      <a:headEnd type="none" w="sm" len="sm"/>
                      <a:tailEnd type="none" w="sm" len="sm"/>
                    </a:lnB>
                    <a:solidFill>
                      <a:srgbClr val="4285F4"/>
                    </a:solidFill>
                  </a:tcPr>
                </a:tc>
                <a:tc>
                  <a:txBody>
                    <a:bodyPr/>
                    <a:lstStyle/>
                    <a:p>
                      <a:pPr marL="0" lvl="0" indent="0" algn="ctr" rtl="0">
                        <a:lnSpc>
                          <a:spcPct val="115000"/>
                        </a:lnSpc>
                        <a:spcBef>
                          <a:spcPts val="0"/>
                        </a:spcBef>
                        <a:spcAft>
                          <a:spcPts val="0"/>
                        </a:spcAft>
                        <a:buNone/>
                      </a:pPr>
                      <a:r>
                        <a:rPr lang="en-GB" sz="1200" b="1" dirty="0" err="1">
                          <a:solidFill>
                            <a:srgbClr val="FFFFFF"/>
                          </a:solidFill>
                          <a:latin typeface="Times New Roman" panose="02020603050405020304"/>
                          <a:ea typeface="Times New Roman" panose="02020603050405020304"/>
                          <a:cs typeface="Times New Roman" panose="02020603050405020304"/>
                          <a:sym typeface="Times New Roman" panose="02020603050405020304"/>
                        </a:rPr>
                        <a:t>Antigènes</a:t>
                      </a:r>
                      <a:endParaRPr sz="1200" b="1" dirty="0">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9525" cap="flat" cmpd="sng">
                      <a:solidFill>
                        <a:srgbClr val="CFE2F3"/>
                      </a:solidFill>
                      <a:prstDash val="solid"/>
                      <a:round/>
                      <a:headEnd type="none" w="sm" len="sm"/>
                      <a:tailEnd type="none" w="sm" len="sm"/>
                    </a:lnB>
                    <a:solidFill>
                      <a:srgbClr val="4285F4"/>
                    </a:solidFill>
                  </a:tcPr>
                </a:tc>
                <a:tc>
                  <a:txBody>
                    <a:bodyPr/>
                    <a:lstStyle/>
                    <a:p>
                      <a:pPr marL="0" lvl="0" indent="0" algn="ctr" rtl="0">
                        <a:lnSpc>
                          <a:spcPct val="115000"/>
                        </a:lnSpc>
                        <a:spcBef>
                          <a:spcPts val="0"/>
                        </a:spcBef>
                        <a:spcAft>
                          <a:spcPts val="0"/>
                        </a:spcAft>
                        <a:buNone/>
                      </a:pPr>
                      <a:r>
                        <a:rPr lang="en-GB" sz="1200" b="1">
                          <a:solidFill>
                            <a:srgbClr val="FFFFFF"/>
                          </a:solidFill>
                          <a:latin typeface="Times New Roman" panose="02020603050405020304"/>
                          <a:ea typeface="Times New Roman" panose="02020603050405020304"/>
                          <a:cs typeface="Times New Roman" panose="02020603050405020304"/>
                          <a:sym typeface="Times New Roman" panose="02020603050405020304"/>
                        </a:rPr>
                        <a:t>Besoins Forecast</a:t>
                      </a:r>
                      <a:endParaRPr sz="12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9525" cap="flat" cmpd="sng">
                      <a:solidFill>
                        <a:srgbClr val="CFE2F3"/>
                      </a:solidFill>
                      <a:prstDash val="solid"/>
                      <a:round/>
                      <a:headEnd type="none" w="sm" len="sm"/>
                      <a:tailEnd type="none" w="sm" len="sm"/>
                    </a:lnB>
                    <a:solidFill>
                      <a:srgbClr val="4285F4"/>
                    </a:solidFill>
                  </a:tcPr>
                </a:tc>
                <a:tc>
                  <a:txBody>
                    <a:bodyPr/>
                    <a:lstStyle/>
                    <a:p>
                      <a:pPr marL="0" lvl="0" indent="0" algn="ctr" rtl="0">
                        <a:lnSpc>
                          <a:spcPct val="115000"/>
                        </a:lnSpc>
                        <a:spcBef>
                          <a:spcPts val="0"/>
                        </a:spcBef>
                        <a:spcAft>
                          <a:spcPts val="0"/>
                        </a:spcAft>
                        <a:buNone/>
                      </a:pPr>
                      <a:r>
                        <a:rPr lang="en-GB" sz="1200" b="1" dirty="0" err="1">
                          <a:solidFill>
                            <a:srgbClr val="FFFFFF"/>
                          </a:solidFill>
                          <a:latin typeface="Times New Roman" panose="02020603050405020304"/>
                          <a:ea typeface="Times New Roman" panose="02020603050405020304"/>
                          <a:cs typeface="Times New Roman" panose="02020603050405020304"/>
                          <a:sym typeface="Times New Roman" panose="02020603050405020304"/>
                        </a:rPr>
                        <a:t>Qté</a:t>
                      </a:r>
                      <a:r>
                        <a:rPr lang="en-GB" sz="1200" b="1"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r>
                        <a:rPr lang="en-GB" sz="1200" b="1" dirty="0" err="1">
                          <a:solidFill>
                            <a:srgbClr val="FFFFFF"/>
                          </a:solidFill>
                          <a:latin typeface="Times New Roman" panose="02020603050405020304"/>
                          <a:ea typeface="Times New Roman" panose="02020603050405020304"/>
                          <a:cs typeface="Times New Roman" panose="02020603050405020304"/>
                          <a:sym typeface="Times New Roman" panose="02020603050405020304"/>
                        </a:rPr>
                        <a:t>Prevu</a:t>
                      </a:r>
                      <a:r>
                        <a:rPr lang="en-GB" sz="1200" b="1"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 GAVI</a:t>
                      </a:r>
                    </a:p>
                  </a:txBody>
                  <a:tcPr marL="38100" marR="3810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9525" cap="flat" cmpd="sng">
                      <a:solidFill>
                        <a:srgbClr val="CFE2F3"/>
                      </a:solidFill>
                      <a:prstDash val="solid"/>
                      <a:round/>
                      <a:headEnd type="none" w="sm" len="sm"/>
                      <a:tailEnd type="none" w="sm" len="sm"/>
                    </a:lnB>
                    <a:solidFill>
                      <a:srgbClr val="4285F4"/>
                    </a:solidFill>
                  </a:tcPr>
                </a:tc>
                <a:tc gridSpan="2">
                  <a:txBody>
                    <a:bodyPr/>
                    <a:lstStyle/>
                    <a:p>
                      <a:pPr marL="0" lvl="0" indent="0" algn="ctr" rtl="0">
                        <a:lnSpc>
                          <a:spcPct val="115000"/>
                        </a:lnSpc>
                        <a:spcBef>
                          <a:spcPts val="0"/>
                        </a:spcBef>
                        <a:spcAft>
                          <a:spcPts val="0"/>
                        </a:spcAft>
                        <a:buNone/>
                      </a:pPr>
                      <a:r>
                        <a:rPr lang="en-GB" sz="1200" b="1" dirty="0" err="1">
                          <a:solidFill>
                            <a:srgbClr val="FFFFFF"/>
                          </a:solidFill>
                          <a:latin typeface="Times New Roman" panose="02020603050405020304"/>
                          <a:cs typeface="Times New Roman" panose="02020603050405020304"/>
                          <a:sym typeface="Times New Roman" panose="02020603050405020304"/>
                        </a:rPr>
                        <a:t>Qté</a:t>
                      </a:r>
                      <a:r>
                        <a:rPr lang="en-GB" sz="1200" b="1" dirty="0">
                          <a:solidFill>
                            <a:srgbClr val="FFFFFF"/>
                          </a:solidFill>
                          <a:latin typeface="Times New Roman" panose="02020603050405020304"/>
                          <a:cs typeface="Times New Roman" panose="02020603050405020304"/>
                          <a:sym typeface="Times New Roman" panose="02020603050405020304"/>
                        </a:rPr>
                        <a:t> </a:t>
                      </a:r>
                      <a:r>
                        <a:rPr lang="en-GB" sz="1200" b="1" dirty="0" err="1">
                          <a:solidFill>
                            <a:srgbClr val="FFFFFF"/>
                          </a:solidFill>
                          <a:latin typeface="Times New Roman" panose="02020603050405020304"/>
                          <a:cs typeface="Times New Roman" panose="02020603050405020304"/>
                          <a:sym typeface="Times New Roman" panose="02020603050405020304"/>
                        </a:rPr>
                        <a:t>Reçu</a:t>
                      </a:r>
                      <a:r>
                        <a:rPr lang="en-GB" sz="1200" b="1" dirty="0">
                          <a:solidFill>
                            <a:srgbClr val="FFFFFF"/>
                          </a:solidFill>
                          <a:latin typeface="Times New Roman" panose="02020603050405020304"/>
                          <a:cs typeface="Times New Roman" panose="02020603050405020304"/>
                          <a:sym typeface="Times New Roman" panose="02020603050405020304"/>
                        </a:rPr>
                        <a:t>/ GAVI</a:t>
                      </a:r>
                      <a:endParaRPr sz="1200" b="1" dirty="0">
                        <a:solidFill>
                          <a:srgbClr val="FFFFFF"/>
                        </a:solidFill>
                        <a:latin typeface="Times New Roman" panose="02020603050405020304"/>
                        <a:cs typeface="Times New Roman" panose="02020603050405020304"/>
                        <a:sym typeface="Times New Roman" panose="02020603050405020304"/>
                      </a:endParaRPr>
                    </a:p>
                  </a:txBody>
                  <a:tcPr marL="38100" marR="38100" marT="0" marB="0" anchor="ctr">
                    <a:lnL w="9525" cap="flat" cmpd="sng" algn="ctr">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9525" cap="flat" cmpd="sng" algn="ctr">
                      <a:solidFill>
                        <a:srgbClr val="CFE2F3"/>
                      </a:solidFill>
                      <a:prstDash val="solid"/>
                      <a:round/>
                      <a:headEnd type="none" w="sm" len="sm"/>
                      <a:tailEnd type="none" w="sm" len="sm"/>
                    </a:lnB>
                    <a:solidFill>
                      <a:srgbClr val="4285F4"/>
                    </a:solidFill>
                  </a:tcPr>
                </a:tc>
                <a:tc hMerge="1">
                  <a:txBody>
                    <a:bodyPr/>
                    <a:lstStyle/>
                    <a:p>
                      <a:endParaRPr dirty="0"/>
                    </a:p>
                  </a:txBody>
                  <a:tcPr marL="38100" marR="3810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9525" cap="flat" cmpd="sng">
                      <a:solidFill>
                        <a:srgbClr val="CFE2F3"/>
                      </a:solidFill>
                      <a:prstDash val="solid"/>
                      <a:round/>
                      <a:headEnd type="none" w="sm" len="sm"/>
                      <a:tailEnd type="none" w="sm" len="sm"/>
                    </a:lnB>
                    <a:solidFill>
                      <a:srgbClr val="4285F4"/>
                    </a:solidFill>
                  </a:tcPr>
                </a:tc>
                <a:tc>
                  <a:txBody>
                    <a:bodyPr/>
                    <a:lstStyle/>
                    <a:p>
                      <a:pPr marL="0" lvl="0" indent="0" algn="ctr" rtl="0">
                        <a:lnSpc>
                          <a:spcPct val="115000"/>
                        </a:lnSpc>
                        <a:spcBef>
                          <a:spcPts val="0"/>
                        </a:spcBef>
                        <a:spcAft>
                          <a:spcPts val="0"/>
                        </a:spcAft>
                        <a:buNone/>
                      </a:pPr>
                      <a:r>
                        <a:rPr lang="en-GB" sz="1200" b="1"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GAVI/ Total </a:t>
                      </a:r>
                      <a:r>
                        <a:rPr lang="en-GB" sz="1200" b="1" dirty="0" err="1">
                          <a:solidFill>
                            <a:srgbClr val="FFFFFF"/>
                          </a:solidFill>
                          <a:latin typeface="Times New Roman" panose="02020603050405020304"/>
                          <a:ea typeface="Times New Roman" panose="02020603050405020304"/>
                          <a:cs typeface="Times New Roman" panose="02020603050405020304"/>
                          <a:sym typeface="Times New Roman" panose="02020603050405020304"/>
                        </a:rPr>
                        <a:t>reçu</a:t>
                      </a:r>
                      <a:endParaRPr sz="1200" b="1" dirty="0">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9525" cap="flat" cmpd="sng">
                      <a:solidFill>
                        <a:srgbClr val="CFE2F3"/>
                      </a:solidFill>
                      <a:prstDash val="solid"/>
                      <a:round/>
                      <a:headEnd type="none" w="sm" len="sm"/>
                      <a:tailEnd type="none" w="sm" len="sm"/>
                    </a:lnB>
                    <a:solidFill>
                      <a:srgbClr val="4285F4"/>
                    </a:solidFill>
                  </a:tcPr>
                </a:tc>
                <a:tc>
                  <a:txBody>
                    <a:bodyPr/>
                    <a:lstStyle/>
                    <a:p>
                      <a:pPr marL="0" lvl="0" indent="0" algn="ctr" rtl="0">
                        <a:lnSpc>
                          <a:spcPct val="115000"/>
                        </a:lnSpc>
                        <a:spcBef>
                          <a:spcPts val="0"/>
                        </a:spcBef>
                        <a:spcAft>
                          <a:spcPts val="0"/>
                        </a:spcAft>
                        <a:buNone/>
                      </a:pPr>
                      <a:r>
                        <a:rPr lang="en-GB" sz="1200" b="1">
                          <a:solidFill>
                            <a:srgbClr val="FFFFFF"/>
                          </a:solidFill>
                          <a:latin typeface="Times New Roman" panose="02020603050405020304"/>
                          <a:ea typeface="Times New Roman" panose="02020603050405020304"/>
                          <a:cs typeface="Times New Roman" panose="02020603050405020304"/>
                          <a:sym typeface="Times New Roman" panose="02020603050405020304"/>
                        </a:rPr>
                        <a:t>Qté Prevu/ Gouv</a:t>
                      </a:r>
                      <a:endParaRPr sz="12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lgn="ctr">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9525" cap="flat" cmpd="sng" algn="ctr">
                      <a:solidFill>
                        <a:srgbClr val="CFE2F3"/>
                      </a:solidFill>
                      <a:prstDash val="solid"/>
                      <a:round/>
                      <a:headEnd type="none" w="sm" len="sm"/>
                      <a:tailEnd type="none" w="sm" len="sm"/>
                    </a:lnB>
                    <a:solidFill>
                      <a:srgbClr val="4285F4"/>
                    </a:solidFill>
                  </a:tcPr>
                </a:tc>
                <a:tc>
                  <a:txBody>
                    <a:bodyPr/>
                    <a:lstStyle/>
                    <a:p>
                      <a:pPr marL="0" lvl="0" indent="0" algn="ctr" rtl="0">
                        <a:lnSpc>
                          <a:spcPct val="115000"/>
                        </a:lnSpc>
                        <a:spcBef>
                          <a:spcPts val="0"/>
                        </a:spcBef>
                        <a:spcAft>
                          <a:spcPts val="0"/>
                        </a:spcAft>
                        <a:buNone/>
                      </a:pPr>
                      <a:r>
                        <a:rPr lang="en-GB" sz="1200" b="1">
                          <a:solidFill>
                            <a:srgbClr val="FFFFFF"/>
                          </a:solidFill>
                          <a:latin typeface="Times New Roman" panose="02020603050405020304"/>
                          <a:ea typeface="Times New Roman" panose="02020603050405020304"/>
                          <a:cs typeface="Times New Roman" panose="02020603050405020304"/>
                          <a:sym typeface="Times New Roman" panose="02020603050405020304"/>
                        </a:rPr>
                        <a:t>Qté Reçu/ Gouv</a:t>
                      </a:r>
                      <a:endParaRPr sz="12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9525" cap="flat" cmpd="sng">
                      <a:solidFill>
                        <a:srgbClr val="CFE2F3"/>
                      </a:solidFill>
                      <a:prstDash val="solid"/>
                      <a:round/>
                      <a:headEnd type="none" w="sm" len="sm"/>
                      <a:tailEnd type="none" w="sm" len="sm"/>
                    </a:lnB>
                    <a:solidFill>
                      <a:srgbClr val="4285F4"/>
                    </a:solidFill>
                  </a:tcPr>
                </a:tc>
                <a:tc>
                  <a:txBody>
                    <a:bodyPr/>
                    <a:lstStyle/>
                    <a:p>
                      <a:pPr marL="0" lvl="0" indent="0" algn="ctr" rtl="0">
                        <a:lnSpc>
                          <a:spcPct val="115000"/>
                        </a:lnSpc>
                        <a:spcBef>
                          <a:spcPts val="0"/>
                        </a:spcBef>
                        <a:spcAft>
                          <a:spcPts val="0"/>
                        </a:spcAft>
                        <a:buNone/>
                      </a:pPr>
                      <a:r>
                        <a:rPr lang="en-GB" sz="1200" b="1">
                          <a:solidFill>
                            <a:srgbClr val="FFFFFF"/>
                          </a:solidFill>
                          <a:latin typeface="Times New Roman" panose="02020603050405020304"/>
                          <a:ea typeface="Times New Roman" panose="02020603050405020304"/>
                          <a:cs typeface="Times New Roman" panose="02020603050405020304"/>
                          <a:sym typeface="Times New Roman" panose="02020603050405020304"/>
                        </a:rPr>
                        <a:t>Total récu</a:t>
                      </a:r>
                      <a:endParaRPr sz="12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chemeClr val="lt1"/>
                      </a:solidFill>
                      <a:prstDash val="solid"/>
                      <a:round/>
                      <a:headEnd type="none" w="sm" len="sm"/>
                      <a:tailEnd type="none" w="sm" len="sm"/>
                    </a:lnL>
                    <a:lnR w="9525" cap="flat" cmpd="sng" algn="ctr">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9525" cap="flat" cmpd="sng">
                      <a:solidFill>
                        <a:srgbClr val="CFE2F3"/>
                      </a:solidFill>
                      <a:prstDash val="solid"/>
                      <a:round/>
                      <a:headEnd type="none" w="sm" len="sm"/>
                      <a:tailEnd type="none" w="sm" len="sm"/>
                    </a:lnB>
                    <a:solidFill>
                      <a:srgbClr val="4285F4"/>
                    </a:solidFill>
                  </a:tcPr>
                </a:tc>
                <a:tc>
                  <a:txBody>
                    <a:bodyPr/>
                    <a:lstStyle/>
                    <a:p>
                      <a:pPr algn="ctr" fontAlgn="b">
                        <a:buNone/>
                      </a:pPr>
                      <a:r>
                        <a:rPr lang="fr-FR" sz="1100" b="0" i="0" u="none" strike="noStrike" dirty="0">
                          <a:solidFill>
                            <a:srgbClr val="000000"/>
                          </a:solidFill>
                          <a:effectLst/>
                          <a:latin typeface="Times New Roman" panose="02020603050405020304" pitchFamily="18" charset="0"/>
                          <a:cs typeface="Times New Roman" panose="02020603050405020304" pitchFamily="18" charset="0"/>
                        </a:rPr>
                        <a:t>Taux de satisfaction GAVI</a:t>
                      </a:r>
                    </a:p>
                  </a:txBody>
                  <a:tcPr marL="7620" marR="7620" marT="7620" marB="0" anchor="b">
                    <a:lnL w="9525" cap="flat" cmpd="sng">
                      <a:solidFill>
                        <a:schemeClr val="lt1"/>
                      </a:solidFill>
                      <a:prstDash val="solid"/>
                      <a:round/>
                      <a:headEnd type="none" w="sm" len="sm"/>
                      <a:tailEnd type="none" w="sm" len="sm"/>
                    </a:lnL>
                    <a:lnR w="9525" cap="flat" cmpd="sng" algn="ctr">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9525" cap="flat" cmpd="sng">
                      <a:solidFill>
                        <a:srgbClr val="CFE2F3"/>
                      </a:solidFill>
                      <a:prstDash val="solid"/>
                      <a:round/>
                      <a:headEnd type="none" w="sm" len="sm"/>
                      <a:tailEnd type="none" w="sm" len="sm"/>
                    </a:lnB>
                    <a:solidFill>
                      <a:srgbClr val="4285F4"/>
                    </a:solidFill>
                  </a:tcPr>
                </a:tc>
                <a:tc>
                  <a:txBody>
                    <a:bodyPr/>
                    <a:lstStyle/>
                    <a:p>
                      <a:pPr algn="ctr" fontAlgn="b">
                        <a:buNone/>
                      </a:pPr>
                      <a:r>
                        <a:rPr lang="fr-FR" sz="1100" b="0" i="0" u="none" strike="noStrike">
                          <a:solidFill>
                            <a:srgbClr val="000000"/>
                          </a:solidFill>
                          <a:effectLst/>
                          <a:latin typeface="Times New Roman" panose="02020603050405020304" pitchFamily="18" charset="0"/>
                          <a:cs typeface="Times New Roman" panose="02020603050405020304" pitchFamily="18" charset="0"/>
                        </a:rPr>
                        <a:t>Taux de satisfaction Gouv</a:t>
                      </a:r>
                    </a:p>
                  </a:txBody>
                  <a:tcPr marL="7620" marR="7620" marT="7620" marB="0" anchor="b">
                    <a:lnL w="9525" cap="flat" cmpd="sng">
                      <a:solidFill>
                        <a:schemeClr val="lt1"/>
                      </a:solidFill>
                      <a:prstDash val="solid"/>
                      <a:round/>
                      <a:headEnd type="none" w="sm" len="sm"/>
                      <a:tailEnd type="none" w="sm" len="sm"/>
                    </a:lnL>
                    <a:lnR w="9525" cap="flat" cmpd="sng" algn="ctr">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9525" cap="flat" cmpd="sng" algn="ctr">
                      <a:solidFill>
                        <a:srgbClr val="CFE2F3"/>
                      </a:solidFill>
                      <a:prstDash val="solid"/>
                      <a:round/>
                      <a:headEnd type="none" w="sm" len="sm"/>
                      <a:tailEnd type="none" w="sm" len="sm"/>
                    </a:lnB>
                    <a:solidFill>
                      <a:srgbClr val="4285F4"/>
                    </a:solidFill>
                  </a:tcPr>
                </a:tc>
                <a:tc>
                  <a:txBody>
                    <a:bodyPr/>
                    <a:lstStyle/>
                    <a:p>
                      <a:pPr algn="ctr" fontAlgn="b">
                        <a:buNone/>
                      </a:pPr>
                      <a:r>
                        <a:rPr lang="fr-FR" sz="1100" b="0" i="0" u="none" strike="noStrike" dirty="0">
                          <a:solidFill>
                            <a:srgbClr val="000000"/>
                          </a:solidFill>
                          <a:effectLst/>
                          <a:latin typeface="Times New Roman" panose="02020603050405020304" pitchFamily="18" charset="0"/>
                          <a:cs typeface="Times New Roman" panose="02020603050405020304" pitchFamily="18" charset="0"/>
                        </a:rPr>
                        <a:t>Taux de satisfaction Global</a:t>
                      </a:r>
                    </a:p>
                  </a:txBody>
                  <a:tcPr marL="7620" marR="7620" marT="7620" marB="0" anchor="b">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9525" cap="flat" cmpd="sng" algn="ctr">
                      <a:solidFill>
                        <a:srgbClr val="CFE2F3"/>
                      </a:solidFill>
                      <a:prstDash val="solid"/>
                      <a:round/>
                      <a:headEnd type="none" w="sm" len="sm"/>
                      <a:tailEnd type="none" w="sm" len="sm"/>
                    </a:lnB>
                    <a:solidFill>
                      <a:srgbClr val="4285F4"/>
                    </a:solidFill>
                  </a:tcPr>
                </a:tc>
                <a:extLst>
                  <a:ext uri="{0D108BD9-81ED-4DB2-BD59-A6C34878D82A}">
                    <a16:rowId xmlns:a16="http://schemas.microsoft.com/office/drawing/2014/main" val="10000"/>
                  </a:ext>
                </a:extLst>
              </a:tr>
              <a:tr h="314471">
                <a:tc>
                  <a:txBody>
                    <a:bodyPr/>
                    <a:lstStyle/>
                    <a:p>
                      <a:pPr marL="0" lvl="0" indent="0" algn="ctr" rtl="0">
                        <a:spcBef>
                          <a:spcPts val="0"/>
                        </a:spcBef>
                        <a:spcAft>
                          <a:spcPts val="0"/>
                        </a:spcAft>
                        <a:buNone/>
                      </a:pPr>
                      <a:endParaRPr sz="1200" b="1">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endParaRPr sz="1335" b="1">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lgn="ctr">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sz="1335" dirty="0">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lgn="ctr">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sz="1335" dirty="0">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lgn="ctr">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en-GB" sz="1000" b="1"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GAVI/ </a:t>
                      </a:r>
                      <a:r>
                        <a:rPr lang="en-GB" sz="1000" b="1" dirty="0" err="1">
                          <a:solidFill>
                            <a:srgbClr val="FFFFFF"/>
                          </a:solidFill>
                          <a:latin typeface="Times New Roman" panose="02020603050405020304"/>
                          <a:ea typeface="Times New Roman" panose="02020603050405020304"/>
                          <a:cs typeface="Times New Roman" panose="02020603050405020304"/>
                          <a:sym typeface="Times New Roman" panose="02020603050405020304"/>
                        </a:rPr>
                        <a:t>Anticip</a:t>
                      </a:r>
                      <a:r>
                        <a:rPr lang="en-GB" sz="1000" b="1"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 2024</a:t>
                      </a:r>
                    </a:p>
                  </a:txBody>
                  <a:tcPr marL="38100" marR="38100" marT="0" marB="0" anchor="ctr">
                    <a:lnL w="9525" cap="flat" cmpd="sng" algn="ctr">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en-GB" sz="1050" b="1" dirty="0" err="1">
                          <a:solidFill>
                            <a:srgbClr val="FFFFFF"/>
                          </a:solidFill>
                          <a:latin typeface="Times New Roman" panose="02020603050405020304"/>
                          <a:cs typeface="Times New Roman" panose="02020603050405020304"/>
                          <a:sym typeface="Times New Roman" panose="02020603050405020304"/>
                        </a:rPr>
                        <a:t>Qté</a:t>
                      </a:r>
                      <a:r>
                        <a:rPr lang="en-GB" sz="1050" b="1" dirty="0">
                          <a:solidFill>
                            <a:srgbClr val="FFFFFF"/>
                          </a:solidFill>
                          <a:latin typeface="Times New Roman" panose="02020603050405020304"/>
                          <a:cs typeface="Times New Roman" panose="02020603050405020304"/>
                          <a:sym typeface="Times New Roman" panose="02020603050405020304"/>
                        </a:rPr>
                        <a:t> </a:t>
                      </a:r>
                      <a:r>
                        <a:rPr lang="en-GB" sz="1050" b="1" dirty="0" err="1">
                          <a:solidFill>
                            <a:srgbClr val="FFFFFF"/>
                          </a:solidFill>
                          <a:latin typeface="Times New Roman" panose="02020603050405020304"/>
                          <a:cs typeface="Times New Roman" panose="02020603050405020304"/>
                          <a:sym typeface="Times New Roman" panose="02020603050405020304"/>
                        </a:rPr>
                        <a:t>Reçu</a:t>
                      </a:r>
                      <a:r>
                        <a:rPr lang="en-GB" sz="1050" b="1" dirty="0">
                          <a:solidFill>
                            <a:srgbClr val="FFFFFF"/>
                          </a:solidFill>
                          <a:latin typeface="Times New Roman" panose="02020603050405020304"/>
                          <a:cs typeface="Times New Roman" panose="02020603050405020304"/>
                          <a:sym typeface="Times New Roman" panose="02020603050405020304"/>
                        </a:rPr>
                        <a:t>/ GAVI 2025</a:t>
                      </a:r>
                    </a:p>
                  </a:txBody>
                  <a:tcPr marL="38100" marR="38100" marT="0" marB="0" anchor="ctr">
                    <a:lnL w="9525" cap="flat" cmpd="sng" algn="ctr">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solidFill>
                      <a:schemeClr val="accent2"/>
                    </a:solidFill>
                  </a:tcPr>
                </a:tc>
                <a:tc>
                  <a:txBody>
                    <a:bodyPr/>
                    <a:lstStyle/>
                    <a:p>
                      <a:pPr marL="0" lvl="0" indent="0" algn="ctr" rtl="0">
                        <a:lnSpc>
                          <a:spcPct val="115000"/>
                        </a:lnSpc>
                        <a:spcBef>
                          <a:spcPts val="0"/>
                        </a:spcBef>
                        <a:spcAft>
                          <a:spcPts val="0"/>
                        </a:spcAft>
                        <a:buNone/>
                      </a:pPr>
                      <a:endParaRPr sz="1335" dirty="0">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lgn="ctr">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sz="1335" dirty="0">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lgn="ctr">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sz="1335">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lgn="ctr">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sz="1335" dirty="0">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lgn="ctr">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sz="1335">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lgn="ctr">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sz="1335">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lgn="ctr">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sz="1335">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lgn="ctr">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extLst>
                  <a:ext uri="{0D108BD9-81ED-4DB2-BD59-A6C34878D82A}">
                    <a16:rowId xmlns:a16="http://schemas.microsoft.com/office/drawing/2014/main" val="4191769842"/>
                  </a:ext>
                </a:extLst>
              </a:tr>
              <a:tr h="437768">
                <a:tc>
                  <a:txBody>
                    <a:bodyPr/>
                    <a:lstStyle/>
                    <a:p>
                      <a:pPr marL="0" lvl="0" indent="0" algn="ctr" rtl="0">
                        <a:spcBef>
                          <a:spcPts val="0"/>
                        </a:spcBef>
                        <a:spcAft>
                          <a:spcPts val="0"/>
                        </a:spcAft>
                        <a:buNone/>
                      </a:pPr>
                      <a:r>
                        <a:rPr lang="en-GB" sz="1400" b="1" dirty="0">
                          <a:latin typeface="Times New Roman" panose="02020603050405020304"/>
                          <a:ea typeface="Times New Roman" panose="02020603050405020304"/>
                          <a:cs typeface="Times New Roman" panose="02020603050405020304"/>
                          <a:sym typeface="Times New Roman" panose="02020603050405020304"/>
                        </a:rPr>
                        <a:t>1</a:t>
                      </a:r>
                      <a:endParaRPr sz="1400" b="1" dirty="0">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GB" sz="1400" b="1">
                          <a:latin typeface="Times New Roman" panose="02020603050405020304"/>
                          <a:ea typeface="Times New Roman" panose="02020603050405020304"/>
                          <a:cs typeface="Times New Roman" panose="02020603050405020304"/>
                          <a:sym typeface="Times New Roman" panose="02020603050405020304"/>
                        </a:rPr>
                        <a:t>BCG-20</a:t>
                      </a:r>
                      <a:endParaRPr sz="1400" b="1">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defPPr>
                        <a:defRPr lang="fr-FR">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0" fontAlgn="b">
                        <a:buNone/>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3 311 235</a:t>
                      </a:r>
                    </a:p>
                  </a:txBody>
                  <a:tcPr marL="7620" marR="7620" marT="762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defPPr>
                        <a:defRPr lang="fr-FR">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0" fontAlgn="b">
                        <a:buNone/>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0</a:t>
                      </a:r>
                    </a:p>
                  </a:txBody>
                  <a:tcPr marL="7620" marR="7620" marT="7620" marB="0" anchor="ctr">
                    <a:lnL w="9525" cap="flat" cmpd="sng" algn="ctr">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p>
                      <a:pPr marL="0" lvl="0" indent="0" algn="ctr" rtl="0">
                        <a:spcBef>
                          <a:spcPts val="0"/>
                        </a:spcBef>
                        <a:spcAft>
                          <a:spcPts val="0"/>
                        </a:spcAft>
                        <a:buNone/>
                      </a:pPr>
                      <a:r>
                        <a:rPr lang="fr-FR" sz="1200" dirty="0">
                          <a:solidFill>
                            <a:srgbClr val="202020"/>
                          </a:solidFill>
                          <a:latin typeface="Times New Roman" panose="02020603050405020304" pitchFamily="18" charset="0"/>
                          <a:cs typeface="Times New Roman" panose="02020603050405020304" pitchFamily="18" charset="0"/>
                        </a:rPr>
                        <a:t>0</a:t>
                      </a:r>
                      <a:endParaRPr sz="1200" dirty="0">
                        <a:solidFill>
                          <a:srgbClr val="202020"/>
                        </a:solidFill>
                        <a:latin typeface="Times New Roman" panose="02020603050405020304" pitchFamily="18" charset="0"/>
                        <a:cs typeface="Times New Roman" panose="02020603050405020304" pitchFamily="18" charset="0"/>
                      </a:endParaRPr>
                    </a:p>
                  </a:txBody>
                  <a:tcPr marL="38100" marR="38100" marT="0" marB="0" anchor="ctr">
                    <a:lnL w="9525" cap="flat" cmpd="sng" algn="ctr">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p>
                      <a:pPr marL="0" lvl="0" indent="0" algn="ctr" rtl="0">
                        <a:spcBef>
                          <a:spcPts val="0"/>
                        </a:spcBef>
                        <a:spcAft>
                          <a:spcPts val="0"/>
                        </a:spcAft>
                        <a:buNone/>
                      </a:pPr>
                      <a:r>
                        <a:rPr lang="fr-FR" sz="1200" dirty="0">
                          <a:latin typeface="Times New Roman" panose="02020603050405020304" pitchFamily="18" charset="0"/>
                          <a:cs typeface="Times New Roman" panose="02020603050405020304" pitchFamily="18" charset="0"/>
                        </a:rPr>
                        <a:t>0</a:t>
                      </a:r>
                      <a:endParaRPr sz="1200" dirty="0">
                        <a:latin typeface="Times New Roman" panose="02020603050405020304" pitchFamily="18" charset="0"/>
                        <a:cs typeface="Times New Roman" panose="02020603050405020304" pitchFamily="18" charset="0"/>
                      </a:endParaRPr>
                    </a:p>
                  </a:txBody>
                  <a:tcPr marL="38100" marR="38100" marT="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fr-FR" sz="14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0</a:t>
                      </a:r>
                      <a:endParaRPr sz="14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fr-FR" sz="1400" dirty="0">
                          <a:latin typeface="Times New Roman" panose="02020603050405020304"/>
                          <a:ea typeface="Times New Roman" panose="02020603050405020304"/>
                          <a:cs typeface="Times New Roman" panose="02020603050405020304"/>
                          <a:sym typeface="Times New Roman" panose="02020603050405020304"/>
                        </a:rPr>
                        <a:t>3 311 235</a:t>
                      </a:r>
                      <a:endParaRPr sz="1400" dirty="0">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lgn="ctr">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fr-FR" sz="1400" dirty="0">
                          <a:latin typeface="Times New Roman" panose="02020603050405020304"/>
                          <a:ea typeface="Times New Roman" panose="02020603050405020304"/>
                          <a:cs typeface="Times New Roman" panose="02020603050405020304"/>
                          <a:sym typeface="Times New Roman" panose="02020603050405020304"/>
                        </a:rPr>
                        <a:t>3 300 000</a:t>
                      </a:r>
                      <a:endParaRPr sz="1400" dirty="0">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fr-FR" sz="1400" dirty="0">
                          <a:latin typeface="Times New Roman" panose="02020603050405020304"/>
                          <a:ea typeface="Times New Roman" panose="02020603050405020304"/>
                          <a:cs typeface="Times New Roman" panose="02020603050405020304"/>
                          <a:sym typeface="Times New Roman" panose="02020603050405020304"/>
                        </a:rPr>
                        <a:t>3 300 000</a:t>
                      </a:r>
                      <a:endParaRPr sz="1400" dirty="0">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rowSpan="2">
                  <a:txBody>
                    <a:bodyPr/>
                    <a:lstStyle/>
                    <a:p>
                      <a:pPr algn="ctr" fontAlgn="b">
                        <a:buNone/>
                      </a:pPr>
                      <a:r>
                        <a:rPr lang="fr-FR" sz="1600" b="0" i="0" u="none" strike="noStrike" dirty="0">
                          <a:solidFill>
                            <a:srgbClr val="000000"/>
                          </a:solidFill>
                          <a:effectLst/>
                          <a:latin typeface="Times New Roman" panose="02020603050405020304" pitchFamily="18" charset="0"/>
                          <a:cs typeface="Times New Roman" panose="02020603050405020304" pitchFamily="18" charset="0"/>
                        </a:rPr>
                        <a:t> </a:t>
                      </a:r>
                    </a:p>
                    <a:p>
                      <a:pPr algn="ctr" fontAlgn="b">
                        <a:buNone/>
                      </a:pPr>
                      <a:r>
                        <a:rPr lang="fr-FR" sz="16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7620" marR="7620" marT="762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solidFill>
                      <a:schemeClr val="tx1"/>
                    </a:solidFill>
                  </a:tcPr>
                </a:tc>
                <a:tc>
                  <a:txBody>
                    <a:bodyPr/>
                    <a:lstStyle/>
                    <a:p>
                      <a:pPr algn="ctr" fontAlgn="b">
                        <a:buNone/>
                      </a:pPr>
                      <a:r>
                        <a:rPr lang="fr-FR" sz="1600" b="0" i="0" u="none" strike="noStrike">
                          <a:solidFill>
                            <a:srgbClr val="000000"/>
                          </a:solidFill>
                          <a:effectLst/>
                          <a:latin typeface="Times New Roman" panose="02020603050405020304" pitchFamily="18" charset="0"/>
                          <a:cs typeface="Times New Roman" panose="02020603050405020304" pitchFamily="18" charset="0"/>
                        </a:rPr>
                        <a:t>100%</a:t>
                      </a:r>
                    </a:p>
                  </a:txBody>
                  <a:tcPr marL="7620" marR="7620" marT="762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solidFill>
                      <a:srgbClr val="00B050"/>
                    </a:solidFill>
                  </a:tcPr>
                </a:tc>
                <a:tc>
                  <a:txBody>
                    <a:bodyPr/>
                    <a:lstStyle/>
                    <a:p>
                      <a:pPr algn="ctr" fontAlgn="b">
                        <a:buNone/>
                      </a:pPr>
                      <a:r>
                        <a:rPr lang="fr-FR" sz="1600" b="0" i="0" u="none" strike="noStrike">
                          <a:solidFill>
                            <a:srgbClr val="000000"/>
                          </a:solidFill>
                          <a:effectLst/>
                          <a:latin typeface="Times New Roman" panose="02020603050405020304" pitchFamily="18" charset="0"/>
                          <a:cs typeface="Times New Roman" panose="02020603050405020304" pitchFamily="18" charset="0"/>
                        </a:rPr>
                        <a:t>100%</a:t>
                      </a:r>
                    </a:p>
                  </a:txBody>
                  <a:tcPr marL="7620" marR="7620" marT="762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solidFill>
                      <a:srgbClr val="00B050"/>
                    </a:solidFill>
                  </a:tcPr>
                </a:tc>
                <a:extLst>
                  <a:ext uri="{0D108BD9-81ED-4DB2-BD59-A6C34878D82A}">
                    <a16:rowId xmlns:a16="http://schemas.microsoft.com/office/drawing/2014/main" val="10001"/>
                  </a:ext>
                </a:extLst>
              </a:tr>
              <a:tr h="514126">
                <a:tc>
                  <a:txBody>
                    <a:bodyPr/>
                    <a:lstStyle/>
                    <a:p>
                      <a:pPr marL="0" lvl="0" indent="0" algn="ctr" rtl="0">
                        <a:spcBef>
                          <a:spcPts val="0"/>
                        </a:spcBef>
                        <a:spcAft>
                          <a:spcPts val="0"/>
                        </a:spcAft>
                        <a:buNone/>
                      </a:pPr>
                      <a:r>
                        <a:rPr lang="fr-FR" sz="1400" b="1" dirty="0">
                          <a:latin typeface="Times New Roman" panose="02020603050405020304"/>
                          <a:ea typeface="Times New Roman" panose="02020603050405020304"/>
                          <a:cs typeface="Times New Roman" panose="02020603050405020304"/>
                          <a:sym typeface="Times New Roman" panose="02020603050405020304"/>
                        </a:rPr>
                        <a:t>2</a:t>
                      </a:r>
                      <a:endParaRPr sz="1400" b="1" dirty="0">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GB" sz="1400" b="1" dirty="0">
                          <a:latin typeface="Times New Roman" panose="02020603050405020304"/>
                          <a:ea typeface="Times New Roman" panose="02020603050405020304"/>
                          <a:cs typeface="Times New Roman" panose="02020603050405020304"/>
                          <a:sym typeface="Times New Roman" panose="02020603050405020304"/>
                        </a:rPr>
                        <a:t>BOPV-20</a:t>
                      </a:r>
                      <a:endParaRPr sz="1400" b="1" dirty="0">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lgn="ctr">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defPPr>
                        <a:defRPr lang="fr-FR">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0" fontAlgn="b">
                        <a:buNone/>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15 759 946</a:t>
                      </a:r>
                    </a:p>
                  </a:txBody>
                  <a:tcPr marL="7620" marR="7620" marT="7620" marB="0" anchor="ctr">
                    <a:lnL w="9525" cap="flat" cmpd="sng" algn="ctr">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fr-FR" sz="1400" dirty="0">
                          <a:latin typeface="Times New Roman" panose="02020603050405020304"/>
                          <a:ea typeface="Times New Roman" panose="02020603050405020304"/>
                          <a:cs typeface="Times New Roman" panose="02020603050405020304"/>
                          <a:sym typeface="Times New Roman" panose="02020603050405020304"/>
                        </a:rPr>
                        <a:t>0</a:t>
                      </a:r>
                      <a:endParaRPr sz="1400" dirty="0">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lgn="ctr">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lvl="0" indent="0" algn="ctr" rtl="0">
                        <a:spcBef>
                          <a:spcPts val="0"/>
                        </a:spcBef>
                        <a:spcAft>
                          <a:spcPts val="0"/>
                        </a:spcAft>
                        <a:buNone/>
                      </a:pPr>
                      <a:r>
                        <a:rPr lang="fr-FR" sz="1200" dirty="0">
                          <a:solidFill>
                            <a:srgbClr val="202020"/>
                          </a:solidFill>
                          <a:latin typeface="Times New Roman" panose="02020603050405020304" pitchFamily="18" charset="0"/>
                          <a:cs typeface="Times New Roman" panose="02020603050405020304" pitchFamily="18" charset="0"/>
                        </a:rPr>
                        <a:t>0</a:t>
                      </a:r>
                      <a:endParaRPr sz="1200" dirty="0">
                        <a:solidFill>
                          <a:srgbClr val="202020"/>
                        </a:solidFill>
                        <a:latin typeface="Times New Roman" panose="02020603050405020304" pitchFamily="18" charset="0"/>
                        <a:cs typeface="Times New Roman" panose="02020603050405020304" pitchFamily="18" charset="0"/>
                      </a:endParaRPr>
                    </a:p>
                  </a:txBody>
                  <a:tcPr marL="38100" marR="38100" marT="0" marB="0" anchor="ctr">
                    <a:lnL w="9525" cap="flat" cmpd="sng" algn="ctr">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p>
                      <a:pPr marL="0" lvl="0" indent="0" algn="ctr" rtl="0">
                        <a:spcBef>
                          <a:spcPts val="0"/>
                        </a:spcBef>
                        <a:spcAft>
                          <a:spcPts val="0"/>
                        </a:spcAft>
                        <a:buNone/>
                      </a:pPr>
                      <a:r>
                        <a:rPr lang="fr-FR" sz="1200" dirty="0">
                          <a:latin typeface="Times New Roman" panose="02020603050405020304" pitchFamily="18" charset="0"/>
                          <a:cs typeface="Times New Roman" panose="02020603050405020304" pitchFamily="18" charset="0"/>
                        </a:rPr>
                        <a:t>0</a:t>
                      </a:r>
                      <a:endParaRPr sz="1200" dirty="0">
                        <a:latin typeface="Times New Roman" panose="02020603050405020304" pitchFamily="18" charset="0"/>
                        <a:cs typeface="Times New Roman" panose="02020603050405020304" pitchFamily="18" charset="0"/>
                      </a:endParaRPr>
                    </a:p>
                  </a:txBody>
                  <a:tcPr marL="38100" marR="38100" marT="0" marB="0" anchor="ctr">
                    <a:lnL w="9525" cap="flat" cmpd="sng" algn="ctr">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fr-FR" sz="14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0</a:t>
                      </a:r>
                      <a:endParaRPr sz="14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38100" marR="38100" marT="0" marB="0" anchor="ctr">
                    <a:lnL w="9525" cap="flat" cmpd="sng" algn="ctr">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fr-FR" sz="1400" dirty="0">
                          <a:latin typeface="Times New Roman" panose="02020603050405020304"/>
                          <a:ea typeface="Times New Roman" panose="02020603050405020304"/>
                          <a:cs typeface="Times New Roman" panose="02020603050405020304"/>
                          <a:sym typeface="Times New Roman" panose="02020603050405020304"/>
                        </a:rPr>
                        <a:t>15 759 946</a:t>
                      </a:r>
                      <a:endParaRPr sz="1400" dirty="0">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lgn="ctr">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fr-FR" sz="1400" dirty="0">
                          <a:latin typeface="Times New Roman" panose="02020603050405020304"/>
                          <a:ea typeface="Times New Roman" panose="02020603050405020304"/>
                          <a:cs typeface="Times New Roman" panose="02020603050405020304"/>
                          <a:sym typeface="Times New Roman" panose="02020603050405020304"/>
                        </a:rPr>
                        <a:t>11 010 000</a:t>
                      </a:r>
                      <a:endParaRPr sz="1400" dirty="0">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lgn="ctr">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fr-FR" sz="1400" dirty="0">
                          <a:latin typeface="Times New Roman" panose="02020603050405020304"/>
                          <a:ea typeface="Times New Roman" panose="02020603050405020304"/>
                          <a:cs typeface="Times New Roman" panose="02020603050405020304"/>
                          <a:sym typeface="Times New Roman" panose="02020603050405020304"/>
                        </a:rPr>
                        <a:t>11 010 000</a:t>
                      </a:r>
                      <a:endParaRPr sz="1400" dirty="0">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lgn="ctr">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vMerge="1">
                  <a:txBody>
                    <a:bodyPr/>
                    <a:lstStyle/>
                    <a:p>
                      <a:endParaRPr dirty="0"/>
                    </a:p>
                  </a:txBody>
                  <a:tcPr marL="7620" marR="7620" marT="7620" marB="0" anchor="ctr">
                    <a:lnL w="9525" cap="flat" cmpd="sng" algn="ctr">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solidFill>
                      <a:schemeClr val="tx1"/>
                    </a:solidFill>
                  </a:tcPr>
                </a:tc>
                <a:tc>
                  <a:txBody>
                    <a:bodyPr/>
                    <a:lstStyle/>
                    <a:p>
                      <a:pPr algn="ctr" fontAlgn="b">
                        <a:buNone/>
                      </a:pPr>
                      <a:r>
                        <a:rPr lang="fr-FR" sz="1600" b="0" i="0" u="none" strike="noStrike">
                          <a:solidFill>
                            <a:srgbClr val="000000"/>
                          </a:solidFill>
                          <a:effectLst/>
                          <a:latin typeface="Times New Roman" panose="02020603050405020304" pitchFamily="18" charset="0"/>
                          <a:cs typeface="Times New Roman" panose="02020603050405020304" pitchFamily="18" charset="0"/>
                        </a:rPr>
                        <a:t>70%</a:t>
                      </a:r>
                    </a:p>
                  </a:txBody>
                  <a:tcPr marL="7620" marR="7620" marT="7620" marB="0" anchor="ctr">
                    <a:lnL w="9525" cap="flat" cmpd="sng" algn="ctr">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solidFill>
                      <a:srgbClr val="FFC000"/>
                    </a:solidFill>
                  </a:tcPr>
                </a:tc>
                <a:tc>
                  <a:txBody>
                    <a:bodyPr/>
                    <a:lstStyle/>
                    <a:p>
                      <a:pPr algn="ctr" fontAlgn="b">
                        <a:buNone/>
                      </a:pPr>
                      <a:r>
                        <a:rPr lang="fr-FR" sz="1600" b="0" i="0" u="none" strike="noStrike">
                          <a:solidFill>
                            <a:srgbClr val="000000"/>
                          </a:solidFill>
                          <a:effectLst/>
                          <a:latin typeface="Times New Roman" panose="02020603050405020304" pitchFamily="18" charset="0"/>
                          <a:cs typeface="Times New Roman" panose="02020603050405020304" pitchFamily="18" charset="0"/>
                        </a:rPr>
                        <a:t>70%</a:t>
                      </a:r>
                    </a:p>
                  </a:txBody>
                  <a:tcPr marL="7620" marR="7620" marT="7620" marB="0" anchor="ctr">
                    <a:lnL w="9525" cap="flat" cmpd="sng" algn="ctr">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solidFill>
                      <a:srgbClr val="FFC000"/>
                    </a:solidFill>
                  </a:tcPr>
                </a:tc>
                <a:extLst>
                  <a:ext uri="{0D108BD9-81ED-4DB2-BD59-A6C34878D82A}">
                    <a16:rowId xmlns:a16="http://schemas.microsoft.com/office/drawing/2014/main" val="3968468652"/>
                  </a:ext>
                </a:extLst>
              </a:tr>
              <a:tr h="514126">
                <a:tc>
                  <a:txBody>
                    <a:bodyPr/>
                    <a:lstStyle/>
                    <a:p>
                      <a:pPr marL="0" lvl="0" indent="0" algn="ctr" rtl="0">
                        <a:lnSpc>
                          <a:spcPct val="115000"/>
                        </a:lnSpc>
                        <a:spcBef>
                          <a:spcPts val="0"/>
                        </a:spcBef>
                        <a:spcAft>
                          <a:spcPts val="0"/>
                        </a:spcAft>
                        <a:buNone/>
                      </a:pPr>
                      <a:r>
                        <a:rPr lang="en-GB" sz="1400" b="1" dirty="0">
                          <a:latin typeface="Times New Roman" panose="02020603050405020304"/>
                          <a:ea typeface="Times New Roman" panose="02020603050405020304"/>
                          <a:cs typeface="Times New Roman" panose="02020603050405020304"/>
                          <a:sym typeface="Times New Roman" panose="02020603050405020304"/>
                        </a:rPr>
                        <a:t>3</a:t>
                      </a:r>
                      <a:endParaRPr sz="1400" b="1" dirty="0">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GB" sz="1400" b="1">
                          <a:latin typeface="Times New Roman" panose="02020603050405020304"/>
                          <a:ea typeface="Times New Roman" panose="02020603050405020304"/>
                          <a:cs typeface="Times New Roman" panose="02020603050405020304"/>
                          <a:sym typeface="Times New Roman" panose="02020603050405020304"/>
                        </a:rPr>
                        <a:t>DTP-HepB-Hib-10 (lqd)</a:t>
                      </a:r>
                      <a:endParaRPr sz="1400" b="1">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defPPr>
                        <a:defRPr lang="fr-FR">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0" fontAlgn="ctr">
                        <a:buNone/>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16 278 026</a:t>
                      </a:r>
                    </a:p>
                  </a:txBody>
                  <a:tcPr marL="7620" marR="7620" marT="762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8 501 100</a:t>
                      </a:r>
                      <a:endParaRPr sz="1400" dirty="0">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lgn="ctr">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Font typeface="Arial" panose="020B0604020202020204"/>
                        <a:buNone/>
                      </a:pPr>
                      <a:r>
                        <a:rPr lang="fr-FR" sz="1400" b="0" i="0" u="none" strike="noStrike" cap="none" dirty="0">
                          <a:solidFill>
                            <a:schemeClr val="tx1"/>
                          </a:solidFill>
                          <a:latin typeface="Times New Roman" panose="02020603050405020304"/>
                          <a:ea typeface="Times New Roman" panose="02020603050405020304"/>
                          <a:cs typeface="Times New Roman" panose="02020603050405020304"/>
                          <a:sym typeface="Times New Roman" panose="02020603050405020304"/>
                        </a:rPr>
                        <a:t>2 400 000</a:t>
                      </a:r>
                      <a:endParaRPr sz="1400" b="0" i="0" u="none" strike="noStrike" cap="none" dirty="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lgn="ctr">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Font typeface="Arial" panose="020B0604020202020204"/>
                        <a:buNone/>
                      </a:pPr>
                      <a:r>
                        <a:rPr lang="fr-FR" sz="1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6 932 300</a:t>
                      </a:r>
                      <a:endParaRPr sz="1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Font typeface="Arial" panose="020B0604020202020204"/>
                        <a:buNone/>
                      </a:pPr>
                      <a:r>
                        <a:rPr lang="fr-FR" sz="1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9 332 300</a:t>
                      </a:r>
                      <a:endParaRPr sz="1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Font typeface="Arial" panose="020B0604020202020204"/>
                        <a:buNone/>
                      </a:pPr>
                      <a:r>
                        <a:rPr lang="fr-FR" sz="1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2 630 700</a:t>
                      </a:r>
                      <a:endParaRPr sz="1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lgn="ctr">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Font typeface="Arial" panose="020B0604020202020204"/>
                        <a:buNone/>
                      </a:pPr>
                      <a:r>
                        <a:rPr lang="fr-FR" sz="1400" b="0" i="0" u="none" strike="noStrike" cap="none" dirty="0">
                          <a:solidFill>
                            <a:srgbClr val="000000"/>
                          </a:solidFill>
                          <a:latin typeface="Times New Roman" panose="02020603050405020304"/>
                          <a:cs typeface="Times New Roman" panose="02020603050405020304"/>
                          <a:sym typeface="Arial" panose="020B0604020202020204"/>
                        </a:rPr>
                        <a:t>2 630 700</a:t>
                      </a:r>
                      <a:endParaRPr sz="1400" b="0" i="0" u="none" strike="noStrike" cap="none" dirty="0">
                        <a:solidFill>
                          <a:srgbClr val="000000"/>
                        </a:solidFill>
                        <a:latin typeface="Times New Roman" panose="02020603050405020304"/>
                        <a:cs typeface="Times New Roman" panose="02020603050405020304"/>
                        <a:sym typeface="Arial" panose="020B0604020202020204"/>
                      </a:endParaRPr>
                    </a:p>
                  </a:txBody>
                  <a:tcPr marL="38100" marR="38100" marT="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Font typeface="Arial" panose="020B0604020202020204"/>
                        <a:buNone/>
                      </a:pPr>
                      <a:r>
                        <a:rPr lang="fr-FR" sz="1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14 132 000</a:t>
                      </a:r>
                      <a:endParaRPr sz="1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kumimoji="0" lang="fr-FR"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panose="020B0604020202020204"/>
                        </a:rPr>
                        <a:t>100%</a:t>
                      </a:r>
                    </a:p>
                  </a:txBody>
                  <a:tcPr marL="7620" marR="7620" marT="7620" marB="0" anchor="ctr">
                    <a:lnL w="9525" cap="flat" cmpd="sng" algn="ctr">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solidFill>
                      <a:srgbClr val="00B050"/>
                    </a:solidFill>
                  </a:tcPr>
                </a:tc>
                <a:tc>
                  <a:txBody>
                    <a:bodyPr/>
                    <a:lstStyle/>
                    <a:p>
                      <a:pPr algn="ctr" fontAlgn="b">
                        <a:buNone/>
                      </a:pPr>
                      <a:r>
                        <a:rPr lang="fr-FR" sz="1600" b="0" i="0" u="none" strike="noStrike" dirty="0">
                          <a:solidFill>
                            <a:srgbClr val="000000"/>
                          </a:solidFill>
                          <a:effectLst/>
                          <a:latin typeface="Times New Roman" panose="02020603050405020304" pitchFamily="18" charset="0"/>
                          <a:cs typeface="Times New Roman" panose="02020603050405020304" pitchFamily="18" charset="0"/>
                        </a:rPr>
                        <a:t>100%</a:t>
                      </a:r>
                    </a:p>
                  </a:txBody>
                  <a:tcPr marL="7620" marR="7620" marT="7620" marB="0" anchor="ctr">
                    <a:lnL w="9525" cap="flat" cmpd="sng" algn="ctr">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solidFill>
                      <a:srgbClr val="00B050"/>
                    </a:solidFill>
                  </a:tcPr>
                </a:tc>
                <a:tc>
                  <a:txBody>
                    <a:bodyPr/>
                    <a:lstStyle/>
                    <a:p>
                      <a:pPr algn="ctr" fontAlgn="b">
                        <a:buNone/>
                      </a:pPr>
                      <a:r>
                        <a:rPr lang="fr-FR" sz="1600" b="0" i="0" u="none" strike="noStrike" dirty="0">
                          <a:solidFill>
                            <a:srgbClr val="000000"/>
                          </a:solidFill>
                          <a:effectLst/>
                          <a:latin typeface="Times New Roman" panose="02020603050405020304" pitchFamily="18" charset="0"/>
                          <a:cs typeface="Times New Roman" panose="02020603050405020304" pitchFamily="18" charset="0"/>
                        </a:rPr>
                        <a:t>86%</a:t>
                      </a:r>
                    </a:p>
                  </a:txBody>
                  <a:tcPr marL="7620" marR="7620" marT="7620" marB="0" anchor="ctr">
                    <a:lnL w="9525" cap="flat" cmpd="sng" algn="ctr">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solidFill>
                      <a:srgbClr val="FFC000"/>
                    </a:solidFill>
                  </a:tcPr>
                </a:tc>
                <a:extLst>
                  <a:ext uri="{0D108BD9-81ED-4DB2-BD59-A6C34878D82A}">
                    <a16:rowId xmlns:a16="http://schemas.microsoft.com/office/drawing/2014/main" val="10002"/>
                  </a:ext>
                </a:extLst>
              </a:tr>
              <a:tr h="444407">
                <a:tc>
                  <a:txBody>
                    <a:bodyPr/>
                    <a:lstStyle/>
                    <a:p>
                      <a:pPr marL="0" lvl="0" indent="0" algn="ctr" rtl="0">
                        <a:lnSpc>
                          <a:spcPct val="115000"/>
                        </a:lnSpc>
                        <a:spcBef>
                          <a:spcPts val="0"/>
                        </a:spcBef>
                        <a:spcAft>
                          <a:spcPts val="0"/>
                        </a:spcAft>
                        <a:buNone/>
                      </a:pPr>
                      <a:r>
                        <a:rPr lang="en-GB" sz="1400" b="1" dirty="0">
                          <a:latin typeface="Times New Roman" panose="02020603050405020304"/>
                          <a:ea typeface="Times New Roman" panose="02020603050405020304"/>
                          <a:cs typeface="Times New Roman" panose="02020603050405020304"/>
                          <a:sym typeface="Times New Roman" panose="02020603050405020304"/>
                        </a:rPr>
                        <a:t>4</a:t>
                      </a:r>
                      <a:endParaRPr sz="1400" b="1" dirty="0">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GB" sz="1400" b="1" dirty="0">
                          <a:latin typeface="Times New Roman" panose="02020603050405020304"/>
                          <a:ea typeface="Times New Roman" panose="02020603050405020304"/>
                          <a:cs typeface="Times New Roman" panose="02020603050405020304"/>
                          <a:sym typeface="Times New Roman" panose="02020603050405020304"/>
                        </a:rPr>
                        <a:t>IPV-5</a:t>
                      </a:r>
                      <a:endParaRPr sz="1400" b="1" dirty="0">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defPPr>
                        <a:defRPr lang="fr-FR">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0" fontAlgn="b">
                        <a:buNone/>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10 556 463</a:t>
                      </a:r>
                    </a:p>
                  </a:txBody>
                  <a:tcPr marL="7620" marR="7620" marT="762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fr-FR" sz="1400" dirty="0">
                          <a:latin typeface="Times New Roman" panose="02020603050405020304"/>
                          <a:ea typeface="Times New Roman" panose="02020603050405020304"/>
                          <a:cs typeface="Times New Roman" panose="02020603050405020304"/>
                          <a:sym typeface="Times New Roman" panose="02020603050405020304"/>
                        </a:rPr>
                        <a:t>7 305 200</a:t>
                      </a:r>
                      <a:endParaRPr sz="1400" dirty="0">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lgn="ctr">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Font typeface="Arial" panose="020B0604020202020204"/>
                        <a:buNone/>
                      </a:pPr>
                      <a:r>
                        <a:rPr lang="fr-FR" sz="1400" b="0" i="0" u="none" strike="noStrike" cap="none" dirty="0">
                          <a:solidFill>
                            <a:schemeClr val="tx1"/>
                          </a:solidFill>
                          <a:latin typeface="Times New Roman" panose="02020603050405020304"/>
                          <a:ea typeface="Times New Roman" panose="02020603050405020304"/>
                          <a:cs typeface="Times New Roman" panose="02020603050405020304"/>
                          <a:sym typeface="Times New Roman" panose="02020603050405020304"/>
                        </a:rPr>
                        <a:t>7 305 200</a:t>
                      </a:r>
                      <a:endParaRPr sz="1400" b="0" i="0" u="none" strike="noStrike" cap="none" dirty="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lgn="ctr">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Font typeface="Arial" panose="020B0604020202020204"/>
                        <a:buNone/>
                      </a:pPr>
                      <a:r>
                        <a:rPr lang="fr-FR" sz="1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2 000 000</a:t>
                      </a:r>
                      <a:endParaRPr sz="1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Font typeface="Arial" panose="020B0604020202020204"/>
                        <a:buNone/>
                      </a:pPr>
                      <a:r>
                        <a:rPr lang="fr-FR" sz="1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9 305 000</a:t>
                      </a:r>
                      <a:endParaRPr sz="1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Font typeface="Arial" panose="020B0604020202020204"/>
                        <a:buNone/>
                      </a:pPr>
                      <a:r>
                        <a:rPr lang="fr-FR" sz="1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0</a:t>
                      </a:r>
                      <a:endParaRPr sz="1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lgn="ctr">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Font typeface="Arial" panose="020B0604020202020204"/>
                        <a:buNone/>
                      </a:pPr>
                      <a:r>
                        <a:rPr lang="fr-FR" sz="1400" b="0" i="0" u="none" strike="noStrike" cap="none" dirty="0">
                          <a:solidFill>
                            <a:srgbClr val="000000"/>
                          </a:solidFill>
                          <a:latin typeface="Times New Roman" panose="02020603050405020304"/>
                          <a:cs typeface="Times New Roman" panose="02020603050405020304"/>
                          <a:sym typeface="Arial" panose="020B0604020202020204"/>
                        </a:rPr>
                        <a:t>0</a:t>
                      </a:r>
                      <a:endParaRPr sz="1400" b="0" i="0" u="none" strike="noStrike" cap="none" dirty="0">
                        <a:solidFill>
                          <a:srgbClr val="000000"/>
                        </a:solidFill>
                        <a:latin typeface="Times New Roman" panose="02020603050405020304"/>
                        <a:cs typeface="Times New Roman" panose="02020603050405020304"/>
                        <a:sym typeface="Arial" panose="020B0604020202020204"/>
                      </a:endParaRPr>
                    </a:p>
                  </a:txBody>
                  <a:tcPr marL="38100" marR="38100" marT="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Font typeface="Arial" panose="020B0604020202020204"/>
                        <a:buNone/>
                      </a:pPr>
                      <a:r>
                        <a:rPr lang="fr-FR" sz="1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9 305 200</a:t>
                      </a:r>
                      <a:endParaRPr sz="1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kumimoji="0" lang="fr-FR"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panose="020B0604020202020204"/>
                        </a:rPr>
                        <a:t>100%</a:t>
                      </a:r>
                    </a:p>
                  </a:txBody>
                  <a:tcPr marL="7620" marR="7620" marT="7620" marB="0" anchor="ctr">
                    <a:lnL w="9525" cap="flat" cmpd="sng" algn="ctr">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solidFill>
                      <a:srgbClr val="00B050"/>
                    </a:solidFill>
                  </a:tcPr>
                </a:tc>
                <a:tc>
                  <a:txBody>
                    <a:bodyPr/>
                    <a:lstStyle/>
                    <a:p>
                      <a:pPr algn="ctr" fontAlgn="b">
                        <a:buNone/>
                      </a:pPr>
                      <a:r>
                        <a:rPr lang="fr-FR" sz="16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7620" marR="7620" marT="7620" marB="0" anchor="ctr">
                    <a:lnL w="9525" cap="flat" cmpd="sng" algn="ctr">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solidFill>
                      <a:srgbClr val="323232"/>
                    </a:solidFill>
                  </a:tcPr>
                </a:tc>
                <a:tc>
                  <a:txBody>
                    <a:bodyPr/>
                    <a:lstStyle/>
                    <a:p>
                      <a:pPr algn="ctr" fontAlgn="b">
                        <a:buNone/>
                      </a:pPr>
                      <a:r>
                        <a:rPr lang="fr-FR" sz="1600" b="0" i="0" u="none" strike="noStrike" dirty="0">
                          <a:solidFill>
                            <a:srgbClr val="000000"/>
                          </a:solidFill>
                          <a:effectLst/>
                          <a:latin typeface="Times New Roman" panose="02020603050405020304" pitchFamily="18" charset="0"/>
                          <a:cs typeface="Times New Roman" panose="02020603050405020304" pitchFamily="18" charset="0"/>
                        </a:rPr>
                        <a:t>88%</a:t>
                      </a:r>
                    </a:p>
                  </a:txBody>
                  <a:tcPr marL="7620" marR="7620" marT="7620" marB="0" anchor="ctr">
                    <a:lnL w="9525" cap="flat" cmpd="sng" algn="ctr">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solidFill>
                      <a:srgbClr val="FFC000"/>
                    </a:solidFill>
                  </a:tcPr>
                </a:tc>
                <a:extLst>
                  <a:ext uri="{0D108BD9-81ED-4DB2-BD59-A6C34878D82A}">
                    <a16:rowId xmlns:a16="http://schemas.microsoft.com/office/drawing/2014/main" val="10003"/>
                  </a:ext>
                </a:extLst>
              </a:tr>
              <a:tr h="437768">
                <a:tc>
                  <a:txBody>
                    <a:bodyPr/>
                    <a:lstStyle/>
                    <a:p>
                      <a:pPr marL="0" lvl="0" indent="0" algn="ctr" rtl="0">
                        <a:spcBef>
                          <a:spcPts val="0"/>
                        </a:spcBef>
                        <a:spcAft>
                          <a:spcPts val="0"/>
                        </a:spcAft>
                        <a:buNone/>
                      </a:pPr>
                      <a:r>
                        <a:rPr lang="en-GB" sz="1400" b="1" dirty="0">
                          <a:latin typeface="Times New Roman" panose="02020603050405020304"/>
                          <a:ea typeface="Times New Roman" panose="02020603050405020304"/>
                          <a:cs typeface="Times New Roman" panose="02020603050405020304"/>
                          <a:sym typeface="Times New Roman" panose="02020603050405020304"/>
                        </a:rPr>
                        <a:t>5</a:t>
                      </a:r>
                      <a:endParaRPr sz="1400" b="1" dirty="0">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GB" sz="1400" b="1" dirty="0">
                          <a:latin typeface="Times New Roman" panose="02020603050405020304"/>
                          <a:ea typeface="Times New Roman" panose="02020603050405020304"/>
                          <a:cs typeface="Times New Roman" panose="02020603050405020304"/>
                          <a:sym typeface="Times New Roman" panose="02020603050405020304"/>
                        </a:rPr>
                        <a:t>Mea-5</a:t>
                      </a:r>
                      <a:endParaRPr sz="1400" b="1" dirty="0">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defPPr>
                        <a:defRPr lang="fr-FR">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0" fontAlgn="b">
                        <a:buNone/>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9 099 095</a:t>
                      </a:r>
                    </a:p>
                  </a:txBody>
                  <a:tcPr marL="7620" marR="7620" marT="762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4 110 500</a:t>
                      </a:r>
                      <a:endParaRPr sz="1400" dirty="0">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lgn="ctr">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Font typeface="Arial" panose="020B0604020202020204"/>
                        <a:buNone/>
                      </a:pPr>
                      <a:r>
                        <a:rPr lang="fr-FR" sz="1400" b="0" i="0" u="none" strike="noStrike" cap="none" dirty="0">
                          <a:solidFill>
                            <a:schemeClr val="tx1"/>
                          </a:solidFill>
                          <a:latin typeface="Times New Roman" panose="02020603050405020304"/>
                          <a:ea typeface="Times New Roman" panose="02020603050405020304"/>
                          <a:cs typeface="Times New Roman" panose="02020603050405020304"/>
                          <a:sym typeface="Times New Roman" panose="02020603050405020304"/>
                        </a:rPr>
                        <a:t>2 000 000</a:t>
                      </a:r>
                      <a:endParaRPr sz="1400" b="0" i="0" u="none" strike="noStrike" cap="none" dirty="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lgn="ctr">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Font typeface="Arial" panose="020B0604020202020204"/>
                        <a:buNone/>
                      </a:pPr>
                      <a:r>
                        <a:rPr lang="fr-FR" sz="1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3 326 000</a:t>
                      </a:r>
                      <a:endParaRPr sz="1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Font typeface="Arial" panose="020B0604020202020204"/>
                        <a:buNone/>
                      </a:pPr>
                      <a:r>
                        <a:rPr lang="fr-FR" sz="1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5 326 000</a:t>
                      </a:r>
                      <a:endParaRPr sz="1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Font typeface="Arial" panose="020B0604020202020204"/>
                        <a:buNone/>
                      </a:pPr>
                      <a:r>
                        <a:rPr lang="fr-FR" sz="1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2 343 500</a:t>
                      </a:r>
                      <a:endParaRPr sz="1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lgn="ctr">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Font typeface="Arial" panose="020B0604020202020204"/>
                        <a:buNone/>
                      </a:pPr>
                      <a:r>
                        <a:rPr lang="fr-FR" sz="1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2 343 500</a:t>
                      </a:r>
                      <a:endParaRPr sz="1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Font typeface="Arial" panose="020B0604020202020204"/>
                        <a:buNone/>
                      </a:pPr>
                      <a:r>
                        <a:rPr lang="fr-FR" sz="1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8 912 000</a:t>
                      </a:r>
                      <a:endParaRPr sz="1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kumimoji="0" lang="fr-FR"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panose="020B0604020202020204"/>
                        </a:rPr>
                        <a:t>100%</a:t>
                      </a:r>
                    </a:p>
                  </a:txBody>
                  <a:tcPr marL="7620" marR="7620" marT="7620" marB="0" anchor="ctr">
                    <a:lnL w="9525" cap="flat" cmpd="sng" algn="ctr">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solidFill>
                      <a:srgbClr val="00B050"/>
                    </a:solidFill>
                  </a:tcPr>
                </a:tc>
                <a:tc>
                  <a:txBody>
                    <a:bodyPr/>
                    <a:lstStyle/>
                    <a:p>
                      <a:pPr algn="ctr" fontAlgn="b">
                        <a:buNone/>
                      </a:pPr>
                      <a:r>
                        <a:rPr lang="fr-FR" sz="1600" b="0" i="0" u="none" strike="noStrike">
                          <a:solidFill>
                            <a:srgbClr val="000000"/>
                          </a:solidFill>
                          <a:effectLst/>
                          <a:latin typeface="Times New Roman" panose="02020603050405020304" pitchFamily="18" charset="0"/>
                          <a:cs typeface="Times New Roman" panose="02020603050405020304" pitchFamily="18" charset="0"/>
                        </a:rPr>
                        <a:t>100%</a:t>
                      </a:r>
                    </a:p>
                  </a:txBody>
                  <a:tcPr marL="7620" marR="7620" marT="7620" marB="0" anchor="ctr">
                    <a:lnL w="9525" cap="flat" cmpd="sng" algn="ctr">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solidFill>
                      <a:srgbClr val="00B050"/>
                    </a:solidFill>
                  </a:tcPr>
                </a:tc>
                <a:tc>
                  <a:txBody>
                    <a:bodyPr/>
                    <a:lstStyle/>
                    <a:p>
                      <a:pPr algn="ctr" fontAlgn="b">
                        <a:buNone/>
                      </a:pPr>
                      <a:r>
                        <a:rPr lang="fr-FR" sz="1600" b="0" i="0" u="none" strike="noStrike" dirty="0">
                          <a:solidFill>
                            <a:srgbClr val="000000"/>
                          </a:solidFill>
                          <a:effectLst/>
                          <a:latin typeface="Times New Roman" panose="02020603050405020304" pitchFamily="18" charset="0"/>
                          <a:cs typeface="Times New Roman" panose="02020603050405020304" pitchFamily="18" charset="0"/>
                        </a:rPr>
                        <a:t>75%</a:t>
                      </a:r>
                    </a:p>
                  </a:txBody>
                  <a:tcPr marL="7620" marR="7620" marT="7620" marB="0" anchor="ctr">
                    <a:lnL w="9525" cap="flat" cmpd="sng" algn="ctr">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solidFill>
                      <a:srgbClr val="FFC000"/>
                    </a:solidFill>
                  </a:tcPr>
                </a:tc>
                <a:extLst>
                  <a:ext uri="{0D108BD9-81ED-4DB2-BD59-A6C34878D82A}">
                    <a16:rowId xmlns:a16="http://schemas.microsoft.com/office/drawing/2014/main" val="10004"/>
                  </a:ext>
                </a:extLst>
              </a:tr>
              <a:tr h="514126">
                <a:tc>
                  <a:txBody>
                    <a:bodyPr/>
                    <a:lstStyle/>
                    <a:p>
                      <a:pPr marL="0" lvl="0" indent="0" algn="ctr" rtl="0">
                        <a:lnSpc>
                          <a:spcPct val="115000"/>
                        </a:lnSpc>
                        <a:spcBef>
                          <a:spcPts val="0"/>
                        </a:spcBef>
                        <a:spcAft>
                          <a:spcPts val="0"/>
                        </a:spcAft>
                        <a:buNone/>
                      </a:pPr>
                      <a:r>
                        <a:rPr lang="en-GB" sz="1400" b="1" dirty="0">
                          <a:latin typeface="Times New Roman" panose="02020603050405020304"/>
                          <a:ea typeface="Times New Roman" panose="02020603050405020304"/>
                          <a:cs typeface="Times New Roman" panose="02020603050405020304"/>
                          <a:sym typeface="Times New Roman" panose="02020603050405020304"/>
                        </a:rPr>
                        <a:t>6</a:t>
                      </a:r>
                      <a:endParaRPr sz="1400" b="1" dirty="0">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GB" sz="1400" b="1" dirty="0">
                          <a:latin typeface="Times New Roman" panose="02020603050405020304"/>
                          <a:ea typeface="Times New Roman" panose="02020603050405020304"/>
                          <a:cs typeface="Times New Roman" panose="02020603050405020304"/>
                          <a:sym typeface="Times New Roman" panose="02020603050405020304"/>
                        </a:rPr>
                        <a:t>PCV13-4</a:t>
                      </a:r>
                      <a:endParaRPr sz="1400" b="1" dirty="0">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defPPr>
                        <a:defRPr lang="fr-FR">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0" fontAlgn="b">
                        <a:buNone/>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12 677 529</a:t>
                      </a:r>
                    </a:p>
                  </a:txBody>
                  <a:tcPr marL="7620" marR="7620" marT="762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10 179 400</a:t>
                      </a:r>
                      <a:endParaRPr sz="1400" dirty="0">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lgn="ctr">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Font typeface="Arial" panose="020B0604020202020204"/>
                        <a:buNone/>
                      </a:pPr>
                      <a:r>
                        <a:rPr lang="fr-FR" sz="1400" b="0" i="0" u="none" strike="noStrike" cap="none" dirty="0">
                          <a:solidFill>
                            <a:schemeClr val="tx1"/>
                          </a:solidFill>
                          <a:latin typeface="Times New Roman" panose="02020603050405020304"/>
                          <a:ea typeface="Times New Roman" panose="02020603050405020304"/>
                          <a:cs typeface="Times New Roman" panose="02020603050405020304"/>
                          <a:sym typeface="Times New Roman" panose="02020603050405020304"/>
                        </a:rPr>
                        <a:t>4 200 000</a:t>
                      </a:r>
                      <a:endParaRPr sz="1400" b="0" i="0" u="none" strike="noStrike" cap="none" dirty="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lgn="ctr">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Font typeface="Arial" panose="020B0604020202020204"/>
                        <a:buNone/>
                      </a:pPr>
                      <a:r>
                        <a:rPr lang="fr-FR" sz="1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10 909 200</a:t>
                      </a:r>
                      <a:endParaRPr sz="1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Font typeface="Arial" panose="020B0604020202020204"/>
                        <a:buNone/>
                      </a:pPr>
                      <a:r>
                        <a:rPr lang="fr-FR" sz="1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10 909 200</a:t>
                      </a:r>
                      <a:endParaRPr sz="1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Font typeface="Arial" panose="020B0604020202020204"/>
                        <a:buNone/>
                      </a:pPr>
                      <a:r>
                        <a:rPr lang="fr-FR" sz="1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785 600</a:t>
                      </a:r>
                      <a:endParaRPr sz="1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lgn="ctr">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Font typeface="Arial" panose="020B0604020202020204"/>
                        <a:buNone/>
                      </a:pPr>
                      <a:r>
                        <a:rPr lang="fr-FR" sz="1400" b="0" i="0" u="none" strike="noStrike" cap="none" dirty="0">
                          <a:solidFill>
                            <a:srgbClr val="000000"/>
                          </a:solidFill>
                          <a:latin typeface="Times New Roman" panose="02020603050405020304"/>
                          <a:cs typeface="Times New Roman" panose="02020603050405020304"/>
                          <a:sym typeface="Arial" panose="020B0604020202020204"/>
                        </a:rPr>
                        <a:t>785 600</a:t>
                      </a:r>
                      <a:endParaRPr sz="1400" b="0" i="0" u="none" strike="noStrike" cap="none" dirty="0">
                        <a:solidFill>
                          <a:srgbClr val="000000"/>
                        </a:solidFill>
                        <a:latin typeface="Times New Roman" panose="02020603050405020304"/>
                        <a:cs typeface="Times New Roman" panose="02020603050405020304"/>
                        <a:sym typeface="Arial" panose="020B0604020202020204"/>
                      </a:endParaRPr>
                    </a:p>
                  </a:txBody>
                  <a:tcPr marL="38100" marR="38100" marT="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Font typeface="Arial" panose="020B0604020202020204"/>
                        <a:buNone/>
                      </a:pPr>
                      <a:r>
                        <a:rPr lang="fr-FR" sz="1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11 694 800</a:t>
                      </a:r>
                      <a:endParaRPr sz="1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kumimoji="0" lang="fr-FR" sz="1600" b="0" i="0" u="none" strike="noStrike" kern="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sym typeface="Arial" panose="020B0604020202020204"/>
                        </a:rPr>
                        <a:t>100%</a:t>
                      </a:r>
                      <a:endParaRPr kumimoji="0" lang="fr-FR"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panose="020B0604020202020204"/>
                      </a:endParaRPr>
                    </a:p>
                  </a:txBody>
                  <a:tcPr marL="7620" marR="7620" marT="7620" marB="0" anchor="ctr">
                    <a:lnL w="9525" cap="flat" cmpd="sng" algn="ctr">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solidFill>
                      <a:srgbClr val="00B050"/>
                    </a:solidFill>
                  </a:tcPr>
                </a:tc>
                <a:tc>
                  <a:txBody>
                    <a:bodyPr/>
                    <a:lstStyle/>
                    <a:p>
                      <a:pPr algn="ctr" fontAlgn="b">
                        <a:buNone/>
                      </a:pPr>
                      <a:r>
                        <a:rPr lang="fr-FR" sz="1600" b="0" i="0" u="none" strike="noStrike">
                          <a:solidFill>
                            <a:srgbClr val="000000"/>
                          </a:solidFill>
                          <a:effectLst/>
                          <a:latin typeface="Times New Roman" panose="02020603050405020304" pitchFamily="18" charset="0"/>
                          <a:cs typeface="Times New Roman" panose="02020603050405020304" pitchFamily="18" charset="0"/>
                        </a:rPr>
                        <a:t>100%</a:t>
                      </a:r>
                    </a:p>
                  </a:txBody>
                  <a:tcPr marL="7620" marR="7620" marT="7620" marB="0" anchor="ctr">
                    <a:lnL w="9525" cap="flat" cmpd="sng" algn="ctr">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solidFill>
                      <a:srgbClr val="00B050"/>
                    </a:solidFill>
                  </a:tcPr>
                </a:tc>
                <a:tc>
                  <a:txBody>
                    <a:bodyPr/>
                    <a:lstStyle/>
                    <a:p>
                      <a:pPr algn="ctr" fontAlgn="b">
                        <a:buNone/>
                      </a:pPr>
                      <a:r>
                        <a:rPr lang="fr-FR" sz="1600" b="0" i="0" u="none" strike="noStrike" dirty="0">
                          <a:solidFill>
                            <a:srgbClr val="000000"/>
                          </a:solidFill>
                          <a:effectLst/>
                          <a:latin typeface="Times New Roman" panose="02020603050405020304" pitchFamily="18" charset="0"/>
                          <a:cs typeface="Times New Roman" panose="02020603050405020304" pitchFamily="18" charset="0"/>
                        </a:rPr>
                        <a:t>92%</a:t>
                      </a:r>
                    </a:p>
                  </a:txBody>
                  <a:tcPr marL="7620" marR="7620" marT="7620" marB="0" anchor="ctr">
                    <a:lnL w="9525" cap="flat" cmpd="sng" algn="ctr">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solidFill>
                      <a:srgbClr val="FFC000"/>
                    </a:solidFill>
                  </a:tcPr>
                </a:tc>
                <a:extLst>
                  <a:ext uri="{0D108BD9-81ED-4DB2-BD59-A6C34878D82A}">
                    <a16:rowId xmlns:a16="http://schemas.microsoft.com/office/drawing/2014/main" val="10005"/>
                  </a:ext>
                </a:extLst>
              </a:tr>
              <a:tr h="437768">
                <a:tc>
                  <a:txBody>
                    <a:bodyPr/>
                    <a:lstStyle/>
                    <a:p>
                      <a:pPr marL="0" lvl="0" indent="0" algn="ctr" rtl="0">
                        <a:spcBef>
                          <a:spcPts val="0"/>
                        </a:spcBef>
                        <a:spcAft>
                          <a:spcPts val="0"/>
                        </a:spcAft>
                        <a:buNone/>
                      </a:pPr>
                      <a:r>
                        <a:rPr lang="en-GB" sz="1400" b="1" dirty="0">
                          <a:latin typeface="Times New Roman" panose="02020603050405020304"/>
                          <a:ea typeface="Times New Roman" panose="02020603050405020304"/>
                          <a:cs typeface="Times New Roman" panose="02020603050405020304"/>
                          <a:sym typeface="Times New Roman" panose="02020603050405020304"/>
                        </a:rPr>
                        <a:t>7</a:t>
                      </a:r>
                      <a:endParaRPr sz="1400" b="1" dirty="0">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GB" sz="1400" b="1" dirty="0">
                          <a:latin typeface="Times New Roman" panose="02020603050405020304"/>
                          <a:ea typeface="Times New Roman" panose="02020603050405020304"/>
                          <a:cs typeface="Times New Roman" panose="02020603050405020304"/>
                          <a:sym typeface="Times New Roman" panose="02020603050405020304"/>
                        </a:rPr>
                        <a:t>RV5-2, </a:t>
                      </a:r>
                      <a:r>
                        <a:rPr lang="en-GB" sz="1400" b="1" dirty="0" err="1">
                          <a:latin typeface="Times New Roman" panose="02020603050405020304"/>
                          <a:ea typeface="Times New Roman" panose="02020603050405020304"/>
                          <a:cs typeface="Times New Roman" panose="02020603050405020304"/>
                          <a:sym typeface="Times New Roman" panose="02020603050405020304"/>
                        </a:rPr>
                        <a:t>lyo</a:t>
                      </a:r>
                      <a:endParaRPr sz="1400" b="1" dirty="0">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defPPr>
                        <a:defRPr lang="fr-FR">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0" fontAlgn="b">
                        <a:buNone/>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12 967 055</a:t>
                      </a:r>
                    </a:p>
                  </a:txBody>
                  <a:tcPr marL="7620" marR="7620" marT="762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9 447 200</a:t>
                      </a:r>
                      <a:endParaRPr sz="1400" dirty="0">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lgn="ctr">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Font typeface="Arial" panose="020B0604020202020204"/>
                        <a:buNone/>
                      </a:pPr>
                      <a:r>
                        <a:rPr lang="fr-FR" sz="1400" b="0" i="0" u="none" strike="noStrike" cap="none" dirty="0">
                          <a:solidFill>
                            <a:schemeClr val="tx1"/>
                          </a:solidFill>
                          <a:latin typeface="Times New Roman" panose="02020603050405020304"/>
                          <a:ea typeface="Times New Roman" panose="02020603050405020304"/>
                          <a:cs typeface="Times New Roman" panose="02020603050405020304"/>
                          <a:sym typeface="Times New Roman" panose="02020603050405020304"/>
                        </a:rPr>
                        <a:t>0</a:t>
                      </a:r>
                      <a:endParaRPr sz="1400" b="0" i="0" u="none" strike="noStrike" cap="none" dirty="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lgn="ctr">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Font typeface="Arial" panose="020B0604020202020204"/>
                        <a:buNone/>
                      </a:pPr>
                      <a:r>
                        <a:rPr lang="fr-FR" sz="1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7 658 100</a:t>
                      </a:r>
                      <a:endParaRPr sz="1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Font typeface="Arial" panose="020B0604020202020204"/>
                        <a:buNone/>
                      </a:pPr>
                      <a:r>
                        <a:rPr lang="fr-FR" sz="1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7 658 100</a:t>
                      </a:r>
                      <a:endParaRPr sz="1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Font typeface="Arial" panose="020B0604020202020204"/>
                        <a:buNone/>
                      </a:pPr>
                      <a:r>
                        <a:rPr lang="fr-FR" sz="1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808 000</a:t>
                      </a:r>
                      <a:endParaRPr sz="1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lgn="ctr">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Font typeface="Arial" panose="020B0604020202020204"/>
                        <a:buNone/>
                      </a:pPr>
                      <a:r>
                        <a:rPr lang="fr-FR" sz="1400" b="0" i="0" u="none" strike="noStrike" cap="none" dirty="0">
                          <a:solidFill>
                            <a:srgbClr val="000000"/>
                          </a:solidFill>
                          <a:latin typeface="Times New Roman" panose="02020603050405020304"/>
                          <a:cs typeface="Times New Roman" panose="02020603050405020304"/>
                          <a:sym typeface="Arial" panose="020B0604020202020204"/>
                        </a:rPr>
                        <a:t>808 000</a:t>
                      </a:r>
                      <a:endParaRPr sz="1400" b="0" i="0" u="none" strike="noStrike" cap="none" dirty="0">
                        <a:solidFill>
                          <a:srgbClr val="000000"/>
                        </a:solidFill>
                        <a:latin typeface="Times New Roman" panose="02020603050405020304"/>
                        <a:cs typeface="Times New Roman" panose="02020603050405020304"/>
                        <a:sym typeface="Arial" panose="020B0604020202020204"/>
                      </a:endParaRPr>
                    </a:p>
                  </a:txBody>
                  <a:tcPr marL="38100" marR="38100" marT="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Font typeface="Arial" panose="020B0604020202020204"/>
                        <a:buNone/>
                      </a:pPr>
                      <a:r>
                        <a:rPr lang="fr-FR" sz="1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8 466 100</a:t>
                      </a:r>
                      <a:endParaRPr sz="1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kumimoji="0" lang="fr-FR"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panose="020B0604020202020204"/>
                        </a:rPr>
                        <a:t>100%</a:t>
                      </a:r>
                    </a:p>
                  </a:txBody>
                  <a:tcPr marL="7620" marR="7620" marT="7620" marB="0" anchor="ctr">
                    <a:lnL w="9525" cap="flat" cmpd="sng" algn="ctr">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solidFill>
                      <a:srgbClr val="00B050"/>
                    </a:solidFill>
                  </a:tcPr>
                </a:tc>
                <a:tc>
                  <a:txBody>
                    <a:bodyPr/>
                    <a:lstStyle/>
                    <a:p>
                      <a:pPr algn="ctr" fontAlgn="b">
                        <a:buNone/>
                      </a:pPr>
                      <a:r>
                        <a:rPr lang="fr-FR" sz="1600" b="0" i="0" u="none" strike="noStrike" dirty="0">
                          <a:solidFill>
                            <a:srgbClr val="000000"/>
                          </a:solidFill>
                          <a:effectLst/>
                          <a:latin typeface="Times New Roman" panose="02020603050405020304" pitchFamily="18" charset="0"/>
                          <a:cs typeface="Times New Roman" panose="02020603050405020304" pitchFamily="18" charset="0"/>
                        </a:rPr>
                        <a:t>100%</a:t>
                      </a:r>
                    </a:p>
                  </a:txBody>
                  <a:tcPr marL="7620" marR="7620" marT="7620" marB="0" anchor="ctr">
                    <a:lnL w="9525" cap="flat" cmpd="sng" algn="ctr">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solidFill>
                      <a:srgbClr val="00B050"/>
                    </a:solidFill>
                  </a:tcPr>
                </a:tc>
                <a:tc>
                  <a:txBody>
                    <a:bodyPr/>
                    <a:lstStyle/>
                    <a:p>
                      <a:pPr algn="ctr" fontAlgn="b">
                        <a:buNone/>
                      </a:pPr>
                      <a:r>
                        <a:rPr lang="fr-FR" sz="1600" b="0" i="0" u="none" strike="noStrike">
                          <a:solidFill>
                            <a:srgbClr val="000000"/>
                          </a:solidFill>
                          <a:effectLst/>
                          <a:latin typeface="Times New Roman" panose="02020603050405020304" pitchFamily="18" charset="0"/>
                          <a:cs typeface="Times New Roman" panose="02020603050405020304" pitchFamily="18" charset="0"/>
                        </a:rPr>
                        <a:t>65%</a:t>
                      </a:r>
                    </a:p>
                  </a:txBody>
                  <a:tcPr marL="7620" marR="7620" marT="7620" marB="0" anchor="ctr">
                    <a:lnL w="9525" cap="flat" cmpd="sng" algn="ctr">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solidFill>
                      <a:srgbClr val="FFC000"/>
                    </a:solidFill>
                  </a:tcPr>
                </a:tc>
                <a:extLst>
                  <a:ext uri="{0D108BD9-81ED-4DB2-BD59-A6C34878D82A}">
                    <a16:rowId xmlns:a16="http://schemas.microsoft.com/office/drawing/2014/main" val="10006"/>
                  </a:ext>
                </a:extLst>
              </a:tr>
              <a:tr h="437768">
                <a:tc>
                  <a:txBody>
                    <a:bodyPr/>
                    <a:lstStyle/>
                    <a:p>
                      <a:pPr marL="0" lvl="0" indent="0" algn="ctr" rtl="0">
                        <a:lnSpc>
                          <a:spcPct val="115000"/>
                        </a:lnSpc>
                        <a:spcBef>
                          <a:spcPts val="0"/>
                        </a:spcBef>
                        <a:spcAft>
                          <a:spcPts val="0"/>
                        </a:spcAft>
                        <a:buNone/>
                      </a:pPr>
                      <a:r>
                        <a:rPr lang="en-GB" sz="1400" b="1" dirty="0">
                          <a:latin typeface="Times New Roman" panose="02020603050405020304"/>
                          <a:ea typeface="Times New Roman" panose="02020603050405020304"/>
                          <a:cs typeface="Times New Roman" panose="02020603050405020304"/>
                          <a:sym typeface="Times New Roman" panose="02020603050405020304"/>
                        </a:rPr>
                        <a:t>8</a:t>
                      </a:r>
                      <a:endParaRPr sz="1400" b="1" dirty="0">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GB" sz="1400" b="1" dirty="0">
                          <a:latin typeface="Times New Roman" panose="02020603050405020304"/>
                          <a:ea typeface="Times New Roman" panose="02020603050405020304"/>
                          <a:cs typeface="Times New Roman" panose="02020603050405020304"/>
                          <a:sym typeface="Times New Roman" panose="02020603050405020304"/>
                        </a:rPr>
                        <a:t>Td-10</a:t>
                      </a:r>
                      <a:endParaRPr sz="1400" b="1" dirty="0">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defPPr>
                        <a:defRPr lang="fr-FR">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0" fontAlgn="b">
                        <a:buNone/>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6 067 617</a:t>
                      </a:r>
                    </a:p>
                  </a:txBody>
                  <a:tcPr marL="7620" marR="7620" marT="762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fr-FR" sz="1400" dirty="0">
                          <a:latin typeface="Times New Roman" panose="02020603050405020304"/>
                          <a:ea typeface="Times New Roman" panose="02020603050405020304"/>
                          <a:cs typeface="Times New Roman" panose="02020603050405020304"/>
                          <a:sym typeface="Times New Roman" panose="02020603050405020304"/>
                        </a:rPr>
                        <a:t>0</a:t>
                      </a:r>
                      <a:endParaRPr sz="1400" dirty="0">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lgn="ctr">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Font typeface="Arial" panose="020B0604020202020204"/>
                        <a:buNone/>
                      </a:pPr>
                      <a:r>
                        <a:rPr lang="fr-FR" sz="1400" b="0" i="0" u="none" strike="noStrike" cap="none" dirty="0">
                          <a:solidFill>
                            <a:srgbClr val="202020"/>
                          </a:solidFill>
                          <a:latin typeface="Times New Roman" panose="02020603050405020304"/>
                          <a:cs typeface="Times New Roman" panose="02020603050405020304"/>
                          <a:sym typeface="Arial" panose="020B0604020202020204"/>
                        </a:rPr>
                        <a:t>0</a:t>
                      </a:r>
                      <a:endParaRPr sz="1400" b="0" i="0" u="none" strike="noStrike" cap="none" dirty="0">
                        <a:solidFill>
                          <a:srgbClr val="202020"/>
                        </a:solidFill>
                        <a:latin typeface="Times New Roman" panose="02020603050405020304"/>
                        <a:cs typeface="Times New Roman" panose="02020603050405020304"/>
                        <a:sym typeface="Arial" panose="020B0604020202020204"/>
                      </a:endParaRPr>
                    </a:p>
                  </a:txBody>
                  <a:tcPr marL="38100" marR="38100" marT="0" marB="0" anchor="ctr">
                    <a:lnL w="9525" cap="flat" cmpd="sng" algn="ctr">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Font typeface="Arial" panose="020B0604020202020204"/>
                        <a:buNone/>
                      </a:pPr>
                      <a:r>
                        <a:rPr lang="fr-FR" sz="1400" b="0" i="0" u="none" strike="noStrike" cap="none" dirty="0">
                          <a:solidFill>
                            <a:srgbClr val="000000"/>
                          </a:solidFill>
                          <a:latin typeface="Times New Roman" panose="02020603050405020304"/>
                          <a:cs typeface="Times New Roman" panose="02020603050405020304"/>
                          <a:sym typeface="Arial" panose="020B0604020202020204"/>
                        </a:rPr>
                        <a:t>0</a:t>
                      </a:r>
                      <a:endParaRPr sz="1400" b="0" i="0" u="none" strike="noStrike" cap="none" dirty="0">
                        <a:solidFill>
                          <a:srgbClr val="000000"/>
                        </a:solidFill>
                        <a:latin typeface="Times New Roman" panose="02020603050405020304"/>
                        <a:cs typeface="Times New Roman" panose="02020603050405020304"/>
                        <a:sym typeface="Arial" panose="020B0604020202020204"/>
                      </a:endParaRPr>
                    </a:p>
                  </a:txBody>
                  <a:tcPr marL="38100" marR="38100" marT="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Font typeface="Arial" panose="020B0604020202020204"/>
                        <a:buNone/>
                      </a:pPr>
                      <a:r>
                        <a:rPr lang="fr-FR" sz="1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0</a:t>
                      </a:r>
                      <a:endParaRPr sz="1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Font typeface="Arial" panose="020B0604020202020204"/>
                        <a:buNone/>
                      </a:pPr>
                      <a:r>
                        <a:rPr lang="fr-FR" sz="1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6 067 617</a:t>
                      </a:r>
                      <a:endParaRPr sz="1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lgn="ctr">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Font typeface="Arial" panose="020B0604020202020204"/>
                        <a:buNone/>
                      </a:pPr>
                      <a:r>
                        <a:rPr lang="fr-FR" sz="1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4 000 000</a:t>
                      </a:r>
                      <a:endParaRPr sz="1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Font typeface="Arial" panose="020B0604020202020204"/>
                        <a:buNone/>
                      </a:pPr>
                      <a:r>
                        <a:rPr lang="fr-FR" sz="1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4 000 000</a:t>
                      </a:r>
                      <a:endParaRPr sz="1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algn="ctr" fontAlgn="b">
                        <a:buNone/>
                      </a:pPr>
                      <a:r>
                        <a:rPr lang="fr-FR" sz="16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7620" marR="7620" marT="7620" marB="0" anchor="ctr">
                    <a:lnL w="9525" cap="flat" cmpd="sng" algn="ctr">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solidFill>
                      <a:srgbClr val="323232"/>
                    </a:solidFill>
                  </a:tcPr>
                </a:tc>
                <a:tc>
                  <a:txBody>
                    <a:bodyPr/>
                    <a:lstStyle/>
                    <a:p>
                      <a:pPr algn="ctr" fontAlgn="b">
                        <a:buNone/>
                      </a:pPr>
                      <a:r>
                        <a:rPr lang="fr-FR" sz="1600" b="0" i="0" u="none" strike="noStrike">
                          <a:solidFill>
                            <a:srgbClr val="000000"/>
                          </a:solidFill>
                          <a:effectLst/>
                          <a:latin typeface="Times New Roman" panose="02020603050405020304" pitchFamily="18" charset="0"/>
                          <a:cs typeface="Times New Roman" panose="02020603050405020304" pitchFamily="18" charset="0"/>
                        </a:rPr>
                        <a:t>66%</a:t>
                      </a:r>
                    </a:p>
                  </a:txBody>
                  <a:tcPr marL="7620" marR="7620" marT="7620" marB="0" anchor="ctr">
                    <a:lnL w="9525" cap="flat" cmpd="sng" algn="ctr">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solidFill>
                      <a:srgbClr val="FFC000"/>
                    </a:solidFill>
                  </a:tcPr>
                </a:tc>
                <a:tc>
                  <a:txBody>
                    <a:bodyPr/>
                    <a:lstStyle/>
                    <a:p>
                      <a:pPr algn="ctr" fontAlgn="b">
                        <a:buNone/>
                      </a:pPr>
                      <a:r>
                        <a:rPr lang="fr-FR" sz="1600" b="0" i="0" u="none" strike="noStrike">
                          <a:solidFill>
                            <a:srgbClr val="000000"/>
                          </a:solidFill>
                          <a:effectLst/>
                          <a:latin typeface="Times New Roman" panose="02020603050405020304" pitchFamily="18" charset="0"/>
                          <a:cs typeface="Times New Roman" panose="02020603050405020304" pitchFamily="18" charset="0"/>
                        </a:rPr>
                        <a:t>66%</a:t>
                      </a:r>
                    </a:p>
                  </a:txBody>
                  <a:tcPr marL="7620" marR="7620" marT="7620" marB="0" anchor="ctr">
                    <a:lnL w="9525" cap="flat" cmpd="sng" algn="ctr">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solidFill>
                      <a:srgbClr val="FFC000"/>
                    </a:solidFill>
                  </a:tcPr>
                </a:tc>
                <a:extLst>
                  <a:ext uri="{0D108BD9-81ED-4DB2-BD59-A6C34878D82A}">
                    <a16:rowId xmlns:a16="http://schemas.microsoft.com/office/drawing/2014/main" val="10007"/>
                  </a:ext>
                </a:extLst>
              </a:tr>
              <a:tr h="437768">
                <a:tc>
                  <a:txBody>
                    <a:bodyPr/>
                    <a:lstStyle/>
                    <a:p>
                      <a:pPr marL="0" lvl="0" indent="0" algn="ctr" rtl="0">
                        <a:lnSpc>
                          <a:spcPct val="115000"/>
                        </a:lnSpc>
                        <a:spcBef>
                          <a:spcPts val="0"/>
                        </a:spcBef>
                        <a:spcAft>
                          <a:spcPts val="0"/>
                        </a:spcAft>
                        <a:buNone/>
                      </a:pPr>
                      <a:r>
                        <a:rPr lang="en-GB" sz="1400" b="1" dirty="0">
                          <a:latin typeface="Times New Roman" panose="02020603050405020304"/>
                          <a:ea typeface="Times New Roman" panose="02020603050405020304"/>
                          <a:cs typeface="Times New Roman" panose="02020603050405020304"/>
                          <a:sym typeface="Times New Roman" panose="02020603050405020304"/>
                        </a:rPr>
                        <a:t>9</a:t>
                      </a:r>
                      <a:endParaRPr sz="1400" b="1" dirty="0">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GB" sz="1400" b="1" dirty="0">
                          <a:latin typeface="Times New Roman" panose="02020603050405020304"/>
                          <a:ea typeface="Times New Roman" panose="02020603050405020304"/>
                          <a:cs typeface="Times New Roman" panose="02020603050405020304"/>
                          <a:sym typeface="Times New Roman" panose="02020603050405020304"/>
                        </a:rPr>
                        <a:t>YF-10</a:t>
                      </a:r>
                      <a:endParaRPr sz="1400" b="1" dirty="0">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defPPr>
                        <a:defRPr lang="fr-FR">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0" fontAlgn="b">
                        <a:buNone/>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9 537 553</a:t>
                      </a:r>
                    </a:p>
                  </a:txBody>
                  <a:tcPr marL="7620" marR="7620" marT="762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3 624 100</a:t>
                      </a:r>
                      <a:endParaRPr sz="1400" dirty="0">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lgn="ctr">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Font typeface="Arial" panose="020B0604020202020204"/>
                        <a:buNone/>
                      </a:pPr>
                      <a:r>
                        <a:rPr lang="fr-FR" sz="1400" b="0" i="0" u="none" strike="noStrike" cap="none" dirty="0">
                          <a:solidFill>
                            <a:schemeClr val="tx1"/>
                          </a:solidFill>
                          <a:latin typeface="Times New Roman" panose="02020603050405020304"/>
                          <a:ea typeface="Times New Roman" panose="02020603050405020304"/>
                          <a:cs typeface="Times New Roman" panose="02020603050405020304"/>
                          <a:sym typeface="Times New Roman" panose="02020603050405020304"/>
                        </a:rPr>
                        <a:t>1 000 000</a:t>
                      </a:r>
                      <a:endParaRPr sz="1400" b="0" i="0" u="none" strike="noStrike" cap="none" dirty="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lgn="ctr">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Font typeface="Arial" panose="020B0604020202020204"/>
                        <a:buNone/>
                      </a:pPr>
                      <a:r>
                        <a:rPr lang="fr-FR" sz="1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3 394 800</a:t>
                      </a:r>
                      <a:endParaRPr sz="1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Font typeface="Arial" panose="020B0604020202020204"/>
                        <a:buNone/>
                      </a:pPr>
                      <a:r>
                        <a:rPr lang="fr-FR" sz="1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4 394 800</a:t>
                      </a:r>
                      <a:endParaRPr sz="1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Font typeface="Arial" panose="020B0604020202020204"/>
                        <a:buNone/>
                      </a:pPr>
                      <a:r>
                        <a:rPr lang="fr-FR" sz="1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622 200</a:t>
                      </a:r>
                      <a:endParaRPr sz="1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lgn="ctr">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Font typeface="Arial" panose="020B0604020202020204"/>
                        <a:buNone/>
                      </a:pPr>
                      <a:r>
                        <a:rPr lang="fr-FR" sz="1400" b="0" i="0" u="none" strike="noStrike" cap="none" dirty="0">
                          <a:solidFill>
                            <a:srgbClr val="000000"/>
                          </a:solidFill>
                          <a:latin typeface="Times New Roman" panose="02020603050405020304"/>
                          <a:cs typeface="Times New Roman" panose="02020603050405020304"/>
                          <a:sym typeface="Arial" panose="020B0604020202020204"/>
                        </a:rPr>
                        <a:t>622 200</a:t>
                      </a:r>
                      <a:endParaRPr sz="1400" b="0" i="0" u="none" strike="noStrike" cap="none" dirty="0">
                        <a:solidFill>
                          <a:srgbClr val="000000"/>
                        </a:solidFill>
                        <a:latin typeface="Times New Roman" panose="02020603050405020304"/>
                        <a:cs typeface="Times New Roman" panose="02020603050405020304"/>
                        <a:sym typeface="Arial" panose="020B0604020202020204"/>
                      </a:endParaRPr>
                    </a:p>
                  </a:txBody>
                  <a:tcPr marL="38100" marR="38100" marT="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Font typeface="Arial" panose="020B0604020202020204"/>
                        <a:buNone/>
                      </a:pPr>
                      <a:r>
                        <a:rPr lang="fr-FR" sz="1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5 017 000</a:t>
                      </a:r>
                      <a:endParaRPr sz="1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algn="ctr" fontAlgn="b">
                        <a:buNone/>
                      </a:pPr>
                      <a:r>
                        <a:rPr lang="fr-FR" sz="1600" b="0" i="0" u="none" strike="noStrike" dirty="0">
                          <a:solidFill>
                            <a:srgbClr val="000000"/>
                          </a:solidFill>
                          <a:effectLst/>
                          <a:latin typeface="Times New Roman" panose="02020603050405020304" pitchFamily="18" charset="0"/>
                          <a:cs typeface="Times New Roman" panose="02020603050405020304" pitchFamily="18" charset="0"/>
                        </a:rPr>
                        <a:t>100%</a:t>
                      </a:r>
                    </a:p>
                  </a:txBody>
                  <a:tcPr marL="7620" marR="7620" marT="7620" marB="0" anchor="ctr">
                    <a:lnL w="9525" cap="flat" cmpd="sng" algn="ctr">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solidFill>
                      <a:srgbClr val="00B050"/>
                    </a:solidFill>
                  </a:tcPr>
                </a:tc>
                <a:tc>
                  <a:txBody>
                    <a:bodyPr/>
                    <a:lstStyle/>
                    <a:p>
                      <a:pPr algn="ctr" fontAlgn="b">
                        <a:buNone/>
                      </a:pPr>
                      <a:r>
                        <a:rPr lang="fr-FR" sz="1600" b="0" i="0" u="none" strike="noStrike" dirty="0">
                          <a:solidFill>
                            <a:srgbClr val="000000"/>
                          </a:solidFill>
                          <a:effectLst/>
                          <a:latin typeface="Times New Roman" panose="02020603050405020304" pitchFamily="18" charset="0"/>
                          <a:cs typeface="Times New Roman" panose="02020603050405020304" pitchFamily="18" charset="0"/>
                        </a:rPr>
                        <a:t>100%</a:t>
                      </a:r>
                    </a:p>
                  </a:txBody>
                  <a:tcPr marL="7620" marR="7620" marT="7620" marB="0" anchor="ctr">
                    <a:lnL w="9525" cap="flat" cmpd="sng" algn="ctr">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solidFill>
                      <a:srgbClr val="00B050"/>
                    </a:solidFill>
                  </a:tcPr>
                </a:tc>
                <a:tc>
                  <a:txBody>
                    <a:bodyPr/>
                    <a:lstStyle/>
                    <a:p>
                      <a:pPr algn="ctr" fontAlgn="b">
                        <a:buNone/>
                      </a:pPr>
                      <a:r>
                        <a:rPr lang="fr-FR" sz="1600" b="0" i="0" u="none" strike="noStrike">
                          <a:solidFill>
                            <a:srgbClr val="000000"/>
                          </a:solidFill>
                          <a:effectLst/>
                          <a:latin typeface="Times New Roman" panose="02020603050405020304" pitchFamily="18" charset="0"/>
                          <a:cs typeface="Times New Roman" panose="02020603050405020304" pitchFamily="18" charset="0"/>
                        </a:rPr>
                        <a:t>52%</a:t>
                      </a:r>
                    </a:p>
                  </a:txBody>
                  <a:tcPr marL="7620" marR="7620" marT="7620" marB="0" anchor="ctr">
                    <a:lnL w="9525" cap="flat" cmpd="sng" algn="ctr">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solidFill>
                      <a:srgbClr val="FFC000"/>
                    </a:solidFill>
                  </a:tcPr>
                </a:tc>
                <a:extLst>
                  <a:ext uri="{0D108BD9-81ED-4DB2-BD59-A6C34878D82A}">
                    <a16:rowId xmlns:a16="http://schemas.microsoft.com/office/drawing/2014/main" val="10008"/>
                  </a:ext>
                </a:extLst>
              </a:tr>
              <a:tr h="437768">
                <a:tc>
                  <a:txBody>
                    <a:bodyPr/>
                    <a:lstStyle/>
                    <a:p>
                      <a:pPr marL="0" lvl="0" indent="0" algn="ctr" rtl="0">
                        <a:spcBef>
                          <a:spcPts val="0"/>
                        </a:spcBef>
                        <a:spcAft>
                          <a:spcPts val="0"/>
                        </a:spcAft>
                        <a:buNone/>
                      </a:pPr>
                      <a:r>
                        <a:rPr lang="en-GB" sz="1400" b="1" dirty="0">
                          <a:latin typeface="Times New Roman" panose="02020603050405020304"/>
                          <a:ea typeface="Times New Roman" panose="02020603050405020304"/>
                          <a:cs typeface="Times New Roman" panose="02020603050405020304"/>
                          <a:sym typeface="Times New Roman" panose="02020603050405020304"/>
                        </a:rPr>
                        <a:t>10</a:t>
                      </a:r>
                      <a:endParaRPr sz="1400" b="1" dirty="0">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GB" sz="1400" b="1" dirty="0">
                          <a:latin typeface="Times New Roman" panose="02020603050405020304"/>
                          <a:ea typeface="Times New Roman" panose="02020603050405020304"/>
                          <a:cs typeface="Times New Roman" panose="02020603050405020304"/>
                          <a:sym typeface="Times New Roman" panose="02020603050405020304"/>
                        </a:rPr>
                        <a:t>VAP-2</a:t>
                      </a:r>
                      <a:endParaRPr sz="1400" b="1" dirty="0">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defPPr>
                        <a:defRPr lang="fr-FR">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0" fontAlgn="b">
                        <a:buNone/>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9 537 553</a:t>
                      </a:r>
                    </a:p>
                  </a:txBody>
                  <a:tcPr marL="7620" marR="7620" marT="762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8 818 600</a:t>
                      </a:r>
                      <a:endParaRPr sz="1400" dirty="0">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lgn="ctr">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fr-FR" sz="1400" dirty="0">
                          <a:solidFill>
                            <a:srgbClr val="202020"/>
                          </a:solidFill>
                          <a:latin typeface="Times New Roman" panose="02020603050405020304"/>
                          <a:ea typeface="Times New Roman" panose="02020603050405020304"/>
                          <a:cs typeface="Times New Roman" panose="02020603050405020304"/>
                          <a:sym typeface="Times New Roman" panose="02020603050405020304"/>
                        </a:rPr>
                        <a:t>0</a:t>
                      </a:r>
                      <a:endParaRPr sz="1400" dirty="0">
                        <a:solidFill>
                          <a:srgbClr val="202020"/>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lgn="ctr">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fr-FR" sz="1400" dirty="0">
                          <a:latin typeface="Times New Roman" panose="02020603050405020304"/>
                          <a:ea typeface="Times New Roman" panose="02020603050405020304"/>
                          <a:cs typeface="Times New Roman" panose="02020603050405020304"/>
                          <a:sym typeface="Times New Roman" panose="02020603050405020304"/>
                        </a:rPr>
                        <a:t>5 409 300</a:t>
                      </a:r>
                      <a:endParaRPr sz="1400" dirty="0">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fr-FR" sz="1400" dirty="0">
                          <a:latin typeface="Times New Roman" panose="02020603050405020304"/>
                          <a:ea typeface="Times New Roman" panose="02020603050405020304"/>
                          <a:cs typeface="Times New Roman" panose="02020603050405020304"/>
                          <a:sym typeface="Times New Roman" panose="02020603050405020304"/>
                        </a:rPr>
                        <a:t>5 409 300</a:t>
                      </a:r>
                      <a:endParaRPr sz="1400" dirty="0">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fr-FR" sz="1400" dirty="0">
                          <a:latin typeface="Times New Roman" panose="02020603050405020304"/>
                          <a:ea typeface="Times New Roman" panose="02020603050405020304"/>
                          <a:cs typeface="Times New Roman" panose="02020603050405020304"/>
                          <a:sym typeface="Times New Roman" panose="02020603050405020304"/>
                        </a:rPr>
                        <a:t>453 400</a:t>
                      </a:r>
                      <a:endParaRPr sz="1400" dirty="0">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lgn="ctr">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p>
                      <a:pPr marL="0" lvl="0" indent="0" algn="ctr" rtl="0">
                        <a:spcBef>
                          <a:spcPts val="0"/>
                        </a:spcBef>
                        <a:spcAft>
                          <a:spcPts val="0"/>
                        </a:spcAft>
                        <a:buNone/>
                      </a:pPr>
                      <a:r>
                        <a:rPr lang="fr-FR" sz="1200" dirty="0">
                          <a:latin typeface="Times New Roman" panose="02020603050405020304" pitchFamily="18" charset="0"/>
                          <a:cs typeface="Times New Roman" panose="02020603050405020304" pitchFamily="18" charset="0"/>
                        </a:rPr>
                        <a:t>0</a:t>
                      </a:r>
                      <a:endParaRPr sz="1400" dirty="0">
                        <a:latin typeface="Times New Roman" panose="02020603050405020304" pitchFamily="18" charset="0"/>
                        <a:cs typeface="Times New Roman" panose="02020603050405020304" pitchFamily="18" charset="0"/>
                      </a:endParaRPr>
                    </a:p>
                  </a:txBody>
                  <a:tcPr marL="38100" marR="38100" marT="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fr-FR" sz="1400" dirty="0">
                          <a:latin typeface="Times New Roman" panose="02020603050405020304"/>
                          <a:ea typeface="Times New Roman" panose="02020603050405020304"/>
                          <a:cs typeface="Times New Roman" panose="02020603050405020304"/>
                          <a:sym typeface="Times New Roman" panose="02020603050405020304"/>
                        </a:rPr>
                        <a:t>5 409 300</a:t>
                      </a:r>
                      <a:endParaRPr sz="1400" dirty="0">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p>
                      <a:pPr algn="ctr" fontAlgn="b">
                        <a:buNone/>
                      </a:pPr>
                      <a:r>
                        <a:rPr lang="fr-FR" sz="1600" b="0" i="0" u="none" strike="noStrike">
                          <a:solidFill>
                            <a:srgbClr val="000000"/>
                          </a:solidFill>
                          <a:effectLst/>
                          <a:latin typeface="Times New Roman" panose="02020603050405020304" pitchFamily="18" charset="0"/>
                          <a:cs typeface="Times New Roman" panose="02020603050405020304" pitchFamily="18" charset="0"/>
                        </a:rPr>
                        <a:t>61%</a:t>
                      </a:r>
                    </a:p>
                  </a:txBody>
                  <a:tcPr marL="7620" marR="7620" marT="762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solidFill>
                      <a:srgbClr val="FFC000"/>
                    </a:solidFill>
                  </a:tcPr>
                </a:tc>
                <a:tc>
                  <a:txBody>
                    <a:bodyPr/>
                    <a:lstStyle/>
                    <a:p>
                      <a:pPr algn="ctr" fontAlgn="b">
                        <a:buNone/>
                      </a:pPr>
                      <a:r>
                        <a:rPr lang="fr-FR" sz="1600" b="0" i="0" u="none" strike="noStrike">
                          <a:solidFill>
                            <a:srgbClr val="000000"/>
                          </a:solidFill>
                          <a:effectLst/>
                          <a:latin typeface="Times New Roman" panose="02020603050405020304" pitchFamily="18" charset="0"/>
                          <a:cs typeface="Times New Roman" panose="02020603050405020304" pitchFamily="18" charset="0"/>
                        </a:rPr>
                        <a:t>0%</a:t>
                      </a:r>
                    </a:p>
                  </a:txBody>
                  <a:tcPr marL="7620" marR="7620" marT="762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solidFill>
                      <a:srgbClr val="FFC000"/>
                    </a:solidFill>
                  </a:tcPr>
                </a:tc>
                <a:tc>
                  <a:txBody>
                    <a:bodyPr/>
                    <a:lstStyle/>
                    <a:p>
                      <a:pPr algn="ctr" fontAlgn="b">
                        <a:buNone/>
                      </a:pPr>
                      <a:r>
                        <a:rPr lang="fr-FR" sz="1600" b="0" i="0" u="none" strike="noStrike" dirty="0">
                          <a:solidFill>
                            <a:srgbClr val="000000"/>
                          </a:solidFill>
                          <a:effectLst/>
                          <a:latin typeface="Times New Roman" panose="02020603050405020304" pitchFamily="18" charset="0"/>
                          <a:cs typeface="Times New Roman" panose="02020603050405020304" pitchFamily="18" charset="0"/>
                        </a:rPr>
                        <a:t>57%</a:t>
                      </a:r>
                    </a:p>
                  </a:txBody>
                  <a:tcPr marL="7620" marR="7620" marT="762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solidFill>
                      <a:srgbClr val="FFC000"/>
                    </a:solidFill>
                  </a:tcPr>
                </a:tc>
                <a:extLst>
                  <a:ext uri="{0D108BD9-81ED-4DB2-BD59-A6C34878D82A}">
                    <a16:rowId xmlns:a16="http://schemas.microsoft.com/office/drawing/2014/main" val="10009"/>
                  </a:ext>
                </a:extLst>
              </a:tr>
            </a:tbl>
          </a:graphicData>
        </a:graphic>
      </p:graphicFrame>
      <p:cxnSp>
        <p:nvCxnSpPr>
          <p:cNvPr id="223" name="Google Shape;223;p16">
            <a:extLst>
              <a:ext uri="{FF2B5EF4-FFF2-40B4-BE49-F238E27FC236}">
                <a16:creationId xmlns:a16="http://schemas.microsoft.com/office/drawing/2014/main" id="{2B1646C9-C0E9-E959-149D-21C1D00EA4AF}"/>
              </a:ext>
            </a:extLst>
          </p:cNvPr>
          <p:cNvCxnSpPr/>
          <p:nvPr/>
        </p:nvCxnSpPr>
        <p:spPr>
          <a:xfrm>
            <a:off x="267700" y="6427967"/>
            <a:ext cx="11640400" cy="0"/>
          </a:xfrm>
          <a:prstGeom prst="straightConnector1">
            <a:avLst/>
          </a:prstGeom>
          <a:noFill/>
          <a:ln w="9525" cap="flat" cmpd="sng">
            <a:solidFill>
              <a:srgbClr val="9E9E9E"/>
            </a:solidFill>
            <a:prstDash val="solid"/>
            <a:round/>
            <a:headEnd type="none" w="med" len="med"/>
            <a:tailEnd type="none" w="med" len="med"/>
          </a:ln>
        </p:spPr>
      </p:cxnSp>
      <p:sp>
        <p:nvSpPr>
          <p:cNvPr id="224" name="Google Shape;224;p16">
            <a:extLst>
              <a:ext uri="{FF2B5EF4-FFF2-40B4-BE49-F238E27FC236}">
                <a16:creationId xmlns:a16="http://schemas.microsoft.com/office/drawing/2014/main" id="{6CDD62A3-EFB5-B773-8D03-BE4BD2669BDF}"/>
              </a:ext>
            </a:extLst>
          </p:cNvPr>
          <p:cNvSpPr txBox="1"/>
          <p:nvPr/>
        </p:nvSpPr>
        <p:spPr>
          <a:xfrm>
            <a:off x="267700" y="6492843"/>
            <a:ext cx="11414800" cy="18415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sp>
        <p:nvSpPr>
          <p:cNvPr id="2" name="Larme 1">
            <a:extLst>
              <a:ext uri="{FF2B5EF4-FFF2-40B4-BE49-F238E27FC236}">
                <a16:creationId xmlns:a16="http://schemas.microsoft.com/office/drawing/2014/main" id="{EF933E8C-DA29-421A-FA36-9D3DC9E355C8}"/>
              </a:ext>
            </a:extLst>
          </p:cNvPr>
          <p:cNvSpPr/>
          <p:nvPr/>
        </p:nvSpPr>
        <p:spPr>
          <a:xfrm>
            <a:off x="11689976" y="170329"/>
            <a:ext cx="385483" cy="439271"/>
          </a:xfrm>
          <a:prstGeom prst="teardrop">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600" dirty="0">
                <a:latin typeface="Times New Roman" panose="02020603050405020304" pitchFamily="18" charset="0"/>
                <a:cs typeface="Times New Roman" panose="02020603050405020304" pitchFamily="18" charset="0"/>
              </a:rPr>
              <a:t>1</a:t>
            </a:r>
          </a:p>
        </p:txBody>
      </p:sp>
      <p:pic>
        <p:nvPicPr>
          <p:cNvPr id="3" name="Image 2">
            <a:extLst>
              <a:ext uri="{FF2B5EF4-FFF2-40B4-BE49-F238E27FC236}">
                <a16:creationId xmlns:a16="http://schemas.microsoft.com/office/drawing/2014/main" id="{930CDF52-7BE8-1CC8-95D3-462D02B7B0A4}"/>
              </a:ext>
            </a:extLst>
          </p:cNvPr>
          <p:cNvPicPr>
            <a:picLocks noChangeAspect="1"/>
          </p:cNvPicPr>
          <p:nvPr/>
        </p:nvPicPr>
        <p:blipFill>
          <a:blip r:embed="rId4"/>
          <a:stretch>
            <a:fillRect/>
          </a:stretch>
        </p:blipFill>
        <p:spPr>
          <a:xfrm>
            <a:off x="7074048" y="6534150"/>
            <a:ext cx="4937217" cy="225238"/>
          </a:xfrm>
          <a:prstGeom prst="rect">
            <a:avLst/>
          </a:prstGeom>
        </p:spPr>
      </p:pic>
    </p:spTree>
    <p:extLst>
      <p:ext uri="{BB962C8B-B14F-4D97-AF65-F5344CB8AC3E}">
        <p14:creationId xmlns:p14="http://schemas.microsoft.com/office/powerpoint/2010/main" val="24600655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90"/>
        <p:cNvGrpSpPr/>
        <p:nvPr/>
      </p:nvGrpSpPr>
      <p:grpSpPr>
        <a:xfrm>
          <a:off x="0" y="0"/>
          <a:ext cx="0" cy="0"/>
          <a:chOff x="0" y="0"/>
          <a:chExt cx="0" cy="0"/>
        </a:xfrm>
      </p:grpSpPr>
      <p:sp>
        <p:nvSpPr>
          <p:cNvPr id="1291" name="Google Shape;1291;g2f1c646a89f_0_0"/>
          <p:cNvSpPr txBox="1"/>
          <p:nvPr/>
        </p:nvSpPr>
        <p:spPr>
          <a:xfrm>
            <a:off x="458592" y="317941"/>
            <a:ext cx="11274800" cy="731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200"/>
              <a:buFont typeface="Arial" panose="020B0604020202020204"/>
              <a:buNone/>
            </a:pPr>
            <a:r>
              <a:rPr lang="en-GB" sz="2935" b="1" i="0" u="none" strike="noStrike" cap="none" dirty="0" err="1">
                <a:solidFill>
                  <a:srgbClr val="0070C0"/>
                </a:solidFill>
                <a:latin typeface="Times New Roman" panose="02020603050405020304"/>
                <a:ea typeface="Times New Roman" panose="02020603050405020304"/>
                <a:cs typeface="Times New Roman" panose="02020603050405020304"/>
                <a:sym typeface="Times New Roman" panose="02020603050405020304"/>
              </a:rPr>
              <a:t>Suivi</a:t>
            </a:r>
            <a:r>
              <a:rPr lang="en-GB"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 des </a:t>
            </a:r>
            <a:r>
              <a:rPr lang="en-GB" sz="2935" b="1" i="0" u="none" strike="noStrike" cap="none" dirty="0" err="1">
                <a:solidFill>
                  <a:srgbClr val="0070C0"/>
                </a:solidFill>
                <a:latin typeface="Times New Roman" panose="02020603050405020304"/>
                <a:ea typeface="Times New Roman" panose="02020603050405020304"/>
                <a:cs typeface="Times New Roman" panose="02020603050405020304"/>
                <a:sym typeface="Times New Roman" panose="02020603050405020304"/>
              </a:rPr>
              <a:t>approvisionnements</a:t>
            </a:r>
            <a:r>
              <a:rPr lang="en-GB"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 au </a:t>
            </a:r>
            <a:r>
              <a:rPr lang="en-GB" sz="2935" b="1" i="0" u="none" strike="noStrike" cap="none" dirty="0" err="1">
                <a:solidFill>
                  <a:srgbClr val="0070C0"/>
                </a:solidFill>
                <a:latin typeface="Times New Roman" panose="02020603050405020304"/>
                <a:ea typeface="Times New Roman" panose="02020603050405020304"/>
                <a:cs typeface="Times New Roman" panose="02020603050405020304"/>
                <a:sym typeface="Times New Roman" panose="02020603050405020304"/>
              </a:rPr>
              <a:t>Niveau</a:t>
            </a:r>
            <a:r>
              <a:rPr lang="en-GB"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 Central </a:t>
            </a:r>
            <a:r>
              <a:rPr lang="fr-FR" altLang="en-GB"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en</a:t>
            </a:r>
            <a:r>
              <a:rPr lang="en-GB"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 202</a:t>
            </a:r>
            <a:r>
              <a:rPr lang="fr-FR" altLang="en-GB"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5 </a:t>
            </a:r>
            <a:r>
              <a:rPr lang="fr-FR" altLang="en-GB" sz="2000"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(ROUTINE)</a:t>
            </a:r>
            <a:endParaRPr lang="fr-FR" altLang="en-GB"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292" name="Google Shape;1292;g2f1c646a89f_0_0"/>
          <p:cNvSpPr/>
          <p:nvPr/>
        </p:nvSpPr>
        <p:spPr>
          <a:xfrm>
            <a:off x="0" y="272241"/>
            <a:ext cx="235600" cy="655200"/>
          </a:xfrm>
          <a:prstGeom prst="rect">
            <a:avLst/>
          </a:prstGeom>
          <a:solidFill>
            <a:srgbClr val="0070C0"/>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865"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1360" name="Google Shape;1360;g2f1c646a89f_0_0"/>
          <p:cNvGraphicFramePr/>
          <p:nvPr>
            <p:custDataLst>
              <p:tags r:id="rId1"/>
            </p:custDataLst>
            <p:extLst>
              <p:ext uri="{D42A27DB-BD31-4B8C-83A1-F6EECF244321}">
                <p14:modId xmlns:p14="http://schemas.microsoft.com/office/powerpoint/2010/main" val="789493611"/>
              </p:ext>
            </p:extLst>
          </p:nvPr>
        </p:nvGraphicFramePr>
        <p:xfrm>
          <a:off x="71718" y="950259"/>
          <a:ext cx="12057530" cy="4724398"/>
        </p:xfrm>
        <a:graphic>
          <a:graphicData uri="http://schemas.openxmlformats.org/drawingml/2006/table">
            <a:tbl>
              <a:tblPr>
                <a:noFill/>
                <a:tableStyleId>{1B1200F2-4B9B-4B48-A217-FBE2C27DE404}</a:tableStyleId>
              </a:tblPr>
              <a:tblGrid>
                <a:gridCol w="544294">
                  <a:extLst>
                    <a:ext uri="{9D8B030D-6E8A-4147-A177-3AD203B41FA5}">
                      <a16:colId xmlns:a16="http://schemas.microsoft.com/office/drawing/2014/main" val="20000"/>
                    </a:ext>
                  </a:extLst>
                </a:gridCol>
                <a:gridCol w="1970360">
                  <a:extLst>
                    <a:ext uri="{9D8B030D-6E8A-4147-A177-3AD203B41FA5}">
                      <a16:colId xmlns:a16="http://schemas.microsoft.com/office/drawing/2014/main" val="20001"/>
                    </a:ext>
                  </a:extLst>
                </a:gridCol>
                <a:gridCol w="1447700">
                  <a:extLst>
                    <a:ext uri="{9D8B030D-6E8A-4147-A177-3AD203B41FA5}">
                      <a16:colId xmlns:a16="http://schemas.microsoft.com/office/drawing/2014/main" val="20002"/>
                    </a:ext>
                  </a:extLst>
                </a:gridCol>
                <a:gridCol w="1449430">
                  <a:extLst>
                    <a:ext uri="{9D8B030D-6E8A-4147-A177-3AD203B41FA5}">
                      <a16:colId xmlns:a16="http://schemas.microsoft.com/office/drawing/2014/main" val="20003"/>
                    </a:ext>
                  </a:extLst>
                </a:gridCol>
                <a:gridCol w="1313573">
                  <a:extLst>
                    <a:ext uri="{9D8B030D-6E8A-4147-A177-3AD203B41FA5}">
                      <a16:colId xmlns:a16="http://schemas.microsoft.com/office/drawing/2014/main" val="20004"/>
                    </a:ext>
                  </a:extLst>
                </a:gridCol>
                <a:gridCol w="1353149">
                  <a:extLst>
                    <a:ext uri="{9D8B030D-6E8A-4147-A177-3AD203B41FA5}">
                      <a16:colId xmlns:a16="http://schemas.microsoft.com/office/drawing/2014/main" val="20005"/>
                    </a:ext>
                  </a:extLst>
                </a:gridCol>
                <a:gridCol w="1366071">
                  <a:extLst>
                    <a:ext uri="{9D8B030D-6E8A-4147-A177-3AD203B41FA5}">
                      <a16:colId xmlns:a16="http://schemas.microsoft.com/office/drawing/2014/main" val="20006"/>
                    </a:ext>
                  </a:extLst>
                </a:gridCol>
                <a:gridCol w="1521931">
                  <a:extLst>
                    <a:ext uri="{9D8B030D-6E8A-4147-A177-3AD203B41FA5}">
                      <a16:colId xmlns:a16="http://schemas.microsoft.com/office/drawing/2014/main" val="20007"/>
                    </a:ext>
                  </a:extLst>
                </a:gridCol>
                <a:gridCol w="1091022">
                  <a:extLst>
                    <a:ext uri="{9D8B030D-6E8A-4147-A177-3AD203B41FA5}">
                      <a16:colId xmlns:a16="http://schemas.microsoft.com/office/drawing/2014/main" val="20008"/>
                    </a:ext>
                  </a:extLst>
                </a:gridCol>
              </a:tblGrid>
              <a:tr h="566557">
                <a:tc>
                  <a:txBody>
                    <a:bodyPr/>
                    <a:lstStyle/>
                    <a:p>
                      <a:pPr marL="0" lvl="0" indent="0" algn="ctr" rtl="0">
                        <a:lnSpc>
                          <a:spcPct val="115000"/>
                        </a:lnSpc>
                        <a:spcBef>
                          <a:spcPts val="0"/>
                        </a:spcBef>
                        <a:spcAft>
                          <a:spcPts val="0"/>
                        </a:spcAft>
                        <a:buNone/>
                      </a:pPr>
                      <a:r>
                        <a:rPr lang="en-GB" sz="1400" b="1"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N°</a:t>
                      </a:r>
                      <a:endParaRPr sz="1400" b="1" dirty="0">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19050"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9525" cap="flat" cmpd="sng">
                      <a:solidFill>
                        <a:srgbClr val="CFE2F3"/>
                      </a:solidFill>
                      <a:prstDash val="solid"/>
                      <a:round/>
                      <a:headEnd type="none" w="sm" len="sm"/>
                      <a:tailEnd type="none" w="sm" len="sm"/>
                    </a:lnB>
                    <a:solidFill>
                      <a:srgbClr val="4285F4"/>
                    </a:solidFill>
                  </a:tcPr>
                </a:tc>
                <a:tc>
                  <a:txBody>
                    <a:bodyPr/>
                    <a:lstStyle/>
                    <a:p>
                      <a:pPr marL="0" lvl="0" indent="0" algn="ctr" rtl="0">
                        <a:lnSpc>
                          <a:spcPct val="115000"/>
                        </a:lnSpc>
                        <a:spcBef>
                          <a:spcPts val="0"/>
                        </a:spcBef>
                        <a:spcAft>
                          <a:spcPts val="0"/>
                        </a:spcAft>
                        <a:buNone/>
                      </a:pPr>
                      <a:r>
                        <a:rPr lang="en-GB" sz="1400" b="1" dirty="0" err="1">
                          <a:solidFill>
                            <a:srgbClr val="FFFFFF"/>
                          </a:solidFill>
                          <a:latin typeface="Times New Roman" panose="02020603050405020304"/>
                          <a:ea typeface="Times New Roman" panose="02020603050405020304"/>
                          <a:cs typeface="Times New Roman" panose="02020603050405020304"/>
                          <a:sym typeface="Times New Roman" panose="02020603050405020304"/>
                        </a:rPr>
                        <a:t>Antigènes</a:t>
                      </a:r>
                      <a:endParaRPr sz="1400" b="1" dirty="0">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9525" cap="flat" cmpd="sng">
                      <a:solidFill>
                        <a:srgbClr val="CFE2F3"/>
                      </a:solidFill>
                      <a:prstDash val="solid"/>
                      <a:round/>
                      <a:headEnd type="none" w="sm" len="sm"/>
                      <a:tailEnd type="none" w="sm" len="sm"/>
                    </a:lnB>
                    <a:solidFill>
                      <a:srgbClr val="4285F4"/>
                    </a:solidFill>
                  </a:tcPr>
                </a:tc>
                <a:tc>
                  <a:txBody>
                    <a:bodyPr/>
                    <a:lstStyle/>
                    <a:p>
                      <a:pPr marL="0" lvl="0" indent="0" algn="ctr" rtl="0">
                        <a:lnSpc>
                          <a:spcPct val="115000"/>
                        </a:lnSpc>
                        <a:spcBef>
                          <a:spcPts val="0"/>
                        </a:spcBef>
                        <a:spcAft>
                          <a:spcPts val="0"/>
                        </a:spcAft>
                        <a:buNone/>
                      </a:pPr>
                      <a:r>
                        <a:rPr lang="en-GB" sz="1400" b="1" dirty="0" err="1">
                          <a:solidFill>
                            <a:srgbClr val="FFFFFF"/>
                          </a:solidFill>
                          <a:latin typeface="Times New Roman" panose="02020603050405020304"/>
                          <a:ea typeface="Times New Roman" panose="02020603050405020304"/>
                          <a:cs typeface="Times New Roman" panose="02020603050405020304"/>
                          <a:sym typeface="Times New Roman" panose="02020603050405020304"/>
                        </a:rPr>
                        <a:t>Besoins</a:t>
                      </a:r>
                      <a:r>
                        <a:rPr lang="en-GB" sz="1400" b="1"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r>
                        <a:rPr lang="en-GB" sz="1400" b="1" dirty="0" err="1">
                          <a:solidFill>
                            <a:srgbClr val="FFFFFF"/>
                          </a:solidFill>
                          <a:latin typeface="Times New Roman" panose="02020603050405020304"/>
                          <a:ea typeface="Times New Roman" panose="02020603050405020304"/>
                          <a:cs typeface="Times New Roman" panose="02020603050405020304"/>
                          <a:sym typeface="Times New Roman" panose="02020603050405020304"/>
                        </a:rPr>
                        <a:t>annuel</a:t>
                      </a:r>
                      <a:endParaRPr sz="1400" b="1" dirty="0">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9525" cap="flat" cmpd="sng" algn="ctr">
                      <a:solidFill>
                        <a:srgbClr val="CFE2F3"/>
                      </a:solidFill>
                      <a:prstDash val="solid"/>
                      <a:round/>
                      <a:headEnd type="none" w="sm" len="sm"/>
                      <a:tailEnd type="none" w="sm" len="sm"/>
                    </a:lnB>
                    <a:solidFill>
                      <a:srgbClr val="4285F4"/>
                    </a:solidFill>
                  </a:tcPr>
                </a:tc>
                <a:tc>
                  <a:txBody>
                    <a:bodyPr/>
                    <a:lstStyle/>
                    <a:p>
                      <a:pPr marL="0" marR="0" lvl="0" indent="0" algn="ctr" rtl="0">
                        <a:lnSpc>
                          <a:spcPct val="115000"/>
                        </a:lnSpc>
                        <a:spcBef>
                          <a:spcPts val="0"/>
                        </a:spcBef>
                        <a:spcAft>
                          <a:spcPts val="0"/>
                        </a:spcAft>
                        <a:buClr>
                          <a:srgbClr val="000000"/>
                        </a:buClr>
                        <a:buFont typeface="Arial" panose="020B0604020202020204"/>
                        <a:buNone/>
                      </a:pPr>
                      <a:r>
                        <a:rPr lang="en-GB" sz="1400" b="1" i="0" u="none" strike="noStrike" cap="none" dirty="0" err="1">
                          <a:solidFill>
                            <a:srgbClr val="FFFFFF"/>
                          </a:solidFill>
                          <a:latin typeface="Times New Roman" panose="02020603050405020304"/>
                          <a:ea typeface="Times New Roman" panose="02020603050405020304"/>
                          <a:cs typeface="Times New Roman" panose="02020603050405020304"/>
                          <a:sym typeface="Times New Roman" panose="02020603050405020304"/>
                        </a:rPr>
                        <a:t>Solde</a:t>
                      </a:r>
                      <a:r>
                        <a:rPr lang="en-GB" sz="1400" b="1" i="0" u="none" strike="noStrike" cap="none"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 202</a:t>
                      </a:r>
                      <a:r>
                        <a:rPr lang="fr-FR" altLang="en-GB" sz="1400" b="1" i="0" u="none" strike="noStrike" cap="none"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4</a:t>
                      </a:r>
                    </a:p>
                    <a:p>
                      <a:pPr marL="0" marR="0" lvl="0" indent="0" algn="ctr" rtl="0">
                        <a:lnSpc>
                          <a:spcPct val="115000"/>
                        </a:lnSpc>
                        <a:spcBef>
                          <a:spcPts val="0"/>
                        </a:spcBef>
                        <a:spcAft>
                          <a:spcPts val="0"/>
                        </a:spcAft>
                        <a:buClr>
                          <a:srgbClr val="000000"/>
                        </a:buClr>
                        <a:buFont typeface="Arial" panose="020B0604020202020204"/>
                        <a:buNone/>
                      </a:pPr>
                      <a:r>
                        <a:rPr lang="fr-FR" altLang="en-GB" sz="1400" b="1" i="0" u="none" strike="noStrike" cap="none"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NC</a:t>
                      </a:r>
                    </a:p>
                  </a:txBody>
                  <a:tcPr marL="38100" marR="3810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9525" cap="flat" cmpd="sng" algn="ctr">
                      <a:solidFill>
                        <a:srgbClr val="CFE2F3"/>
                      </a:solidFill>
                      <a:prstDash val="solid"/>
                      <a:round/>
                      <a:headEnd type="none" w="sm" len="sm"/>
                      <a:tailEnd type="none" w="sm" len="sm"/>
                    </a:lnB>
                    <a:solidFill>
                      <a:srgbClr val="4285F4"/>
                    </a:solidFill>
                  </a:tcPr>
                </a:tc>
                <a:tc>
                  <a:txBody>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panose="020B0604020202020204"/>
                        <a:buNone/>
                        <a:tabLst/>
                        <a:defRPr/>
                      </a:pPr>
                      <a:r>
                        <a:rPr lang="en-GB" sz="1400" b="1" i="0" u="none" strike="noStrike" cap="none" noProof="0" dirty="0" err="1">
                          <a:solidFill>
                            <a:srgbClr val="FFFFFF"/>
                          </a:solidFill>
                          <a:latin typeface="Times New Roman" panose="02020603050405020304"/>
                          <a:ea typeface="Times New Roman" panose="02020603050405020304"/>
                          <a:cs typeface="Times New Roman" panose="02020603050405020304"/>
                          <a:sym typeface="Times New Roman" panose="02020603050405020304"/>
                        </a:rPr>
                        <a:t>Solde</a:t>
                      </a:r>
                      <a:r>
                        <a:rPr lang="en-GB" sz="1400" b="1" i="0" u="none" strike="noStrike" cap="none" noProof="0"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 202</a:t>
                      </a:r>
                      <a:r>
                        <a:rPr lang="fr-FR" altLang="en-GB" sz="1400" b="1" i="0" u="none" strike="noStrike" cap="none" noProof="0"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4</a:t>
                      </a:r>
                    </a:p>
                    <a:p>
                      <a:pPr marL="0" marR="0" lvl="0" indent="0" algn="ctr" defTabSz="914400" rtl="0" eaLnBrk="1" fontAlgn="auto" latinLnBrk="0" hangingPunct="1">
                        <a:lnSpc>
                          <a:spcPct val="115000"/>
                        </a:lnSpc>
                        <a:spcBef>
                          <a:spcPts val="0"/>
                        </a:spcBef>
                        <a:spcAft>
                          <a:spcPts val="0"/>
                        </a:spcAft>
                        <a:buClr>
                          <a:srgbClr val="000000"/>
                        </a:buClr>
                        <a:buSzTx/>
                        <a:buFont typeface="Arial" panose="020B0604020202020204"/>
                        <a:buNone/>
                        <a:tabLst/>
                        <a:defRPr/>
                      </a:pPr>
                      <a:r>
                        <a:rPr lang="fr-FR" altLang="en-GB" sz="1400" b="1" i="0" u="none" strike="noStrike" cap="none" noProof="0"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N In</a:t>
                      </a:r>
                    </a:p>
                  </a:txBody>
                  <a:tcPr marL="38100" marR="3810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9525" cap="flat" cmpd="sng">
                      <a:solidFill>
                        <a:srgbClr val="CFE2F3"/>
                      </a:solidFill>
                      <a:prstDash val="solid"/>
                      <a:round/>
                      <a:headEnd type="none" w="sm" len="sm"/>
                      <a:tailEnd type="none" w="sm" len="sm"/>
                    </a:lnB>
                    <a:solidFill>
                      <a:srgbClr val="4285F4"/>
                    </a:solidFill>
                  </a:tcPr>
                </a:tc>
                <a:tc>
                  <a:txBody>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panose="020B0604020202020204"/>
                        <a:buNone/>
                        <a:tabLst/>
                        <a:defRPr/>
                      </a:pPr>
                      <a:r>
                        <a:rPr lang="en-GB" sz="1400" b="1" i="0" u="none" strike="noStrike" cap="none" noProof="0" dirty="0" err="1">
                          <a:solidFill>
                            <a:srgbClr val="FFFFFF"/>
                          </a:solidFill>
                          <a:latin typeface="Times New Roman" panose="02020603050405020304"/>
                          <a:ea typeface="Times New Roman" panose="02020603050405020304"/>
                          <a:cs typeface="Times New Roman" panose="02020603050405020304"/>
                          <a:sym typeface="Times New Roman" panose="02020603050405020304"/>
                        </a:rPr>
                        <a:t>Solde</a:t>
                      </a:r>
                      <a:r>
                        <a:rPr lang="en-GB" sz="1400" b="1" i="0" u="none" strike="noStrike" cap="none" noProof="0"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 202</a:t>
                      </a:r>
                      <a:r>
                        <a:rPr lang="fr-FR" altLang="en-GB" sz="1400" b="1" i="0" u="none" strike="noStrike" cap="none" noProof="0"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4</a:t>
                      </a:r>
                    </a:p>
                    <a:p>
                      <a:pPr marL="0" marR="0" lvl="0" indent="0" algn="ctr" defTabSz="914400" rtl="0" eaLnBrk="1" fontAlgn="auto" latinLnBrk="0" hangingPunct="1">
                        <a:lnSpc>
                          <a:spcPct val="115000"/>
                        </a:lnSpc>
                        <a:spcBef>
                          <a:spcPts val="0"/>
                        </a:spcBef>
                        <a:spcAft>
                          <a:spcPts val="0"/>
                        </a:spcAft>
                        <a:buClr>
                          <a:srgbClr val="000000"/>
                        </a:buClr>
                        <a:buSzTx/>
                        <a:buFont typeface="Arial" panose="020B0604020202020204"/>
                        <a:buNone/>
                        <a:tabLst/>
                        <a:defRPr/>
                      </a:pPr>
                      <a:r>
                        <a:rPr lang="fr-FR" altLang="en-GB" sz="1400" b="1" i="0" u="none" strike="noStrike" cap="none" noProof="0"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N OP</a:t>
                      </a:r>
                    </a:p>
                  </a:txBody>
                  <a:tcPr marL="38100" marR="3810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9525" cap="flat" cmpd="sng">
                      <a:solidFill>
                        <a:srgbClr val="CFE2F3"/>
                      </a:solidFill>
                      <a:prstDash val="solid"/>
                      <a:round/>
                      <a:headEnd type="none" w="sm" len="sm"/>
                      <a:tailEnd type="none" w="sm" len="sm"/>
                    </a:lnB>
                    <a:solidFill>
                      <a:srgbClr val="4285F4"/>
                    </a:solidFill>
                  </a:tcPr>
                </a:tc>
                <a:tc>
                  <a:txBody>
                    <a:bodyPr/>
                    <a:lstStyle/>
                    <a:p>
                      <a:pPr marL="0" lvl="0" indent="0" algn="ctr" rtl="0">
                        <a:lnSpc>
                          <a:spcPct val="115000"/>
                        </a:lnSpc>
                        <a:spcBef>
                          <a:spcPts val="0"/>
                        </a:spcBef>
                        <a:spcAft>
                          <a:spcPts val="0"/>
                        </a:spcAft>
                        <a:buNone/>
                      </a:pPr>
                      <a:r>
                        <a:rPr lang="en-GB" sz="1400" b="1" dirty="0" err="1">
                          <a:solidFill>
                            <a:srgbClr val="FFFFFF"/>
                          </a:solidFill>
                          <a:latin typeface="Times New Roman" panose="02020603050405020304"/>
                          <a:ea typeface="Times New Roman" panose="02020603050405020304"/>
                          <a:cs typeface="Times New Roman" panose="02020603050405020304"/>
                          <a:sym typeface="Times New Roman" panose="02020603050405020304"/>
                        </a:rPr>
                        <a:t>Qté</a:t>
                      </a:r>
                      <a:r>
                        <a:rPr lang="en-GB" sz="1400" b="1"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 reçue</a:t>
                      </a:r>
                    </a:p>
                  </a:txBody>
                  <a:tcPr marL="38100" marR="3810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9525" cap="flat" cmpd="sng">
                      <a:solidFill>
                        <a:srgbClr val="CFE2F3"/>
                      </a:solidFill>
                      <a:prstDash val="solid"/>
                      <a:round/>
                      <a:headEnd type="none" w="sm" len="sm"/>
                      <a:tailEnd type="none" w="sm" len="sm"/>
                    </a:lnB>
                    <a:solidFill>
                      <a:srgbClr val="4285F4"/>
                    </a:solidFill>
                  </a:tcPr>
                </a:tc>
                <a:tc>
                  <a:txBody>
                    <a:bodyPr/>
                    <a:lstStyle/>
                    <a:p>
                      <a:pPr marL="0" lvl="0" indent="0" algn="ctr" rtl="0">
                        <a:lnSpc>
                          <a:spcPct val="115000"/>
                        </a:lnSpc>
                        <a:spcBef>
                          <a:spcPts val="0"/>
                        </a:spcBef>
                        <a:spcAft>
                          <a:spcPts val="0"/>
                        </a:spcAft>
                        <a:buNone/>
                      </a:pPr>
                      <a:r>
                        <a:rPr lang="en-GB" sz="1400" b="1" dirty="0" err="1">
                          <a:solidFill>
                            <a:srgbClr val="FFFFFF"/>
                          </a:solidFill>
                          <a:latin typeface="Times New Roman" panose="02020603050405020304"/>
                          <a:ea typeface="Times New Roman" panose="02020603050405020304"/>
                          <a:cs typeface="Times New Roman" panose="02020603050405020304"/>
                          <a:sym typeface="Times New Roman" panose="02020603050405020304"/>
                        </a:rPr>
                        <a:t>Qte</a:t>
                      </a:r>
                      <a:r>
                        <a:rPr lang="en-GB" sz="1400" b="1"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 Total </a:t>
                      </a:r>
                    </a:p>
                  </a:txBody>
                  <a:tcPr marL="38100" marR="3810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9525" cap="flat" cmpd="sng" algn="ctr">
                      <a:solidFill>
                        <a:srgbClr val="CFE2F3"/>
                      </a:solidFill>
                      <a:prstDash val="solid"/>
                      <a:round/>
                      <a:headEnd type="none" w="sm" len="sm"/>
                      <a:tailEnd type="none" w="sm" len="sm"/>
                    </a:lnB>
                    <a:solidFill>
                      <a:srgbClr val="4285F4"/>
                    </a:solidFill>
                  </a:tcPr>
                </a:tc>
                <a:tc>
                  <a:txBody>
                    <a:bodyPr/>
                    <a:lstStyle/>
                    <a:p>
                      <a:pPr marL="0" marR="0" lvl="0" indent="0" algn="ctr" rtl="0">
                        <a:lnSpc>
                          <a:spcPct val="115000"/>
                        </a:lnSpc>
                        <a:spcBef>
                          <a:spcPts val="0"/>
                        </a:spcBef>
                        <a:spcAft>
                          <a:spcPts val="0"/>
                        </a:spcAft>
                        <a:buClr>
                          <a:srgbClr val="000000"/>
                        </a:buClr>
                        <a:buFont typeface="Arial" panose="020B0604020202020204"/>
                        <a:buNone/>
                      </a:pPr>
                      <a:r>
                        <a:rPr lang="fr-FR" altLang="en-GB" sz="1400" b="1" i="0" u="none" strike="noStrike" cap="none"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taux de satisfaction</a:t>
                      </a:r>
                    </a:p>
                  </a:txBody>
                  <a:tcPr marL="38100" marR="3810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9525" cap="flat" cmpd="sng" algn="ctr">
                      <a:solidFill>
                        <a:srgbClr val="CFE2F3"/>
                      </a:solidFill>
                      <a:prstDash val="solid"/>
                      <a:round/>
                      <a:headEnd type="none" w="sm" len="sm"/>
                      <a:tailEnd type="none" w="sm" len="sm"/>
                    </a:lnB>
                    <a:solidFill>
                      <a:srgbClr val="4285F4"/>
                    </a:solidFill>
                  </a:tcPr>
                </a:tc>
                <a:extLst>
                  <a:ext uri="{0D108BD9-81ED-4DB2-BD59-A6C34878D82A}">
                    <a16:rowId xmlns:a16="http://schemas.microsoft.com/office/drawing/2014/main" val="10000"/>
                  </a:ext>
                </a:extLst>
              </a:tr>
              <a:tr h="411395">
                <a:tc>
                  <a:txBody>
                    <a:bodyPr/>
                    <a:lstStyle/>
                    <a:p>
                      <a:pPr marL="0" lvl="0" indent="0" algn="ctr" rtl="0">
                        <a:spcBef>
                          <a:spcPts val="0"/>
                        </a:spcBef>
                        <a:spcAft>
                          <a:spcPts val="0"/>
                        </a:spcAft>
                        <a:buNone/>
                      </a:pPr>
                      <a:r>
                        <a:rPr lang="en-GB" sz="1200" b="1">
                          <a:latin typeface="Times New Roman" panose="02020603050405020304"/>
                          <a:ea typeface="Times New Roman" panose="02020603050405020304"/>
                          <a:cs typeface="Times New Roman" panose="02020603050405020304"/>
                          <a:sym typeface="Times New Roman" panose="02020603050405020304"/>
                        </a:rPr>
                        <a:t>1</a:t>
                      </a:r>
                      <a:endParaRPr sz="1200" b="1">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GB" sz="1335" b="1">
                          <a:latin typeface="Times New Roman" panose="02020603050405020304"/>
                          <a:ea typeface="Times New Roman" panose="02020603050405020304"/>
                          <a:cs typeface="Times New Roman" panose="02020603050405020304"/>
                          <a:sym typeface="Times New Roman" panose="02020603050405020304"/>
                        </a:rPr>
                        <a:t>BCG-20</a:t>
                      </a:r>
                      <a:endParaRPr sz="1335" b="1">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defPPr>
                        <a:defRPr lang="fr-FR">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0" fontAlgn="b">
                        <a:buNone/>
                      </a:pPr>
                      <a:r>
                        <a:rPr lang="fr-FR" sz="1600" b="0" i="0" u="none" strike="noStrike" dirty="0">
                          <a:solidFill>
                            <a:schemeClr val="tx1"/>
                          </a:solidFill>
                          <a:effectLst/>
                          <a:latin typeface="Times New Roman" panose="02020603050405020304" pitchFamily="18" charset="0"/>
                          <a:cs typeface="Times New Roman" panose="02020603050405020304" pitchFamily="18" charset="0"/>
                        </a:rPr>
                        <a:t>7 069 900</a:t>
                      </a:r>
                    </a:p>
                  </a:txBody>
                  <a:tcPr marL="7620" marR="7620" marT="762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defPPr>
                        <a:defRPr lang="fr-FR">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0" fontAlgn="b">
                        <a:buNone/>
                      </a:pPr>
                      <a:r>
                        <a:rPr lang="fr-FR" sz="1600" b="0" i="0" u="none" strike="noStrike" dirty="0">
                          <a:solidFill>
                            <a:srgbClr val="000000"/>
                          </a:solidFill>
                          <a:effectLst/>
                          <a:latin typeface="Times New Roman" panose="02020603050405020304" pitchFamily="18" charset="0"/>
                          <a:cs typeface="Times New Roman" panose="02020603050405020304" pitchFamily="18" charset="0"/>
                        </a:rPr>
                        <a:t>3 536 800</a:t>
                      </a:r>
                    </a:p>
                  </a:txBody>
                  <a:tcPr marL="7620" marR="7620" marT="762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p>
                      <a:pPr marL="0" marR="0" lvl="0" indent="0" algn="ctr" defTabSz="914400" rtl="0" eaLnBrk="1" fontAlgn="b" latinLnBrk="0" hangingPunct="1">
                        <a:lnSpc>
                          <a:spcPct val="100000"/>
                        </a:lnSpc>
                        <a:spcBef>
                          <a:spcPts val="0"/>
                        </a:spcBef>
                        <a:spcAft>
                          <a:spcPts val="0"/>
                        </a:spcAft>
                        <a:buClr>
                          <a:srgbClr val="000000"/>
                        </a:buClr>
                        <a:buFont typeface="Arial" panose="020B0604020202020204"/>
                        <a:buNone/>
                      </a:pPr>
                      <a:r>
                        <a:rPr lang="fr-FR" sz="1600" b="0" i="0" u="none" strike="noStrike" kern="1200" cap="none"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a:rPr>
                        <a:t>710 760</a:t>
                      </a:r>
                      <a:endParaRPr sz="1600" b="0" i="0" u="none" strike="noStrike" kern="1200" cap="none"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a:endParaRPr>
                    </a:p>
                  </a:txBody>
                  <a:tcPr marL="38100" marR="38100" marT="0" marB="0" anchor="ctr">
                    <a:lnL w="9525" cap="flat" cmpd="sng" algn="ctr">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Font typeface="Arial" panose="020B0604020202020204"/>
                        <a:buNone/>
                      </a:pPr>
                      <a:r>
                        <a:rPr lang="fr-FR" sz="1600" b="0" i="0" u="none" strike="noStrike" cap="none" dirty="0">
                          <a:solidFill>
                            <a:srgbClr val="000000"/>
                          </a:solidFill>
                          <a:latin typeface="Times New Roman" panose="02020603050405020304"/>
                          <a:cs typeface="Times New Roman" panose="02020603050405020304"/>
                          <a:sym typeface="Arial" panose="020B0604020202020204"/>
                        </a:rPr>
                        <a:t>580 940</a:t>
                      </a:r>
                      <a:endParaRPr sz="1600" b="0" i="0" u="none" strike="noStrike" cap="none" dirty="0">
                        <a:solidFill>
                          <a:srgbClr val="000000"/>
                        </a:solidFill>
                        <a:latin typeface="Times New Roman" panose="02020603050405020304"/>
                        <a:cs typeface="Times New Roman" panose="02020603050405020304"/>
                        <a:sym typeface="Arial" panose="020B0604020202020204"/>
                      </a:endParaRPr>
                    </a:p>
                  </a:txBody>
                  <a:tcPr marL="38100" marR="38100" marT="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fr-FR" sz="1600" dirty="0">
                          <a:latin typeface="Times New Roman" panose="02020603050405020304"/>
                          <a:ea typeface="Times New Roman" panose="02020603050405020304"/>
                          <a:cs typeface="Times New Roman" panose="02020603050405020304"/>
                          <a:sym typeface="Times New Roman" panose="02020603050405020304"/>
                        </a:rPr>
                        <a:t>3 300 000</a:t>
                      </a:r>
                      <a:endParaRPr sz="1600" dirty="0">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algn="ctr" rtl="0" fontAlgn="ctr">
                        <a:buNone/>
                      </a:pPr>
                      <a:r>
                        <a:rPr lang="fr-FR" sz="1600" b="0" i="0" u="none" strike="noStrike">
                          <a:solidFill>
                            <a:srgbClr val="000000"/>
                          </a:solidFill>
                          <a:effectLst/>
                          <a:latin typeface="Times New Roman" panose="02020603050405020304" pitchFamily="18" charset="0"/>
                        </a:rPr>
                        <a:t>8 128 500</a:t>
                      </a:r>
                    </a:p>
                  </a:txBody>
                  <a:tcPr marL="0" marR="0" marT="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algn="ctr" rtl="0" fontAlgn="ctr">
                        <a:buNone/>
                      </a:pPr>
                      <a:r>
                        <a:rPr lang="fr-FR" sz="1600" b="0" i="0" u="none" strike="noStrike" dirty="0">
                          <a:solidFill>
                            <a:srgbClr val="000000"/>
                          </a:solidFill>
                          <a:effectLst/>
                          <a:latin typeface="Times New Roman" panose="02020603050405020304" pitchFamily="18" charset="0"/>
                        </a:rPr>
                        <a:t>100%</a:t>
                      </a:r>
                    </a:p>
                  </a:txBody>
                  <a:tcPr marL="0" marR="0" marT="0" marB="0" anchor="ctr">
                    <a:lnL w="9525" cap="flat" cmpd="sng" algn="ctr">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solidFill>
                      <a:srgbClr val="00B050"/>
                    </a:solidFill>
                  </a:tcPr>
                </a:tc>
                <a:extLst>
                  <a:ext uri="{0D108BD9-81ED-4DB2-BD59-A6C34878D82A}">
                    <a16:rowId xmlns:a16="http://schemas.microsoft.com/office/drawing/2014/main" val="10001"/>
                  </a:ext>
                </a:extLst>
              </a:tr>
              <a:tr h="411941">
                <a:tc>
                  <a:txBody>
                    <a:bodyPr/>
                    <a:lstStyle/>
                    <a:p>
                      <a:pPr marL="0" lvl="0" indent="0" algn="ctr" rtl="0">
                        <a:lnSpc>
                          <a:spcPct val="115000"/>
                        </a:lnSpc>
                        <a:spcBef>
                          <a:spcPts val="0"/>
                        </a:spcBef>
                        <a:spcAft>
                          <a:spcPts val="0"/>
                        </a:spcAft>
                        <a:buNone/>
                      </a:pPr>
                      <a:r>
                        <a:rPr lang="en-GB" sz="1200" b="1">
                          <a:latin typeface="Times New Roman" panose="02020603050405020304"/>
                          <a:ea typeface="Times New Roman" panose="02020603050405020304"/>
                          <a:cs typeface="Times New Roman" panose="02020603050405020304"/>
                          <a:sym typeface="Times New Roman" panose="02020603050405020304"/>
                        </a:rPr>
                        <a:t>2</a:t>
                      </a:r>
                      <a:endParaRPr sz="1200" b="1">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GB" sz="1335" b="1">
                          <a:latin typeface="Times New Roman" panose="02020603050405020304"/>
                          <a:ea typeface="Times New Roman" panose="02020603050405020304"/>
                          <a:cs typeface="Times New Roman" panose="02020603050405020304"/>
                          <a:sym typeface="Times New Roman" panose="02020603050405020304"/>
                        </a:rPr>
                        <a:t>BOPV-20</a:t>
                      </a:r>
                      <a:endParaRPr sz="1335" b="1">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defPPr>
                        <a:defRPr lang="fr-FR">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0" fontAlgn="b">
                        <a:buNone/>
                      </a:pPr>
                      <a:r>
                        <a:rPr lang="fr-FR" sz="1600" b="0" i="0" u="none" strike="noStrike" dirty="0">
                          <a:solidFill>
                            <a:schemeClr val="tx1"/>
                          </a:solidFill>
                          <a:effectLst/>
                          <a:latin typeface="Times New Roman" panose="02020603050405020304" pitchFamily="18" charset="0"/>
                          <a:cs typeface="Times New Roman" panose="02020603050405020304" pitchFamily="18" charset="0"/>
                        </a:rPr>
                        <a:t>24 477 200</a:t>
                      </a:r>
                    </a:p>
                  </a:txBody>
                  <a:tcPr marL="7620" marR="7620" marT="762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defPPr>
                        <a:defRPr lang="fr-FR">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0" fontAlgn="b">
                        <a:buNone/>
                      </a:pPr>
                      <a:r>
                        <a:rPr lang="fr-FR" sz="1600" b="0" i="0" u="none" strike="noStrike" dirty="0">
                          <a:solidFill>
                            <a:srgbClr val="000000"/>
                          </a:solidFill>
                          <a:effectLst/>
                          <a:latin typeface="Times New Roman" panose="02020603050405020304" pitchFamily="18" charset="0"/>
                          <a:cs typeface="Times New Roman" panose="02020603050405020304" pitchFamily="18" charset="0"/>
                        </a:rPr>
                        <a:t>6 047 860</a:t>
                      </a:r>
                    </a:p>
                  </a:txBody>
                  <a:tcPr marL="7620" marR="7620" marT="762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p>
                      <a:pPr marL="0" marR="0" lvl="0" indent="0" algn="ctr" defTabSz="914400" rtl="0" eaLnBrk="1" fontAlgn="b" latinLnBrk="0" hangingPunct="1">
                        <a:lnSpc>
                          <a:spcPct val="100000"/>
                        </a:lnSpc>
                        <a:spcBef>
                          <a:spcPts val="0"/>
                        </a:spcBef>
                        <a:spcAft>
                          <a:spcPts val="0"/>
                        </a:spcAft>
                        <a:buClr>
                          <a:srgbClr val="000000"/>
                        </a:buClr>
                        <a:buFont typeface="Arial" panose="020B0604020202020204"/>
                        <a:buNone/>
                      </a:pPr>
                      <a:r>
                        <a:rPr lang="fr-FR" sz="1600" b="0" i="0" u="none" strike="noStrike" kern="1200" cap="none"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a:rPr>
                        <a:t>6 064 300</a:t>
                      </a:r>
                      <a:endParaRPr sz="1600" b="0" i="0" u="none" strike="noStrike" kern="1200" cap="none"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a:endParaRPr>
                    </a:p>
                  </a:txBody>
                  <a:tcPr marL="38100" marR="38100" marT="0" marB="0" anchor="ctr">
                    <a:lnL w="9525" cap="flat" cmpd="sng" algn="ctr">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Font typeface="Arial" panose="020B0604020202020204"/>
                        <a:buNone/>
                      </a:pPr>
                      <a:r>
                        <a:rPr lang="fr-FR" sz="1600" b="0" i="0" u="none" strike="noStrike" cap="none" dirty="0">
                          <a:solidFill>
                            <a:srgbClr val="000000"/>
                          </a:solidFill>
                          <a:latin typeface="Times New Roman" panose="02020603050405020304"/>
                          <a:cs typeface="Times New Roman" panose="02020603050405020304"/>
                          <a:sym typeface="Arial" panose="020B0604020202020204"/>
                        </a:rPr>
                        <a:t>2 351 880</a:t>
                      </a:r>
                      <a:endParaRPr sz="1600" b="0" i="0" u="none" strike="noStrike" cap="none" dirty="0">
                        <a:solidFill>
                          <a:srgbClr val="000000"/>
                        </a:solidFill>
                        <a:latin typeface="Times New Roman" panose="02020603050405020304"/>
                        <a:cs typeface="Times New Roman" panose="02020603050405020304"/>
                        <a:sym typeface="Arial" panose="020B0604020202020204"/>
                      </a:endParaRPr>
                    </a:p>
                  </a:txBody>
                  <a:tcPr marL="38100" marR="38100" marT="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fr-FR" sz="1600" dirty="0">
                          <a:latin typeface="Times New Roman" panose="02020603050405020304"/>
                          <a:ea typeface="Times New Roman" panose="02020603050405020304"/>
                          <a:cs typeface="Times New Roman" panose="02020603050405020304"/>
                          <a:sym typeface="Times New Roman" panose="02020603050405020304"/>
                        </a:rPr>
                        <a:t>11 010 000</a:t>
                      </a:r>
                      <a:endParaRPr sz="1600" dirty="0">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algn="ctr" rtl="0" fontAlgn="ctr">
                        <a:buNone/>
                      </a:pPr>
                      <a:r>
                        <a:rPr lang="fr-FR" sz="1600" b="0" i="0" u="none" strike="noStrike">
                          <a:solidFill>
                            <a:srgbClr val="000000"/>
                          </a:solidFill>
                          <a:effectLst/>
                          <a:latin typeface="Times New Roman" panose="02020603050405020304" pitchFamily="18" charset="0"/>
                        </a:rPr>
                        <a:t>25 474 040</a:t>
                      </a:r>
                    </a:p>
                  </a:txBody>
                  <a:tcPr marL="0" marR="0" marT="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algn="ctr" rtl="0" fontAlgn="ctr">
                        <a:buNone/>
                      </a:pPr>
                      <a:r>
                        <a:rPr lang="fr-FR" sz="1600" b="0" i="0" u="none" strike="noStrike" dirty="0">
                          <a:solidFill>
                            <a:srgbClr val="000000"/>
                          </a:solidFill>
                          <a:effectLst/>
                          <a:latin typeface="Times New Roman" panose="02020603050405020304" pitchFamily="18" charset="0"/>
                        </a:rPr>
                        <a:t>100%</a:t>
                      </a:r>
                    </a:p>
                  </a:txBody>
                  <a:tcPr marL="0" marR="0" marT="0" marB="0" anchor="ctr">
                    <a:lnL w="9525" cap="flat" cmpd="sng" algn="ctr">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solidFill>
                      <a:srgbClr val="00B050"/>
                    </a:solidFill>
                  </a:tcPr>
                </a:tc>
                <a:extLst>
                  <a:ext uri="{0D108BD9-81ED-4DB2-BD59-A6C34878D82A}">
                    <a16:rowId xmlns:a16="http://schemas.microsoft.com/office/drawing/2014/main" val="10002"/>
                  </a:ext>
                </a:extLst>
              </a:tr>
              <a:tr h="415950">
                <a:tc>
                  <a:txBody>
                    <a:bodyPr/>
                    <a:lstStyle/>
                    <a:p>
                      <a:pPr marL="0" lvl="0" indent="0" algn="ctr" rtl="0">
                        <a:lnSpc>
                          <a:spcPct val="115000"/>
                        </a:lnSpc>
                        <a:spcBef>
                          <a:spcPts val="0"/>
                        </a:spcBef>
                        <a:spcAft>
                          <a:spcPts val="0"/>
                        </a:spcAft>
                        <a:buNone/>
                      </a:pPr>
                      <a:r>
                        <a:rPr lang="en-GB" sz="1200" b="1" dirty="0">
                          <a:latin typeface="Times New Roman" panose="02020603050405020304"/>
                          <a:ea typeface="Times New Roman" panose="02020603050405020304"/>
                          <a:cs typeface="Times New Roman" panose="02020603050405020304"/>
                          <a:sym typeface="Times New Roman" panose="02020603050405020304"/>
                        </a:rPr>
                        <a:t>3</a:t>
                      </a:r>
                      <a:endParaRPr sz="1200" b="1" dirty="0">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GB" sz="1335" b="1">
                          <a:latin typeface="Times New Roman" panose="02020603050405020304"/>
                          <a:ea typeface="Times New Roman" panose="02020603050405020304"/>
                          <a:cs typeface="Times New Roman" panose="02020603050405020304"/>
                          <a:sym typeface="Times New Roman" panose="02020603050405020304"/>
                        </a:rPr>
                        <a:t>DTP-HepB-Hib-10 (lqd)</a:t>
                      </a:r>
                      <a:endParaRPr sz="1335" b="1">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defPPr>
                        <a:defRPr lang="fr-FR">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0" fontAlgn="ctr">
                        <a:buNone/>
                      </a:pPr>
                      <a:r>
                        <a:rPr lang="fr-FR" sz="1600" b="0" i="0" u="none" strike="noStrike" dirty="0">
                          <a:solidFill>
                            <a:schemeClr val="tx1"/>
                          </a:solidFill>
                          <a:effectLst/>
                          <a:latin typeface="Times New Roman" panose="02020603050405020304" pitchFamily="18" charset="0"/>
                          <a:cs typeface="Times New Roman" panose="02020603050405020304" pitchFamily="18" charset="0"/>
                        </a:rPr>
                        <a:t>15 847 500</a:t>
                      </a:r>
                    </a:p>
                  </a:txBody>
                  <a:tcPr marL="7620" marR="7620" marT="762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defPPr>
                        <a:defRPr lang="fr-FR">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0" fontAlgn="ctr">
                        <a:buNone/>
                      </a:pPr>
                      <a:r>
                        <a:rPr lang="fr-FR" sz="1600" b="0" i="0" u="none" strike="noStrike" dirty="0">
                          <a:solidFill>
                            <a:srgbClr val="000000"/>
                          </a:solidFill>
                          <a:effectLst/>
                          <a:latin typeface="Times New Roman" panose="02020603050405020304" pitchFamily="18" charset="0"/>
                          <a:cs typeface="Times New Roman" panose="02020603050405020304" pitchFamily="18" charset="0"/>
                        </a:rPr>
                        <a:t>3 448 130</a:t>
                      </a:r>
                    </a:p>
                  </a:txBody>
                  <a:tcPr marL="7620" marR="7620" marT="762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p>
                      <a:pPr marL="0" marR="0" lvl="0" indent="0" algn="ctr" defTabSz="914400" rtl="0" eaLnBrk="1" fontAlgn="b" latinLnBrk="0" hangingPunct="1">
                        <a:lnSpc>
                          <a:spcPct val="100000"/>
                        </a:lnSpc>
                        <a:spcBef>
                          <a:spcPts val="0"/>
                        </a:spcBef>
                        <a:spcAft>
                          <a:spcPts val="0"/>
                        </a:spcAft>
                        <a:buClr>
                          <a:srgbClr val="000000"/>
                        </a:buClr>
                        <a:buFont typeface="Arial" panose="020B0604020202020204"/>
                        <a:buNone/>
                      </a:pPr>
                      <a:r>
                        <a:rPr lang="fr-FR" sz="1600" b="0" i="0" u="none" strike="noStrike" kern="1200" cap="none" dirty="0">
                          <a:solidFill>
                            <a:srgbClr val="000000"/>
                          </a:solidFill>
                          <a:effectLst/>
                          <a:latin typeface="Times New Roman" panose="02020603050405020304" pitchFamily="18" charset="0"/>
                          <a:ea typeface="+mn-ea"/>
                          <a:cs typeface="Times New Roman" panose="02020603050405020304" pitchFamily="18" charset="0"/>
                          <a:sym typeface="Times New Roman" panose="02020603050405020304"/>
                        </a:rPr>
                        <a:t>3 717 720</a:t>
                      </a:r>
                      <a:endParaRPr sz="1600" b="0" i="0" u="none" strike="noStrike" kern="1200" cap="none" dirty="0">
                        <a:solidFill>
                          <a:srgbClr val="000000"/>
                        </a:solidFill>
                        <a:effectLst/>
                        <a:latin typeface="Times New Roman" panose="02020603050405020304" pitchFamily="18" charset="0"/>
                        <a:ea typeface="+mn-ea"/>
                        <a:cs typeface="Times New Roman" panose="02020603050405020304" pitchFamily="18" charset="0"/>
                        <a:sym typeface="Times New Roman" panose="02020603050405020304"/>
                      </a:endParaRPr>
                    </a:p>
                  </a:txBody>
                  <a:tcPr marL="38100" marR="38100" marT="0" marB="0" anchor="ctr">
                    <a:lnL w="9525" cap="flat" cmpd="sng" algn="ctr">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Font typeface="Arial" panose="020B0604020202020204"/>
                        <a:buNone/>
                      </a:pPr>
                      <a:r>
                        <a:rPr lang="fr-FR" sz="1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1 491 250</a:t>
                      </a:r>
                      <a:endParaRPr sz="1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fr-FR" sz="1600" dirty="0">
                          <a:latin typeface="Times New Roman" panose="02020603050405020304"/>
                          <a:ea typeface="Times New Roman" panose="02020603050405020304"/>
                          <a:cs typeface="Times New Roman" panose="02020603050405020304"/>
                          <a:sym typeface="Times New Roman" panose="02020603050405020304"/>
                        </a:rPr>
                        <a:t>8 127 000</a:t>
                      </a:r>
                      <a:endParaRPr sz="1600" dirty="0">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algn="ctr" rtl="0" fontAlgn="ctr">
                        <a:buNone/>
                      </a:pPr>
                      <a:r>
                        <a:rPr lang="fr-FR" sz="1600" b="0" i="0" u="none" strike="noStrike">
                          <a:solidFill>
                            <a:srgbClr val="000000"/>
                          </a:solidFill>
                          <a:effectLst/>
                          <a:latin typeface="Times New Roman" panose="02020603050405020304" pitchFamily="18" charset="0"/>
                        </a:rPr>
                        <a:t>16 784 100</a:t>
                      </a:r>
                    </a:p>
                  </a:txBody>
                  <a:tcPr marL="0" marR="0" marT="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algn="ctr" rtl="0" fontAlgn="ctr">
                        <a:buNone/>
                      </a:pPr>
                      <a:r>
                        <a:rPr lang="fr-FR" sz="1600" b="0" i="0" u="none" strike="noStrike" dirty="0">
                          <a:solidFill>
                            <a:srgbClr val="000000"/>
                          </a:solidFill>
                          <a:effectLst/>
                          <a:latin typeface="Times New Roman" panose="02020603050405020304" pitchFamily="18" charset="0"/>
                        </a:rPr>
                        <a:t>100%</a:t>
                      </a:r>
                    </a:p>
                  </a:txBody>
                  <a:tcPr marL="0" marR="0" marT="0" marB="0" anchor="ctr">
                    <a:lnL w="9525" cap="flat" cmpd="sng" algn="ctr">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solidFill>
                      <a:srgbClr val="00B050"/>
                    </a:solidFill>
                  </a:tcPr>
                </a:tc>
                <a:extLst>
                  <a:ext uri="{0D108BD9-81ED-4DB2-BD59-A6C34878D82A}">
                    <a16:rowId xmlns:a16="http://schemas.microsoft.com/office/drawing/2014/main" val="10003"/>
                  </a:ext>
                </a:extLst>
              </a:tr>
              <a:tr h="421229">
                <a:tc>
                  <a:txBody>
                    <a:bodyPr/>
                    <a:lstStyle/>
                    <a:p>
                      <a:pPr marL="0" lvl="0" indent="0" algn="ctr" rtl="0">
                        <a:spcBef>
                          <a:spcPts val="0"/>
                        </a:spcBef>
                        <a:spcAft>
                          <a:spcPts val="0"/>
                        </a:spcAft>
                        <a:buNone/>
                      </a:pPr>
                      <a:r>
                        <a:rPr lang="en-GB" sz="1200" b="1">
                          <a:latin typeface="Times New Roman" panose="02020603050405020304"/>
                          <a:ea typeface="Times New Roman" panose="02020603050405020304"/>
                          <a:cs typeface="Times New Roman" panose="02020603050405020304"/>
                          <a:sym typeface="Times New Roman" panose="02020603050405020304"/>
                        </a:rPr>
                        <a:t>4</a:t>
                      </a:r>
                      <a:endParaRPr sz="1200" b="1">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GB" sz="1335" b="1">
                          <a:latin typeface="Times New Roman" panose="02020603050405020304"/>
                          <a:ea typeface="Times New Roman" panose="02020603050405020304"/>
                          <a:cs typeface="Times New Roman" panose="02020603050405020304"/>
                          <a:sym typeface="Times New Roman" panose="02020603050405020304"/>
                        </a:rPr>
                        <a:t>IPV-5</a:t>
                      </a:r>
                      <a:endParaRPr sz="1335" b="1">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defPPr>
                        <a:defRPr lang="fr-FR">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0" fontAlgn="b">
                        <a:buNone/>
                      </a:pPr>
                      <a:r>
                        <a:rPr lang="fr-FR" sz="1600" b="0" i="0" u="none" strike="noStrike" dirty="0">
                          <a:solidFill>
                            <a:schemeClr val="tx1"/>
                          </a:solidFill>
                          <a:effectLst/>
                          <a:latin typeface="Times New Roman" panose="02020603050405020304" pitchFamily="18" charset="0"/>
                          <a:cs typeface="Times New Roman" panose="02020603050405020304" pitchFamily="18" charset="0"/>
                        </a:rPr>
                        <a:t>9 944 500</a:t>
                      </a:r>
                    </a:p>
                  </a:txBody>
                  <a:tcPr marL="7620" marR="7620" marT="762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defPPr>
                        <a:defRPr lang="fr-FR">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0" fontAlgn="b">
                        <a:buNone/>
                      </a:pPr>
                      <a:r>
                        <a:rPr lang="fr-FR" sz="1600" b="0" i="0" u="none" strike="noStrike" dirty="0">
                          <a:solidFill>
                            <a:srgbClr val="000000"/>
                          </a:solidFill>
                          <a:effectLst/>
                          <a:latin typeface="Times New Roman" panose="02020603050405020304" pitchFamily="18" charset="0"/>
                          <a:cs typeface="Times New Roman" panose="02020603050405020304" pitchFamily="18" charset="0"/>
                        </a:rPr>
                        <a:t>7 836 650</a:t>
                      </a:r>
                    </a:p>
                  </a:txBody>
                  <a:tcPr marL="7620" marR="7620" marT="762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p>
                      <a:pPr marL="0" marR="0" lvl="0" indent="0" algn="ctr" defTabSz="914400" rtl="0" eaLnBrk="1" fontAlgn="b" latinLnBrk="0" hangingPunct="1">
                        <a:lnSpc>
                          <a:spcPct val="100000"/>
                        </a:lnSpc>
                        <a:spcBef>
                          <a:spcPts val="0"/>
                        </a:spcBef>
                        <a:spcAft>
                          <a:spcPts val="0"/>
                        </a:spcAft>
                        <a:buClr>
                          <a:srgbClr val="000000"/>
                        </a:buClr>
                        <a:buFont typeface="Arial" panose="020B0604020202020204"/>
                        <a:buNone/>
                      </a:pPr>
                      <a:r>
                        <a:rPr lang="fr-FR" sz="1600" b="0" i="0" u="none" strike="noStrike" kern="1200" cap="none" dirty="0">
                          <a:solidFill>
                            <a:srgbClr val="000000"/>
                          </a:solidFill>
                          <a:effectLst/>
                          <a:latin typeface="Times New Roman" panose="02020603050405020304" pitchFamily="18" charset="0"/>
                          <a:ea typeface="+mn-ea"/>
                          <a:cs typeface="Times New Roman" panose="02020603050405020304" pitchFamily="18" charset="0"/>
                          <a:sym typeface="Times New Roman" panose="02020603050405020304"/>
                        </a:rPr>
                        <a:t>2 607 325</a:t>
                      </a:r>
                      <a:endParaRPr sz="1600" b="0" i="0" u="none" strike="noStrike" kern="1200" cap="none" dirty="0">
                        <a:solidFill>
                          <a:srgbClr val="000000"/>
                        </a:solidFill>
                        <a:effectLst/>
                        <a:latin typeface="Times New Roman" panose="02020603050405020304" pitchFamily="18" charset="0"/>
                        <a:ea typeface="+mn-ea"/>
                        <a:cs typeface="Times New Roman" panose="02020603050405020304" pitchFamily="18" charset="0"/>
                        <a:sym typeface="Times New Roman" panose="02020603050405020304"/>
                      </a:endParaRPr>
                    </a:p>
                  </a:txBody>
                  <a:tcPr marL="38100" marR="38100" marT="0" marB="0" anchor="ctr">
                    <a:lnL w="9525" cap="flat" cmpd="sng" algn="ctr">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Font typeface="Arial" panose="020B0604020202020204"/>
                        <a:buNone/>
                      </a:pPr>
                      <a:r>
                        <a:rPr lang="fr-FR" sz="1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1 072 550</a:t>
                      </a:r>
                      <a:endParaRPr sz="1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fr-FR" sz="1600" dirty="0">
                          <a:latin typeface="Times New Roman" panose="02020603050405020304"/>
                          <a:ea typeface="Times New Roman" panose="02020603050405020304"/>
                          <a:cs typeface="Times New Roman" panose="02020603050405020304"/>
                          <a:sym typeface="Times New Roman" panose="02020603050405020304"/>
                        </a:rPr>
                        <a:t>2 000 000</a:t>
                      </a:r>
                      <a:endParaRPr sz="1600" dirty="0">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algn="ctr" rtl="0" fontAlgn="ctr">
                        <a:buNone/>
                      </a:pPr>
                      <a:r>
                        <a:rPr lang="fr-FR" sz="1600" b="0" i="0" u="none" strike="noStrike">
                          <a:solidFill>
                            <a:srgbClr val="000000"/>
                          </a:solidFill>
                          <a:effectLst/>
                          <a:latin typeface="Times New Roman" panose="02020603050405020304" pitchFamily="18" charset="0"/>
                        </a:rPr>
                        <a:t>13 516 525</a:t>
                      </a:r>
                    </a:p>
                  </a:txBody>
                  <a:tcPr marL="0" marR="0" marT="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algn="ctr" rtl="0" fontAlgn="ctr">
                        <a:buNone/>
                      </a:pPr>
                      <a:r>
                        <a:rPr lang="fr-FR" sz="1600" b="0" i="0" u="none" strike="noStrike" dirty="0">
                          <a:solidFill>
                            <a:srgbClr val="000000"/>
                          </a:solidFill>
                          <a:effectLst/>
                          <a:latin typeface="Times New Roman" panose="02020603050405020304" pitchFamily="18" charset="0"/>
                        </a:rPr>
                        <a:t>100%</a:t>
                      </a:r>
                    </a:p>
                  </a:txBody>
                  <a:tcPr marL="0" marR="0" marT="0" marB="0" anchor="ctr">
                    <a:lnL w="9525" cap="flat" cmpd="sng" algn="ctr">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solidFill>
                      <a:srgbClr val="00B050"/>
                    </a:solidFill>
                  </a:tcPr>
                </a:tc>
                <a:extLst>
                  <a:ext uri="{0D108BD9-81ED-4DB2-BD59-A6C34878D82A}">
                    <a16:rowId xmlns:a16="http://schemas.microsoft.com/office/drawing/2014/main" val="10004"/>
                  </a:ext>
                </a:extLst>
              </a:tr>
              <a:tr h="411395">
                <a:tc>
                  <a:txBody>
                    <a:bodyPr/>
                    <a:lstStyle/>
                    <a:p>
                      <a:pPr marL="0" lvl="0" indent="0" algn="ctr" rtl="0">
                        <a:lnSpc>
                          <a:spcPct val="115000"/>
                        </a:lnSpc>
                        <a:spcBef>
                          <a:spcPts val="0"/>
                        </a:spcBef>
                        <a:spcAft>
                          <a:spcPts val="0"/>
                        </a:spcAft>
                        <a:buNone/>
                      </a:pPr>
                      <a:r>
                        <a:rPr lang="en-GB" sz="1200" b="1">
                          <a:latin typeface="Times New Roman" panose="02020603050405020304"/>
                          <a:ea typeface="Times New Roman" panose="02020603050405020304"/>
                          <a:cs typeface="Times New Roman" panose="02020603050405020304"/>
                          <a:sym typeface="Times New Roman" panose="02020603050405020304"/>
                        </a:rPr>
                        <a:t>5</a:t>
                      </a:r>
                      <a:endParaRPr sz="1200" b="1">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GB" sz="1335" b="1">
                          <a:latin typeface="Times New Roman" panose="02020603050405020304"/>
                          <a:ea typeface="Times New Roman" panose="02020603050405020304"/>
                          <a:cs typeface="Times New Roman" panose="02020603050405020304"/>
                          <a:sym typeface="Times New Roman" panose="02020603050405020304"/>
                        </a:rPr>
                        <a:t>Mea-5</a:t>
                      </a:r>
                      <a:endParaRPr sz="1335" b="1">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defPPr>
                        <a:defRPr lang="fr-FR">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0" fontAlgn="b">
                        <a:buNone/>
                      </a:pPr>
                      <a:r>
                        <a:rPr lang="fr-FR" sz="1600" b="0" i="0" u="none" strike="noStrike" dirty="0">
                          <a:solidFill>
                            <a:schemeClr val="tx1"/>
                          </a:solidFill>
                          <a:effectLst/>
                          <a:latin typeface="Times New Roman" panose="02020603050405020304" pitchFamily="18" charset="0"/>
                          <a:cs typeface="Times New Roman" panose="02020603050405020304" pitchFamily="18" charset="0"/>
                        </a:rPr>
                        <a:t>12 074 900</a:t>
                      </a:r>
                    </a:p>
                  </a:txBody>
                  <a:tcPr marL="7620" marR="7620" marT="762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defPPr>
                        <a:defRPr lang="fr-FR">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0" fontAlgn="b">
                        <a:buNone/>
                      </a:pPr>
                      <a:r>
                        <a:rPr lang="fr-FR" sz="1600" b="0" i="0" u="none" strike="noStrike" dirty="0">
                          <a:solidFill>
                            <a:srgbClr val="000000"/>
                          </a:solidFill>
                          <a:effectLst/>
                          <a:latin typeface="Times New Roman" panose="02020603050405020304" pitchFamily="18" charset="0"/>
                          <a:cs typeface="Times New Roman" panose="02020603050405020304" pitchFamily="18" charset="0"/>
                        </a:rPr>
                        <a:t>2 950 440</a:t>
                      </a:r>
                    </a:p>
                  </a:txBody>
                  <a:tcPr marL="7620" marR="7620" marT="762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p>
                      <a:pPr marL="0" marR="0" lvl="0" indent="0" algn="ctr" defTabSz="914400" rtl="0" eaLnBrk="1" fontAlgn="b" latinLnBrk="0" hangingPunct="1">
                        <a:lnSpc>
                          <a:spcPct val="100000"/>
                        </a:lnSpc>
                        <a:spcBef>
                          <a:spcPts val="0"/>
                        </a:spcBef>
                        <a:spcAft>
                          <a:spcPts val="0"/>
                        </a:spcAft>
                        <a:buClr>
                          <a:srgbClr val="000000"/>
                        </a:buClr>
                        <a:buFont typeface="Arial" panose="020B0604020202020204"/>
                        <a:buNone/>
                      </a:pPr>
                      <a:r>
                        <a:rPr lang="fr-FR" sz="1600" b="0" i="0" u="none" strike="noStrike" kern="1200" cap="none" dirty="0">
                          <a:solidFill>
                            <a:srgbClr val="000000"/>
                          </a:solidFill>
                          <a:effectLst/>
                          <a:latin typeface="Times New Roman" panose="02020603050405020304" pitchFamily="18" charset="0"/>
                          <a:ea typeface="+mn-ea"/>
                          <a:cs typeface="Times New Roman" panose="02020603050405020304" pitchFamily="18" charset="0"/>
                          <a:sym typeface="Times New Roman" panose="02020603050405020304"/>
                        </a:rPr>
                        <a:t>1 687 415</a:t>
                      </a:r>
                      <a:endParaRPr sz="1600" b="0" i="0" u="none" strike="noStrike" kern="1200" cap="none" dirty="0">
                        <a:solidFill>
                          <a:srgbClr val="000000"/>
                        </a:solidFill>
                        <a:effectLst/>
                        <a:latin typeface="Times New Roman" panose="02020603050405020304" pitchFamily="18" charset="0"/>
                        <a:ea typeface="+mn-ea"/>
                        <a:cs typeface="Times New Roman" panose="02020603050405020304" pitchFamily="18" charset="0"/>
                        <a:sym typeface="Times New Roman" panose="02020603050405020304"/>
                      </a:endParaRPr>
                    </a:p>
                  </a:txBody>
                  <a:tcPr marL="38100" marR="38100" marT="0" marB="0" anchor="ctr">
                    <a:lnL w="9525" cap="flat" cmpd="sng" algn="ctr">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Font typeface="Arial" panose="020B0604020202020204"/>
                        <a:buNone/>
                      </a:pPr>
                      <a:r>
                        <a:rPr lang="fr-FR" sz="1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1 032 760</a:t>
                      </a:r>
                      <a:endParaRPr sz="1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fr-FR" sz="1600" dirty="0">
                          <a:latin typeface="Times New Roman" panose="02020603050405020304"/>
                          <a:ea typeface="Times New Roman" panose="02020603050405020304"/>
                          <a:cs typeface="Times New Roman" panose="02020603050405020304"/>
                          <a:sym typeface="Times New Roman" panose="02020603050405020304"/>
                        </a:rPr>
                        <a:t>6 912 000</a:t>
                      </a:r>
                      <a:endParaRPr sz="1600" dirty="0">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algn="ctr" rtl="0" fontAlgn="ctr">
                        <a:buNone/>
                      </a:pPr>
                      <a:r>
                        <a:rPr lang="fr-FR" sz="1600" b="0" i="0" u="none" strike="noStrike">
                          <a:solidFill>
                            <a:srgbClr val="000000"/>
                          </a:solidFill>
                          <a:effectLst/>
                          <a:latin typeface="Times New Roman" panose="02020603050405020304" pitchFamily="18" charset="0"/>
                        </a:rPr>
                        <a:t>12 582 615</a:t>
                      </a:r>
                    </a:p>
                  </a:txBody>
                  <a:tcPr marL="0" marR="0" marT="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algn="ctr" rtl="0" fontAlgn="ctr">
                        <a:buNone/>
                      </a:pPr>
                      <a:r>
                        <a:rPr lang="fr-FR" sz="1600" b="0" i="0" u="none" strike="noStrike" dirty="0">
                          <a:solidFill>
                            <a:srgbClr val="000000"/>
                          </a:solidFill>
                          <a:effectLst/>
                          <a:latin typeface="Times New Roman" panose="02020603050405020304" pitchFamily="18" charset="0"/>
                        </a:rPr>
                        <a:t>100%</a:t>
                      </a:r>
                    </a:p>
                  </a:txBody>
                  <a:tcPr marL="0" marR="0" marT="0" marB="0" anchor="ctr">
                    <a:lnL w="9525" cap="flat" cmpd="sng" algn="ctr">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solidFill>
                      <a:srgbClr val="00B050"/>
                    </a:solidFill>
                  </a:tcPr>
                </a:tc>
                <a:extLst>
                  <a:ext uri="{0D108BD9-81ED-4DB2-BD59-A6C34878D82A}">
                    <a16:rowId xmlns:a16="http://schemas.microsoft.com/office/drawing/2014/main" val="10005"/>
                  </a:ext>
                </a:extLst>
              </a:tr>
              <a:tr h="421229">
                <a:tc>
                  <a:txBody>
                    <a:bodyPr/>
                    <a:lstStyle/>
                    <a:p>
                      <a:pPr marL="0" lvl="0" indent="0" algn="ctr" rtl="0">
                        <a:spcBef>
                          <a:spcPts val="0"/>
                        </a:spcBef>
                        <a:spcAft>
                          <a:spcPts val="0"/>
                        </a:spcAft>
                        <a:buNone/>
                      </a:pPr>
                      <a:r>
                        <a:rPr lang="en-GB" sz="1200" b="1">
                          <a:latin typeface="Times New Roman" panose="02020603050405020304"/>
                          <a:ea typeface="Times New Roman" panose="02020603050405020304"/>
                          <a:cs typeface="Times New Roman" panose="02020603050405020304"/>
                          <a:sym typeface="Times New Roman" panose="02020603050405020304"/>
                        </a:rPr>
                        <a:t>6</a:t>
                      </a:r>
                      <a:endParaRPr sz="1200" b="1">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GB" sz="1335" b="1">
                          <a:latin typeface="Times New Roman" panose="02020603050405020304"/>
                          <a:ea typeface="Times New Roman" panose="02020603050405020304"/>
                          <a:cs typeface="Times New Roman" panose="02020603050405020304"/>
                          <a:sym typeface="Times New Roman" panose="02020603050405020304"/>
                        </a:rPr>
                        <a:t>PCV13-4</a:t>
                      </a:r>
                      <a:endParaRPr sz="1335" b="1">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defPPr>
                        <a:defRPr lang="fr-FR">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0" fontAlgn="b">
                        <a:buNone/>
                      </a:pPr>
                      <a:r>
                        <a:rPr lang="fr-FR" sz="1600" b="0" i="0" u="none" strike="noStrike" dirty="0">
                          <a:solidFill>
                            <a:schemeClr val="tx1"/>
                          </a:solidFill>
                          <a:effectLst/>
                          <a:latin typeface="Times New Roman" panose="02020603050405020304" pitchFamily="18" charset="0"/>
                          <a:cs typeface="Times New Roman" panose="02020603050405020304" pitchFamily="18" charset="0"/>
                        </a:rPr>
                        <a:t>14 238 500</a:t>
                      </a:r>
                    </a:p>
                  </a:txBody>
                  <a:tcPr marL="7620" marR="7620" marT="762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defPPr>
                        <a:defRPr lang="fr-FR">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0" fontAlgn="b">
                        <a:buNone/>
                      </a:pPr>
                      <a:r>
                        <a:rPr lang="fr-FR" sz="1600" b="0" i="0" u="none" strike="noStrike" dirty="0">
                          <a:solidFill>
                            <a:srgbClr val="000000"/>
                          </a:solidFill>
                          <a:effectLst/>
                          <a:latin typeface="Times New Roman" panose="02020603050405020304" pitchFamily="18" charset="0"/>
                          <a:cs typeface="Times New Roman" panose="02020603050405020304" pitchFamily="18" charset="0"/>
                        </a:rPr>
                        <a:t>927 000</a:t>
                      </a:r>
                    </a:p>
                  </a:txBody>
                  <a:tcPr marL="7620" marR="7620" marT="762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p>
                      <a:pPr marL="0" marR="0" lvl="0" indent="0" algn="ctr" defTabSz="914400" rtl="0" eaLnBrk="1" fontAlgn="b" latinLnBrk="0" hangingPunct="1">
                        <a:lnSpc>
                          <a:spcPct val="100000"/>
                        </a:lnSpc>
                        <a:spcBef>
                          <a:spcPts val="0"/>
                        </a:spcBef>
                        <a:spcAft>
                          <a:spcPts val="0"/>
                        </a:spcAft>
                        <a:buClr>
                          <a:srgbClr val="000000"/>
                        </a:buClr>
                        <a:buFont typeface="Arial" panose="020B0604020202020204"/>
                        <a:buNone/>
                      </a:pPr>
                      <a:r>
                        <a:rPr lang="fr-FR" sz="1600" b="0" i="0" u="none" strike="noStrike" kern="1200" cap="none" dirty="0">
                          <a:solidFill>
                            <a:srgbClr val="000000"/>
                          </a:solidFill>
                          <a:effectLst/>
                          <a:latin typeface="Times New Roman" panose="02020603050405020304" pitchFamily="18" charset="0"/>
                          <a:ea typeface="+mn-ea"/>
                          <a:cs typeface="Times New Roman" panose="02020603050405020304" pitchFamily="18" charset="0"/>
                          <a:sym typeface="Times New Roman" panose="02020603050405020304"/>
                        </a:rPr>
                        <a:t>3 160 386</a:t>
                      </a:r>
                      <a:endParaRPr sz="1600" b="0" i="0" u="none" strike="noStrike" kern="1200" cap="none" dirty="0">
                        <a:solidFill>
                          <a:srgbClr val="000000"/>
                        </a:solidFill>
                        <a:effectLst/>
                        <a:latin typeface="Times New Roman" panose="02020603050405020304" pitchFamily="18" charset="0"/>
                        <a:ea typeface="+mn-ea"/>
                        <a:cs typeface="Times New Roman" panose="02020603050405020304" pitchFamily="18" charset="0"/>
                        <a:sym typeface="Times New Roman" panose="02020603050405020304"/>
                      </a:endParaRPr>
                    </a:p>
                  </a:txBody>
                  <a:tcPr marL="38100" marR="38100" marT="0" marB="0" anchor="ctr">
                    <a:lnL w="9525" cap="flat" cmpd="sng" algn="ctr">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Font typeface="Arial" panose="020B0604020202020204"/>
                        <a:buNone/>
                      </a:pPr>
                      <a:r>
                        <a:rPr lang="fr-FR" sz="1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1 460 812</a:t>
                      </a:r>
                      <a:endParaRPr sz="1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fr-FR" sz="1600" dirty="0">
                          <a:latin typeface="Times New Roman" panose="02020603050405020304"/>
                          <a:ea typeface="Times New Roman" panose="02020603050405020304"/>
                          <a:cs typeface="Times New Roman" panose="02020603050405020304"/>
                          <a:sym typeface="Times New Roman" panose="02020603050405020304"/>
                        </a:rPr>
                        <a:t>11 694 800</a:t>
                      </a:r>
                      <a:endParaRPr sz="1600" dirty="0">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algn="ctr" rtl="0" fontAlgn="ctr">
                        <a:buNone/>
                      </a:pPr>
                      <a:r>
                        <a:rPr lang="fr-FR" sz="1600" b="0" i="0" u="none" strike="noStrike">
                          <a:solidFill>
                            <a:srgbClr val="000000"/>
                          </a:solidFill>
                          <a:effectLst/>
                          <a:latin typeface="Times New Roman" panose="02020603050405020304" pitchFamily="18" charset="0"/>
                        </a:rPr>
                        <a:t>17 242 998</a:t>
                      </a:r>
                    </a:p>
                  </a:txBody>
                  <a:tcPr marL="0" marR="0" marT="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algn="ctr" rtl="0" fontAlgn="ctr">
                        <a:buNone/>
                      </a:pPr>
                      <a:r>
                        <a:rPr lang="fr-FR" sz="1600" b="0" i="0" u="none" strike="noStrike" dirty="0">
                          <a:solidFill>
                            <a:srgbClr val="000000"/>
                          </a:solidFill>
                          <a:effectLst/>
                          <a:latin typeface="Times New Roman" panose="02020603050405020304" pitchFamily="18" charset="0"/>
                        </a:rPr>
                        <a:t>100%</a:t>
                      </a:r>
                    </a:p>
                  </a:txBody>
                  <a:tcPr marL="0" marR="0" marT="0" marB="0" anchor="ctr">
                    <a:lnL w="9525" cap="flat" cmpd="sng" algn="ctr">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solidFill>
                      <a:srgbClr val="00B050"/>
                    </a:solidFill>
                  </a:tcPr>
                </a:tc>
                <a:extLst>
                  <a:ext uri="{0D108BD9-81ED-4DB2-BD59-A6C34878D82A}">
                    <a16:rowId xmlns:a16="http://schemas.microsoft.com/office/drawing/2014/main" val="10006"/>
                  </a:ext>
                </a:extLst>
              </a:tr>
              <a:tr h="420683">
                <a:tc>
                  <a:txBody>
                    <a:bodyPr/>
                    <a:lstStyle/>
                    <a:p>
                      <a:pPr marL="0" lvl="0" indent="0" algn="ctr" rtl="0">
                        <a:lnSpc>
                          <a:spcPct val="115000"/>
                        </a:lnSpc>
                        <a:spcBef>
                          <a:spcPts val="0"/>
                        </a:spcBef>
                        <a:spcAft>
                          <a:spcPts val="0"/>
                        </a:spcAft>
                        <a:buNone/>
                      </a:pPr>
                      <a:r>
                        <a:rPr lang="en-GB" sz="1200" b="1">
                          <a:latin typeface="Times New Roman" panose="02020603050405020304"/>
                          <a:ea typeface="Times New Roman" panose="02020603050405020304"/>
                          <a:cs typeface="Times New Roman" panose="02020603050405020304"/>
                          <a:sym typeface="Times New Roman" panose="02020603050405020304"/>
                        </a:rPr>
                        <a:t>7</a:t>
                      </a:r>
                      <a:endParaRPr sz="1200" b="1">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GB" sz="1335" b="1">
                          <a:latin typeface="Times New Roman" panose="02020603050405020304"/>
                          <a:ea typeface="Times New Roman" panose="02020603050405020304"/>
                          <a:cs typeface="Times New Roman" panose="02020603050405020304"/>
                          <a:sym typeface="Times New Roman" panose="02020603050405020304"/>
                        </a:rPr>
                        <a:t>RV5-2, lyo</a:t>
                      </a:r>
                      <a:endParaRPr sz="1335" b="1">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defPPr>
                        <a:defRPr lang="fr-FR">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0" fontAlgn="b">
                        <a:buNone/>
                      </a:pPr>
                      <a:r>
                        <a:rPr lang="fr-FR" sz="1600" b="0" i="0" u="none" strike="noStrike" dirty="0">
                          <a:solidFill>
                            <a:schemeClr val="tx1"/>
                          </a:solidFill>
                          <a:effectLst/>
                          <a:latin typeface="Times New Roman" panose="02020603050405020304" pitchFamily="18" charset="0"/>
                          <a:cs typeface="Times New Roman" panose="02020603050405020304" pitchFamily="18" charset="0"/>
                        </a:rPr>
                        <a:t>13 488 900</a:t>
                      </a:r>
                    </a:p>
                  </a:txBody>
                  <a:tcPr marL="7620" marR="7620" marT="762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defPPr>
                        <a:defRPr lang="fr-FR">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0" fontAlgn="b">
                        <a:buNone/>
                      </a:pPr>
                      <a:r>
                        <a:rPr lang="fr-FR" sz="1600" b="0" i="0" u="none" strike="noStrike" dirty="0">
                          <a:solidFill>
                            <a:srgbClr val="000000"/>
                          </a:solidFill>
                          <a:effectLst/>
                          <a:latin typeface="Times New Roman" panose="02020603050405020304" pitchFamily="18" charset="0"/>
                          <a:cs typeface="Times New Roman" panose="02020603050405020304" pitchFamily="18" charset="0"/>
                        </a:rPr>
                        <a:t>96 858</a:t>
                      </a:r>
                    </a:p>
                  </a:txBody>
                  <a:tcPr marL="7620" marR="7620" marT="762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p>
                      <a:pPr marL="0" marR="0" lvl="0" indent="0" algn="ctr" defTabSz="914400" rtl="0" eaLnBrk="1" fontAlgn="b" latinLnBrk="0" hangingPunct="1">
                        <a:lnSpc>
                          <a:spcPct val="100000"/>
                        </a:lnSpc>
                        <a:spcBef>
                          <a:spcPts val="0"/>
                        </a:spcBef>
                        <a:spcAft>
                          <a:spcPts val="0"/>
                        </a:spcAft>
                        <a:buClr>
                          <a:srgbClr val="000000"/>
                        </a:buClr>
                        <a:buFont typeface="Arial" panose="020B0604020202020204"/>
                        <a:buNone/>
                      </a:pPr>
                      <a:r>
                        <a:rPr lang="fr-FR" sz="1600" b="0" i="0" u="none" strike="noStrike" kern="1200" cap="none" dirty="0">
                          <a:solidFill>
                            <a:srgbClr val="000000"/>
                          </a:solidFill>
                          <a:effectLst/>
                          <a:latin typeface="Times New Roman" panose="02020603050405020304" pitchFamily="18" charset="0"/>
                          <a:ea typeface="+mn-ea"/>
                          <a:cs typeface="Times New Roman" panose="02020603050405020304" pitchFamily="18" charset="0"/>
                          <a:sym typeface="Times New Roman" panose="02020603050405020304"/>
                        </a:rPr>
                        <a:t>2 596 266</a:t>
                      </a:r>
                      <a:endParaRPr sz="1600" b="0" i="0" u="none" strike="noStrike" kern="1200" cap="none" dirty="0">
                        <a:solidFill>
                          <a:srgbClr val="000000"/>
                        </a:solidFill>
                        <a:effectLst/>
                        <a:latin typeface="Times New Roman" panose="02020603050405020304" pitchFamily="18" charset="0"/>
                        <a:ea typeface="+mn-ea"/>
                        <a:cs typeface="Times New Roman" panose="02020603050405020304" pitchFamily="18" charset="0"/>
                        <a:sym typeface="Times New Roman" panose="02020603050405020304"/>
                      </a:endParaRPr>
                    </a:p>
                  </a:txBody>
                  <a:tcPr marL="38100" marR="38100" marT="0" marB="0" anchor="ctr">
                    <a:lnL w="9525" cap="flat" cmpd="sng" algn="ctr">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Font typeface="Arial" panose="020B0604020202020204"/>
                        <a:buNone/>
                      </a:pPr>
                      <a:r>
                        <a:rPr lang="fr-FR" sz="1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1 274 840</a:t>
                      </a:r>
                      <a:endParaRPr sz="1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fr-FR" sz="1600" dirty="0">
                          <a:latin typeface="Times New Roman" panose="02020603050405020304"/>
                          <a:ea typeface="Times New Roman" panose="02020603050405020304"/>
                          <a:cs typeface="Times New Roman" panose="02020603050405020304"/>
                          <a:sym typeface="Times New Roman" panose="02020603050405020304"/>
                        </a:rPr>
                        <a:t>8 466 100</a:t>
                      </a:r>
                      <a:endParaRPr sz="1600" dirty="0">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algn="ctr" rtl="0" fontAlgn="ctr">
                        <a:buNone/>
                      </a:pPr>
                      <a:r>
                        <a:rPr lang="fr-FR" sz="1600" b="0" i="0" u="none" strike="noStrike">
                          <a:solidFill>
                            <a:srgbClr val="000000"/>
                          </a:solidFill>
                          <a:effectLst/>
                          <a:latin typeface="Times New Roman" panose="02020603050405020304" pitchFamily="18" charset="0"/>
                        </a:rPr>
                        <a:t>12 434 064</a:t>
                      </a:r>
                    </a:p>
                  </a:txBody>
                  <a:tcPr marL="0" marR="0" marT="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algn="ctr" rtl="0" fontAlgn="ctr">
                        <a:buNone/>
                      </a:pPr>
                      <a:r>
                        <a:rPr lang="fr-FR" sz="1600" b="0" i="0" u="none" strike="noStrike" dirty="0">
                          <a:solidFill>
                            <a:srgbClr val="000000"/>
                          </a:solidFill>
                          <a:effectLst/>
                          <a:latin typeface="Times New Roman" panose="02020603050405020304" pitchFamily="18" charset="0"/>
                        </a:rPr>
                        <a:t>92%</a:t>
                      </a:r>
                    </a:p>
                  </a:txBody>
                  <a:tcPr marL="0" marR="0" marT="0" marB="0" anchor="ctr">
                    <a:lnL w="9525" cap="flat" cmpd="sng" algn="ctr">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solidFill>
                      <a:srgbClr val="00B050"/>
                    </a:solidFill>
                  </a:tcPr>
                </a:tc>
                <a:extLst>
                  <a:ext uri="{0D108BD9-81ED-4DB2-BD59-A6C34878D82A}">
                    <a16:rowId xmlns:a16="http://schemas.microsoft.com/office/drawing/2014/main" val="10007"/>
                  </a:ext>
                </a:extLst>
              </a:tr>
              <a:tr h="421229">
                <a:tc>
                  <a:txBody>
                    <a:bodyPr/>
                    <a:lstStyle/>
                    <a:p>
                      <a:pPr marL="0" lvl="0" indent="0" algn="ctr" rtl="0">
                        <a:lnSpc>
                          <a:spcPct val="115000"/>
                        </a:lnSpc>
                        <a:spcBef>
                          <a:spcPts val="0"/>
                        </a:spcBef>
                        <a:spcAft>
                          <a:spcPts val="0"/>
                        </a:spcAft>
                        <a:buNone/>
                      </a:pPr>
                      <a:r>
                        <a:rPr lang="en-GB" sz="1200" b="1">
                          <a:latin typeface="Times New Roman" panose="02020603050405020304"/>
                          <a:ea typeface="Times New Roman" panose="02020603050405020304"/>
                          <a:cs typeface="Times New Roman" panose="02020603050405020304"/>
                          <a:sym typeface="Times New Roman" panose="02020603050405020304"/>
                        </a:rPr>
                        <a:t>8</a:t>
                      </a:r>
                      <a:endParaRPr sz="1200" b="1">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GB" sz="1335" b="1">
                          <a:latin typeface="Times New Roman" panose="02020603050405020304"/>
                          <a:ea typeface="Times New Roman" panose="02020603050405020304"/>
                          <a:cs typeface="Times New Roman" panose="02020603050405020304"/>
                          <a:sym typeface="Times New Roman" panose="02020603050405020304"/>
                        </a:rPr>
                        <a:t>Td-10</a:t>
                      </a:r>
                      <a:endParaRPr sz="1335" b="1">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defPPr>
                        <a:defRPr lang="fr-FR">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0" fontAlgn="b">
                        <a:buNone/>
                      </a:pPr>
                      <a:r>
                        <a:rPr lang="fr-FR" sz="1600" b="0" i="0" u="none" strike="noStrike" dirty="0">
                          <a:solidFill>
                            <a:schemeClr val="tx1"/>
                          </a:solidFill>
                          <a:effectLst/>
                          <a:latin typeface="Times New Roman" panose="02020603050405020304" pitchFamily="18" charset="0"/>
                          <a:cs typeface="Times New Roman" panose="02020603050405020304" pitchFamily="18" charset="0"/>
                        </a:rPr>
                        <a:t>12 109 500</a:t>
                      </a:r>
                    </a:p>
                  </a:txBody>
                  <a:tcPr marL="7620" marR="7620" marT="762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defPPr>
                        <a:defRPr lang="fr-FR">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0" fontAlgn="b">
                        <a:buNone/>
                      </a:pPr>
                      <a:r>
                        <a:rPr lang="fr-FR" sz="1600" b="0" i="0" u="none" strike="noStrike" dirty="0">
                          <a:solidFill>
                            <a:srgbClr val="000000"/>
                          </a:solidFill>
                          <a:effectLst/>
                          <a:latin typeface="Times New Roman" panose="02020603050405020304" pitchFamily="18" charset="0"/>
                          <a:cs typeface="Times New Roman" panose="02020603050405020304" pitchFamily="18" charset="0"/>
                        </a:rPr>
                        <a:t>5 307 720</a:t>
                      </a:r>
                    </a:p>
                  </a:txBody>
                  <a:tcPr marL="7620" marR="7620" marT="762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p>
                      <a:pPr marL="0" marR="0" lvl="0" indent="0" algn="ctr" defTabSz="914400" rtl="0" eaLnBrk="1" fontAlgn="b" latinLnBrk="0" hangingPunct="1">
                        <a:lnSpc>
                          <a:spcPct val="100000"/>
                        </a:lnSpc>
                        <a:spcBef>
                          <a:spcPts val="0"/>
                        </a:spcBef>
                        <a:spcAft>
                          <a:spcPts val="0"/>
                        </a:spcAft>
                        <a:buClr>
                          <a:srgbClr val="000000"/>
                        </a:buClr>
                        <a:buFont typeface="Arial" panose="020B0604020202020204"/>
                        <a:buNone/>
                      </a:pPr>
                      <a:r>
                        <a:rPr lang="fr-FR" sz="1600" b="0" i="0" u="none" strike="noStrike" kern="1200" cap="none"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a:rPr>
                        <a:t>2 664 720</a:t>
                      </a:r>
                      <a:endParaRPr sz="1600" b="0" i="0" u="none" strike="noStrike" kern="1200" cap="none"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a:endParaRPr>
                    </a:p>
                  </a:txBody>
                  <a:tcPr marL="38100" marR="38100" marT="0" marB="0" anchor="ctr">
                    <a:lnL w="9525" cap="flat" cmpd="sng" algn="ctr">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Font typeface="Arial" panose="020B0604020202020204"/>
                        <a:buNone/>
                      </a:pPr>
                      <a:r>
                        <a:rPr lang="fr-FR" sz="1600" b="0" i="0" u="none" strike="noStrike" cap="none" dirty="0">
                          <a:solidFill>
                            <a:srgbClr val="000000"/>
                          </a:solidFill>
                          <a:latin typeface="Times New Roman" panose="02020603050405020304"/>
                          <a:cs typeface="Times New Roman" panose="02020603050405020304"/>
                          <a:sym typeface="Arial" panose="020B0604020202020204"/>
                        </a:rPr>
                        <a:t>1 406 670</a:t>
                      </a:r>
                      <a:endParaRPr sz="1600" b="0" i="0" u="none" strike="noStrike" cap="none" dirty="0">
                        <a:solidFill>
                          <a:srgbClr val="000000"/>
                        </a:solidFill>
                        <a:latin typeface="Times New Roman" panose="02020603050405020304"/>
                        <a:cs typeface="Times New Roman" panose="02020603050405020304"/>
                        <a:sym typeface="Arial" panose="020B0604020202020204"/>
                      </a:endParaRPr>
                    </a:p>
                  </a:txBody>
                  <a:tcPr marL="38100" marR="38100" marT="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fr-FR" sz="1600" dirty="0">
                          <a:latin typeface="Times New Roman" panose="02020603050405020304"/>
                          <a:ea typeface="Times New Roman" panose="02020603050405020304"/>
                          <a:cs typeface="Times New Roman" panose="02020603050405020304"/>
                          <a:sym typeface="Times New Roman" panose="02020603050405020304"/>
                        </a:rPr>
                        <a:t>4 000 000</a:t>
                      </a:r>
                      <a:endParaRPr sz="1600" dirty="0">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algn="ctr" rtl="0" fontAlgn="ctr">
                        <a:buNone/>
                      </a:pPr>
                      <a:r>
                        <a:rPr lang="fr-FR" sz="1600" b="0" i="0" u="none" strike="noStrike">
                          <a:solidFill>
                            <a:srgbClr val="000000"/>
                          </a:solidFill>
                          <a:effectLst/>
                          <a:latin typeface="Times New Roman" panose="02020603050405020304" pitchFamily="18" charset="0"/>
                        </a:rPr>
                        <a:t>13 379 110</a:t>
                      </a:r>
                    </a:p>
                  </a:txBody>
                  <a:tcPr marL="0" marR="0" marT="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algn="ctr" rtl="0" fontAlgn="ctr">
                        <a:buNone/>
                      </a:pPr>
                      <a:r>
                        <a:rPr lang="fr-FR" sz="1600" b="0" i="0" u="none" strike="noStrike" dirty="0">
                          <a:solidFill>
                            <a:srgbClr val="000000"/>
                          </a:solidFill>
                          <a:effectLst/>
                          <a:latin typeface="Times New Roman" panose="02020603050405020304" pitchFamily="18" charset="0"/>
                        </a:rPr>
                        <a:t>100%</a:t>
                      </a:r>
                    </a:p>
                  </a:txBody>
                  <a:tcPr marL="0" marR="0" marT="0" marB="0" anchor="ctr">
                    <a:lnL w="9525" cap="flat" cmpd="sng" algn="ctr">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solidFill>
                      <a:srgbClr val="00B050"/>
                    </a:solidFill>
                  </a:tcPr>
                </a:tc>
                <a:extLst>
                  <a:ext uri="{0D108BD9-81ED-4DB2-BD59-A6C34878D82A}">
                    <a16:rowId xmlns:a16="http://schemas.microsoft.com/office/drawing/2014/main" val="10008"/>
                  </a:ext>
                </a:extLst>
              </a:tr>
              <a:tr h="411395">
                <a:tc>
                  <a:txBody>
                    <a:bodyPr/>
                    <a:lstStyle/>
                    <a:p>
                      <a:pPr marL="0" lvl="0" indent="0" algn="ctr" rtl="0">
                        <a:spcBef>
                          <a:spcPts val="0"/>
                        </a:spcBef>
                        <a:spcAft>
                          <a:spcPts val="0"/>
                        </a:spcAft>
                        <a:buNone/>
                      </a:pPr>
                      <a:r>
                        <a:rPr lang="en-GB" sz="1200" b="1" dirty="0">
                          <a:latin typeface="Times New Roman" panose="02020603050405020304"/>
                          <a:ea typeface="Times New Roman" panose="02020603050405020304"/>
                          <a:cs typeface="Times New Roman" panose="02020603050405020304"/>
                          <a:sym typeface="Times New Roman" panose="02020603050405020304"/>
                        </a:rPr>
                        <a:t>9</a:t>
                      </a:r>
                      <a:endParaRPr sz="1200" b="1" dirty="0">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GB" sz="1335" b="1" dirty="0">
                          <a:latin typeface="Times New Roman" panose="02020603050405020304"/>
                          <a:ea typeface="Times New Roman" panose="02020603050405020304"/>
                          <a:cs typeface="Times New Roman" panose="02020603050405020304"/>
                          <a:sym typeface="Times New Roman" panose="02020603050405020304"/>
                        </a:rPr>
                        <a:t>YF-10</a:t>
                      </a:r>
                      <a:endParaRPr sz="1335" b="1" dirty="0">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defPPr>
                        <a:defRPr lang="fr-FR">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0" fontAlgn="b">
                        <a:buNone/>
                      </a:pPr>
                      <a:r>
                        <a:rPr lang="fr-FR" sz="1600" b="0" i="0" u="none" strike="noStrike" dirty="0">
                          <a:solidFill>
                            <a:schemeClr val="tx1"/>
                          </a:solidFill>
                          <a:effectLst/>
                          <a:latin typeface="Times New Roman" panose="02020603050405020304" pitchFamily="18" charset="0"/>
                          <a:cs typeface="Times New Roman" panose="02020603050405020304" pitchFamily="18" charset="0"/>
                        </a:rPr>
                        <a:t>6 038 900</a:t>
                      </a:r>
                    </a:p>
                  </a:txBody>
                  <a:tcPr marL="7620" marR="7620" marT="762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defPPr>
                        <a:defRPr lang="fr-FR">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0" fontAlgn="b">
                        <a:buNone/>
                      </a:pPr>
                      <a:r>
                        <a:rPr lang="fr-FR" sz="1600" b="0" i="0" u="none" strike="noStrike" dirty="0">
                          <a:solidFill>
                            <a:srgbClr val="000000"/>
                          </a:solidFill>
                          <a:effectLst/>
                          <a:latin typeface="Times New Roman" panose="02020603050405020304" pitchFamily="18" charset="0"/>
                          <a:cs typeface="Times New Roman" panose="02020603050405020304" pitchFamily="18" charset="0"/>
                        </a:rPr>
                        <a:t>642 100</a:t>
                      </a:r>
                    </a:p>
                  </a:txBody>
                  <a:tcPr marL="7620" marR="7620" marT="762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p>
                      <a:pPr marL="0" marR="0" lvl="0" indent="0" algn="ctr" defTabSz="914400" rtl="0" eaLnBrk="1" fontAlgn="b" latinLnBrk="0" hangingPunct="1">
                        <a:lnSpc>
                          <a:spcPct val="100000"/>
                        </a:lnSpc>
                        <a:spcBef>
                          <a:spcPts val="0"/>
                        </a:spcBef>
                        <a:spcAft>
                          <a:spcPts val="0"/>
                        </a:spcAft>
                        <a:buClr>
                          <a:srgbClr val="000000"/>
                        </a:buClr>
                        <a:buFont typeface="Arial" panose="020B0604020202020204"/>
                        <a:buNone/>
                      </a:pPr>
                      <a:r>
                        <a:rPr lang="fr-FR" sz="1600" b="0" i="0" u="none" strike="noStrike" kern="1200" cap="none" dirty="0">
                          <a:solidFill>
                            <a:srgbClr val="000000"/>
                          </a:solidFill>
                          <a:effectLst/>
                          <a:latin typeface="Times New Roman" panose="02020603050405020304" pitchFamily="18" charset="0"/>
                          <a:ea typeface="+mn-ea"/>
                          <a:cs typeface="Times New Roman" panose="02020603050405020304" pitchFamily="18" charset="0"/>
                          <a:sym typeface="Times New Roman" panose="02020603050405020304"/>
                        </a:rPr>
                        <a:t>1 135 380</a:t>
                      </a:r>
                      <a:endParaRPr sz="1600" b="0" i="0" u="none" strike="noStrike" kern="1200" cap="none" dirty="0">
                        <a:solidFill>
                          <a:srgbClr val="000000"/>
                        </a:solidFill>
                        <a:effectLst/>
                        <a:latin typeface="Times New Roman" panose="02020603050405020304" pitchFamily="18" charset="0"/>
                        <a:ea typeface="+mn-ea"/>
                        <a:cs typeface="Times New Roman" panose="02020603050405020304" pitchFamily="18" charset="0"/>
                        <a:sym typeface="Times New Roman" panose="02020603050405020304"/>
                      </a:endParaRPr>
                    </a:p>
                  </a:txBody>
                  <a:tcPr marL="38100" marR="38100" marT="0" marB="0" anchor="ctr">
                    <a:lnL w="9525" cap="flat" cmpd="sng" algn="ctr">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Font typeface="Arial" panose="020B0604020202020204"/>
                        <a:buNone/>
                      </a:pPr>
                      <a:r>
                        <a:rPr lang="fr-FR" sz="1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808 230</a:t>
                      </a:r>
                      <a:endParaRPr sz="1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fr-FR" sz="1600" dirty="0">
                          <a:latin typeface="Times New Roman" panose="02020603050405020304"/>
                          <a:ea typeface="Times New Roman" panose="02020603050405020304"/>
                          <a:cs typeface="Times New Roman" panose="02020603050405020304"/>
                          <a:sym typeface="Times New Roman" panose="02020603050405020304"/>
                        </a:rPr>
                        <a:t> 3 246 300 </a:t>
                      </a:r>
                      <a:endParaRPr sz="1600" dirty="0">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p>
                      <a:pPr algn="ctr" rtl="0" fontAlgn="ctr">
                        <a:buNone/>
                      </a:pPr>
                      <a:r>
                        <a:rPr lang="fr-FR" sz="1600" b="0" i="0" u="none" strike="noStrike">
                          <a:solidFill>
                            <a:srgbClr val="000000"/>
                          </a:solidFill>
                          <a:effectLst/>
                          <a:latin typeface="Times New Roman" panose="02020603050405020304" pitchFamily="18" charset="0"/>
                        </a:rPr>
                        <a:t>5 832 010</a:t>
                      </a:r>
                    </a:p>
                  </a:txBody>
                  <a:tcPr marL="0" marR="0" marT="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tcPr>
                </a:tc>
                <a:tc>
                  <a:txBody>
                    <a:bodyPr/>
                    <a:lstStyle/>
                    <a:p>
                      <a:pPr algn="ctr" rtl="0" fontAlgn="ctr">
                        <a:buNone/>
                      </a:pPr>
                      <a:r>
                        <a:rPr lang="fr-FR" sz="1600" b="0" i="0" u="none" strike="noStrike" dirty="0">
                          <a:solidFill>
                            <a:srgbClr val="000000"/>
                          </a:solidFill>
                          <a:effectLst/>
                          <a:latin typeface="Times New Roman" panose="02020603050405020304" pitchFamily="18" charset="0"/>
                        </a:rPr>
                        <a:t>97%</a:t>
                      </a:r>
                    </a:p>
                  </a:txBody>
                  <a:tcPr marL="0" marR="0" marT="0" marB="0" anchor="ctr">
                    <a:lnL w="9525" cap="flat" cmpd="sng" algn="ctr">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lgn="ctr">
                      <a:solidFill>
                        <a:srgbClr val="CFE2F3"/>
                      </a:solidFill>
                      <a:prstDash val="solid"/>
                      <a:round/>
                      <a:headEnd type="none" w="sm" len="sm"/>
                      <a:tailEnd type="none" w="sm" len="sm"/>
                    </a:lnB>
                    <a:solidFill>
                      <a:srgbClr val="00B050"/>
                    </a:solidFill>
                  </a:tcPr>
                </a:tc>
                <a:extLst>
                  <a:ext uri="{0D108BD9-81ED-4DB2-BD59-A6C34878D82A}">
                    <a16:rowId xmlns:a16="http://schemas.microsoft.com/office/drawing/2014/main" val="10009"/>
                  </a:ext>
                </a:extLst>
              </a:tr>
              <a:tr h="411395">
                <a:tc>
                  <a:txBody>
                    <a:bodyPr/>
                    <a:lstStyle/>
                    <a:p>
                      <a:pPr marL="0" lvl="0" indent="0" algn="ctr" rtl="0">
                        <a:spcBef>
                          <a:spcPts val="0"/>
                        </a:spcBef>
                        <a:spcAft>
                          <a:spcPts val="0"/>
                        </a:spcAft>
                        <a:buNone/>
                      </a:pPr>
                      <a:r>
                        <a:rPr lang="fr-FR" sz="1200" b="1" dirty="0">
                          <a:latin typeface="Times New Roman" panose="02020603050405020304"/>
                          <a:ea typeface="Times New Roman" panose="02020603050405020304"/>
                          <a:cs typeface="Times New Roman" panose="02020603050405020304"/>
                          <a:sym typeface="Times New Roman" panose="02020603050405020304"/>
                        </a:rPr>
                        <a:t>10</a:t>
                      </a:r>
                      <a:endParaRPr sz="1200" b="1" dirty="0">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fr-FR" sz="1335" b="1" dirty="0">
                          <a:latin typeface="Times New Roman" panose="02020603050405020304"/>
                          <a:ea typeface="Times New Roman" panose="02020603050405020304"/>
                          <a:cs typeface="Times New Roman" panose="02020603050405020304"/>
                          <a:sym typeface="Times New Roman" panose="02020603050405020304"/>
                        </a:rPr>
                        <a:t>VAP-2</a:t>
                      </a:r>
                      <a:endParaRPr sz="1335" b="1" dirty="0">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lgn="ctr">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lang="fr-FR" sz="1600" b="0" i="0" u="none" strike="noStrike" dirty="0">
                          <a:solidFill>
                            <a:schemeClr val="tx1"/>
                          </a:solidFill>
                          <a:effectLst/>
                          <a:latin typeface="Times New Roman" panose="02020603050405020304" pitchFamily="18" charset="0"/>
                          <a:ea typeface="Times New Roman" panose="02020603050405020304"/>
                          <a:cs typeface="Times New Roman" panose="02020603050405020304" pitchFamily="18" charset="0"/>
                          <a:sym typeface="Times New Roman" panose="02020603050405020304"/>
                        </a:rPr>
                        <a:t>13 345 800</a:t>
                      </a:r>
                      <a:endParaRPr lang="fr-FR" sz="1600" dirty="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txBody>
                  <a:tcPr marL="7620" marR="7620" marT="7620" marB="0" anchor="ctr">
                    <a:lnL w="9525" cap="flat" cmpd="sng" algn="ctr">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algn="ctr" rtl="0" fontAlgn="b">
                        <a:buNone/>
                      </a:pPr>
                      <a:r>
                        <a:rPr lang="fr-FR" sz="1600" b="0" i="0" u="none" strike="noStrike" dirty="0">
                          <a:solidFill>
                            <a:srgbClr val="000000"/>
                          </a:solidFill>
                          <a:effectLst/>
                          <a:latin typeface="Times New Roman" panose="02020603050405020304" pitchFamily="18" charset="0"/>
                          <a:cs typeface="Times New Roman" panose="02020603050405020304" pitchFamily="18" charset="0"/>
                        </a:rPr>
                        <a:t>210 100</a:t>
                      </a:r>
                    </a:p>
                  </a:txBody>
                  <a:tcPr marL="7620" marR="7620" marT="7620" marB="0" anchor="ctr">
                    <a:lnL w="9525" cap="flat" cmpd="sng" algn="ctr">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lgn="ctr">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marR="0" lvl="0" indent="0" algn="ctr" defTabSz="914400" rtl="0" eaLnBrk="1" fontAlgn="b" latinLnBrk="0" hangingPunct="1">
                        <a:lnSpc>
                          <a:spcPct val="100000"/>
                        </a:lnSpc>
                        <a:spcBef>
                          <a:spcPts val="0"/>
                        </a:spcBef>
                        <a:spcAft>
                          <a:spcPts val="0"/>
                        </a:spcAft>
                        <a:buClr>
                          <a:srgbClr val="000000"/>
                        </a:buClr>
                        <a:buFont typeface="Arial" panose="020B0604020202020204"/>
                        <a:buNone/>
                      </a:pPr>
                      <a:r>
                        <a:rPr lang="fr-FR" sz="1600" b="0" i="0" u="none" strike="noStrike" kern="1200" cap="none" dirty="0">
                          <a:solidFill>
                            <a:srgbClr val="000000"/>
                          </a:solidFill>
                          <a:effectLst/>
                          <a:latin typeface="Times New Roman" panose="02020603050405020304" pitchFamily="18" charset="0"/>
                          <a:ea typeface="+mn-ea"/>
                          <a:cs typeface="Times New Roman" panose="02020603050405020304" pitchFamily="18" charset="0"/>
                          <a:sym typeface="Times New Roman" panose="02020603050405020304"/>
                        </a:rPr>
                        <a:t>410 794</a:t>
                      </a:r>
                      <a:endParaRPr sz="1600" b="0" i="0" u="none" strike="noStrike" kern="1200" cap="none" dirty="0">
                        <a:solidFill>
                          <a:srgbClr val="000000"/>
                        </a:solidFill>
                        <a:effectLst/>
                        <a:latin typeface="Times New Roman" panose="02020603050405020304" pitchFamily="18" charset="0"/>
                        <a:ea typeface="+mn-ea"/>
                        <a:cs typeface="Times New Roman" panose="02020603050405020304" pitchFamily="18" charset="0"/>
                        <a:sym typeface="Times New Roman" panose="02020603050405020304"/>
                      </a:endParaRPr>
                    </a:p>
                  </a:txBody>
                  <a:tcPr marL="38100" marR="38100" marT="0" marB="0" anchor="ctr">
                    <a:lnL w="9525" cap="flat" cmpd="sng" algn="ctr">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Font typeface="Arial" panose="020B0604020202020204"/>
                        <a:buNone/>
                      </a:pPr>
                      <a:r>
                        <a:rPr lang="fr-FR" sz="1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22 830</a:t>
                      </a:r>
                      <a:endParaRPr sz="1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lgn="ctr">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fr-FR" sz="1600" dirty="0">
                          <a:latin typeface="Times New Roman" panose="02020603050405020304"/>
                          <a:ea typeface="Times New Roman" panose="02020603050405020304"/>
                          <a:cs typeface="Times New Roman" panose="02020603050405020304"/>
                          <a:sym typeface="Times New Roman" panose="02020603050405020304"/>
                        </a:rPr>
                        <a:t>5 409 000</a:t>
                      </a:r>
                      <a:endParaRPr sz="1600" dirty="0">
                        <a:latin typeface="Times New Roman" panose="02020603050405020304"/>
                        <a:ea typeface="Times New Roman" panose="02020603050405020304"/>
                        <a:cs typeface="Times New Roman" panose="02020603050405020304"/>
                        <a:sym typeface="Times New Roman" panose="02020603050405020304"/>
                      </a:endParaRPr>
                    </a:p>
                  </a:txBody>
                  <a:tcPr marL="38100" marR="38100" marT="0" marB="0" anchor="ctr">
                    <a:lnL w="9525" cap="flat" cmpd="sng" algn="ctr">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algn="ctr" rtl="0" fontAlgn="ctr">
                        <a:buNone/>
                      </a:pPr>
                      <a:r>
                        <a:rPr lang="fr-FR" sz="1600" b="0" i="0" u="none" strike="noStrike" dirty="0">
                          <a:solidFill>
                            <a:srgbClr val="000000"/>
                          </a:solidFill>
                          <a:effectLst/>
                          <a:latin typeface="Times New Roman" panose="02020603050405020304" pitchFamily="18" charset="0"/>
                        </a:rPr>
                        <a:t>6 052 724</a:t>
                      </a:r>
                    </a:p>
                  </a:txBody>
                  <a:tcPr marL="0" marR="0" marT="0" marB="0" anchor="ctr">
                    <a:lnL w="9525" cap="flat" cmpd="sng" algn="ctr">
                      <a:solidFill>
                        <a:srgbClr val="CFE2F3"/>
                      </a:solidFill>
                      <a:prstDash val="solid"/>
                      <a:round/>
                      <a:headEnd type="none" w="sm" len="sm"/>
                      <a:tailEnd type="none" w="sm" len="sm"/>
                    </a:lnL>
                    <a:lnR w="9525" cap="flat" cmpd="sng" algn="ctr">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algn="ctr" rtl="0" fontAlgn="ctr">
                        <a:buNone/>
                      </a:pPr>
                      <a:r>
                        <a:rPr lang="fr-FR" sz="1600" b="0" i="0" u="none" strike="noStrike" dirty="0">
                          <a:solidFill>
                            <a:srgbClr val="000000"/>
                          </a:solidFill>
                          <a:effectLst/>
                          <a:latin typeface="Times New Roman" panose="02020603050405020304" pitchFamily="18" charset="0"/>
                        </a:rPr>
                        <a:t>45%</a:t>
                      </a:r>
                    </a:p>
                  </a:txBody>
                  <a:tcPr marL="0" marR="0" marT="0" marB="0" anchor="ctr">
                    <a:lnL w="9525" cap="flat" cmpd="sng" algn="ctr">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solidFill>
                      <a:srgbClr val="FFC000"/>
                    </a:solidFill>
                  </a:tcPr>
                </a:tc>
                <a:extLst>
                  <a:ext uri="{0D108BD9-81ED-4DB2-BD59-A6C34878D82A}">
                    <a16:rowId xmlns:a16="http://schemas.microsoft.com/office/drawing/2014/main" val="3854920847"/>
                  </a:ext>
                </a:extLst>
              </a:tr>
            </a:tbl>
          </a:graphicData>
        </a:graphic>
      </p:graphicFrame>
      <p:cxnSp>
        <p:nvCxnSpPr>
          <p:cNvPr id="223" name="Google Shape;223;p16"/>
          <p:cNvCxnSpPr/>
          <p:nvPr/>
        </p:nvCxnSpPr>
        <p:spPr>
          <a:xfrm>
            <a:off x="267700" y="6427967"/>
            <a:ext cx="11640400" cy="0"/>
          </a:xfrm>
          <a:prstGeom prst="straightConnector1">
            <a:avLst/>
          </a:prstGeom>
          <a:noFill/>
          <a:ln w="9525" cap="flat" cmpd="sng">
            <a:solidFill>
              <a:srgbClr val="9E9E9E"/>
            </a:solidFill>
            <a:prstDash val="solid"/>
            <a:round/>
            <a:headEnd type="none" w="med" len="med"/>
            <a:tailEnd type="none" w="med" len="med"/>
          </a:ln>
        </p:spPr>
      </p:cxnSp>
      <p:sp>
        <p:nvSpPr>
          <p:cNvPr id="224" name="Google Shape;224;p16"/>
          <p:cNvSpPr txBox="1"/>
          <p:nvPr/>
        </p:nvSpPr>
        <p:spPr>
          <a:xfrm>
            <a:off x="267700" y="6492843"/>
            <a:ext cx="11414800" cy="18415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sp>
        <p:nvSpPr>
          <p:cNvPr id="2" name="Larme 1">
            <a:extLst>
              <a:ext uri="{FF2B5EF4-FFF2-40B4-BE49-F238E27FC236}">
                <a16:creationId xmlns:a16="http://schemas.microsoft.com/office/drawing/2014/main" id="{2E8751A0-B5DD-B717-D504-A5A1A05FDA0F}"/>
              </a:ext>
            </a:extLst>
          </p:cNvPr>
          <p:cNvSpPr/>
          <p:nvPr/>
        </p:nvSpPr>
        <p:spPr>
          <a:xfrm>
            <a:off x="11689976" y="170329"/>
            <a:ext cx="385483" cy="439271"/>
          </a:xfrm>
          <a:prstGeom prst="teardrop">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600" dirty="0">
                <a:latin typeface="Times New Roman" panose="02020603050405020304" pitchFamily="18" charset="0"/>
                <a:cs typeface="Times New Roman" panose="02020603050405020304" pitchFamily="18" charset="0"/>
              </a:rPr>
              <a:t>2</a:t>
            </a:r>
          </a:p>
        </p:txBody>
      </p:sp>
      <p:sp>
        <p:nvSpPr>
          <p:cNvPr id="3" name="ZoneTexte 2">
            <a:extLst>
              <a:ext uri="{FF2B5EF4-FFF2-40B4-BE49-F238E27FC236}">
                <a16:creationId xmlns:a16="http://schemas.microsoft.com/office/drawing/2014/main" id="{4D906903-07CC-B982-F608-27C0D2E76577}"/>
              </a:ext>
            </a:extLst>
          </p:cNvPr>
          <p:cNvSpPr txBox="1"/>
          <p:nvPr/>
        </p:nvSpPr>
        <p:spPr>
          <a:xfrm>
            <a:off x="215151" y="5916710"/>
            <a:ext cx="11743765" cy="369332"/>
          </a:xfrm>
          <a:prstGeom prst="rect">
            <a:avLst/>
          </a:prstGeom>
          <a:noFill/>
        </p:spPr>
        <p:txBody>
          <a:bodyPr wrap="square" rtlCol="0">
            <a:spAutoFit/>
          </a:bodyPr>
          <a:lstStyle/>
          <a:p>
            <a:pPr marL="285750" indent="-285750">
              <a:buFont typeface="Wingdings" panose="05000000000000000000" pitchFamily="2" charset="2"/>
              <a:buChar char="q"/>
            </a:pPr>
            <a:r>
              <a:rPr lang="fr-FR" dirty="0">
                <a:latin typeface="Times New Roman" panose="02020603050405020304" pitchFamily="18" charset="0"/>
                <a:cs typeface="Times New Roman" panose="02020603050405020304" pitchFamily="18" charset="0"/>
              </a:rPr>
              <a:t>Tenant compte des soldes à différents niveaux la satisfaction pour tous les antigènes est supérieur à 98% sauf en VAA</a:t>
            </a:r>
          </a:p>
        </p:txBody>
      </p:sp>
      <p:pic>
        <p:nvPicPr>
          <p:cNvPr id="4" name="Image 3">
            <a:extLst>
              <a:ext uri="{FF2B5EF4-FFF2-40B4-BE49-F238E27FC236}">
                <a16:creationId xmlns:a16="http://schemas.microsoft.com/office/drawing/2014/main" id="{2F80154B-E9C8-00C4-25BE-F03E47175635}"/>
              </a:ext>
            </a:extLst>
          </p:cNvPr>
          <p:cNvPicPr>
            <a:picLocks noChangeAspect="1"/>
          </p:cNvPicPr>
          <p:nvPr/>
        </p:nvPicPr>
        <p:blipFill>
          <a:blip r:embed="rId4"/>
          <a:stretch>
            <a:fillRect/>
          </a:stretch>
        </p:blipFill>
        <p:spPr>
          <a:xfrm>
            <a:off x="7074048" y="6534150"/>
            <a:ext cx="4937217" cy="22523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291;g2f1c646a89f_0_0">
            <a:extLst>
              <a:ext uri="{FF2B5EF4-FFF2-40B4-BE49-F238E27FC236}">
                <a16:creationId xmlns:a16="http://schemas.microsoft.com/office/drawing/2014/main" id="{17136CE9-B431-961C-91F9-0E5525F1A694}"/>
              </a:ext>
            </a:extLst>
          </p:cNvPr>
          <p:cNvSpPr txBox="1"/>
          <p:nvPr/>
        </p:nvSpPr>
        <p:spPr>
          <a:xfrm>
            <a:off x="458592" y="317941"/>
            <a:ext cx="11274800" cy="731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200"/>
              <a:buFont typeface="Arial" panose="020B0604020202020204"/>
              <a:buNone/>
            </a:pPr>
            <a:r>
              <a:rPr lang="en-GB" sz="2935" b="1" i="0" u="none" strike="noStrike" cap="none" dirty="0" err="1">
                <a:solidFill>
                  <a:srgbClr val="0070C0"/>
                </a:solidFill>
                <a:latin typeface="Times New Roman" panose="02020603050405020304"/>
                <a:ea typeface="Times New Roman" panose="02020603050405020304"/>
                <a:cs typeface="Times New Roman" panose="02020603050405020304"/>
                <a:sym typeface="Times New Roman" panose="02020603050405020304"/>
              </a:rPr>
              <a:t>Suivi</a:t>
            </a:r>
            <a:r>
              <a:rPr lang="en-GB"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 des </a:t>
            </a:r>
            <a:r>
              <a:rPr lang="en-GB" sz="2935" b="1" i="0" u="none" strike="noStrike" cap="none" dirty="0" err="1">
                <a:solidFill>
                  <a:srgbClr val="0070C0"/>
                </a:solidFill>
                <a:latin typeface="Times New Roman" panose="02020603050405020304"/>
                <a:ea typeface="Times New Roman" panose="02020603050405020304"/>
                <a:cs typeface="Times New Roman" panose="02020603050405020304"/>
                <a:sym typeface="Times New Roman" panose="02020603050405020304"/>
              </a:rPr>
              <a:t>approvisionnements</a:t>
            </a:r>
            <a:r>
              <a:rPr lang="en-GB"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 au </a:t>
            </a:r>
            <a:r>
              <a:rPr lang="en-GB" sz="2935" b="1" i="0" u="none" strike="noStrike" cap="none" dirty="0" err="1">
                <a:solidFill>
                  <a:srgbClr val="0070C0"/>
                </a:solidFill>
                <a:latin typeface="Times New Roman" panose="02020603050405020304"/>
                <a:ea typeface="Times New Roman" panose="02020603050405020304"/>
                <a:cs typeface="Times New Roman" panose="02020603050405020304"/>
                <a:sym typeface="Times New Roman" panose="02020603050405020304"/>
              </a:rPr>
              <a:t>Niveau</a:t>
            </a:r>
            <a:r>
              <a:rPr lang="en-GB"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 Central </a:t>
            </a:r>
            <a:r>
              <a:rPr lang="fr-FR" altLang="en-GB"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en</a:t>
            </a:r>
            <a:r>
              <a:rPr lang="en-GB"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 202</a:t>
            </a:r>
            <a:r>
              <a:rPr lang="fr-FR" altLang="en-GB"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5 (AVS)</a:t>
            </a:r>
          </a:p>
        </p:txBody>
      </p:sp>
      <p:sp>
        <p:nvSpPr>
          <p:cNvPr id="5" name="Google Shape;1292;g2f1c646a89f_0_0">
            <a:extLst>
              <a:ext uri="{FF2B5EF4-FFF2-40B4-BE49-F238E27FC236}">
                <a16:creationId xmlns:a16="http://schemas.microsoft.com/office/drawing/2014/main" id="{26A9C3F3-1DD1-37E2-00BC-33368FD5E082}"/>
              </a:ext>
            </a:extLst>
          </p:cNvPr>
          <p:cNvSpPr/>
          <p:nvPr/>
        </p:nvSpPr>
        <p:spPr>
          <a:xfrm>
            <a:off x="0" y="272241"/>
            <a:ext cx="235600" cy="655200"/>
          </a:xfrm>
          <a:prstGeom prst="rect">
            <a:avLst/>
          </a:prstGeom>
          <a:solidFill>
            <a:srgbClr val="0070C0"/>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865"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6" name="Google Shape;1434;g2f1c646a89f_0_77">
            <a:extLst>
              <a:ext uri="{FF2B5EF4-FFF2-40B4-BE49-F238E27FC236}">
                <a16:creationId xmlns:a16="http://schemas.microsoft.com/office/drawing/2014/main" id="{715F4BB9-D28D-BF06-6B45-FBA3D2579807}"/>
              </a:ext>
            </a:extLst>
          </p:cNvPr>
          <p:cNvGraphicFramePr/>
          <p:nvPr>
            <p:custDataLst>
              <p:tags r:id="rId1"/>
            </p:custDataLst>
            <p:extLst>
              <p:ext uri="{D42A27DB-BD31-4B8C-83A1-F6EECF244321}">
                <p14:modId xmlns:p14="http://schemas.microsoft.com/office/powerpoint/2010/main" val="3439191548"/>
              </p:ext>
            </p:extLst>
          </p:nvPr>
        </p:nvGraphicFramePr>
        <p:xfrm>
          <a:off x="-1" y="950260"/>
          <a:ext cx="7942730" cy="5773603"/>
        </p:xfrm>
        <a:graphic>
          <a:graphicData uri="http://schemas.openxmlformats.org/drawingml/2006/table">
            <a:tbl>
              <a:tblPr>
                <a:noFill/>
                <a:tableStyleId>{1B1200F2-4B9B-4B48-A217-FBE2C27DE404}</a:tableStyleId>
              </a:tblPr>
              <a:tblGrid>
                <a:gridCol w="1775013">
                  <a:extLst>
                    <a:ext uri="{9D8B030D-6E8A-4147-A177-3AD203B41FA5}">
                      <a16:colId xmlns:a16="http://schemas.microsoft.com/office/drawing/2014/main" val="20000"/>
                    </a:ext>
                  </a:extLst>
                </a:gridCol>
                <a:gridCol w="1658658">
                  <a:extLst>
                    <a:ext uri="{9D8B030D-6E8A-4147-A177-3AD203B41FA5}">
                      <a16:colId xmlns:a16="http://schemas.microsoft.com/office/drawing/2014/main" val="20001"/>
                    </a:ext>
                  </a:extLst>
                </a:gridCol>
                <a:gridCol w="1694142">
                  <a:extLst>
                    <a:ext uri="{9D8B030D-6E8A-4147-A177-3AD203B41FA5}">
                      <a16:colId xmlns:a16="http://schemas.microsoft.com/office/drawing/2014/main" val="20002"/>
                    </a:ext>
                  </a:extLst>
                </a:gridCol>
                <a:gridCol w="1421042">
                  <a:extLst>
                    <a:ext uri="{9D8B030D-6E8A-4147-A177-3AD203B41FA5}">
                      <a16:colId xmlns:a16="http://schemas.microsoft.com/office/drawing/2014/main" val="20003"/>
                    </a:ext>
                  </a:extLst>
                </a:gridCol>
                <a:gridCol w="1393875">
                  <a:extLst>
                    <a:ext uri="{9D8B030D-6E8A-4147-A177-3AD203B41FA5}">
                      <a16:colId xmlns:a16="http://schemas.microsoft.com/office/drawing/2014/main" val="20004"/>
                    </a:ext>
                  </a:extLst>
                </a:gridCol>
              </a:tblGrid>
              <a:tr h="717175">
                <a:tc>
                  <a:txBody>
                    <a:bodyPr/>
                    <a:lstStyle/>
                    <a:p>
                      <a:pPr marL="0" lvl="0" indent="0" algn="ctr" rtl="0">
                        <a:lnSpc>
                          <a:spcPct val="115000"/>
                        </a:lnSpc>
                        <a:spcBef>
                          <a:spcPts val="0"/>
                        </a:spcBef>
                        <a:spcAft>
                          <a:spcPts val="0"/>
                        </a:spcAft>
                        <a:buNone/>
                      </a:pPr>
                      <a:endParaRPr lang="en-GB" sz="1800" b="1" dirty="0">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a:txBody>
                  <a:tcPr marL="28575" marR="28575" marT="91425" marB="91425"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dot"/>
                      <a:round/>
                      <a:headEnd type="none" w="sm" len="sm"/>
                      <a:tailEnd type="none" w="sm" len="sm"/>
                    </a:lnB>
                    <a:solidFill>
                      <a:srgbClr val="4285F4"/>
                    </a:solidFill>
                  </a:tcPr>
                </a:tc>
                <a:tc>
                  <a:txBody>
                    <a:bodyPr/>
                    <a:lstStyle/>
                    <a:p>
                      <a:pPr marL="0" lvl="0" indent="0" algn="ctr" rtl="0">
                        <a:lnSpc>
                          <a:spcPct val="115000"/>
                        </a:lnSpc>
                        <a:spcBef>
                          <a:spcPts val="0"/>
                        </a:spcBef>
                        <a:spcAft>
                          <a:spcPts val="0"/>
                        </a:spcAft>
                        <a:buNone/>
                      </a:pPr>
                      <a:r>
                        <a:rPr lang="en-GB" sz="1600" b="1" dirty="0" err="1">
                          <a:solidFill>
                            <a:srgbClr val="FFFFFF"/>
                          </a:solidFill>
                          <a:latin typeface="Times New Roman" panose="02020603050405020304"/>
                          <a:ea typeface="Times New Roman" panose="02020603050405020304"/>
                          <a:cs typeface="Times New Roman" panose="02020603050405020304"/>
                          <a:sym typeface="Times New Roman" panose="02020603050405020304"/>
                        </a:rPr>
                        <a:t>Besoin</a:t>
                      </a:r>
                      <a:r>
                        <a:rPr lang="en-GB" sz="1600" b="1"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r>
                        <a:rPr lang="en-GB" sz="1600" b="1" dirty="0" err="1">
                          <a:solidFill>
                            <a:srgbClr val="FFFFFF"/>
                          </a:solidFill>
                          <a:latin typeface="Times New Roman" panose="02020603050405020304"/>
                          <a:ea typeface="Times New Roman" panose="02020603050405020304"/>
                          <a:cs typeface="Times New Roman" panose="02020603050405020304"/>
                          <a:sym typeface="Times New Roman" panose="02020603050405020304"/>
                        </a:rPr>
                        <a:t>annuel</a:t>
                      </a:r>
                      <a:r>
                        <a:rPr lang="en-GB" sz="1600" b="1"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a:t>
                      </a:r>
                      <a:r>
                        <a:rPr lang="en-GB" sz="1600" b="1" dirty="0" err="1">
                          <a:solidFill>
                            <a:srgbClr val="FFFFFF"/>
                          </a:solidFill>
                          <a:latin typeface="Times New Roman" panose="02020603050405020304"/>
                          <a:ea typeface="Times New Roman" panose="02020603050405020304"/>
                          <a:cs typeface="Times New Roman" panose="02020603050405020304"/>
                          <a:sym typeface="Times New Roman" panose="02020603050405020304"/>
                        </a:rPr>
                        <a:t>Solde</a:t>
                      </a:r>
                      <a:r>
                        <a:rPr lang="en-GB" sz="1600" b="1"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 2024</a:t>
                      </a:r>
                    </a:p>
                  </a:txBody>
                  <a:tcPr marL="28575" marR="28575" marT="91425" marB="91425"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dot"/>
                      <a:round/>
                      <a:headEnd type="none" w="sm" len="sm"/>
                      <a:tailEnd type="none" w="sm" len="sm"/>
                    </a:lnB>
                    <a:solidFill>
                      <a:srgbClr val="4285F4"/>
                    </a:solidFill>
                  </a:tcPr>
                </a:tc>
                <a:tc>
                  <a:txBody>
                    <a:bodyPr/>
                    <a:lstStyle/>
                    <a:p>
                      <a:pPr marL="0" lvl="0" indent="0" algn="ctr" rtl="0">
                        <a:lnSpc>
                          <a:spcPct val="115000"/>
                        </a:lnSpc>
                        <a:spcBef>
                          <a:spcPts val="0"/>
                        </a:spcBef>
                        <a:spcAft>
                          <a:spcPts val="0"/>
                        </a:spcAft>
                        <a:buNone/>
                      </a:pPr>
                      <a:r>
                        <a:rPr lang="en-GB" sz="1600" b="1"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Quantités r</a:t>
                      </a:r>
                      <a:r>
                        <a:rPr lang="fr-FR" altLang="en-GB" sz="1600" b="1" dirty="0" err="1">
                          <a:solidFill>
                            <a:srgbClr val="FFFFFF"/>
                          </a:solidFill>
                          <a:latin typeface="Times New Roman" panose="02020603050405020304"/>
                          <a:ea typeface="Times New Roman" panose="02020603050405020304"/>
                          <a:cs typeface="Times New Roman" panose="02020603050405020304"/>
                          <a:sym typeface="Times New Roman" panose="02020603050405020304"/>
                        </a:rPr>
                        <a:t>eçues</a:t>
                      </a:r>
                      <a:endParaRPr lang="fr-FR" altLang="en-GB" sz="1600" b="1" dirty="0">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a:txBody>
                  <a:tcPr marL="28575" marR="28575" marT="91425" marB="91425"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dot"/>
                      <a:round/>
                      <a:headEnd type="none" w="sm" len="sm"/>
                      <a:tailEnd type="none" w="sm" len="sm"/>
                    </a:lnB>
                    <a:solidFill>
                      <a:srgbClr val="4285F4"/>
                    </a:solidFill>
                  </a:tcPr>
                </a:tc>
                <a:tc>
                  <a:txBody>
                    <a:bodyPr/>
                    <a:lstStyle/>
                    <a:p>
                      <a:pPr marL="0" lvl="0" indent="0" algn="ctr" rtl="0">
                        <a:lnSpc>
                          <a:spcPct val="115000"/>
                        </a:lnSpc>
                        <a:spcBef>
                          <a:spcPts val="0"/>
                        </a:spcBef>
                        <a:spcAft>
                          <a:spcPts val="0"/>
                        </a:spcAft>
                        <a:buNone/>
                      </a:pPr>
                      <a:r>
                        <a:rPr lang="en-GB" sz="1600" b="1"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Quantités </a:t>
                      </a:r>
                      <a:r>
                        <a:rPr lang="en-GB" sz="1600" b="1" dirty="0" err="1">
                          <a:solidFill>
                            <a:srgbClr val="FFFFFF"/>
                          </a:solidFill>
                          <a:latin typeface="Times New Roman" panose="02020603050405020304"/>
                          <a:ea typeface="Times New Roman" panose="02020603050405020304"/>
                          <a:cs typeface="Times New Roman" panose="02020603050405020304"/>
                          <a:sym typeface="Times New Roman" panose="02020603050405020304"/>
                        </a:rPr>
                        <a:t>distribuées</a:t>
                      </a:r>
                      <a:endParaRPr lang="en-GB" sz="1600" b="1" dirty="0">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a:txBody>
                  <a:tcPr marL="28575" marR="28575" marT="91425" marB="91425"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dot"/>
                      <a:round/>
                      <a:headEnd type="none" w="sm" len="sm"/>
                      <a:tailEnd type="none" w="sm" len="sm"/>
                    </a:lnB>
                    <a:solidFill>
                      <a:srgbClr val="4285F4"/>
                    </a:solidFill>
                  </a:tcPr>
                </a:tc>
                <a:tc>
                  <a:txBody>
                    <a:bodyPr/>
                    <a:lstStyle/>
                    <a:p>
                      <a:pPr marL="0" lvl="0" indent="0" algn="ctr" rtl="0">
                        <a:lnSpc>
                          <a:spcPct val="115000"/>
                        </a:lnSpc>
                        <a:spcBef>
                          <a:spcPts val="0"/>
                        </a:spcBef>
                        <a:spcAft>
                          <a:spcPts val="0"/>
                        </a:spcAft>
                        <a:buNone/>
                      </a:pPr>
                      <a:r>
                        <a:rPr lang="en-GB" sz="1600" b="1"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Stock </a:t>
                      </a:r>
                      <a:r>
                        <a:rPr lang="en-GB" sz="1600" b="1" dirty="0" err="1">
                          <a:solidFill>
                            <a:srgbClr val="FFFFFF"/>
                          </a:solidFill>
                          <a:latin typeface="Times New Roman" panose="02020603050405020304"/>
                          <a:ea typeface="Times New Roman" panose="02020603050405020304"/>
                          <a:cs typeface="Times New Roman" panose="02020603050405020304"/>
                          <a:sym typeface="Times New Roman" panose="02020603050405020304"/>
                        </a:rPr>
                        <a:t>actuel</a:t>
                      </a:r>
                      <a:endParaRPr lang="en-GB" sz="1600" b="1" dirty="0">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a:txBody>
                  <a:tcPr marL="28575" marR="28575" marT="91425" marB="91425"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dot"/>
                      <a:round/>
                      <a:headEnd type="none" w="sm" len="sm"/>
                      <a:tailEnd type="none" w="sm" len="sm"/>
                    </a:lnB>
                    <a:solidFill>
                      <a:srgbClr val="4285F4"/>
                    </a:solidFill>
                  </a:tcPr>
                </a:tc>
                <a:extLst>
                  <a:ext uri="{0D108BD9-81ED-4DB2-BD59-A6C34878D82A}">
                    <a16:rowId xmlns:a16="http://schemas.microsoft.com/office/drawing/2014/main" val="10000"/>
                  </a:ext>
                </a:extLst>
              </a:tr>
              <a:tr h="438415">
                <a:tc>
                  <a:txBody>
                    <a:bodyPr/>
                    <a:lstStyle/>
                    <a:p>
                      <a:pPr marL="0" lvl="0" indent="0" algn="l" rtl="0">
                        <a:lnSpc>
                          <a:spcPct val="115000"/>
                        </a:lnSpc>
                        <a:spcBef>
                          <a:spcPts val="0"/>
                        </a:spcBef>
                        <a:spcAft>
                          <a:spcPts val="0"/>
                        </a:spcAft>
                        <a:buNone/>
                      </a:pPr>
                      <a:r>
                        <a:rPr lang="en-GB" sz="1800" b="1" dirty="0">
                          <a:latin typeface="Times New Roman" panose="02020603050405020304"/>
                          <a:ea typeface="Times New Roman" panose="02020603050405020304"/>
                          <a:cs typeface="Times New Roman" panose="02020603050405020304"/>
                          <a:sym typeface="Times New Roman" panose="02020603050405020304"/>
                        </a:rPr>
                        <a:t>RR - routine</a:t>
                      </a:r>
                    </a:p>
                  </a:txBody>
                  <a:tcPr marL="28575" marR="28575" marT="91425" marB="91425" anchor="ctr">
                    <a:lnL w="9525" cap="flat" cmpd="sng">
                      <a:solidFill>
                        <a:srgbClr val="CCCCCC"/>
                      </a:solidFill>
                      <a:prstDash val="dot"/>
                      <a:round/>
                      <a:headEnd type="none" w="sm" len="sm"/>
                      <a:tailEnd type="none" w="sm" len="sm"/>
                    </a:lnL>
                    <a:lnR w="9525" cap="flat" cmpd="sng">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endParaRPr lang="en-GB" sz="2000" dirty="0">
                        <a:latin typeface="Times New Roman" panose="02020603050405020304"/>
                        <a:ea typeface="Times New Roman" panose="02020603050405020304"/>
                        <a:cs typeface="Times New Roman" panose="02020603050405020304"/>
                        <a:sym typeface="Times New Roman" panose="02020603050405020304"/>
                      </a:endParaRPr>
                    </a:p>
                  </a:txBody>
                  <a:tcPr marL="28575" marR="28575" marT="91425" marB="91425" anchor="ctr">
                    <a:lnL w="9525" cap="flat" cmpd="sng">
                      <a:solidFill>
                        <a:srgbClr val="CCCCCC"/>
                      </a:solidFill>
                      <a:prstDash val="dot"/>
                      <a:round/>
                      <a:headEnd type="none" w="sm" len="sm"/>
                      <a:tailEnd type="none" w="sm" len="sm"/>
                    </a:lnL>
                    <a:lnR w="9525" cap="flat" cmpd="sng">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GB" altLang="en-US" sz="2000" dirty="0">
                          <a:latin typeface="Times New Roman" panose="02020603050405020304"/>
                          <a:ea typeface="Times New Roman" panose="02020603050405020304"/>
                          <a:cs typeface="Times New Roman" panose="02020603050405020304"/>
                          <a:sym typeface="Times New Roman" panose="02020603050405020304"/>
                        </a:rPr>
                        <a:t>500 000</a:t>
                      </a:r>
                    </a:p>
                  </a:txBody>
                  <a:tcPr marL="28575" marR="28575" marT="91425" marB="91425" anchor="ctr">
                    <a:lnL w="9525" cap="flat" cmpd="sng">
                      <a:solidFill>
                        <a:srgbClr val="CCCCCC"/>
                      </a:solidFill>
                      <a:prstDash val="dot"/>
                      <a:round/>
                      <a:headEnd type="none" w="sm" len="sm"/>
                      <a:tailEnd type="none" w="sm" len="sm"/>
                    </a:lnL>
                    <a:lnR w="9525" cap="flat" cmpd="sng">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GB" sz="2000" dirty="0">
                          <a:latin typeface="Times New Roman" panose="02020603050405020304"/>
                          <a:ea typeface="Times New Roman" panose="02020603050405020304"/>
                          <a:cs typeface="Times New Roman" panose="02020603050405020304"/>
                          <a:sym typeface="Times New Roman" panose="02020603050405020304"/>
                        </a:rPr>
                        <a:t>0</a:t>
                      </a:r>
                    </a:p>
                  </a:txBody>
                  <a:tcPr marL="28575" marR="28575" marT="91425" marB="91425" anchor="ctr">
                    <a:lnL w="9525" cap="flat" cmpd="sng">
                      <a:solidFill>
                        <a:srgbClr val="CCCCCC"/>
                      </a:solidFill>
                      <a:prstDash val="dot"/>
                      <a:round/>
                      <a:headEnd type="none" w="sm" len="sm"/>
                      <a:tailEnd type="none" w="sm" len="sm"/>
                    </a:lnL>
                    <a:lnR w="9525" cap="flat" cmpd="sng">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GB" sz="2000" dirty="0">
                          <a:latin typeface="Times New Roman" panose="02020603050405020304"/>
                          <a:ea typeface="Times New Roman" panose="02020603050405020304"/>
                          <a:cs typeface="Times New Roman" panose="02020603050405020304"/>
                          <a:sym typeface="Times New Roman" panose="02020603050405020304"/>
                        </a:rPr>
                        <a:t>500 000</a:t>
                      </a:r>
                    </a:p>
                  </a:txBody>
                  <a:tcPr marL="28575" marR="28575" marT="91425" marB="91425" anchor="ctr">
                    <a:lnL w="9525" cap="flat" cmpd="sng">
                      <a:solidFill>
                        <a:srgbClr val="CCCCCC"/>
                      </a:solidFill>
                      <a:prstDash val="dot"/>
                      <a:round/>
                      <a:headEnd type="none" w="sm" len="sm"/>
                      <a:tailEnd type="none" w="sm" len="sm"/>
                    </a:lnL>
                    <a:lnR w="9525" cap="flat" cmpd="sng">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solidFill>
                        <a:srgbClr val="CCCCCC"/>
                      </a:solidFill>
                      <a:prstDash val="dot"/>
                      <a:round/>
                      <a:headEnd type="none" w="sm" len="sm"/>
                      <a:tailEnd type="none" w="sm" len="sm"/>
                    </a:lnB>
                  </a:tcPr>
                </a:tc>
                <a:extLst>
                  <a:ext uri="{0D108BD9-81ED-4DB2-BD59-A6C34878D82A}">
                    <a16:rowId xmlns:a16="http://schemas.microsoft.com/office/drawing/2014/main" val="10001"/>
                  </a:ext>
                </a:extLst>
              </a:tr>
              <a:tr h="438415">
                <a:tc rowSpan="3">
                  <a:txBody>
                    <a:bodyPr/>
                    <a:lstStyle/>
                    <a:p>
                      <a:pPr marL="0" marR="0" lvl="0" indent="0" algn="l" defTabSz="914400" rtl="0" eaLnBrk="1" fontAlgn="auto" latinLnBrk="0" hangingPunct="1">
                        <a:lnSpc>
                          <a:spcPct val="115000"/>
                        </a:lnSpc>
                        <a:spcBef>
                          <a:spcPts val="0"/>
                        </a:spcBef>
                        <a:spcAft>
                          <a:spcPts val="0"/>
                        </a:spcAft>
                        <a:buClr>
                          <a:srgbClr val="000000"/>
                        </a:buClr>
                        <a:buSzTx/>
                        <a:buFont typeface="Arial" panose="020B0604020202020204"/>
                        <a:buNone/>
                        <a:tabLst/>
                        <a:defRPr/>
                      </a:pPr>
                      <a:r>
                        <a:rPr lang="en-GB" sz="1800" b="1" dirty="0">
                          <a:latin typeface="Times New Roman" panose="02020603050405020304"/>
                          <a:ea typeface="Times New Roman" panose="02020603050405020304"/>
                          <a:cs typeface="Times New Roman" panose="02020603050405020304"/>
                          <a:sym typeface="Times New Roman" panose="02020603050405020304"/>
                        </a:rPr>
                        <a:t>RR - AVS</a:t>
                      </a:r>
                    </a:p>
                  </a:txBody>
                  <a:tcPr marL="28575" marR="28575" marT="91425" marB="91425" anchor="ctr">
                    <a:lnL w="9525" cap="flat" cmpd="sng">
                      <a:solidFill>
                        <a:srgbClr val="CCCCCC"/>
                      </a:solidFill>
                      <a:prstDash val="dot"/>
                      <a:round/>
                      <a:headEnd type="none" w="sm" len="sm"/>
                      <a:tailEnd type="none" w="sm" len="sm"/>
                    </a:lnL>
                    <a:lnR w="9525" cap="flat" cmpd="sng" algn="ctr">
                      <a:solidFill>
                        <a:srgbClr val="CCCCCC"/>
                      </a:solidFill>
                      <a:prstDash val="dot"/>
                      <a:round/>
                      <a:headEnd type="none" w="sm" len="sm"/>
                      <a:tailEnd type="none" w="sm" len="sm"/>
                    </a:lnR>
                    <a:lnT w="9525" cap="flat" cmpd="sng" algn="ctr">
                      <a:solidFill>
                        <a:srgbClr val="CCCCCC"/>
                      </a:solidFill>
                      <a:prstDash val="dot"/>
                      <a:round/>
                      <a:headEnd type="none" w="sm" len="sm"/>
                      <a:tailEnd type="none" w="sm" len="sm"/>
                    </a:lnT>
                    <a:lnB w="9525" cap="flat" cmpd="sng">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GB" sz="2000" dirty="0">
                          <a:latin typeface="Times New Roman" panose="02020603050405020304"/>
                          <a:ea typeface="Times New Roman" panose="02020603050405020304"/>
                          <a:cs typeface="Times New Roman" panose="02020603050405020304"/>
                          <a:sym typeface="Times New Roman" panose="02020603050405020304"/>
                        </a:rPr>
                        <a:t>Bloc 1</a:t>
                      </a:r>
                    </a:p>
                  </a:txBody>
                  <a:tcPr marL="28575" marR="28575" marT="91425" marB="91425" anchor="ctr">
                    <a:lnL w="9525" cap="flat" cmpd="sng" algn="ctr">
                      <a:solidFill>
                        <a:srgbClr val="CCCCCC"/>
                      </a:solidFill>
                      <a:prstDash val="dot"/>
                      <a:round/>
                      <a:headEnd type="none" w="sm" len="sm"/>
                      <a:tailEnd type="none" w="sm" len="sm"/>
                    </a:lnL>
                    <a:lnR w="9525" cap="flat" cmpd="sng" algn="ctr">
                      <a:solidFill>
                        <a:srgbClr val="CCCCCC"/>
                      </a:solidFill>
                      <a:prstDash val="dot"/>
                      <a:round/>
                      <a:headEnd type="none" w="sm" len="sm"/>
                      <a:tailEnd type="none" w="sm" len="sm"/>
                    </a:lnR>
                    <a:lnT w="9525" cap="flat" cmpd="sng" algn="ctr">
                      <a:solidFill>
                        <a:srgbClr val="CCCCCC"/>
                      </a:solidFill>
                      <a:prstDash val="dot"/>
                      <a:round/>
                      <a:headEnd type="none" w="sm" len="sm"/>
                      <a:tailEnd type="none" w="sm" len="sm"/>
                    </a:lnT>
                    <a:lnB w="9525" cap="flat" cmpd="sng">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GB" altLang="en-US" sz="2000" dirty="0">
                          <a:latin typeface="Times New Roman" panose="02020603050405020304"/>
                          <a:ea typeface="Times New Roman" panose="02020603050405020304"/>
                          <a:cs typeface="Times New Roman" panose="02020603050405020304"/>
                          <a:sym typeface="Times New Roman" panose="02020603050405020304"/>
                        </a:rPr>
                        <a:t>17 847 500</a:t>
                      </a:r>
                    </a:p>
                  </a:txBody>
                  <a:tcPr marL="28575" marR="28575" marT="91425" marB="91425" anchor="ctr">
                    <a:lnL w="9525" cap="flat" cmpd="sng" algn="ctr">
                      <a:solidFill>
                        <a:srgbClr val="CCCCCC"/>
                      </a:solidFill>
                      <a:prstDash val="dot"/>
                      <a:round/>
                      <a:headEnd type="none" w="sm" len="sm"/>
                      <a:tailEnd type="none" w="sm" len="sm"/>
                    </a:lnL>
                    <a:lnR w="9525" cap="flat" cmpd="sng" algn="ctr">
                      <a:solidFill>
                        <a:srgbClr val="CCCCCC"/>
                      </a:solidFill>
                      <a:prstDash val="dot"/>
                      <a:round/>
                      <a:headEnd type="none" w="sm" len="sm"/>
                      <a:tailEnd type="none" w="sm" len="sm"/>
                    </a:lnR>
                    <a:lnT w="9525" cap="flat" cmpd="sng" algn="ctr">
                      <a:solidFill>
                        <a:srgbClr val="CCCCCC"/>
                      </a:solidFill>
                      <a:prstDash val="dot"/>
                      <a:round/>
                      <a:headEnd type="none" w="sm" len="sm"/>
                      <a:tailEnd type="none" w="sm" len="sm"/>
                    </a:lnT>
                    <a:lnB w="9525" cap="flat" cmpd="sng">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GB" sz="2000" dirty="0">
                          <a:latin typeface="Times New Roman" panose="02020603050405020304"/>
                          <a:ea typeface="Times New Roman" panose="02020603050405020304"/>
                          <a:cs typeface="Times New Roman" panose="02020603050405020304"/>
                          <a:sym typeface="Times New Roman" panose="02020603050405020304"/>
                        </a:rPr>
                        <a:t>17 682 960</a:t>
                      </a:r>
                    </a:p>
                  </a:txBody>
                  <a:tcPr marL="28575" marR="28575" marT="91425" marB="91425" anchor="ctr">
                    <a:lnL w="9525" cap="flat" cmpd="sng" algn="ctr">
                      <a:solidFill>
                        <a:srgbClr val="CCCCCC"/>
                      </a:solidFill>
                      <a:prstDash val="dot"/>
                      <a:round/>
                      <a:headEnd type="none" w="sm" len="sm"/>
                      <a:tailEnd type="none" w="sm" len="sm"/>
                    </a:lnL>
                    <a:lnR w="9525" cap="flat" cmpd="sng" algn="ctr">
                      <a:solidFill>
                        <a:srgbClr val="CCCCCC"/>
                      </a:solidFill>
                      <a:prstDash val="dot"/>
                      <a:round/>
                      <a:headEnd type="none" w="sm" len="sm"/>
                      <a:tailEnd type="none" w="sm" len="sm"/>
                    </a:lnR>
                    <a:lnT w="9525" cap="flat" cmpd="sng" algn="ctr">
                      <a:solidFill>
                        <a:srgbClr val="CCCCCC"/>
                      </a:solidFill>
                      <a:prstDash val="dot"/>
                      <a:round/>
                      <a:headEnd type="none" w="sm" len="sm"/>
                      <a:tailEnd type="none" w="sm" len="sm"/>
                    </a:lnT>
                    <a:lnB w="9525" cap="flat" cmpd="sng">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GB" sz="2000" dirty="0">
                          <a:latin typeface="Times New Roman" panose="02020603050405020304"/>
                          <a:ea typeface="Times New Roman" panose="02020603050405020304"/>
                          <a:cs typeface="Times New Roman" panose="02020603050405020304"/>
                          <a:sym typeface="Times New Roman" panose="02020603050405020304"/>
                        </a:rPr>
                        <a:t>164 540</a:t>
                      </a:r>
                    </a:p>
                  </a:txBody>
                  <a:tcPr marL="28575" marR="28575" marT="91425" marB="91425" anchor="ctr">
                    <a:lnL w="9525" cap="flat" cmpd="sng" algn="ctr">
                      <a:solidFill>
                        <a:srgbClr val="CCCCCC"/>
                      </a:solidFill>
                      <a:prstDash val="dot"/>
                      <a:round/>
                      <a:headEnd type="none" w="sm" len="sm"/>
                      <a:tailEnd type="none" w="sm" len="sm"/>
                    </a:lnL>
                    <a:lnR w="9525" cap="flat" cmpd="sng">
                      <a:solidFill>
                        <a:srgbClr val="CCCCCC"/>
                      </a:solidFill>
                      <a:prstDash val="dot"/>
                      <a:round/>
                      <a:headEnd type="none" w="sm" len="sm"/>
                      <a:tailEnd type="none" w="sm" len="sm"/>
                    </a:lnR>
                    <a:lnT w="9525" cap="flat" cmpd="sng" algn="ctr">
                      <a:solidFill>
                        <a:srgbClr val="CCCCCC"/>
                      </a:solidFill>
                      <a:prstDash val="dot"/>
                      <a:round/>
                      <a:headEnd type="none" w="sm" len="sm"/>
                      <a:tailEnd type="none" w="sm" len="sm"/>
                    </a:lnT>
                    <a:lnB w="9525" cap="flat" cmpd="sng">
                      <a:solidFill>
                        <a:srgbClr val="CCCCCC"/>
                      </a:solidFill>
                      <a:prstDash val="dot"/>
                      <a:round/>
                      <a:headEnd type="none" w="sm" len="sm"/>
                      <a:tailEnd type="none" w="sm" len="sm"/>
                    </a:lnB>
                  </a:tcPr>
                </a:tc>
                <a:extLst>
                  <a:ext uri="{0D108BD9-81ED-4DB2-BD59-A6C34878D82A}">
                    <a16:rowId xmlns:a16="http://schemas.microsoft.com/office/drawing/2014/main" val="245438007"/>
                  </a:ext>
                </a:extLst>
              </a:tr>
              <a:tr h="438415">
                <a:tc vMerge="1">
                  <a:txBody>
                    <a:bodyPr/>
                    <a:lstStyle/>
                    <a:p>
                      <a:pPr marL="0" marR="0" lvl="0" indent="0" algn="l" defTabSz="914400" rtl="0" eaLnBrk="1" fontAlgn="auto" latinLnBrk="0" hangingPunct="1">
                        <a:lnSpc>
                          <a:spcPct val="115000"/>
                        </a:lnSpc>
                        <a:spcBef>
                          <a:spcPts val="0"/>
                        </a:spcBef>
                        <a:spcAft>
                          <a:spcPts val="0"/>
                        </a:spcAft>
                        <a:buClr>
                          <a:srgbClr val="000000"/>
                        </a:buClr>
                        <a:buSzTx/>
                        <a:buFont typeface="Arial" panose="020B0604020202020204"/>
                        <a:buNone/>
                        <a:tabLst/>
                        <a:defRPr/>
                      </a:pPr>
                      <a:endParaRPr lang="en-GB" sz="1800" b="1" dirty="0">
                        <a:latin typeface="Times New Roman" panose="02020603050405020304"/>
                        <a:ea typeface="Times New Roman" panose="02020603050405020304"/>
                        <a:cs typeface="Times New Roman" panose="02020603050405020304"/>
                        <a:sym typeface="Times New Roman" panose="02020603050405020304"/>
                      </a:endParaRPr>
                    </a:p>
                  </a:txBody>
                  <a:tcPr marL="28575" marR="28575" marT="91425" marB="91425" anchor="ctr">
                    <a:lnL w="9525" cap="flat" cmpd="sng">
                      <a:solidFill>
                        <a:srgbClr val="CCCCCC"/>
                      </a:solidFill>
                      <a:prstDash val="dot"/>
                      <a:round/>
                      <a:headEnd type="none" w="sm" len="sm"/>
                      <a:tailEnd type="none" w="sm" len="sm"/>
                    </a:lnL>
                    <a:lnR w="9525" cap="flat" cmpd="sng" algn="ctr">
                      <a:solidFill>
                        <a:srgbClr val="CCCCCC"/>
                      </a:solidFill>
                      <a:prstDash val="dot"/>
                      <a:round/>
                      <a:headEnd type="none" w="sm" len="sm"/>
                      <a:tailEnd type="none" w="sm" len="sm"/>
                    </a:lnR>
                    <a:lnT w="9525" cap="flat" cmpd="sng" algn="ctr">
                      <a:solidFill>
                        <a:srgbClr val="CCCCCC"/>
                      </a:solidFill>
                      <a:prstDash val="dot"/>
                      <a:round/>
                      <a:headEnd type="none" w="sm" len="sm"/>
                      <a:tailEnd type="none" w="sm" len="sm"/>
                    </a:lnT>
                    <a:lnB w="9525" cap="flat" cmpd="sng">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GB" sz="2000" dirty="0">
                          <a:latin typeface="Times New Roman" panose="02020603050405020304"/>
                          <a:ea typeface="Times New Roman" panose="02020603050405020304"/>
                          <a:cs typeface="Times New Roman" panose="02020603050405020304"/>
                          <a:sym typeface="Times New Roman" panose="02020603050405020304"/>
                        </a:rPr>
                        <a:t>Bloc 2</a:t>
                      </a:r>
                    </a:p>
                  </a:txBody>
                  <a:tcPr marL="28575" marR="28575" marT="91425" marB="91425" anchor="ctr">
                    <a:lnL w="9525" cap="flat" cmpd="sng" algn="ctr">
                      <a:solidFill>
                        <a:srgbClr val="CCCCCC"/>
                      </a:solidFill>
                      <a:prstDash val="dot"/>
                      <a:round/>
                      <a:headEnd type="none" w="sm" len="sm"/>
                      <a:tailEnd type="none" w="sm" len="sm"/>
                    </a:lnL>
                    <a:lnR w="9525" cap="flat" cmpd="sng" algn="ctr">
                      <a:solidFill>
                        <a:srgbClr val="CCCCCC"/>
                      </a:solidFill>
                      <a:prstDash val="dot"/>
                      <a:round/>
                      <a:headEnd type="none" w="sm" len="sm"/>
                      <a:tailEnd type="none" w="sm" len="sm"/>
                    </a:lnR>
                    <a:lnT w="9525" cap="flat" cmpd="sng" algn="ctr">
                      <a:solidFill>
                        <a:srgbClr val="CCCCCC"/>
                      </a:solidFill>
                      <a:prstDash val="dot"/>
                      <a:round/>
                      <a:headEnd type="none" w="sm" len="sm"/>
                      <a:tailEnd type="none" w="sm" len="sm"/>
                    </a:lnT>
                    <a:lnB w="9525" cap="flat" cmpd="sng">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GB" altLang="en-US" sz="2000" dirty="0">
                          <a:latin typeface="Times New Roman" panose="02020603050405020304"/>
                          <a:ea typeface="Times New Roman" panose="02020603050405020304"/>
                          <a:cs typeface="Times New Roman" panose="02020603050405020304"/>
                          <a:sym typeface="Times New Roman" panose="02020603050405020304"/>
                        </a:rPr>
                        <a:t>7 000 000</a:t>
                      </a:r>
                    </a:p>
                  </a:txBody>
                  <a:tcPr marL="28575" marR="28575" marT="91425" marB="91425" anchor="ctr">
                    <a:lnL w="9525" cap="flat" cmpd="sng" algn="ctr">
                      <a:solidFill>
                        <a:srgbClr val="CCCCCC"/>
                      </a:solidFill>
                      <a:prstDash val="dot"/>
                      <a:round/>
                      <a:headEnd type="none" w="sm" len="sm"/>
                      <a:tailEnd type="none" w="sm" len="sm"/>
                    </a:lnL>
                    <a:lnR w="9525" cap="flat" cmpd="sng" algn="ctr">
                      <a:solidFill>
                        <a:srgbClr val="CCCCCC"/>
                      </a:solidFill>
                      <a:prstDash val="dot"/>
                      <a:round/>
                      <a:headEnd type="none" w="sm" len="sm"/>
                      <a:tailEnd type="none" w="sm" len="sm"/>
                    </a:lnR>
                    <a:lnT w="9525" cap="flat" cmpd="sng" algn="ctr">
                      <a:solidFill>
                        <a:srgbClr val="CCCCCC"/>
                      </a:solidFill>
                      <a:prstDash val="dot"/>
                      <a:round/>
                      <a:headEnd type="none" w="sm" len="sm"/>
                      <a:tailEnd type="none" w="sm" len="sm"/>
                    </a:lnT>
                    <a:lnB w="9525" cap="flat" cmpd="sng">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GB" sz="2000" dirty="0">
                          <a:latin typeface="Times New Roman" panose="02020603050405020304"/>
                          <a:ea typeface="Times New Roman" panose="02020603050405020304"/>
                          <a:cs typeface="Times New Roman" panose="02020603050405020304"/>
                          <a:sym typeface="Times New Roman" panose="02020603050405020304"/>
                        </a:rPr>
                        <a:t>-</a:t>
                      </a:r>
                    </a:p>
                  </a:txBody>
                  <a:tcPr marL="28575" marR="28575" marT="91425" marB="91425" anchor="ctr">
                    <a:lnL w="9525" cap="flat" cmpd="sng" algn="ctr">
                      <a:solidFill>
                        <a:srgbClr val="CCCCCC"/>
                      </a:solidFill>
                      <a:prstDash val="dot"/>
                      <a:round/>
                      <a:headEnd type="none" w="sm" len="sm"/>
                      <a:tailEnd type="none" w="sm" len="sm"/>
                    </a:lnL>
                    <a:lnR w="9525" cap="flat" cmpd="sng" algn="ctr">
                      <a:solidFill>
                        <a:srgbClr val="CCCCCC"/>
                      </a:solidFill>
                      <a:prstDash val="dot"/>
                      <a:round/>
                      <a:headEnd type="none" w="sm" len="sm"/>
                      <a:tailEnd type="none" w="sm" len="sm"/>
                    </a:lnR>
                    <a:lnT w="9525" cap="flat" cmpd="sng" algn="ctr">
                      <a:solidFill>
                        <a:srgbClr val="CCCCCC"/>
                      </a:solidFill>
                      <a:prstDash val="dot"/>
                      <a:round/>
                      <a:headEnd type="none" w="sm" len="sm"/>
                      <a:tailEnd type="none" w="sm" len="sm"/>
                    </a:lnT>
                    <a:lnB w="9525" cap="flat" cmpd="sng">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GB" sz="2000" dirty="0">
                          <a:latin typeface="Times New Roman" panose="02020603050405020304"/>
                          <a:ea typeface="Times New Roman" panose="02020603050405020304"/>
                          <a:cs typeface="Times New Roman" panose="02020603050405020304"/>
                          <a:sym typeface="Times New Roman" panose="02020603050405020304"/>
                        </a:rPr>
                        <a:t>7 000 000</a:t>
                      </a:r>
                    </a:p>
                  </a:txBody>
                  <a:tcPr marL="28575" marR="28575" marT="91425" marB="91425" anchor="ctr">
                    <a:lnL w="9525" cap="flat" cmpd="sng" algn="ctr">
                      <a:solidFill>
                        <a:srgbClr val="CCCCCC"/>
                      </a:solidFill>
                      <a:prstDash val="dot"/>
                      <a:round/>
                      <a:headEnd type="none" w="sm" len="sm"/>
                      <a:tailEnd type="none" w="sm" len="sm"/>
                    </a:lnL>
                    <a:lnR w="9525" cap="flat" cmpd="sng">
                      <a:solidFill>
                        <a:srgbClr val="CCCCCC"/>
                      </a:solidFill>
                      <a:prstDash val="dot"/>
                      <a:round/>
                      <a:headEnd type="none" w="sm" len="sm"/>
                      <a:tailEnd type="none" w="sm" len="sm"/>
                    </a:lnR>
                    <a:lnT w="9525" cap="flat" cmpd="sng" algn="ctr">
                      <a:solidFill>
                        <a:srgbClr val="CCCCCC"/>
                      </a:solidFill>
                      <a:prstDash val="dot"/>
                      <a:round/>
                      <a:headEnd type="none" w="sm" len="sm"/>
                      <a:tailEnd type="none" w="sm" len="sm"/>
                    </a:lnT>
                    <a:lnB w="9525" cap="flat" cmpd="sng">
                      <a:solidFill>
                        <a:srgbClr val="CCCCCC"/>
                      </a:solidFill>
                      <a:prstDash val="dot"/>
                      <a:round/>
                      <a:headEnd type="none" w="sm" len="sm"/>
                      <a:tailEnd type="none" w="sm" len="sm"/>
                    </a:lnB>
                  </a:tcPr>
                </a:tc>
                <a:extLst>
                  <a:ext uri="{0D108BD9-81ED-4DB2-BD59-A6C34878D82A}">
                    <a16:rowId xmlns:a16="http://schemas.microsoft.com/office/drawing/2014/main" val="2050167475"/>
                  </a:ext>
                </a:extLst>
              </a:tr>
              <a:tr h="438415">
                <a:tc vMerge="1">
                  <a:txBody>
                    <a:bodyPr/>
                    <a:lstStyle/>
                    <a:p>
                      <a:pPr marL="0" marR="0" lvl="0" indent="0" algn="l" defTabSz="914400" rtl="0" eaLnBrk="1" fontAlgn="auto" latinLnBrk="0" hangingPunct="1">
                        <a:lnSpc>
                          <a:spcPct val="115000"/>
                        </a:lnSpc>
                        <a:spcBef>
                          <a:spcPts val="0"/>
                        </a:spcBef>
                        <a:spcAft>
                          <a:spcPts val="0"/>
                        </a:spcAft>
                        <a:buClr>
                          <a:srgbClr val="000000"/>
                        </a:buClr>
                        <a:buSzTx/>
                        <a:buFont typeface="Arial" panose="020B0604020202020204"/>
                        <a:buNone/>
                        <a:tabLst/>
                        <a:defRPr/>
                      </a:pPr>
                      <a:endParaRPr lang="en-GB" sz="1800" b="1" dirty="0">
                        <a:latin typeface="Times New Roman" panose="02020603050405020304"/>
                        <a:ea typeface="Times New Roman" panose="02020603050405020304"/>
                        <a:cs typeface="Times New Roman" panose="02020603050405020304"/>
                        <a:sym typeface="Times New Roman" panose="02020603050405020304"/>
                      </a:endParaRPr>
                    </a:p>
                  </a:txBody>
                  <a:tcPr marL="28575" marR="28575" marT="91425" marB="91425" anchor="ctr">
                    <a:lnL w="9525" cap="flat" cmpd="sng">
                      <a:solidFill>
                        <a:srgbClr val="CCCCCC"/>
                      </a:solidFill>
                      <a:prstDash val="dot"/>
                      <a:round/>
                      <a:headEnd type="none" w="sm" len="sm"/>
                      <a:tailEnd type="none" w="sm" len="sm"/>
                    </a:lnL>
                    <a:lnR w="9525" cap="flat" cmpd="sng" algn="ctr">
                      <a:solidFill>
                        <a:srgbClr val="CCCCCC"/>
                      </a:solidFill>
                      <a:prstDash val="dot"/>
                      <a:round/>
                      <a:headEnd type="none" w="sm" len="sm"/>
                      <a:tailEnd type="none" w="sm" len="sm"/>
                    </a:lnR>
                    <a:lnT w="9525" cap="flat" cmpd="sng" algn="ctr">
                      <a:solidFill>
                        <a:srgbClr val="CCCCCC"/>
                      </a:solidFill>
                      <a:prstDash val="dot"/>
                      <a:round/>
                      <a:headEnd type="none" w="sm" len="sm"/>
                      <a:tailEnd type="none" w="sm" len="sm"/>
                    </a:lnT>
                    <a:lnB w="9525" cap="flat" cmpd="sng">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endParaRPr lang="en-GB" sz="2000" dirty="0">
                        <a:latin typeface="Times New Roman" panose="02020603050405020304"/>
                        <a:ea typeface="Times New Roman" panose="02020603050405020304"/>
                        <a:cs typeface="Times New Roman" panose="02020603050405020304"/>
                        <a:sym typeface="Times New Roman" panose="02020603050405020304"/>
                      </a:endParaRPr>
                    </a:p>
                  </a:txBody>
                  <a:tcPr marL="28575" marR="28575" marT="91425" marB="91425" anchor="ctr">
                    <a:lnL w="9525" cap="flat" cmpd="sng" algn="ctr">
                      <a:solidFill>
                        <a:srgbClr val="CCCCCC"/>
                      </a:solidFill>
                      <a:prstDash val="dot"/>
                      <a:round/>
                      <a:headEnd type="none" w="sm" len="sm"/>
                      <a:tailEnd type="none" w="sm" len="sm"/>
                    </a:lnL>
                    <a:lnR w="9525" cap="flat" cmpd="sng" algn="ctr">
                      <a:solidFill>
                        <a:srgbClr val="CCCCCC"/>
                      </a:solidFill>
                      <a:prstDash val="dot"/>
                      <a:round/>
                      <a:headEnd type="none" w="sm" len="sm"/>
                      <a:tailEnd type="none" w="sm" len="sm"/>
                    </a:lnR>
                    <a:lnT w="9525" cap="flat" cmpd="sng" algn="ctr">
                      <a:solidFill>
                        <a:srgbClr val="CCCCCC"/>
                      </a:solidFill>
                      <a:prstDash val="dot"/>
                      <a:round/>
                      <a:headEnd type="none" w="sm" len="sm"/>
                      <a:tailEnd type="none" w="sm" len="sm"/>
                    </a:lnT>
                    <a:lnB w="9525" cap="flat" cmpd="sng">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GB" altLang="en-US" sz="2000" b="1" dirty="0">
                          <a:effectLst>
                            <a:outerShdw blurRad="38100" dist="38100" dir="2700000" algn="tl">
                              <a:srgbClr val="000000">
                                <a:alpha val="43137"/>
                              </a:srgbClr>
                            </a:outerShdw>
                          </a:effectLst>
                          <a:latin typeface="Times New Roman" panose="02020603050405020304"/>
                          <a:ea typeface="Times New Roman" panose="02020603050405020304"/>
                          <a:cs typeface="Times New Roman" panose="02020603050405020304"/>
                          <a:sym typeface="Times New Roman" panose="02020603050405020304"/>
                        </a:rPr>
                        <a:t>24 847 500</a:t>
                      </a:r>
                    </a:p>
                  </a:txBody>
                  <a:tcPr marL="28575" marR="28575" marT="91425" marB="91425" anchor="ctr">
                    <a:lnL w="9525" cap="flat" cmpd="sng" algn="ctr">
                      <a:solidFill>
                        <a:srgbClr val="CCCCCC"/>
                      </a:solidFill>
                      <a:prstDash val="dot"/>
                      <a:round/>
                      <a:headEnd type="none" w="sm" len="sm"/>
                      <a:tailEnd type="none" w="sm" len="sm"/>
                    </a:lnL>
                    <a:lnR w="9525" cap="flat" cmpd="sng" algn="ctr">
                      <a:solidFill>
                        <a:srgbClr val="CCCCCC"/>
                      </a:solidFill>
                      <a:prstDash val="dot"/>
                      <a:round/>
                      <a:headEnd type="none" w="sm" len="sm"/>
                      <a:tailEnd type="none" w="sm" len="sm"/>
                    </a:lnR>
                    <a:lnT w="9525" cap="flat" cmpd="sng" algn="ctr">
                      <a:solidFill>
                        <a:srgbClr val="CCCCCC"/>
                      </a:solidFill>
                      <a:prstDash val="dot"/>
                      <a:round/>
                      <a:headEnd type="none" w="sm" len="sm"/>
                      <a:tailEnd type="none" w="sm" len="sm"/>
                    </a:lnT>
                    <a:lnB w="9525" cap="flat" cmpd="sng">
                      <a:solidFill>
                        <a:srgbClr val="CCCCCC"/>
                      </a:solidFill>
                      <a:prstDash val="dot"/>
                      <a:round/>
                      <a:headEnd type="none" w="sm" len="sm"/>
                      <a:tailEnd type="none" w="sm" len="sm"/>
                    </a:lnB>
                    <a:solidFill>
                      <a:schemeClr val="accent1">
                        <a:lumMod val="20000"/>
                        <a:lumOff val="80000"/>
                      </a:schemeClr>
                    </a:solidFill>
                  </a:tcPr>
                </a:tc>
                <a:tc>
                  <a:txBody>
                    <a:bodyPr/>
                    <a:lstStyle/>
                    <a:p>
                      <a:pPr marL="0" lvl="0" indent="0" algn="ctr" rtl="0">
                        <a:lnSpc>
                          <a:spcPct val="115000"/>
                        </a:lnSpc>
                        <a:spcBef>
                          <a:spcPts val="0"/>
                        </a:spcBef>
                        <a:spcAft>
                          <a:spcPts val="0"/>
                        </a:spcAft>
                        <a:buNone/>
                      </a:pPr>
                      <a:r>
                        <a:rPr lang="en-GB" sz="2000" b="1" dirty="0">
                          <a:effectLst>
                            <a:outerShdw blurRad="38100" dist="38100" dir="2700000" algn="tl">
                              <a:srgbClr val="000000">
                                <a:alpha val="43137"/>
                              </a:srgbClr>
                            </a:outerShdw>
                          </a:effectLst>
                          <a:latin typeface="Times New Roman" panose="02020603050405020304"/>
                          <a:ea typeface="Times New Roman" panose="02020603050405020304"/>
                          <a:cs typeface="Times New Roman" panose="02020603050405020304"/>
                          <a:sym typeface="Times New Roman" panose="02020603050405020304"/>
                        </a:rPr>
                        <a:t>17 682 960</a:t>
                      </a:r>
                    </a:p>
                  </a:txBody>
                  <a:tcPr marL="28575" marR="28575" marT="91425" marB="91425" anchor="ctr">
                    <a:lnL w="9525" cap="flat" cmpd="sng" algn="ctr">
                      <a:solidFill>
                        <a:srgbClr val="CCCCCC"/>
                      </a:solidFill>
                      <a:prstDash val="dot"/>
                      <a:round/>
                      <a:headEnd type="none" w="sm" len="sm"/>
                      <a:tailEnd type="none" w="sm" len="sm"/>
                    </a:lnL>
                    <a:lnR w="9525" cap="flat" cmpd="sng" algn="ctr">
                      <a:solidFill>
                        <a:srgbClr val="CCCCCC"/>
                      </a:solidFill>
                      <a:prstDash val="dot"/>
                      <a:round/>
                      <a:headEnd type="none" w="sm" len="sm"/>
                      <a:tailEnd type="none" w="sm" len="sm"/>
                    </a:lnR>
                    <a:lnT w="9525" cap="flat" cmpd="sng" algn="ctr">
                      <a:solidFill>
                        <a:srgbClr val="CCCCCC"/>
                      </a:solidFill>
                      <a:prstDash val="dot"/>
                      <a:round/>
                      <a:headEnd type="none" w="sm" len="sm"/>
                      <a:tailEnd type="none" w="sm" len="sm"/>
                    </a:lnT>
                    <a:lnB w="9525" cap="flat" cmpd="sng">
                      <a:solidFill>
                        <a:srgbClr val="CCCCCC"/>
                      </a:solidFill>
                      <a:prstDash val="dot"/>
                      <a:round/>
                      <a:headEnd type="none" w="sm" len="sm"/>
                      <a:tailEnd type="none" w="sm" len="sm"/>
                    </a:lnB>
                    <a:solidFill>
                      <a:schemeClr val="accent1">
                        <a:lumMod val="20000"/>
                        <a:lumOff val="80000"/>
                      </a:schemeClr>
                    </a:solidFill>
                  </a:tcPr>
                </a:tc>
                <a:tc>
                  <a:txBody>
                    <a:bodyPr/>
                    <a:lstStyle/>
                    <a:p>
                      <a:pPr marL="0" lvl="0" indent="0" algn="ctr" rtl="0">
                        <a:lnSpc>
                          <a:spcPct val="115000"/>
                        </a:lnSpc>
                        <a:spcBef>
                          <a:spcPts val="0"/>
                        </a:spcBef>
                        <a:spcAft>
                          <a:spcPts val="0"/>
                        </a:spcAft>
                        <a:buNone/>
                      </a:pPr>
                      <a:r>
                        <a:rPr lang="en-GB" sz="2000" b="1" dirty="0">
                          <a:effectLst>
                            <a:outerShdw blurRad="38100" dist="38100" dir="2700000" algn="tl">
                              <a:srgbClr val="000000">
                                <a:alpha val="43137"/>
                              </a:srgbClr>
                            </a:outerShdw>
                          </a:effectLst>
                          <a:latin typeface="Times New Roman" panose="02020603050405020304"/>
                          <a:ea typeface="Times New Roman" panose="02020603050405020304"/>
                          <a:cs typeface="Times New Roman" panose="02020603050405020304"/>
                          <a:sym typeface="Times New Roman" panose="02020603050405020304"/>
                        </a:rPr>
                        <a:t>7 164 540</a:t>
                      </a:r>
                    </a:p>
                  </a:txBody>
                  <a:tcPr marL="28575" marR="28575" marT="91425" marB="91425" anchor="ctr">
                    <a:lnL w="9525" cap="flat" cmpd="sng" algn="ctr">
                      <a:solidFill>
                        <a:srgbClr val="CCCCCC"/>
                      </a:solidFill>
                      <a:prstDash val="dot"/>
                      <a:round/>
                      <a:headEnd type="none" w="sm" len="sm"/>
                      <a:tailEnd type="none" w="sm" len="sm"/>
                    </a:lnL>
                    <a:lnR w="9525" cap="flat" cmpd="sng">
                      <a:solidFill>
                        <a:srgbClr val="CCCCCC"/>
                      </a:solidFill>
                      <a:prstDash val="dot"/>
                      <a:round/>
                      <a:headEnd type="none" w="sm" len="sm"/>
                      <a:tailEnd type="none" w="sm" len="sm"/>
                    </a:lnR>
                    <a:lnT w="9525" cap="flat" cmpd="sng" algn="ctr">
                      <a:solidFill>
                        <a:srgbClr val="CCCCCC"/>
                      </a:solidFill>
                      <a:prstDash val="dot"/>
                      <a:round/>
                      <a:headEnd type="none" w="sm" len="sm"/>
                      <a:tailEnd type="none" w="sm" len="sm"/>
                    </a:lnT>
                    <a:lnB w="9525" cap="flat" cmpd="sng">
                      <a:solidFill>
                        <a:srgbClr val="CCCCCC"/>
                      </a:solidFill>
                      <a:prstDash val="dot"/>
                      <a:round/>
                      <a:headEnd type="none" w="sm" len="sm"/>
                      <a:tailEnd type="none" w="sm" len="sm"/>
                    </a:lnB>
                    <a:solidFill>
                      <a:schemeClr val="accent1">
                        <a:lumMod val="20000"/>
                        <a:lumOff val="80000"/>
                      </a:schemeClr>
                    </a:solidFill>
                  </a:tcPr>
                </a:tc>
                <a:extLst>
                  <a:ext uri="{0D108BD9-81ED-4DB2-BD59-A6C34878D82A}">
                    <a16:rowId xmlns:a16="http://schemas.microsoft.com/office/drawing/2014/main" val="2455715636"/>
                  </a:ext>
                </a:extLst>
              </a:tr>
              <a:tr h="438415">
                <a:tc>
                  <a:txBody>
                    <a:bodyPr/>
                    <a:lstStyle/>
                    <a:p>
                      <a:pPr marL="0" lvl="0" indent="0" algn="l" rtl="0">
                        <a:lnSpc>
                          <a:spcPct val="115000"/>
                        </a:lnSpc>
                        <a:spcBef>
                          <a:spcPts val="0"/>
                        </a:spcBef>
                        <a:spcAft>
                          <a:spcPts val="0"/>
                        </a:spcAft>
                        <a:buNone/>
                      </a:pPr>
                      <a:r>
                        <a:rPr lang="en-GB" sz="1800" b="1" dirty="0">
                          <a:latin typeface="Times New Roman" panose="02020603050405020304"/>
                          <a:ea typeface="Times New Roman" panose="02020603050405020304"/>
                          <a:cs typeface="Times New Roman" panose="02020603050405020304"/>
                          <a:sym typeface="Times New Roman" panose="02020603050405020304"/>
                        </a:rPr>
                        <a:t>Rotarix</a:t>
                      </a:r>
                    </a:p>
                  </a:txBody>
                  <a:tcPr marL="28575" marR="28575" marT="91425" marB="91425" anchor="ctr">
                    <a:lnL w="9525" cap="flat" cmpd="sng">
                      <a:solidFill>
                        <a:srgbClr val="CCCCCC"/>
                      </a:solidFill>
                      <a:prstDash val="dot"/>
                      <a:round/>
                      <a:headEnd type="none" w="sm" len="sm"/>
                      <a:tailEnd type="none" w="sm" len="sm"/>
                    </a:lnL>
                    <a:lnR w="9525" cap="flat" cmpd="sng">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lgn="ctr">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endParaRPr lang="en-GB" sz="2000" dirty="0">
                        <a:latin typeface="Times New Roman" panose="02020603050405020304"/>
                        <a:ea typeface="Times New Roman" panose="02020603050405020304"/>
                        <a:cs typeface="Times New Roman" panose="02020603050405020304"/>
                        <a:sym typeface="Times New Roman" panose="02020603050405020304"/>
                      </a:endParaRPr>
                    </a:p>
                  </a:txBody>
                  <a:tcPr marL="28575" marR="28575" marT="91425" marB="91425" anchor="ctr">
                    <a:lnL w="9525" cap="flat" cmpd="sng">
                      <a:solidFill>
                        <a:srgbClr val="CCCCCC"/>
                      </a:solidFill>
                      <a:prstDash val="dot"/>
                      <a:round/>
                      <a:headEnd type="none" w="sm" len="sm"/>
                      <a:tailEnd type="none" w="sm" len="sm"/>
                    </a:lnL>
                    <a:lnR w="9525" cap="flat" cmpd="sng">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lgn="ctr">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GB" altLang="en-US" sz="2000" dirty="0">
                          <a:latin typeface="Times New Roman" panose="02020603050405020304"/>
                          <a:ea typeface="Times New Roman" panose="02020603050405020304"/>
                          <a:cs typeface="Times New Roman" panose="02020603050405020304"/>
                          <a:sym typeface="Times New Roman" panose="02020603050405020304"/>
                        </a:rPr>
                        <a:t>3 757 300</a:t>
                      </a:r>
                    </a:p>
                  </a:txBody>
                  <a:tcPr marL="28575" marR="28575" marT="91425" marB="91425" anchor="ctr">
                    <a:lnL w="9525" cap="flat" cmpd="sng">
                      <a:solidFill>
                        <a:srgbClr val="CCCCCC"/>
                      </a:solidFill>
                      <a:prstDash val="dot"/>
                      <a:round/>
                      <a:headEnd type="none" w="sm" len="sm"/>
                      <a:tailEnd type="none" w="sm" len="sm"/>
                    </a:lnL>
                    <a:lnR w="9525" cap="flat" cmpd="sng">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lgn="ctr">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GB" sz="2000" dirty="0">
                          <a:latin typeface="Times New Roman" panose="02020603050405020304"/>
                          <a:ea typeface="Times New Roman" panose="02020603050405020304"/>
                          <a:cs typeface="Times New Roman" panose="02020603050405020304"/>
                          <a:sym typeface="Times New Roman" panose="02020603050405020304"/>
                        </a:rPr>
                        <a:t>1 970 250</a:t>
                      </a:r>
                    </a:p>
                  </a:txBody>
                  <a:tcPr marL="28575" marR="28575" marT="91425" marB="91425" anchor="ctr">
                    <a:lnL w="9525" cap="flat" cmpd="sng">
                      <a:solidFill>
                        <a:srgbClr val="CCCCCC"/>
                      </a:solidFill>
                      <a:prstDash val="dot"/>
                      <a:round/>
                      <a:headEnd type="none" w="sm" len="sm"/>
                      <a:tailEnd type="none" w="sm" len="sm"/>
                    </a:lnL>
                    <a:lnR w="9525" cap="flat" cmpd="sng">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lgn="ctr">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GB" sz="2000" dirty="0">
                          <a:latin typeface="Times New Roman" panose="02020603050405020304"/>
                          <a:ea typeface="Times New Roman" panose="02020603050405020304"/>
                          <a:cs typeface="Times New Roman" panose="02020603050405020304"/>
                          <a:sym typeface="Times New Roman" panose="02020603050405020304"/>
                        </a:rPr>
                        <a:t>1 787 050</a:t>
                      </a:r>
                    </a:p>
                  </a:txBody>
                  <a:tcPr marL="28575" marR="28575" marT="91425" marB="91425" anchor="ctr">
                    <a:lnL w="9525" cap="flat" cmpd="sng">
                      <a:solidFill>
                        <a:srgbClr val="CCCCCC"/>
                      </a:solidFill>
                      <a:prstDash val="dot"/>
                      <a:round/>
                      <a:headEnd type="none" w="sm" len="sm"/>
                      <a:tailEnd type="none" w="sm" len="sm"/>
                    </a:lnL>
                    <a:lnR w="9525" cap="flat" cmpd="sng">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lgn="ctr">
                      <a:solidFill>
                        <a:srgbClr val="CCCCCC"/>
                      </a:solidFill>
                      <a:prstDash val="dot"/>
                      <a:round/>
                      <a:headEnd type="none" w="sm" len="sm"/>
                      <a:tailEnd type="none" w="sm" len="sm"/>
                    </a:lnB>
                  </a:tcPr>
                </a:tc>
                <a:extLst>
                  <a:ext uri="{0D108BD9-81ED-4DB2-BD59-A6C34878D82A}">
                    <a16:rowId xmlns:a16="http://schemas.microsoft.com/office/drawing/2014/main" val="10002"/>
                  </a:ext>
                </a:extLst>
              </a:tr>
              <a:tr h="438415">
                <a:tc>
                  <a:txBody>
                    <a:bodyPr/>
                    <a:lstStyle/>
                    <a:p>
                      <a:pPr marL="0" lvl="0" indent="0" algn="l" rtl="0">
                        <a:lnSpc>
                          <a:spcPct val="115000"/>
                        </a:lnSpc>
                        <a:spcBef>
                          <a:spcPts val="0"/>
                        </a:spcBef>
                        <a:spcAft>
                          <a:spcPts val="0"/>
                        </a:spcAft>
                        <a:buNone/>
                      </a:pPr>
                      <a:r>
                        <a:rPr lang="en-GB" sz="1800" b="1" dirty="0">
                          <a:latin typeface="Times New Roman" panose="02020603050405020304"/>
                          <a:ea typeface="Times New Roman" panose="02020603050405020304"/>
                          <a:cs typeface="Times New Roman" panose="02020603050405020304"/>
                          <a:sym typeface="Times New Roman" panose="02020603050405020304"/>
                        </a:rPr>
                        <a:t>VPOb-AVS</a:t>
                      </a:r>
                    </a:p>
                  </a:txBody>
                  <a:tcPr marL="28575" marR="28575" marT="91425" marB="91425" anchor="ctr">
                    <a:lnL w="9525" cap="flat" cmpd="sng">
                      <a:solidFill>
                        <a:srgbClr val="CCCCCC"/>
                      </a:solidFill>
                      <a:prstDash val="dot"/>
                      <a:round/>
                      <a:headEnd type="none" w="sm" len="sm"/>
                      <a:tailEnd type="none" w="sm" len="sm"/>
                    </a:lnL>
                    <a:lnR w="9525" cap="flat" cmpd="sng" algn="ctr">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lgn="ctr">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GB" sz="2000" dirty="0">
                          <a:latin typeface="Times New Roman" panose="02020603050405020304"/>
                          <a:ea typeface="Times New Roman" panose="02020603050405020304"/>
                          <a:cs typeface="Times New Roman" panose="02020603050405020304"/>
                          <a:sym typeface="Times New Roman" panose="02020603050405020304"/>
                        </a:rPr>
                        <a:t>9 459 140</a:t>
                      </a:r>
                    </a:p>
                  </a:txBody>
                  <a:tcPr marL="28575" marR="28575" marT="91425" marB="91425" anchor="ctr">
                    <a:lnL w="9525" cap="flat" cmpd="sng" algn="ctr">
                      <a:solidFill>
                        <a:srgbClr val="CCCCCC"/>
                      </a:solidFill>
                      <a:prstDash val="dot"/>
                      <a:round/>
                      <a:headEnd type="none" w="sm" len="sm"/>
                      <a:tailEnd type="none" w="sm" len="sm"/>
                    </a:lnL>
                    <a:lnR w="9525" cap="flat" cmpd="sng" algn="ctr">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lgn="ctr">
                      <a:solidFill>
                        <a:srgbClr val="CCCCCC"/>
                      </a:solidFill>
                      <a:prstDash val="dot"/>
                      <a:round/>
                      <a:headEnd type="none" w="sm" len="sm"/>
                      <a:tailEnd type="none" w="sm" len="sm"/>
                    </a:lnB>
                  </a:tcPr>
                </a:tc>
                <a:tc>
                  <a:txBody>
                    <a:bodyPr/>
                    <a:lstStyle/>
                    <a:p>
                      <a:pPr algn="ctr" fontAlgn="b">
                        <a:buNone/>
                      </a:pPr>
                      <a:r>
                        <a:rPr lang="fr-FR" sz="1000" b="0" i="0" u="none" strike="noStrike" dirty="0">
                          <a:solidFill>
                            <a:srgbClr val="000000"/>
                          </a:solidFill>
                          <a:effectLst/>
                          <a:latin typeface="Calibri" panose="020F0502020204030204" pitchFamily="34" charset="0"/>
                        </a:rPr>
                        <a:t>   </a:t>
                      </a:r>
                      <a:r>
                        <a:rPr lang="fr-FR" sz="2000" b="0" i="0" u="none" strike="noStrike" cap="none" dirty="0">
                          <a:solidFill>
                            <a:srgbClr val="000000"/>
                          </a:solidFill>
                          <a:latin typeface="Times New Roman" panose="02020603050405020304"/>
                          <a:cs typeface="Times New Roman" panose="02020603050405020304"/>
                          <a:sym typeface="Arial" panose="020B0604020202020204"/>
                        </a:rPr>
                        <a:t>32 528 000 </a:t>
                      </a:r>
                    </a:p>
                  </a:txBody>
                  <a:tcPr marL="0" marR="0" marT="0" marB="0" anchor="ctr">
                    <a:lnL w="9525" cap="flat" cmpd="sng" algn="ctr">
                      <a:solidFill>
                        <a:srgbClr val="CCCCCC"/>
                      </a:solidFill>
                      <a:prstDash val="dot"/>
                      <a:round/>
                      <a:headEnd type="none" w="sm" len="sm"/>
                      <a:tailEnd type="none" w="sm" len="sm"/>
                    </a:lnL>
                    <a:lnR w="9525" cap="flat" cmpd="sng" algn="ctr">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lgn="ctr">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GB" sz="2000" dirty="0">
                          <a:latin typeface="Times New Roman" panose="02020603050405020304"/>
                          <a:ea typeface="Times New Roman" panose="02020603050405020304"/>
                          <a:cs typeface="Times New Roman" panose="02020603050405020304"/>
                          <a:sym typeface="Times New Roman" panose="02020603050405020304"/>
                        </a:rPr>
                        <a:t>30 267 000</a:t>
                      </a:r>
                    </a:p>
                  </a:txBody>
                  <a:tcPr marL="28575" marR="28575" marT="91425" marB="91425" anchor="ctr">
                    <a:lnL w="9525" cap="flat" cmpd="sng" algn="ctr">
                      <a:solidFill>
                        <a:srgbClr val="CCCCCC"/>
                      </a:solidFill>
                      <a:prstDash val="dot"/>
                      <a:round/>
                      <a:headEnd type="none" w="sm" len="sm"/>
                      <a:tailEnd type="none" w="sm" len="sm"/>
                    </a:lnL>
                    <a:lnR w="9525" cap="flat" cmpd="sng" algn="ctr">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lgn="ctr">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GB" sz="2000" dirty="0">
                          <a:latin typeface="Times New Roman" panose="02020603050405020304"/>
                          <a:ea typeface="Times New Roman" panose="02020603050405020304"/>
                          <a:cs typeface="Times New Roman" panose="02020603050405020304"/>
                          <a:sym typeface="Times New Roman" panose="02020603050405020304"/>
                        </a:rPr>
                        <a:t>11 720 140</a:t>
                      </a:r>
                    </a:p>
                  </a:txBody>
                  <a:tcPr marL="28575" marR="28575" marT="91425" marB="91425" anchor="ctr">
                    <a:lnL w="9525" cap="flat" cmpd="sng" algn="ctr">
                      <a:solidFill>
                        <a:srgbClr val="CCCCCC"/>
                      </a:solidFill>
                      <a:prstDash val="dot"/>
                      <a:round/>
                      <a:headEnd type="none" w="sm" len="sm"/>
                      <a:tailEnd type="none" w="sm" len="sm"/>
                    </a:lnL>
                    <a:lnR w="9525" cap="flat" cmpd="sng">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lgn="ctr">
                      <a:solidFill>
                        <a:srgbClr val="CCCCCC"/>
                      </a:solidFill>
                      <a:prstDash val="dot"/>
                      <a:round/>
                      <a:headEnd type="none" w="sm" len="sm"/>
                      <a:tailEnd type="none" w="sm" len="sm"/>
                    </a:lnB>
                  </a:tcPr>
                </a:tc>
                <a:extLst>
                  <a:ext uri="{0D108BD9-81ED-4DB2-BD59-A6C34878D82A}">
                    <a16:rowId xmlns:a16="http://schemas.microsoft.com/office/drawing/2014/main" val="3663870774"/>
                  </a:ext>
                </a:extLst>
              </a:tr>
              <a:tr h="438415">
                <a:tc>
                  <a:txBody>
                    <a:bodyPr/>
                    <a:lstStyle/>
                    <a:p>
                      <a:pPr marL="0" lvl="0" indent="0" algn="l" rtl="0">
                        <a:lnSpc>
                          <a:spcPct val="115000"/>
                        </a:lnSpc>
                        <a:spcBef>
                          <a:spcPts val="0"/>
                        </a:spcBef>
                        <a:spcAft>
                          <a:spcPts val="0"/>
                        </a:spcAft>
                        <a:buNone/>
                      </a:pPr>
                      <a:r>
                        <a:rPr lang="en-GB" sz="1800" b="1" dirty="0">
                          <a:latin typeface="Times New Roman" panose="02020603050405020304"/>
                          <a:ea typeface="Times New Roman" panose="02020603050405020304"/>
                          <a:cs typeface="Times New Roman" panose="02020603050405020304"/>
                          <a:sym typeface="Times New Roman" panose="02020603050405020304"/>
                        </a:rPr>
                        <a:t>VPOn2</a:t>
                      </a:r>
                    </a:p>
                  </a:txBody>
                  <a:tcPr marL="28575" marR="28575" marT="91425" marB="91425" anchor="ctr">
                    <a:lnL w="9525" cap="flat" cmpd="sng">
                      <a:solidFill>
                        <a:srgbClr val="CCCCCC"/>
                      </a:solidFill>
                      <a:prstDash val="dot"/>
                      <a:round/>
                      <a:headEnd type="none" w="sm" len="sm"/>
                      <a:tailEnd type="none" w="sm" len="sm"/>
                    </a:lnL>
                    <a:lnR w="9525" cap="flat" cmpd="sng" algn="ctr">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lgn="ctr">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GB" sz="2000" dirty="0">
                          <a:latin typeface="Times New Roman" panose="02020603050405020304"/>
                          <a:ea typeface="Times New Roman" panose="02020603050405020304"/>
                          <a:cs typeface="Times New Roman" panose="02020603050405020304"/>
                          <a:sym typeface="Times New Roman" panose="02020603050405020304"/>
                        </a:rPr>
                        <a:t>1 816 850</a:t>
                      </a:r>
                    </a:p>
                  </a:txBody>
                  <a:tcPr marL="28575" marR="28575" marT="91425" marB="91425" anchor="ctr">
                    <a:lnL w="9525" cap="flat" cmpd="sng" algn="ctr">
                      <a:solidFill>
                        <a:srgbClr val="CCCCCC"/>
                      </a:solidFill>
                      <a:prstDash val="dot"/>
                      <a:round/>
                      <a:headEnd type="none" w="sm" len="sm"/>
                      <a:tailEnd type="none" w="sm" len="sm"/>
                    </a:lnL>
                    <a:lnR w="9525" cap="flat" cmpd="sng" algn="ctr">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lgn="ctr">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GB" altLang="en-US" sz="2000" dirty="0">
                          <a:latin typeface="Times New Roman" panose="02020603050405020304"/>
                          <a:ea typeface="Times New Roman" panose="02020603050405020304"/>
                          <a:cs typeface="Times New Roman" panose="02020603050405020304"/>
                          <a:sym typeface="Times New Roman" panose="02020603050405020304"/>
                        </a:rPr>
                        <a:t>81 367 000</a:t>
                      </a:r>
                    </a:p>
                  </a:txBody>
                  <a:tcPr marL="28575" marR="28575" marT="91425" marB="91425" anchor="ctr">
                    <a:lnL w="9525" cap="flat" cmpd="sng" algn="ctr">
                      <a:solidFill>
                        <a:srgbClr val="CCCCCC"/>
                      </a:solidFill>
                      <a:prstDash val="dot"/>
                      <a:round/>
                      <a:headEnd type="none" w="sm" len="sm"/>
                      <a:tailEnd type="none" w="sm" len="sm"/>
                    </a:lnL>
                    <a:lnR w="9525" cap="flat" cmpd="sng" algn="ctr">
                      <a:solidFill>
                        <a:srgbClr val="CCCCCC"/>
                      </a:solidFill>
                      <a:prstDash val="dot"/>
                      <a:round/>
                      <a:headEnd type="none" w="sm" len="sm"/>
                      <a:tailEnd type="none" w="sm" len="sm"/>
                    </a:lnR>
                    <a:lnT w="9525" cap="flat" cmpd="sng" algn="ctr">
                      <a:solidFill>
                        <a:srgbClr val="CCCCCC"/>
                      </a:solidFill>
                      <a:prstDash val="dot"/>
                      <a:round/>
                      <a:headEnd type="none" w="sm" len="sm"/>
                      <a:tailEnd type="none" w="sm" len="sm"/>
                    </a:lnT>
                    <a:lnB w="9525" cap="flat" cmpd="sng" algn="ctr">
                      <a:solidFill>
                        <a:srgbClr val="CCCCCC"/>
                      </a:solidFill>
                      <a:prstDash val="dot"/>
                      <a:round/>
                      <a:headEnd type="none" w="sm" len="sm"/>
                      <a:tailEnd type="none" w="sm" len="sm"/>
                    </a:lnB>
                  </a:tcPr>
                </a:tc>
                <a:tc>
                  <a:txBody>
                    <a:bodyPr/>
                    <a:lstStyle/>
                    <a:p>
                      <a:pPr marL="0" marR="0" lvl="0" indent="0" algn="ctr" rtl="0" fontAlgn="b">
                        <a:lnSpc>
                          <a:spcPct val="115000"/>
                        </a:lnSpc>
                        <a:spcBef>
                          <a:spcPts val="0"/>
                        </a:spcBef>
                        <a:spcAft>
                          <a:spcPts val="0"/>
                        </a:spcAft>
                        <a:buClr>
                          <a:srgbClr val="000000"/>
                        </a:buClr>
                        <a:buFont typeface="Arial" panose="020B0604020202020204"/>
                        <a:buNone/>
                      </a:pPr>
                      <a:r>
                        <a:rPr lang="fr-FR" sz="2000" b="0" i="0" u="none" strike="noStrike" cap="none" dirty="0">
                          <a:solidFill>
                            <a:srgbClr val="000000"/>
                          </a:solidFill>
                          <a:latin typeface="Times New Roman" panose="02020603050405020304"/>
                          <a:cs typeface="Times New Roman" panose="02020603050405020304"/>
                          <a:sym typeface="Arial" panose="020B0604020202020204"/>
                        </a:rPr>
                        <a:t>  68 874 500 </a:t>
                      </a:r>
                    </a:p>
                  </a:txBody>
                  <a:tcPr marL="0" marR="0" marT="0" marB="0" anchor="ctr">
                    <a:lnL w="9525" cap="flat" cmpd="sng" algn="ctr">
                      <a:solidFill>
                        <a:srgbClr val="CCCCCC"/>
                      </a:solidFill>
                      <a:prstDash val="dot"/>
                      <a:round/>
                      <a:headEnd type="none" w="sm" len="sm"/>
                      <a:tailEnd type="none" w="sm" len="sm"/>
                    </a:lnL>
                    <a:lnR w="9525" cap="flat" cmpd="sng" algn="ctr">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lgn="ctr">
                      <a:solidFill>
                        <a:srgbClr val="CCCCCC"/>
                      </a:solidFill>
                      <a:prstDash val="dot"/>
                      <a:round/>
                      <a:headEnd type="none" w="sm" len="sm"/>
                      <a:tailEnd type="none" w="sm" len="sm"/>
                    </a:lnB>
                  </a:tcPr>
                </a:tc>
                <a:tc>
                  <a:txBody>
                    <a:bodyPr/>
                    <a:lstStyle/>
                    <a:p>
                      <a:pPr marL="0" marR="0" lvl="0" indent="0" algn="ctr" rtl="0" fontAlgn="b">
                        <a:lnSpc>
                          <a:spcPct val="115000"/>
                        </a:lnSpc>
                        <a:spcBef>
                          <a:spcPts val="0"/>
                        </a:spcBef>
                        <a:spcAft>
                          <a:spcPts val="0"/>
                        </a:spcAft>
                        <a:buClr>
                          <a:srgbClr val="000000"/>
                        </a:buClr>
                        <a:buFont typeface="Arial" panose="020B0604020202020204"/>
                        <a:buNone/>
                      </a:pPr>
                      <a:r>
                        <a:rPr lang="fr-FR" sz="2000" b="0" i="0" u="none" strike="noStrike" cap="none" dirty="0">
                          <a:solidFill>
                            <a:srgbClr val="000000"/>
                          </a:solidFill>
                          <a:latin typeface="Times New Roman" panose="02020603050405020304"/>
                          <a:cs typeface="Times New Roman" panose="02020603050405020304"/>
                          <a:sym typeface="Arial" panose="020B0604020202020204"/>
                        </a:rPr>
                        <a:t>16 918 800 </a:t>
                      </a:r>
                    </a:p>
                  </a:txBody>
                  <a:tcPr marL="0" marR="0" marT="0" marB="0" anchor="ctr">
                    <a:lnL w="9525" cap="flat" cmpd="sng" algn="ctr">
                      <a:solidFill>
                        <a:srgbClr val="CCCCCC"/>
                      </a:solidFill>
                      <a:prstDash val="dot"/>
                      <a:round/>
                      <a:headEnd type="none" w="sm" len="sm"/>
                      <a:tailEnd type="none" w="sm" len="sm"/>
                    </a:lnL>
                    <a:lnR w="9525" cap="flat" cmpd="sng">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lgn="ctr">
                      <a:solidFill>
                        <a:srgbClr val="CCCCCC"/>
                      </a:solidFill>
                      <a:prstDash val="dot"/>
                      <a:round/>
                      <a:headEnd type="none" w="sm" len="sm"/>
                      <a:tailEnd type="none" w="sm" len="sm"/>
                    </a:lnB>
                  </a:tcPr>
                </a:tc>
                <a:extLst>
                  <a:ext uri="{0D108BD9-81ED-4DB2-BD59-A6C34878D82A}">
                    <a16:rowId xmlns:a16="http://schemas.microsoft.com/office/drawing/2014/main" val="1899660787"/>
                  </a:ext>
                </a:extLst>
              </a:tr>
              <a:tr h="438415">
                <a:tc>
                  <a:txBody>
                    <a:bodyPr/>
                    <a:lstStyle/>
                    <a:p>
                      <a:pPr marL="0" lvl="0" indent="0" algn="l" rtl="0">
                        <a:lnSpc>
                          <a:spcPct val="115000"/>
                        </a:lnSpc>
                        <a:spcBef>
                          <a:spcPts val="0"/>
                        </a:spcBef>
                        <a:spcAft>
                          <a:spcPts val="0"/>
                        </a:spcAft>
                        <a:buNone/>
                      </a:pPr>
                      <a:r>
                        <a:rPr lang="en-GB" sz="1800" b="1" dirty="0">
                          <a:latin typeface="Times New Roman" panose="02020603050405020304"/>
                          <a:ea typeface="Times New Roman" panose="02020603050405020304"/>
                          <a:cs typeface="Times New Roman" panose="02020603050405020304"/>
                          <a:sym typeface="Times New Roman" panose="02020603050405020304"/>
                        </a:rPr>
                        <a:t>VCO</a:t>
                      </a:r>
                    </a:p>
                  </a:txBody>
                  <a:tcPr marL="28575" marR="28575" marT="91425" marB="91425" anchor="ctr">
                    <a:lnL w="9525" cap="flat" cmpd="sng">
                      <a:solidFill>
                        <a:srgbClr val="CCCCCC"/>
                      </a:solidFill>
                      <a:prstDash val="dot"/>
                      <a:round/>
                      <a:headEnd type="none" w="sm" len="sm"/>
                      <a:tailEnd type="none" w="sm" len="sm"/>
                    </a:lnL>
                    <a:lnR w="9525" cap="flat" cmpd="sng" algn="ctr">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lgn="ctr">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GB" sz="2000" dirty="0">
                          <a:latin typeface="Times New Roman" panose="02020603050405020304"/>
                          <a:ea typeface="Times New Roman" panose="02020603050405020304"/>
                          <a:cs typeface="Times New Roman" panose="02020603050405020304"/>
                          <a:sym typeface="Times New Roman" panose="02020603050405020304"/>
                        </a:rPr>
                        <a:t>0</a:t>
                      </a:r>
                    </a:p>
                  </a:txBody>
                  <a:tcPr marL="28575" marR="28575" marT="91425" marB="91425" anchor="ctr">
                    <a:lnL w="9525" cap="flat" cmpd="sng" algn="ctr">
                      <a:solidFill>
                        <a:srgbClr val="CCCCCC"/>
                      </a:solidFill>
                      <a:prstDash val="dot"/>
                      <a:round/>
                      <a:headEnd type="none" w="sm" len="sm"/>
                      <a:tailEnd type="none" w="sm" len="sm"/>
                    </a:lnL>
                    <a:lnR w="9525" cap="flat" cmpd="sng" algn="ctr">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lgn="ctr">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GB" altLang="en-US" sz="2000" dirty="0">
                          <a:latin typeface="Times New Roman" panose="02020603050405020304"/>
                          <a:ea typeface="Times New Roman" panose="02020603050405020304"/>
                          <a:cs typeface="Times New Roman" panose="02020603050405020304"/>
                          <a:sym typeface="Times New Roman" panose="02020603050405020304"/>
                        </a:rPr>
                        <a:t>11 573 000</a:t>
                      </a:r>
                    </a:p>
                  </a:txBody>
                  <a:tcPr marL="28575" marR="28575" marT="91425" marB="91425" anchor="ctr">
                    <a:lnL w="9525" cap="flat" cmpd="sng" algn="ctr">
                      <a:solidFill>
                        <a:srgbClr val="CCCCCC"/>
                      </a:solidFill>
                      <a:prstDash val="dot"/>
                      <a:round/>
                      <a:headEnd type="none" w="sm" len="sm"/>
                      <a:tailEnd type="none" w="sm" len="sm"/>
                    </a:lnL>
                    <a:lnR w="9525" cap="flat" cmpd="sng" algn="ctr">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lgn="ctr">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GB" sz="2000" dirty="0">
                          <a:latin typeface="Times New Roman" panose="02020603050405020304"/>
                          <a:ea typeface="Times New Roman" panose="02020603050405020304"/>
                          <a:cs typeface="Times New Roman" panose="02020603050405020304"/>
                          <a:sym typeface="Times New Roman" panose="02020603050405020304"/>
                        </a:rPr>
                        <a:t>10 558 210</a:t>
                      </a:r>
                    </a:p>
                  </a:txBody>
                  <a:tcPr marL="28575" marR="28575" marT="91425" marB="91425" anchor="ctr">
                    <a:lnL w="9525" cap="flat" cmpd="sng" algn="ctr">
                      <a:solidFill>
                        <a:srgbClr val="CCCCCC"/>
                      </a:solidFill>
                      <a:prstDash val="dot"/>
                      <a:round/>
                      <a:headEnd type="none" w="sm" len="sm"/>
                      <a:tailEnd type="none" w="sm" len="sm"/>
                    </a:lnL>
                    <a:lnR w="9525" cap="flat" cmpd="sng" algn="ctr">
                      <a:solidFill>
                        <a:srgbClr val="CCCCCC"/>
                      </a:solidFill>
                      <a:prstDash val="dot"/>
                      <a:round/>
                      <a:headEnd type="none" w="sm" len="sm"/>
                      <a:tailEnd type="none" w="sm" len="sm"/>
                    </a:lnR>
                    <a:lnT w="9525" cap="flat" cmpd="sng" algn="ctr">
                      <a:solidFill>
                        <a:srgbClr val="CCCCCC"/>
                      </a:solidFill>
                      <a:prstDash val="dot"/>
                      <a:round/>
                      <a:headEnd type="none" w="sm" len="sm"/>
                      <a:tailEnd type="none" w="sm" len="sm"/>
                    </a:lnT>
                    <a:lnB w="9525" cap="flat" cmpd="sng" algn="ctr">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GB" sz="2000" dirty="0">
                          <a:latin typeface="Times New Roman" panose="02020603050405020304"/>
                          <a:ea typeface="Times New Roman" panose="02020603050405020304"/>
                          <a:cs typeface="Times New Roman" panose="02020603050405020304"/>
                          <a:sym typeface="Times New Roman" panose="02020603050405020304"/>
                        </a:rPr>
                        <a:t>1 194 790</a:t>
                      </a:r>
                    </a:p>
                  </a:txBody>
                  <a:tcPr marL="28575" marR="28575" marT="91425" marB="91425" anchor="ctr">
                    <a:lnL w="9525" cap="flat" cmpd="sng" algn="ctr">
                      <a:solidFill>
                        <a:srgbClr val="CCCCCC"/>
                      </a:solidFill>
                      <a:prstDash val="dot"/>
                      <a:round/>
                      <a:headEnd type="none" w="sm" len="sm"/>
                      <a:tailEnd type="none" w="sm" len="sm"/>
                    </a:lnL>
                    <a:lnR w="9525" cap="flat" cmpd="sng">
                      <a:solidFill>
                        <a:srgbClr val="CCCCCC"/>
                      </a:solidFill>
                      <a:prstDash val="dot"/>
                      <a:round/>
                      <a:headEnd type="none" w="sm" len="sm"/>
                      <a:tailEnd type="none" w="sm" len="sm"/>
                    </a:lnR>
                    <a:lnT w="9525" cap="flat" cmpd="sng" algn="ctr">
                      <a:solidFill>
                        <a:srgbClr val="CCCCCC"/>
                      </a:solidFill>
                      <a:prstDash val="dot"/>
                      <a:round/>
                      <a:headEnd type="none" w="sm" len="sm"/>
                      <a:tailEnd type="none" w="sm" len="sm"/>
                    </a:lnT>
                    <a:lnB w="9525" cap="flat" cmpd="sng" algn="ctr">
                      <a:solidFill>
                        <a:srgbClr val="CCCCCC"/>
                      </a:solidFill>
                      <a:prstDash val="dot"/>
                      <a:round/>
                      <a:headEnd type="none" w="sm" len="sm"/>
                      <a:tailEnd type="none" w="sm" len="sm"/>
                    </a:lnB>
                  </a:tcPr>
                </a:tc>
                <a:extLst>
                  <a:ext uri="{0D108BD9-81ED-4DB2-BD59-A6C34878D82A}">
                    <a16:rowId xmlns:a16="http://schemas.microsoft.com/office/drawing/2014/main" val="2753273514"/>
                  </a:ext>
                </a:extLst>
              </a:tr>
              <a:tr h="438415">
                <a:tc>
                  <a:txBody>
                    <a:bodyPr/>
                    <a:lstStyle/>
                    <a:p>
                      <a:pPr marL="0" lvl="0" indent="0" algn="l" rtl="0">
                        <a:lnSpc>
                          <a:spcPct val="115000"/>
                        </a:lnSpc>
                        <a:spcBef>
                          <a:spcPts val="0"/>
                        </a:spcBef>
                        <a:spcAft>
                          <a:spcPts val="0"/>
                        </a:spcAft>
                        <a:buNone/>
                      </a:pPr>
                      <a:r>
                        <a:rPr lang="en-GB" sz="1800" b="1" dirty="0" err="1">
                          <a:latin typeface="Times New Roman" panose="02020603050405020304"/>
                          <a:ea typeface="Times New Roman" panose="02020603050405020304"/>
                          <a:cs typeface="Times New Roman" panose="02020603050405020304"/>
                          <a:sym typeface="Times New Roman" panose="02020603050405020304"/>
                        </a:rPr>
                        <a:t>Ervebo</a:t>
                      </a:r>
                      <a:endParaRPr lang="en-GB" sz="1800" b="1" dirty="0">
                        <a:latin typeface="Times New Roman" panose="02020603050405020304"/>
                        <a:ea typeface="Times New Roman" panose="02020603050405020304"/>
                        <a:cs typeface="Times New Roman" panose="02020603050405020304"/>
                        <a:sym typeface="Times New Roman" panose="02020603050405020304"/>
                      </a:endParaRPr>
                    </a:p>
                  </a:txBody>
                  <a:tcPr marL="28575" marR="28575" marT="91425" marB="91425" anchor="ctr">
                    <a:lnL w="9525" cap="flat" cmpd="sng">
                      <a:solidFill>
                        <a:srgbClr val="CCCCCC"/>
                      </a:solidFill>
                      <a:prstDash val="dot"/>
                      <a:round/>
                      <a:headEnd type="none" w="sm" len="sm"/>
                      <a:tailEnd type="none" w="sm" len="sm"/>
                    </a:lnL>
                    <a:lnR w="9525" cap="flat" cmpd="sng" algn="ctr">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lgn="ctr">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endParaRPr lang="en-GB" sz="2000" dirty="0">
                        <a:latin typeface="Times New Roman" panose="02020603050405020304"/>
                        <a:ea typeface="Times New Roman" panose="02020603050405020304"/>
                        <a:cs typeface="Times New Roman" panose="02020603050405020304"/>
                        <a:sym typeface="Times New Roman" panose="02020603050405020304"/>
                      </a:endParaRPr>
                    </a:p>
                  </a:txBody>
                  <a:tcPr marL="28575" marR="28575" marT="91425" marB="91425" anchor="ctr">
                    <a:lnL w="9525" cap="flat" cmpd="sng" algn="ctr">
                      <a:solidFill>
                        <a:srgbClr val="CCCCCC"/>
                      </a:solidFill>
                      <a:prstDash val="dot"/>
                      <a:round/>
                      <a:headEnd type="none" w="sm" len="sm"/>
                      <a:tailEnd type="none" w="sm" len="sm"/>
                    </a:lnL>
                    <a:lnR w="9525" cap="flat" cmpd="sng" algn="ctr">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lgn="ctr">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GB" altLang="en-US" sz="2000" dirty="0">
                          <a:latin typeface="Times New Roman" panose="02020603050405020304"/>
                          <a:ea typeface="Times New Roman" panose="02020603050405020304"/>
                          <a:cs typeface="Times New Roman" panose="02020603050405020304"/>
                          <a:sym typeface="Times New Roman" panose="02020603050405020304"/>
                        </a:rPr>
                        <a:t>50 100</a:t>
                      </a:r>
                    </a:p>
                  </a:txBody>
                  <a:tcPr marL="28575" marR="28575" marT="91425" marB="91425" anchor="ctr">
                    <a:lnL w="9525" cap="flat" cmpd="sng" algn="ctr">
                      <a:solidFill>
                        <a:srgbClr val="CCCCCC"/>
                      </a:solidFill>
                      <a:prstDash val="dot"/>
                      <a:round/>
                      <a:headEnd type="none" w="sm" len="sm"/>
                      <a:tailEnd type="none" w="sm" len="sm"/>
                    </a:lnL>
                    <a:lnR w="9525" cap="flat" cmpd="sng" algn="ctr">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lgn="ctr">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GB" sz="2000" dirty="0">
                          <a:latin typeface="Times New Roman" panose="02020603050405020304"/>
                          <a:ea typeface="Times New Roman" panose="02020603050405020304"/>
                          <a:cs typeface="Times New Roman" panose="02020603050405020304"/>
                          <a:sym typeface="Times New Roman" panose="02020603050405020304"/>
                        </a:rPr>
                        <a:t>50 100</a:t>
                      </a:r>
                    </a:p>
                  </a:txBody>
                  <a:tcPr marL="28575" marR="28575" marT="91425" marB="91425" anchor="ctr">
                    <a:lnL w="9525" cap="flat" cmpd="sng" algn="ctr">
                      <a:solidFill>
                        <a:srgbClr val="CCCCCC"/>
                      </a:solidFill>
                      <a:prstDash val="dot"/>
                      <a:round/>
                      <a:headEnd type="none" w="sm" len="sm"/>
                      <a:tailEnd type="none" w="sm" len="sm"/>
                    </a:lnL>
                    <a:lnR w="9525" cap="flat" cmpd="sng" algn="ctr">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lgn="ctr">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GB" sz="2000" dirty="0">
                          <a:latin typeface="Times New Roman" panose="02020603050405020304"/>
                          <a:ea typeface="Times New Roman" panose="02020603050405020304"/>
                          <a:cs typeface="Times New Roman" panose="02020603050405020304"/>
                          <a:sym typeface="Times New Roman" panose="02020603050405020304"/>
                        </a:rPr>
                        <a:t>0</a:t>
                      </a:r>
                    </a:p>
                  </a:txBody>
                  <a:tcPr marL="28575" marR="28575" marT="91425" marB="91425" anchor="ctr">
                    <a:lnL w="9525" cap="flat" cmpd="sng" algn="ctr">
                      <a:solidFill>
                        <a:srgbClr val="CCCCCC"/>
                      </a:solidFill>
                      <a:prstDash val="dot"/>
                      <a:round/>
                      <a:headEnd type="none" w="sm" len="sm"/>
                      <a:tailEnd type="none" w="sm" len="sm"/>
                    </a:lnL>
                    <a:lnR w="9525" cap="flat" cmpd="sng">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lgn="ctr">
                      <a:solidFill>
                        <a:srgbClr val="CCCCCC"/>
                      </a:solidFill>
                      <a:prstDash val="dot"/>
                      <a:round/>
                      <a:headEnd type="none" w="sm" len="sm"/>
                      <a:tailEnd type="none" w="sm" len="sm"/>
                    </a:lnB>
                  </a:tcPr>
                </a:tc>
                <a:extLst>
                  <a:ext uri="{0D108BD9-81ED-4DB2-BD59-A6C34878D82A}">
                    <a16:rowId xmlns:a16="http://schemas.microsoft.com/office/drawing/2014/main" val="2782402911"/>
                  </a:ext>
                </a:extLst>
              </a:tr>
              <a:tr h="438415">
                <a:tc>
                  <a:txBody>
                    <a:bodyPr/>
                    <a:lstStyle/>
                    <a:p>
                      <a:pPr marL="0" lvl="0" indent="0" algn="l" rtl="0">
                        <a:lnSpc>
                          <a:spcPct val="115000"/>
                        </a:lnSpc>
                        <a:spcBef>
                          <a:spcPts val="0"/>
                        </a:spcBef>
                        <a:spcAft>
                          <a:spcPts val="0"/>
                        </a:spcAft>
                        <a:buNone/>
                      </a:pPr>
                      <a:r>
                        <a:rPr lang="en-GB" sz="1800" b="1" dirty="0">
                          <a:latin typeface="Times New Roman" panose="02020603050405020304"/>
                          <a:ea typeface="Times New Roman" panose="02020603050405020304"/>
                          <a:cs typeface="Times New Roman" panose="02020603050405020304"/>
                          <a:sym typeface="Times New Roman" panose="02020603050405020304"/>
                        </a:rPr>
                        <a:t>MVA-BN</a:t>
                      </a:r>
                    </a:p>
                  </a:txBody>
                  <a:tcPr marL="28575" marR="28575" marT="91425" marB="91425" anchor="ctr">
                    <a:lnL w="9525" cap="flat" cmpd="sng">
                      <a:solidFill>
                        <a:srgbClr val="CCCCCC"/>
                      </a:solidFill>
                      <a:prstDash val="dot"/>
                      <a:round/>
                      <a:headEnd type="none" w="sm" len="sm"/>
                      <a:tailEnd type="none" w="sm" len="sm"/>
                    </a:lnL>
                    <a:lnR w="9525" cap="flat" cmpd="sng" algn="ctr">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GB" sz="2000" dirty="0">
                          <a:latin typeface="Times New Roman" panose="02020603050405020304"/>
                          <a:ea typeface="Times New Roman" panose="02020603050405020304"/>
                          <a:cs typeface="Times New Roman" panose="02020603050405020304"/>
                          <a:sym typeface="Times New Roman" panose="02020603050405020304"/>
                        </a:rPr>
                        <a:t>241 120</a:t>
                      </a:r>
                    </a:p>
                  </a:txBody>
                  <a:tcPr marL="28575" marR="28575" marT="91425" marB="91425" anchor="ctr">
                    <a:lnL w="9525" cap="flat" cmpd="sng" algn="ctr">
                      <a:solidFill>
                        <a:srgbClr val="CCCCCC"/>
                      </a:solidFill>
                      <a:prstDash val="dot"/>
                      <a:round/>
                      <a:headEnd type="none" w="sm" len="sm"/>
                      <a:tailEnd type="none" w="sm" len="sm"/>
                    </a:lnL>
                    <a:lnR w="9525" cap="flat" cmpd="sng" algn="ctr">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GB" altLang="en-US" sz="2000" dirty="0">
                          <a:latin typeface="Times New Roman" panose="02020603050405020304"/>
                          <a:ea typeface="Times New Roman" panose="02020603050405020304"/>
                          <a:cs typeface="Times New Roman" panose="02020603050405020304"/>
                          <a:sym typeface="Times New Roman" panose="02020603050405020304"/>
                        </a:rPr>
                        <a:t>611 620</a:t>
                      </a:r>
                    </a:p>
                  </a:txBody>
                  <a:tcPr marL="28575" marR="28575" marT="91425" marB="91425" anchor="ctr">
                    <a:lnL w="9525" cap="flat" cmpd="sng" algn="ctr">
                      <a:solidFill>
                        <a:srgbClr val="CCCCCC"/>
                      </a:solidFill>
                      <a:prstDash val="dot"/>
                      <a:round/>
                      <a:headEnd type="none" w="sm" len="sm"/>
                      <a:tailEnd type="none" w="sm" len="sm"/>
                    </a:lnL>
                    <a:lnR w="9525" cap="flat" cmpd="sng" algn="ctr">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GB" sz="2000" dirty="0">
                          <a:latin typeface="Times New Roman" panose="02020603050405020304"/>
                          <a:ea typeface="Times New Roman" panose="02020603050405020304"/>
                          <a:cs typeface="Times New Roman" panose="02020603050405020304"/>
                          <a:sym typeface="Times New Roman" panose="02020603050405020304"/>
                        </a:rPr>
                        <a:t>651 860</a:t>
                      </a:r>
                    </a:p>
                  </a:txBody>
                  <a:tcPr marL="28575" marR="28575" marT="91425" marB="91425" anchor="ctr">
                    <a:lnL w="9525" cap="flat" cmpd="sng" algn="ctr">
                      <a:solidFill>
                        <a:srgbClr val="CCCCCC"/>
                      </a:solidFill>
                      <a:prstDash val="dot"/>
                      <a:round/>
                      <a:headEnd type="none" w="sm" len="sm"/>
                      <a:tailEnd type="none" w="sm" len="sm"/>
                    </a:lnL>
                    <a:lnR w="9525" cap="flat" cmpd="sng" algn="ctr">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GB" sz="2000" dirty="0">
                          <a:latin typeface="Times New Roman" panose="02020603050405020304"/>
                          <a:ea typeface="Times New Roman" panose="02020603050405020304"/>
                          <a:cs typeface="Times New Roman" panose="02020603050405020304"/>
                          <a:sym typeface="Times New Roman" panose="02020603050405020304"/>
                        </a:rPr>
                        <a:t>200 880</a:t>
                      </a:r>
                    </a:p>
                  </a:txBody>
                  <a:tcPr marL="28575" marR="28575" marT="91425" marB="91425" anchor="ctr">
                    <a:lnL w="9525" cap="flat" cmpd="sng" algn="ctr">
                      <a:solidFill>
                        <a:srgbClr val="CCCCCC"/>
                      </a:solidFill>
                      <a:prstDash val="dot"/>
                      <a:round/>
                      <a:headEnd type="none" w="sm" len="sm"/>
                      <a:tailEnd type="none" w="sm" len="sm"/>
                    </a:lnL>
                    <a:lnR w="9525" cap="flat" cmpd="sng">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solidFill>
                        <a:srgbClr val="CCCCCC"/>
                      </a:solidFill>
                      <a:prstDash val="dot"/>
                      <a:round/>
                      <a:headEnd type="none" w="sm" len="sm"/>
                      <a:tailEnd type="none" w="sm" len="sm"/>
                    </a:lnB>
                  </a:tcPr>
                </a:tc>
                <a:extLst>
                  <a:ext uri="{0D108BD9-81ED-4DB2-BD59-A6C34878D82A}">
                    <a16:rowId xmlns:a16="http://schemas.microsoft.com/office/drawing/2014/main" val="3673456665"/>
                  </a:ext>
                </a:extLst>
              </a:tr>
            </a:tbl>
          </a:graphicData>
        </a:graphic>
      </p:graphicFrame>
      <p:sp>
        <p:nvSpPr>
          <p:cNvPr id="7" name="Larme 6">
            <a:extLst>
              <a:ext uri="{FF2B5EF4-FFF2-40B4-BE49-F238E27FC236}">
                <a16:creationId xmlns:a16="http://schemas.microsoft.com/office/drawing/2014/main" id="{1A308FE4-7802-5EB2-B856-9328A8D3E951}"/>
              </a:ext>
            </a:extLst>
          </p:cNvPr>
          <p:cNvSpPr/>
          <p:nvPr/>
        </p:nvSpPr>
        <p:spPr>
          <a:xfrm>
            <a:off x="11689976" y="170329"/>
            <a:ext cx="385483" cy="439271"/>
          </a:xfrm>
          <a:prstGeom prst="teardrop">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600" dirty="0">
                <a:latin typeface="Times New Roman" panose="02020603050405020304" pitchFamily="18" charset="0"/>
                <a:cs typeface="Times New Roman" panose="02020603050405020304" pitchFamily="18" charset="0"/>
              </a:rPr>
              <a:t>3</a:t>
            </a:r>
          </a:p>
        </p:txBody>
      </p:sp>
      <p:graphicFrame>
        <p:nvGraphicFramePr>
          <p:cNvPr id="8" name="Google Shape;1360;g2f1c646a89f_0_0">
            <a:extLst>
              <a:ext uri="{FF2B5EF4-FFF2-40B4-BE49-F238E27FC236}">
                <a16:creationId xmlns:a16="http://schemas.microsoft.com/office/drawing/2014/main" id="{6C0B9F6A-0D91-49DB-9A65-FE03088C9C83}"/>
              </a:ext>
            </a:extLst>
          </p:cNvPr>
          <p:cNvGraphicFramePr/>
          <p:nvPr>
            <p:custDataLst>
              <p:tags r:id="rId2"/>
            </p:custDataLst>
            <p:extLst>
              <p:ext uri="{D42A27DB-BD31-4B8C-83A1-F6EECF244321}">
                <p14:modId xmlns:p14="http://schemas.microsoft.com/office/powerpoint/2010/main" val="2413852014"/>
              </p:ext>
            </p:extLst>
          </p:nvPr>
        </p:nvGraphicFramePr>
        <p:xfrm>
          <a:off x="8165875" y="2392532"/>
          <a:ext cx="3304540" cy="3350260"/>
        </p:xfrm>
        <a:graphic>
          <a:graphicData uri="http://schemas.openxmlformats.org/drawingml/2006/table">
            <a:tbl>
              <a:tblPr>
                <a:noFill/>
                <a:tableStyleId>{1B1200F2-4B9B-4B48-A217-FBE2C27DE404}</a:tableStyleId>
              </a:tblPr>
              <a:tblGrid>
                <a:gridCol w="897890">
                  <a:extLst>
                    <a:ext uri="{9D8B030D-6E8A-4147-A177-3AD203B41FA5}">
                      <a16:colId xmlns:a16="http://schemas.microsoft.com/office/drawing/2014/main" val="20000"/>
                    </a:ext>
                  </a:extLst>
                </a:gridCol>
                <a:gridCol w="1048423">
                  <a:extLst>
                    <a:ext uri="{9D8B030D-6E8A-4147-A177-3AD203B41FA5}">
                      <a16:colId xmlns:a16="http://schemas.microsoft.com/office/drawing/2014/main" val="20001"/>
                    </a:ext>
                  </a:extLst>
                </a:gridCol>
                <a:gridCol w="1358227">
                  <a:extLst>
                    <a:ext uri="{9D8B030D-6E8A-4147-A177-3AD203B41FA5}">
                      <a16:colId xmlns:a16="http://schemas.microsoft.com/office/drawing/2014/main" val="20002"/>
                    </a:ext>
                  </a:extLst>
                </a:gridCol>
              </a:tblGrid>
              <a:tr h="1153160">
                <a:tc>
                  <a:txBody>
                    <a:bodyPr/>
                    <a:lstStyle/>
                    <a:p>
                      <a:pPr marL="0" lvl="0" indent="0" algn="ctr" rtl="0">
                        <a:lnSpc>
                          <a:spcPct val="115000"/>
                        </a:lnSpc>
                        <a:spcBef>
                          <a:spcPts val="0"/>
                        </a:spcBef>
                        <a:spcAft>
                          <a:spcPts val="0"/>
                        </a:spcAft>
                        <a:buNone/>
                      </a:pPr>
                      <a:endParaRPr lang="fr-FR" altLang="en-US" sz="1200" b="1">
                        <a:solidFill>
                          <a:srgbClr val="85200C"/>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38100" marR="3810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9525" cap="flat" cmpd="sng">
                      <a:solidFill>
                        <a:srgbClr val="CFE2F3"/>
                      </a:solidFill>
                      <a:prstDash val="solid"/>
                      <a:round/>
                      <a:headEnd type="none" w="sm" len="sm"/>
                      <a:tailEnd type="none" w="sm" len="sm"/>
                    </a:lnB>
                    <a:solidFill>
                      <a:srgbClr val="4285F4"/>
                    </a:solidFill>
                  </a:tcPr>
                </a:tc>
                <a:tc>
                  <a:txBody>
                    <a:bodyPr/>
                    <a:lstStyle/>
                    <a:p>
                      <a:pPr marL="0" lvl="0" indent="0" algn="ctr" rtl="0">
                        <a:lnSpc>
                          <a:spcPct val="115000"/>
                        </a:lnSpc>
                        <a:spcBef>
                          <a:spcPts val="0"/>
                        </a:spcBef>
                        <a:spcAft>
                          <a:spcPts val="0"/>
                        </a:spcAft>
                        <a:buNone/>
                      </a:pPr>
                      <a:r>
                        <a:rPr lang="en-GB" sz="1600" b="1" dirty="0" err="1">
                          <a:solidFill>
                            <a:srgbClr val="85200C"/>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Quantité</a:t>
                      </a:r>
                      <a:endParaRPr lang="en-GB" sz="1600" b="1" dirty="0">
                        <a:solidFill>
                          <a:srgbClr val="85200C"/>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lvl="0" indent="0" algn="ctr" rtl="0">
                        <a:lnSpc>
                          <a:spcPct val="115000"/>
                        </a:lnSpc>
                        <a:spcBef>
                          <a:spcPts val="0"/>
                        </a:spcBef>
                        <a:spcAft>
                          <a:spcPts val="0"/>
                        </a:spcAft>
                        <a:buNone/>
                      </a:pPr>
                      <a:r>
                        <a:rPr lang="en-GB" sz="1600" b="1" dirty="0">
                          <a:solidFill>
                            <a:srgbClr val="85200C"/>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Reçue</a:t>
                      </a:r>
                      <a:endParaRPr sz="1600" b="1" dirty="0">
                        <a:solidFill>
                          <a:srgbClr val="85200C"/>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38100" marR="3810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9525" cap="flat" cmpd="sng">
                      <a:solidFill>
                        <a:srgbClr val="CFE2F3"/>
                      </a:solidFill>
                      <a:prstDash val="solid"/>
                      <a:round/>
                      <a:headEnd type="none" w="sm" len="sm"/>
                      <a:tailEnd type="none" w="sm" len="sm"/>
                    </a:lnB>
                    <a:solidFill>
                      <a:srgbClr val="4285F4"/>
                    </a:solidFill>
                  </a:tcPr>
                </a:tc>
                <a:tc>
                  <a:txBody>
                    <a:bodyPr/>
                    <a:lstStyle/>
                    <a:p>
                      <a:pPr marL="0" lvl="0" indent="0" algn="ctr" rtl="0">
                        <a:lnSpc>
                          <a:spcPct val="115000"/>
                        </a:lnSpc>
                        <a:spcBef>
                          <a:spcPts val="0"/>
                        </a:spcBef>
                        <a:spcAft>
                          <a:spcPts val="0"/>
                        </a:spcAft>
                        <a:buNone/>
                      </a:pPr>
                      <a:r>
                        <a:rPr lang="en-GB" sz="1600" b="1" dirty="0" err="1">
                          <a:solidFill>
                            <a:srgbClr val="85200C"/>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Quantité</a:t>
                      </a:r>
                      <a:r>
                        <a:rPr lang="en-GB" sz="1600" b="1" dirty="0">
                          <a:solidFill>
                            <a:srgbClr val="85200C"/>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a:t>
                      </a:r>
                      <a:r>
                        <a:rPr lang="fr-FR" sz="1600" b="1" dirty="0">
                          <a:solidFill>
                            <a:srgbClr val="85200C"/>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distribu</a:t>
                      </a:r>
                      <a:r>
                        <a:rPr lang="fr-FR" altLang="en-GB" sz="1600" b="1" dirty="0">
                          <a:solidFill>
                            <a:srgbClr val="85200C"/>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ée</a:t>
                      </a:r>
                    </a:p>
                  </a:txBody>
                  <a:tcPr marL="38100" marR="3810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9525" cap="flat" cmpd="sng">
                      <a:solidFill>
                        <a:srgbClr val="CFE2F3"/>
                      </a:solidFill>
                      <a:prstDash val="solid"/>
                      <a:round/>
                      <a:headEnd type="none" w="sm" len="sm"/>
                      <a:tailEnd type="none" w="sm" len="sm"/>
                    </a:lnB>
                    <a:solidFill>
                      <a:srgbClr val="4285F4"/>
                    </a:solidFill>
                  </a:tcPr>
                </a:tc>
                <a:extLst>
                  <a:ext uri="{0D108BD9-81ED-4DB2-BD59-A6C34878D82A}">
                    <a16:rowId xmlns:a16="http://schemas.microsoft.com/office/drawing/2014/main" val="10000"/>
                  </a:ext>
                </a:extLst>
              </a:tr>
              <a:tr h="627380">
                <a:tc>
                  <a:txBody>
                    <a:bodyPr/>
                    <a:lstStyle/>
                    <a:p>
                      <a:pPr marL="0" lvl="0" indent="0" algn="ctr" rtl="0">
                        <a:spcBef>
                          <a:spcPts val="0"/>
                        </a:spcBef>
                        <a:spcAft>
                          <a:spcPts val="0"/>
                        </a:spcAft>
                        <a:buNone/>
                      </a:pPr>
                      <a:r>
                        <a:rPr lang="fr-FR" altLang="en-US" sz="1800">
                          <a:latin typeface="Times New Roman" panose="02020603050405020304" pitchFamily="18" charset="0"/>
                          <a:cs typeface="Times New Roman" panose="02020603050405020304" pitchFamily="18" charset="0"/>
                        </a:rPr>
                        <a:t>DTC</a:t>
                      </a:r>
                    </a:p>
                  </a:txBody>
                  <a:tcPr marL="38100" marR="38100" marT="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lvl="0" indent="0" algn="ctr" rtl="0">
                        <a:spcBef>
                          <a:spcPts val="0"/>
                        </a:spcBef>
                        <a:spcAft>
                          <a:spcPts val="0"/>
                        </a:spcAft>
                        <a:buNone/>
                      </a:pPr>
                      <a:r>
                        <a:rPr lang="fr-FR" sz="1800" dirty="0">
                          <a:latin typeface="Times New Roman" panose="02020603050405020304" pitchFamily="18" charset="0"/>
                          <a:cs typeface="Times New Roman" panose="02020603050405020304" pitchFamily="18" charset="0"/>
                        </a:rPr>
                        <a:t>3 974 500</a:t>
                      </a:r>
                      <a:endParaRPr sz="1800" dirty="0">
                        <a:latin typeface="Times New Roman" panose="02020603050405020304" pitchFamily="18" charset="0"/>
                        <a:cs typeface="Times New Roman" panose="02020603050405020304" pitchFamily="18" charset="0"/>
                      </a:endParaRPr>
                    </a:p>
                  </a:txBody>
                  <a:tcPr marL="38100" marR="38100" marT="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fr-FR" sz="18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3 570 000</a:t>
                      </a:r>
                      <a:endParaRPr sz="18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extLst>
                  <a:ext uri="{0D108BD9-81ED-4DB2-BD59-A6C34878D82A}">
                    <a16:rowId xmlns:a16="http://schemas.microsoft.com/office/drawing/2014/main" val="10001"/>
                  </a:ext>
                </a:extLst>
              </a:tr>
              <a:tr h="628650">
                <a:tc>
                  <a:txBody>
                    <a:bodyPr/>
                    <a:lstStyle/>
                    <a:p>
                      <a:pPr marL="0" lvl="0" indent="0" algn="ctr" rtl="0">
                        <a:spcBef>
                          <a:spcPts val="0"/>
                        </a:spcBef>
                        <a:spcAft>
                          <a:spcPts val="0"/>
                        </a:spcAft>
                        <a:buNone/>
                      </a:pPr>
                      <a:r>
                        <a:rPr lang="fr-FR" altLang="en-US" sz="1800">
                          <a:latin typeface="Times New Roman" panose="02020603050405020304" pitchFamily="18" charset="0"/>
                          <a:cs typeface="Times New Roman" panose="02020603050405020304" pitchFamily="18" charset="0"/>
                        </a:rPr>
                        <a:t>VAR</a:t>
                      </a:r>
                    </a:p>
                  </a:txBody>
                  <a:tcPr marL="38100" marR="38100" marT="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lvl="0" indent="0" algn="ctr" rtl="0">
                        <a:spcBef>
                          <a:spcPts val="0"/>
                        </a:spcBef>
                        <a:spcAft>
                          <a:spcPts val="0"/>
                        </a:spcAft>
                        <a:buNone/>
                      </a:pPr>
                      <a:r>
                        <a:rPr lang="fr-FR" sz="1800" dirty="0">
                          <a:latin typeface="Times New Roman" panose="02020603050405020304" pitchFamily="18" charset="0"/>
                          <a:cs typeface="Times New Roman" panose="02020603050405020304" pitchFamily="18" charset="0"/>
                        </a:rPr>
                        <a:t>1 890 000</a:t>
                      </a:r>
                      <a:endParaRPr sz="1800" dirty="0">
                        <a:latin typeface="Times New Roman" panose="02020603050405020304" pitchFamily="18" charset="0"/>
                        <a:cs typeface="Times New Roman" panose="02020603050405020304" pitchFamily="18" charset="0"/>
                      </a:endParaRPr>
                    </a:p>
                  </a:txBody>
                  <a:tcPr marL="38100" marR="38100" marT="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fr-FR" sz="18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679 925</a:t>
                      </a:r>
                      <a:endParaRPr sz="18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extLst>
                  <a:ext uri="{0D108BD9-81ED-4DB2-BD59-A6C34878D82A}">
                    <a16:rowId xmlns:a16="http://schemas.microsoft.com/office/drawing/2014/main" val="10002"/>
                  </a:ext>
                </a:extLst>
              </a:tr>
              <a:tr h="941070">
                <a:tc>
                  <a:txBody>
                    <a:bodyPr/>
                    <a:lstStyle/>
                    <a:p>
                      <a:pPr marL="0" lvl="0" indent="0" algn="ctr" rtl="0">
                        <a:lnSpc>
                          <a:spcPct val="115000"/>
                        </a:lnSpc>
                        <a:spcBef>
                          <a:spcPts val="0"/>
                        </a:spcBef>
                        <a:spcAft>
                          <a:spcPts val="0"/>
                        </a:spcAft>
                        <a:buNone/>
                      </a:pPr>
                      <a:r>
                        <a:rPr lang="fr-FR" altLang="en-US" sz="18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VPI</a:t>
                      </a:r>
                    </a:p>
                  </a:txBody>
                  <a:tcPr marL="38100" marR="38100" marT="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fr-FR" sz="18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2 429 000</a:t>
                      </a:r>
                      <a:endParaRPr sz="105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fr-FR" sz="18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1 391 850</a:t>
                      </a:r>
                      <a:endParaRPr sz="18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38100" marR="38100" marT="0" marB="0" anchor="ctr">
                    <a:lnL w="9525" cap="flat" cmpd="sng">
                      <a:solidFill>
                        <a:srgbClr val="CFE2F3"/>
                      </a:solidFill>
                      <a:prstDash val="solid"/>
                      <a:round/>
                      <a:headEnd type="none" w="sm" len="sm"/>
                      <a:tailEnd type="none" w="sm" len="sm"/>
                    </a:lnL>
                    <a:lnR w="9525" cap="flat" cmpd="sng">
                      <a:solidFill>
                        <a:srgbClr val="CFE2F3"/>
                      </a:solidFill>
                      <a:prstDash val="solid"/>
                      <a:round/>
                      <a:headEnd type="none" w="sm" len="sm"/>
                      <a:tailEnd type="none" w="sm" len="sm"/>
                    </a:lnR>
                    <a:lnT w="9525" cap="flat" cmpd="sng">
                      <a:solidFill>
                        <a:srgbClr val="CFE2F3"/>
                      </a:solidFill>
                      <a:prstDash val="solid"/>
                      <a:round/>
                      <a:headEnd type="none" w="sm" len="sm"/>
                      <a:tailEnd type="none" w="sm" len="sm"/>
                    </a:lnT>
                    <a:lnB w="9525" cap="flat" cmpd="sng">
                      <a:solidFill>
                        <a:srgbClr val="CFE2F3"/>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9" name="Zone de texte 2">
            <a:extLst>
              <a:ext uri="{FF2B5EF4-FFF2-40B4-BE49-F238E27FC236}">
                <a16:creationId xmlns:a16="http://schemas.microsoft.com/office/drawing/2014/main" id="{959BBF67-DE0E-F480-35B6-B9FB122A792C}"/>
              </a:ext>
            </a:extLst>
          </p:cNvPr>
          <p:cNvSpPr txBox="1"/>
          <p:nvPr/>
        </p:nvSpPr>
        <p:spPr>
          <a:xfrm>
            <a:off x="8999369" y="1987924"/>
            <a:ext cx="2032000" cy="368300"/>
          </a:xfrm>
          <a:prstGeom prst="rect">
            <a:avLst/>
          </a:prstGeom>
          <a:noFill/>
        </p:spPr>
        <p:txBody>
          <a:bodyPr wrap="square" rtlCol="0">
            <a:spAutoFit/>
          </a:bodyPr>
          <a:lstStyle/>
          <a:p>
            <a:r>
              <a:rPr lang="fr-FR" altLang="en-US" dirty="0">
                <a:latin typeface="Times New Roman" panose="02020603050405020304" pitchFamily="18" charset="0"/>
                <a:cs typeface="Times New Roman" panose="02020603050405020304" pitchFamily="18" charset="0"/>
              </a:rPr>
              <a:t>Vaccins BCU</a:t>
            </a:r>
          </a:p>
        </p:txBody>
      </p:sp>
    </p:spTree>
    <p:extLst>
      <p:ext uri="{BB962C8B-B14F-4D97-AF65-F5344CB8AC3E}">
        <p14:creationId xmlns:p14="http://schemas.microsoft.com/office/powerpoint/2010/main" val="2840164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90"/>
        <p:cNvGrpSpPr/>
        <p:nvPr/>
      </p:nvGrpSpPr>
      <p:grpSpPr>
        <a:xfrm>
          <a:off x="0" y="0"/>
          <a:ext cx="0" cy="0"/>
          <a:chOff x="0" y="0"/>
          <a:chExt cx="0" cy="0"/>
        </a:xfrm>
      </p:grpSpPr>
      <p:sp>
        <p:nvSpPr>
          <p:cNvPr id="1291" name="Google Shape;1291;g2f1c646a89f_0_0"/>
          <p:cNvSpPr txBox="1"/>
          <p:nvPr/>
        </p:nvSpPr>
        <p:spPr>
          <a:xfrm>
            <a:off x="458592" y="317941"/>
            <a:ext cx="11274800" cy="731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200"/>
              <a:buFont typeface="Arial" panose="020B0604020202020204"/>
              <a:buNone/>
            </a:pPr>
            <a:r>
              <a:rPr lang="en-GB" sz="2935" b="1" i="0" u="none" strike="noStrike" cap="none" dirty="0" err="1">
                <a:solidFill>
                  <a:srgbClr val="0070C0"/>
                </a:solidFill>
                <a:latin typeface="Times New Roman" panose="02020603050405020304"/>
                <a:ea typeface="Times New Roman" panose="02020603050405020304"/>
                <a:cs typeface="Times New Roman" panose="02020603050405020304"/>
                <a:sym typeface="Times New Roman" panose="02020603050405020304"/>
              </a:rPr>
              <a:t>Suivi</a:t>
            </a:r>
            <a:r>
              <a:rPr lang="en-GB"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 des </a:t>
            </a:r>
            <a:r>
              <a:rPr lang="en-GB" sz="2935" b="1" i="0" u="none" strike="noStrike" cap="none" dirty="0" err="1">
                <a:solidFill>
                  <a:srgbClr val="0070C0"/>
                </a:solidFill>
                <a:latin typeface="Times New Roman" panose="02020603050405020304"/>
                <a:ea typeface="Times New Roman" panose="02020603050405020304"/>
                <a:cs typeface="Times New Roman" panose="02020603050405020304"/>
                <a:sym typeface="Times New Roman" panose="02020603050405020304"/>
              </a:rPr>
              <a:t>approvisionnements</a:t>
            </a:r>
            <a:r>
              <a:rPr lang="en-GB"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 au </a:t>
            </a:r>
            <a:r>
              <a:rPr lang="en-GB" sz="2935" b="1" i="0" u="none" strike="noStrike" cap="none" dirty="0" err="1">
                <a:solidFill>
                  <a:srgbClr val="0070C0"/>
                </a:solidFill>
                <a:latin typeface="Times New Roman" panose="02020603050405020304"/>
                <a:ea typeface="Times New Roman" panose="02020603050405020304"/>
                <a:cs typeface="Times New Roman" panose="02020603050405020304"/>
                <a:sym typeface="Times New Roman" panose="02020603050405020304"/>
              </a:rPr>
              <a:t>Niveau</a:t>
            </a:r>
            <a:r>
              <a:rPr lang="en-GB"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 Central au </a:t>
            </a:r>
            <a:r>
              <a:rPr lang="fr-FR" altLang="en-GB"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en</a:t>
            </a:r>
            <a:r>
              <a:rPr lang="en-GB"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 202</a:t>
            </a:r>
            <a:r>
              <a:rPr lang="fr-FR" altLang="en-GB"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5</a:t>
            </a:r>
          </a:p>
        </p:txBody>
      </p:sp>
      <p:sp>
        <p:nvSpPr>
          <p:cNvPr id="1292" name="Google Shape;1292;g2f1c646a89f_0_0"/>
          <p:cNvSpPr/>
          <p:nvPr/>
        </p:nvSpPr>
        <p:spPr>
          <a:xfrm>
            <a:off x="0" y="272241"/>
            <a:ext cx="235600" cy="655200"/>
          </a:xfrm>
          <a:prstGeom prst="rect">
            <a:avLst/>
          </a:prstGeom>
          <a:solidFill>
            <a:srgbClr val="0070C0"/>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865"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223" name="Google Shape;223;p16"/>
          <p:cNvCxnSpPr/>
          <p:nvPr/>
        </p:nvCxnSpPr>
        <p:spPr>
          <a:xfrm>
            <a:off x="267700" y="6427967"/>
            <a:ext cx="11640400" cy="0"/>
          </a:xfrm>
          <a:prstGeom prst="straightConnector1">
            <a:avLst/>
          </a:prstGeom>
          <a:noFill/>
          <a:ln w="9525" cap="flat" cmpd="sng">
            <a:solidFill>
              <a:srgbClr val="9E9E9E"/>
            </a:solidFill>
            <a:prstDash val="solid"/>
            <a:round/>
            <a:headEnd type="none" w="med" len="med"/>
            <a:tailEnd type="none" w="med" len="med"/>
          </a:ln>
        </p:spPr>
      </p:cxnSp>
      <p:sp>
        <p:nvSpPr>
          <p:cNvPr id="224" name="Google Shape;224;p16"/>
          <p:cNvSpPr txBox="1"/>
          <p:nvPr/>
        </p:nvSpPr>
        <p:spPr>
          <a:xfrm>
            <a:off x="267700" y="6492843"/>
            <a:ext cx="11414800" cy="18415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graphicFrame>
        <p:nvGraphicFramePr>
          <p:cNvPr id="1434" name="Google Shape;1434;g2f1c646a89f_0_77"/>
          <p:cNvGraphicFramePr/>
          <p:nvPr>
            <p:custDataLst>
              <p:tags r:id="rId1"/>
            </p:custDataLst>
            <p:extLst>
              <p:ext uri="{D42A27DB-BD31-4B8C-83A1-F6EECF244321}">
                <p14:modId xmlns:p14="http://schemas.microsoft.com/office/powerpoint/2010/main" val="2676776475"/>
              </p:ext>
            </p:extLst>
          </p:nvPr>
        </p:nvGraphicFramePr>
        <p:xfrm>
          <a:off x="322728" y="1586753"/>
          <a:ext cx="11672046" cy="4069973"/>
        </p:xfrm>
        <a:graphic>
          <a:graphicData uri="http://schemas.openxmlformats.org/drawingml/2006/table">
            <a:tbl>
              <a:tblPr>
                <a:noFill/>
                <a:tableStyleId>{1B1200F2-4B9B-4B48-A217-FBE2C27DE404}</a:tableStyleId>
              </a:tblPr>
              <a:tblGrid>
                <a:gridCol w="2540032">
                  <a:extLst>
                    <a:ext uri="{9D8B030D-6E8A-4147-A177-3AD203B41FA5}">
                      <a16:colId xmlns:a16="http://schemas.microsoft.com/office/drawing/2014/main" val="20000"/>
                    </a:ext>
                  </a:extLst>
                </a:gridCol>
                <a:gridCol w="1776770">
                  <a:extLst>
                    <a:ext uri="{9D8B030D-6E8A-4147-A177-3AD203B41FA5}">
                      <a16:colId xmlns:a16="http://schemas.microsoft.com/office/drawing/2014/main" val="20001"/>
                    </a:ext>
                  </a:extLst>
                </a:gridCol>
                <a:gridCol w="2289781">
                  <a:extLst>
                    <a:ext uri="{9D8B030D-6E8A-4147-A177-3AD203B41FA5}">
                      <a16:colId xmlns:a16="http://schemas.microsoft.com/office/drawing/2014/main" val="20002"/>
                    </a:ext>
                  </a:extLst>
                </a:gridCol>
                <a:gridCol w="1626621">
                  <a:extLst>
                    <a:ext uri="{9D8B030D-6E8A-4147-A177-3AD203B41FA5}">
                      <a16:colId xmlns:a16="http://schemas.microsoft.com/office/drawing/2014/main" val="20003"/>
                    </a:ext>
                  </a:extLst>
                </a:gridCol>
                <a:gridCol w="1752375">
                  <a:extLst>
                    <a:ext uri="{9D8B030D-6E8A-4147-A177-3AD203B41FA5}">
                      <a16:colId xmlns:a16="http://schemas.microsoft.com/office/drawing/2014/main" val="20004"/>
                    </a:ext>
                  </a:extLst>
                </a:gridCol>
                <a:gridCol w="1686467">
                  <a:extLst>
                    <a:ext uri="{9D8B030D-6E8A-4147-A177-3AD203B41FA5}">
                      <a16:colId xmlns:a16="http://schemas.microsoft.com/office/drawing/2014/main" val="20005"/>
                    </a:ext>
                  </a:extLst>
                </a:gridCol>
              </a:tblGrid>
              <a:tr h="1322169">
                <a:tc>
                  <a:txBody>
                    <a:bodyPr/>
                    <a:lstStyle/>
                    <a:p>
                      <a:pPr marL="0" lvl="0" indent="0" algn="ctr" rtl="0">
                        <a:lnSpc>
                          <a:spcPct val="115000"/>
                        </a:lnSpc>
                        <a:spcBef>
                          <a:spcPts val="0"/>
                        </a:spcBef>
                        <a:spcAft>
                          <a:spcPts val="0"/>
                        </a:spcAft>
                        <a:buNone/>
                      </a:pPr>
                      <a:r>
                        <a:rPr lang="en-GB" sz="1800" b="1" dirty="0" err="1">
                          <a:solidFill>
                            <a:srgbClr val="FFFFFF"/>
                          </a:solidFill>
                          <a:latin typeface="Times New Roman" panose="02020603050405020304"/>
                          <a:ea typeface="Times New Roman" panose="02020603050405020304"/>
                          <a:cs typeface="Times New Roman" panose="02020603050405020304"/>
                          <a:sym typeface="Times New Roman" panose="02020603050405020304"/>
                        </a:rPr>
                        <a:t>Seringues</a:t>
                      </a:r>
                      <a:r>
                        <a:rPr lang="en-GB" sz="1800" b="1"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 &amp; Boites de </a:t>
                      </a:r>
                      <a:r>
                        <a:rPr lang="en-GB" sz="1800" b="1" dirty="0" err="1">
                          <a:solidFill>
                            <a:srgbClr val="FFFFFF"/>
                          </a:solidFill>
                          <a:latin typeface="Times New Roman" panose="02020603050405020304"/>
                          <a:ea typeface="Times New Roman" panose="02020603050405020304"/>
                          <a:cs typeface="Times New Roman" panose="02020603050405020304"/>
                          <a:sym typeface="Times New Roman" panose="02020603050405020304"/>
                        </a:rPr>
                        <a:t>sécurité</a:t>
                      </a:r>
                      <a:r>
                        <a:rPr lang="en-GB" sz="1800" b="1"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r>
                        <a:rPr lang="en-GB" sz="1800" b="1" dirty="0" err="1">
                          <a:solidFill>
                            <a:srgbClr val="FFFFFF"/>
                          </a:solidFill>
                          <a:latin typeface="Times New Roman" panose="02020603050405020304"/>
                          <a:ea typeface="Times New Roman" panose="02020603050405020304"/>
                          <a:cs typeface="Times New Roman" panose="02020603050405020304"/>
                          <a:sym typeface="Times New Roman" panose="02020603050405020304"/>
                        </a:rPr>
                        <a:t>activités</a:t>
                      </a:r>
                      <a:r>
                        <a:rPr lang="en-GB" sz="1800" b="1"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 de ROUTINE</a:t>
                      </a:r>
                    </a:p>
                  </a:txBody>
                  <a:tcPr marL="28575" marR="28575" marT="91425" marB="91425"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dot"/>
                      <a:round/>
                      <a:headEnd type="none" w="sm" len="sm"/>
                      <a:tailEnd type="none" w="sm" len="sm"/>
                    </a:lnB>
                    <a:solidFill>
                      <a:srgbClr val="4285F4"/>
                    </a:solidFill>
                  </a:tcPr>
                </a:tc>
                <a:tc>
                  <a:txBody>
                    <a:bodyPr/>
                    <a:lstStyle/>
                    <a:p>
                      <a:pPr marL="0" lvl="0" indent="0" algn="ctr" rtl="0">
                        <a:lnSpc>
                          <a:spcPct val="115000"/>
                        </a:lnSpc>
                        <a:spcBef>
                          <a:spcPts val="0"/>
                        </a:spcBef>
                        <a:spcAft>
                          <a:spcPts val="0"/>
                        </a:spcAft>
                        <a:buNone/>
                      </a:pPr>
                      <a:r>
                        <a:rPr lang="en-GB" sz="1800" b="1">
                          <a:solidFill>
                            <a:srgbClr val="FFFFFF"/>
                          </a:solidFill>
                          <a:latin typeface="Times New Roman" panose="02020603050405020304"/>
                          <a:ea typeface="Times New Roman" panose="02020603050405020304"/>
                          <a:cs typeface="Times New Roman" panose="02020603050405020304"/>
                          <a:sym typeface="Times New Roman" panose="02020603050405020304"/>
                        </a:rPr>
                        <a:t>Besoin annuel</a:t>
                      </a:r>
                    </a:p>
                  </a:txBody>
                  <a:tcPr marL="28575" marR="28575" marT="91425" marB="91425"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dot"/>
                      <a:round/>
                      <a:headEnd type="none" w="sm" len="sm"/>
                      <a:tailEnd type="none" w="sm" len="sm"/>
                    </a:lnB>
                    <a:solidFill>
                      <a:srgbClr val="4285F4"/>
                    </a:solidFill>
                  </a:tcPr>
                </a:tc>
                <a:tc>
                  <a:txBody>
                    <a:bodyPr/>
                    <a:lstStyle/>
                    <a:p>
                      <a:pPr marL="0" lvl="0" indent="0" algn="ctr" rtl="0">
                        <a:lnSpc>
                          <a:spcPct val="115000"/>
                        </a:lnSpc>
                        <a:spcBef>
                          <a:spcPts val="0"/>
                        </a:spcBef>
                        <a:spcAft>
                          <a:spcPts val="0"/>
                        </a:spcAft>
                        <a:buNone/>
                      </a:pPr>
                      <a:r>
                        <a:rPr lang="fr-FR" altLang="en-GB" sz="1800" b="1">
                          <a:solidFill>
                            <a:srgbClr val="FFFFFF"/>
                          </a:solidFill>
                          <a:latin typeface="Times New Roman" panose="02020603050405020304"/>
                          <a:ea typeface="Times New Roman" panose="02020603050405020304"/>
                          <a:cs typeface="Times New Roman" panose="02020603050405020304"/>
                          <a:sym typeface="Times New Roman" panose="02020603050405020304"/>
                        </a:rPr>
                        <a:t>Stock fin 2024</a:t>
                      </a:r>
                    </a:p>
                  </a:txBody>
                  <a:tcPr marL="28575" marR="28575" marT="91425" marB="91425"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dot"/>
                      <a:round/>
                      <a:headEnd type="none" w="sm" len="sm"/>
                      <a:tailEnd type="none" w="sm" len="sm"/>
                    </a:lnB>
                    <a:solidFill>
                      <a:srgbClr val="4285F4"/>
                    </a:solidFill>
                  </a:tcPr>
                </a:tc>
                <a:tc>
                  <a:txBody>
                    <a:bodyPr/>
                    <a:lstStyle/>
                    <a:p>
                      <a:pPr marL="0" lvl="0" indent="0" algn="ctr" rtl="0">
                        <a:lnSpc>
                          <a:spcPct val="115000"/>
                        </a:lnSpc>
                        <a:spcBef>
                          <a:spcPts val="0"/>
                        </a:spcBef>
                        <a:spcAft>
                          <a:spcPts val="0"/>
                        </a:spcAft>
                        <a:buNone/>
                      </a:pPr>
                      <a:r>
                        <a:rPr lang="en-GB" sz="1800" b="1">
                          <a:solidFill>
                            <a:srgbClr val="FFFFFF"/>
                          </a:solidFill>
                          <a:latin typeface="Times New Roman" panose="02020603050405020304"/>
                          <a:ea typeface="Times New Roman" panose="02020603050405020304"/>
                          <a:cs typeface="Times New Roman" panose="02020603050405020304"/>
                          <a:sym typeface="Times New Roman" panose="02020603050405020304"/>
                        </a:rPr>
                        <a:t>Quantité reçu</a:t>
                      </a:r>
                    </a:p>
                  </a:txBody>
                  <a:tcPr marL="28575" marR="28575" marT="91425" marB="91425"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dot"/>
                      <a:round/>
                      <a:headEnd type="none" w="sm" len="sm"/>
                      <a:tailEnd type="none" w="sm" len="sm"/>
                    </a:lnB>
                    <a:solidFill>
                      <a:srgbClr val="4285F4"/>
                    </a:solidFill>
                  </a:tcPr>
                </a:tc>
                <a:tc>
                  <a:txBody>
                    <a:bodyPr/>
                    <a:lstStyle/>
                    <a:p>
                      <a:pPr marL="0" lvl="0" indent="0" algn="ctr" rtl="0">
                        <a:lnSpc>
                          <a:spcPct val="115000"/>
                        </a:lnSpc>
                        <a:spcBef>
                          <a:spcPts val="0"/>
                        </a:spcBef>
                        <a:spcAft>
                          <a:spcPts val="0"/>
                        </a:spcAft>
                        <a:buNone/>
                      </a:pPr>
                      <a:r>
                        <a:rPr lang="en-GB" sz="1800" b="1">
                          <a:solidFill>
                            <a:srgbClr val="FFFFFF"/>
                          </a:solidFill>
                          <a:latin typeface="Times New Roman" panose="02020603050405020304"/>
                          <a:ea typeface="Times New Roman" panose="02020603050405020304"/>
                          <a:cs typeface="Times New Roman" panose="02020603050405020304"/>
                          <a:sym typeface="Times New Roman" panose="02020603050405020304"/>
                        </a:rPr>
                        <a:t>Stock actuel</a:t>
                      </a:r>
                    </a:p>
                  </a:txBody>
                  <a:tcPr marL="28575" marR="28575" marT="91425" marB="91425"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dot"/>
                      <a:round/>
                      <a:headEnd type="none" w="sm" len="sm"/>
                      <a:tailEnd type="none" w="sm" len="sm"/>
                    </a:lnB>
                    <a:solidFill>
                      <a:srgbClr val="4285F4"/>
                    </a:solidFill>
                  </a:tcPr>
                </a:tc>
                <a:tc>
                  <a:txBody>
                    <a:bodyPr/>
                    <a:lstStyle/>
                    <a:p>
                      <a:pPr marL="0" lvl="0" indent="0" algn="ctr" rtl="0">
                        <a:lnSpc>
                          <a:spcPct val="115000"/>
                        </a:lnSpc>
                        <a:spcBef>
                          <a:spcPts val="0"/>
                        </a:spcBef>
                        <a:spcAft>
                          <a:spcPts val="0"/>
                        </a:spcAft>
                        <a:buNone/>
                      </a:pPr>
                      <a:r>
                        <a:rPr lang="fr-FR" altLang="en-GB" sz="1800" b="1">
                          <a:solidFill>
                            <a:schemeClr val="tx1"/>
                          </a:solidFill>
                          <a:latin typeface="Times New Roman" panose="02020603050405020304"/>
                          <a:ea typeface="Times New Roman" panose="02020603050405020304"/>
                          <a:cs typeface="Times New Roman" panose="02020603050405020304"/>
                          <a:sym typeface="Times New Roman" panose="02020603050405020304"/>
                        </a:rPr>
                        <a:t>Taux de satisfaction </a:t>
                      </a:r>
                    </a:p>
                  </a:txBody>
                  <a:tcPr marL="28575" marR="28575" marT="91425" marB="91425"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dot"/>
                      <a:round/>
                      <a:headEnd type="none" w="sm" len="sm"/>
                      <a:tailEnd type="none" w="sm" len="sm"/>
                    </a:lnB>
                    <a:solidFill>
                      <a:schemeClr val="bg1">
                        <a:lumMod val="85000"/>
                      </a:schemeClr>
                    </a:solidFill>
                  </a:tcPr>
                </a:tc>
                <a:extLst>
                  <a:ext uri="{0D108BD9-81ED-4DB2-BD59-A6C34878D82A}">
                    <a16:rowId xmlns:a16="http://schemas.microsoft.com/office/drawing/2014/main" val="10000"/>
                  </a:ext>
                </a:extLst>
              </a:tr>
              <a:tr h="545084">
                <a:tc>
                  <a:txBody>
                    <a:bodyPr/>
                    <a:lstStyle/>
                    <a:p>
                      <a:pPr marL="0" lvl="0" indent="0" algn="l" rtl="0">
                        <a:lnSpc>
                          <a:spcPct val="115000"/>
                        </a:lnSpc>
                        <a:spcBef>
                          <a:spcPts val="0"/>
                        </a:spcBef>
                        <a:spcAft>
                          <a:spcPts val="0"/>
                        </a:spcAft>
                        <a:buNone/>
                      </a:pPr>
                      <a:r>
                        <a:rPr lang="en-GB" sz="1800" b="1" dirty="0">
                          <a:latin typeface="Times New Roman" panose="02020603050405020304"/>
                          <a:ea typeface="Times New Roman" panose="02020603050405020304"/>
                          <a:cs typeface="Times New Roman" panose="02020603050405020304"/>
                          <a:sym typeface="Times New Roman" panose="02020603050405020304"/>
                        </a:rPr>
                        <a:t>SAB 0,05 ml</a:t>
                      </a:r>
                    </a:p>
                  </a:txBody>
                  <a:tcPr marL="28575" marR="28575" marT="91425" marB="91425" anchor="ctr">
                    <a:lnL w="9525" cap="flat" cmpd="sng">
                      <a:solidFill>
                        <a:srgbClr val="CCCCCC"/>
                      </a:solidFill>
                      <a:prstDash val="dot"/>
                      <a:round/>
                      <a:headEnd type="none" w="sm" len="sm"/>
                      <a:tailEnd type="none" w="sm" len="sm"/>
                    </a:lnL>
                    <a:lnR w="9525" cap="flat" cmpd="sng">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GB" sz="1800" dirty="0">
                          <a:latin typeface="Times New Roman" panose="02020603050405020304"/>
                          <a:ea typeface="Times New Roman" panose="02020603050405020304"/>
                          <a:cs typeface="Times New Roman" panose="02020603050405020304"/>
                          <a:sym typeface="Times New Roman" panose="02020603050405020304"/>
                        </a:rPr>
                        <a:t>5 475 484 </a:t>
                      </a:r>
                    </a:p>
                  </a:txBody>
                  <a:tcPr marL="28575" marR="28575" marT="91425" marB="91425" anchor="ctr">
                    <a:lnL w="9525" cap="flat" cmpd="sng">
                      <a:solidFill>
                        <a:srgbClr val="CCCCCC"/>
                      </a:solidFill>
                      <a:prstDash val="dot"/>
                      <a:round/>
                      <a:headEnd type="none" w="sm" len="sm"/>
                      <a:tailEnd type="none" w="sm" len="sm"/>
                    </a:lnL>
                    <a:lnR w="9525" cap="flat" cmpd="sng">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GB" altLang="en-US" sz="1800" dirty="0">
                          <a:latin typeface="Times New Roman" panose="02020603050405020304"/>
                          <a:ea typeface="Times New Roman" panose="02020603050405020304"/>
                          <a:cs typeface="Times New Roman" panose="02020603050405020304"/>
                          <a:sym typeface="Times New Roman" panose="02020603050405020304"/>
                        </a:rPr>
                        <a:t>2 766 900</a:t>
                      </a:r>
                    </a:p>
                  </a:txBody>
                  <a:tcPr marL="28575" marR="28575" marT="91425" marB="91425" anchor="ctr">
                    <a:lnL w="9525" cap="flat" cmpd="sng">
                      <a:solidFill>
                        <a:srgbClr val="CCCCCC"/>
                      </a:solidFill>
                      <a:prstDash val="dot"/>
                      <a:round/>
                      <a:headEnd type="none" w="sm" len="sm"/>
                      <a:tailEnd type="none" w="sm" len="sm"/>
                    </a:lnL>
                    <a:lnR w="9525" cap="flat" cmpd="sng">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GB" altLang="en-US" sz="1800" dirty="0">
                          <a:latin typeface="Times New Roman" panose="02020603050405020304"/>
                          <a:ea typeface="Times New Roman" panose="02020603050405020304"/>
                          <a:cs typeface="Times New Roman" panose="02020603050405020304"/>
                          <a:sym typeface="Times New Roman" panose="02020603050405020304"/>
                        </a:rPr>
                        <a:t>5 475 5000</a:t>
                      </a:r>
                      <a:endParaRPr lang="en-GB" sz="1800" dirty="0">
                        <a:latin typeface="Times New Roman" panose="02020603050405020304"/>
                        <a:ea typeface="Times New Roman" panose="02020603050405020304"/>
                        <a:cs typeface="Times New Roman" panose="02020603050405020304"/>
                        <a:sym typeface="Times New Roman" panose="02020603050405020304"/>
                      </a:endParaRPr>
                    </a:p>
                  </a:txBody>
                  <a:tcPr marL="28575" marR="28575" marT="91425" marB="91425" anchor="ctr">
                    <a:lnL w="9525" cap="flat" cmpd="sng">
                      <a:solidFill>
                        <a:srgbClr val="CCCCCC"/>
                      </a:solidFill>
                      <a:prstDash val="dot"/>
                      <a:round/>
                      <a:headEnd type="none" w="sm" len="sm"/>
                      <a:tailEnd type="none" w="sm" len="sm"/>
                    </a:lnL>
                    <a:lnR w="9525" cap="flat" cmpd="sng">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GB" sz="1800" dirty="0">
                          <a:latin typeface="Times New Roman" panose="02020603050405020304"/>
                          <a:ea typeface="Times New Roman" panose="02020603050405020304"/>
                          <a:cs typeface="Times New Roman" panose="02020603050405020304"/>
                          <a:sym typeface="Times New Roman" panose="02020603050405020304"/>
                        </a:rPr>
                        <a:t>2 270 000</a:t>
                      </a:r>
                    </a:p>
                  </a:txBody>
                  <a:tcPr marL="28575" marR="28575" marT="91425" marB="91425" anchor="ctr">
                    <a:lnL w="9525" cap="flat" cmpd="sng">
                      <a:solidFill>
                        <a:srgbClr val="CCCCCC"/>
                      </a:solidFill>
                      <a:prstDash val="dot"/>
                      <a:round/>
                      <a:headEnd type="none" w="sm" len="sm"/>
                      <a:tailEnd type="none" w="sm" len="sm"/>
                    </a:lnL>
                    <a:lnR w="9525" cap="flat" cmpd="sng">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GB" sz="180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100 %</a:t>
                      </a:r>
                    </a:p>
                  </a:txBody>
                  <a:tcPr marL="28575" marR="28575" marT="91425" marB="91425" anchor="ctr">
                    <a:lnL w="9525" cap="flat" cmpd="sng">
                      <a:solidFill>
                        <a:srgbClr val="CCCCCC"/>
                      </a:solidFill>
                      <a:prstDash val="dot"/>
                      <a:round/>
                      <a:headEnd type="none" w="sm" len="sm"/>
                      <a:tailEnd type="none" w="sm" len="sm"/>
                    </a:lnL>
                    <a:lnR w="9525" cap="flat" cmpd="sng">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solidFill>
                        <a:srgbClr val="CCCCCC"/>
                      </a:solidFill>
                      <a:prstDash val="dot"/>
                      <a:round/>
                      <a:headEnd type="none" w="sm" len="sm"/>
                      <a:tailEnd type="none" w="sm" len="sm"/>
                    </a:lnB>
                    <a:solidFill>
                      <a:srgbClr val="00B050"/>
                    </a:solidFill>
                  </a:tcPr>
                </a:tc>
                <a:extLst>
                  <a:ext uri="{0D108BD9-81ED-4DB2-BD59-A6C34878D82A}">
                    <a16:rowId xmlns:a16="http://schemas.microsoft.com/office/drawing/2014/main" val="10001"/>
                  </a:ext>
                </a:extLst>
              </a:tr>
              <a:tr h="554590">
                <a:tc>
                  <a:txBody>
                    <a:bodyPr/>
                    <a:lstStyle/>
                    <a:p>
                      <a:pPr marL="0" lvl="0" indent="0" algn="l" rtl="0">
                        <a:lnSpc>
                          <a:spcPct val="115000"/>
                        </a:lnSpc>
                        <a:spcBef>
                          <a:spcPts val="0"/>
                        </a:spcBef>
                        <a:spcAft>
                          <a:spcPts val="0"/>
                        </a:spcAft>
                        <a:buNone/>
                      </a:pPr>
                      <a:r>
                        <a:rPr lang="en-GB" sz="1800" b="1" dirty="0">
                          <a:latin typeface="Times New Roman" panose="02020603050405020304"/>
                          <a:ea typeface="Times New Roman" panose="02020603050405020304"/>
                          <a:cs typeface="Times New Roman" panose="02020603050405020304"/>
                          <a:sym typeface="Times New Roman" panose="02020603050405020304"/>
                        </a:rPr>
                        <a:t>SAB 0,5 ml</a:t>
                      </a:r>
                    </a:p>
                  </a:txBody>
                  <a:tcPr marL="28575" marR="28575" marT="91425" marB="91425" anchor="ctr">
                    <a:lnL w="9525" cap="flat" cmpd="sng">
                      <a:solidFill>
                        <a:srgbClr val="CCCCCC"/>
                      </a:solidFill>
                      <a:prstDash val="dot"/>
                      <a:round/>
                      <a:headEnd type="none" w="sm" len="sm"/>
                      <a:tailEnd type="none" w="sm" len="sm"/>
                    </a:lnL>
                    <a:lnR w="9525" cap="flat" cmpd="sng">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GB" sz="1800" dirty="0">
                          <a:latin typeface="Times New Roman" panose="02020603050405020304"/>
                          <a:ea typeface="Times New Roman" panose="02020603050405020304"/>
                          <a:cs typeface="Times New Roman" panose="02020603050405020304"/>
                          <a:sym typeface="Times New Roman" panose="02020603050405020304"/>
                        </a:rPr>
                        <a:t>77 833 587</a:t>
                      </a:r>
                    </a:p>
                  </a:txBody>
                  <a:tcPr marL="28575" marR="28575" marT="91425" marB="91425" anchor="ctr">
                    <a:lnL w="9525" cap="flat" cmpd="sng">
                      <a:solidFill>
                        <a:srgbClr val="CCCCCC"/>
                      </a:solidFill>
                      <a:prstDash val="dot"/>
                      <a:round/>
                      <a:headEnd type="none" w="sm" len="sm"/>
                      <a:tailEnd type="none" w="sm" len="sm"/>
                    </a:lnL>
                    <a:lnR w="9525" cap="flat" cmpd="sng">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GB" altLang="en-US" sz="1800" dirty="0">
                          <a:latin typeface="Times New Roman" panose="02020603050405020304"/>
                          <a:ea typeface="Times New Roman" panose="02020603050405020304"/>
                          <a:cs typeface="Times New Roman" panose="02020603050405020304"/>
                          <a:sym typeface="Times New Roman" panose="02020603050405020304"/>
                        </a:rPr>
                        <a:t>17 402 400</a:t>
                      </a:r>
                    </a:p>
                  </a:txBody>
                  <a:tcPr marL="28575" marR="28575" marT="91425" marB="91425" anchor="ctr">
                    <a:lnL w="9525" cap="flat" cmpd="sng">
                      <a:solidFill>
                        <a:srgbClr val="CCCCCC"/>
                      </a:solidFill>
                      <a:prstDash val="dot"/>
                      <a:round/>
                      <a:headEnd type="none" w="sm" len="sm"/>
                      <a:tailEnd type="none" w="sm" len="sm"/>
                    </a:lnL>
                    <a:lnR w="9525" cap="flat" cmpd="sng">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GB" sz="1800" dirty="0">
                          <a:latin typeface="Times New Roman" panose="02020603050405020304"/>
                          <a:ea typeface="Times New Roman" panose="02020603050405020304"/>
                          <a:cs typeface="Times New Roman" panose="02020603050405020304"/>
                          <a:sym typeface="Times New Roman" panose="02020603050405020304"/>
                        </a:rPr>
                        <a:t>79 616 800</a:t>
                      </a:r>
                    </a:p>
                  </a:txBody>
                  <a:tcPr marL="28575" marR="28575" marT="91425" marB="91425" anchor="ctr">
                    <a:lnL w="9525" cap="flat" cmpd="sng">
                      <a:solidFill>
                        <a:srgbClr val="CCCCCC"/>
                      </a:solidFill>
                      <a:prstDash val="dot"/>
                      <a:round/>
                      <a:headEnd type="none" w="sm" len="sm"/>
                      <a:tailEnd type="none" w="sm" len="sm"/>
                    </a:lnL>
                    <a:lnR w="9525" cap="flat" cmpd="sng">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GB" sz="1800" dirty="0">
                          <a:latin typeface="Times New Roman" panose="02020603050405020304"/>
                          <a:ea typeface="Times New Roman" panose="02020603050405020304"/>
                          <a:cs typeface="Times New Roman" panose="02020603050405020304"/>
                          <a:sym typeface="Times New Roman" panose="02020603050405020304"/>
                        </a:rPr>
                        <a:t>30 252 000</a:t>
                      </a:r>
                    </a:p>
                  </a:txBody>
                  <a:tcPr marL="28575" marR="28575" marT="91425" marB="91425" anchor="ctr">
                    <a:lnL w="9525" cap="flat" cmpd="sng">
                      <a:solidFill>
                        <a:srgbClr val="CCCCCC"/>
                      </a:solidFill>
                      <a:prstDash val="dot"/>
                      <a:round/>
                      <a:headEnd type="none" w="sm" len="sm"/>
                      <a:tailEnd type="none" w="sm" len="sm"/>
                    </a:lnL>
                    <a:lnR w="9525" cap="flat" cmpd="sng">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GB" sz="180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100 %</a:t>
                      </a:r>
                    </a:p>
                  </a:txBody>
                  <a:tcPr marL="28575" marR="28575" marT="91425" marB="91425" anchor="ctr">
                    <a:lnL w="9525" cap="flat" cmpd="sng">
                      <a:solidFill>
                        <a:srgbClr val="CCCCCC"/>
                      </a:solidFill>
                      <a:prstDash val="dot"/>
                      <a:round/>
                      <a:headEnd type="none" w="sm" len="sm"/>
                      <a:tailEnd type="none" w="sm" len="sm"/>
                    </a:lnL>
                    <a:lnR w="9525" cap="flat" cmpd="sng">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solidFill>
                        <a:srgbClr val="CCCCCC"/>
                      </a:solidFill>
                      <a:prstDash val="dot"/>
                      <a:round/>
                      <a:headEnd type="none" w="sm" len="sm"/>
                      <a:tailEnd type="none" w="sm" len="sm"/>
                    </a:lnB>
                    <a:solidFill>
                      <a:srgbClr val="00B050"/>
                    </a:solidFill>
                  </a:tcPr>
                </a:tc>
                <a:extLst>
                  <a:ext uri="{0D108BD9-81ED-4DB2-BD59-A6C34878D82A}">
                    <a16:rowId xmlns:a16="http://schemas.microsoft.com/office/drawing/2014/main" val="10002"/>
                  </a:ext>
                </a:extLst>
              </a:tr>
              <a:tr h="554590">
                <a:tc>
                  <a:txBody>
                    <a:bodyPr/>
                    <a:lstStyle/>
                    <a:p>
                      <a:pPr marL="0" lvl="0" indent="0" algn="l" rtl="0">
                        <a:lnSpc>
                          <a:spcPct val="115000"/>
                        </a:lnSpc>
                        <a:spcBef>
                          <a:spcPts val="0"/>
                        </a:spcBef>
                        <a:spcAft>
                          <a:spcPts val="0"/>
                        </a:spcAft>
                        <a:buNone/>
                      </a:pPr>
                      <a:r>
                        <a:rPr lang="en-GB" sz="1800" b="1" dirty="0">
                          <a:latin typeface="Times New Roman" panose="02020603050405020304"/>
                          <a:ea typeface="Times New Roman" panose="02020603050405020304"/>
                          <a:cs typeface="Times New Roman" panose="02020603050405020304"/>
                          <a:sym typeface="Times New Roman" panose="02020603050405020304"/>
                        </a:rPr>
                        <a:t>SD 2 ml</a:t>
                      </a:r>
                    </a:p>
                  </a:txBody>
                  <a:tcPr marL="28575" marR="28575" marT="91425" marB="91425" anchor="ctr">
                    <a:lnL w="9525" cap="flat" cmpd="sng">
                      <a:solidFill>
                        <a:srgbClr val="CCCCCC"/>
                      </a:solidFill>
                      <a:prstDash val="dot"/>
                      <a:round/>
                      <a:headEnd type="none" w="sm" len="sm"/>
                      <a:tailEnd type="none" w="sm" len="sm"/>
                    </a:lnL>
                    <a:lnR w="9525" cap="flat" cmpd="sng">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GB" sz="1800" dirty="0">
                          <a:latin typeface="Times New Roman" panose="02020603050405020304"/>
                          <a:ea typeface="Times New Roman" panose="02020603050405020304"/>
                          <a:cs typeface="Times New Roman" panose="02020603050405020304"/>
                          <a:sym typeface="Times New Roman" panose="02020603050405020304"/>
                        </a:rPr>
                        <a:t>496 600</a:t>
                      </a:r>
                    </a:p>
                  </a:txBody>
                  <a:tcPr marL="28575" marR="28575" marT="91425" marB="91425" anchor="ctr">
                    <a:lnL w="9525" cap="flat" cmpd="sng">
                      <a:solidFill>
                        <a:srgbClr val="CCCCCC"/>
                      </a:solidFill>
                      <a:prstDash val="dot"/>
                      <a:round/>
                      <a:headEnd type="none" w="sm" len="sm"/>
                      <a:tailEnd type="none" w="sm" len="sm"/>
                    </a:lnL>
                    <a:lnR w="9525" cap="flat" cmpd="sng">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GB" altLang="en-US" sz="1800" dirty="0">
                          <a:latin typeface="Times New Roman" panose="02020603050405020304"/>
                          <a:ea typeface="Times New Roman" panose="02020603050405020304"/>
                          <a:cs typeface="Times New Roman" panose="02020603050405020304"/>
                          <a:sym typeface="Times New Roman" panose="02020603050405020304"/>
                        </a:rPr>
                        <a:t>338 700</a:t>
                      </a:r>
                    </a:p>
                  </a:txBody>
                  <a:tcPr marL="28575" marR="28575" marT="91425" marB="91425" anchor="ctr">
                    <a:lnL w="9525" cap="flat" cmpd="sng">
                      <a:solidFill>
                        <a:srgbClr val="CCCCCC"/>
                      </a:solidFill>
                      <a:prstDash val="dot"/>
                      <a:round/>
                      <a:headEnd type="none" w="sm" len="sm"/>
                      <a:tailEnd type="none" w="sm" len="sm"/>
                    </a:lnL>
                    <a:lnR w="9525" cap="flat" cmpd="sng">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GB" sz="1800" dirty="0">
                          <a:latin typeface="Times New Roman" panose="02020603050405020304"/>
                          <a:ea typeface="Times New Roman" panose="02020603050405020304"/>
                          <a:cs typeface="Times New Roman" panose="02020603050405020304"/>
                          <a:sym typeface="Times New Roman" panose="02020603050405020304"/>
                        </a:rPr>
                        <a:t>499 600</a:t>
                      </a:r>
                    </a:p>
                  </a:txBody>
                  <a:tcPr marL="28575" marR="28575" marT="91425" marB="91425" anchor="ctr">
                    <a:lnL w="9525" cap="flat" cmpd="sng">
                      <a:solidFill>
                        <a:srgbClr val="CCCCCC"/>
                      </a:solidFill>
                      <a:prstDash val="dot"/>
                      <a:round/>
                      <a:headEnd type="none" w="sm" len="sm"/>
                      <a:tailEnd type="none" w="sm" len="sm"/>
                    </a:lnL>
                    <a:lnR w="9525" cap="flat" cmpd="sng">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GB" sz="1800" dirty="0">
                          <a:latin typeface="Times New Roman" panose="02020603050405020304"/>
                          <a:ea typeface="Times New Roman" panose="02020603050405020304"/>
                          <a:cs typeface="Times New Roman" panose="02020603050405020304"/>
                          <a:sym typeface="Times New Roman" panose="02020603050405020304"/>
                        </a:rPr>
                        <a:t>624 500</a:t>
                      </a:r>
                    </a:p>
                  </a:txBody>
                  <a:tcPr marL="28575" marR="28575" marT="91425" marB="91425" anchor="ctr">
                    <a:lnL w="9525" cap="flat" cmpd="sng">
                      <a:solidFill>
                        <a:srgbClr val="CCCCCC"/>
                      </a:solidFill>
                      <a:prstDash val="dot"/>
                      <a:round/>
                      <a:headEnd type="none" w="sm" len="sm"/>
                      <a:tailEnd type="none" w="sm" len="sm"/>
                    </a:lnL>
                    <a:lnR w="9525" cap="flat" cmpd="sng">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GB" sz="180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100 %</a:t>
                      </a:r>
                    </a:p>
                  </a:txBody>
                  <a:tcPr marL="28575" marR="28575" marT="91425" marB="91425" anchor="ctr">
                    <a:lnL w="9525" cap="flat" cmpd="sng">
                      <a:solidFill>
                        <a:srgbClr val="CCCCCC"/>
                      </a:solidFill>
                      <a:prstDash val="dot"/>
                      <a:round/>
                      <a:headEnd type="none" w="sm" len="sm"/>
                      <a:tailEnd type="none" w="sm" len="sm"/>
                    </a:lnL>
                    <a:lnR w="9525" cap="flat" cmpd="sng">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solidFill>
                        <a:srgbClr val="CCCCCC"/>
                      </a:solidFill>
                      <a:prstDash val="dot"/>
                      <a:round/>
                      <a:headEnd type="none" w="sm" len="sm"/>
                      <a:tailEnd type="none" w="sm" len="sm"/>
                    </a:lnB>
                    <a:solidFill>
                      <a:srgbClr val="00B050"/>
                    </a:solidFill>
                  </a:tcPr>
                </a:tc>
                <a:extLst>
                  <a:ext uri="{0D108BD9-81ED-4DB2-BD59-A6C34878D82A}">
                    <a16:rowId xmlns:a16="http://schemas.microsoft.com/office/drawing/2014/main" val="10003"/>
                  </a:ext>
                </a:extLst>
              </a:tr>
              <a:tr h="538950">
                <a:tc>
                  <a:txBody>
                    <a:bodyPr/>
                    <a:lstStyle/>
                    <a:p>
                      <a:pPr marL="0" lvl="0" indent="0" algn="l" rtl="0">
                        <a:lnSpc>
                          <a:spcPct val="115000"/>
                        </a:lnSpc>
                        <a:spcBef>
                          <a:spcPts val="0"/>
                        </a:spcBef>
                        <a:spcAft>
                          <a:spcPts val="0"/>
                        </a:spcAft>
                        <a:buNone/>
                      </a:pPr>
                      <a:r>
                        <a:rPr lang="en-GB" sz="1800" b="1" dirty="0">
                          <a:latin typeface="Times New Roman" panose="02020603050405020304"/>
                          <a:ea typeface="Times New Roman" panose="02020603050405020304"/>
                          <a:cs typeface="Times New Roman" panose="02020603050405020304"/>
                          <a:sym typeface="Times New Roman" panose="02020603050405020304"/>
                        </a:rPr>
                        <a:t>SD 5 ml</a:t>
                      </a:r>
                    </a:p>
                  </a:txBody>
                  <a:tcPr marL="28575" marR="28575" marT="91425" marB="91425" anchor="ctr">
                    <a:lnL w="9525" cap="flat" cmpd="sng">
                      <a:solidFill>
                        <a:srgbClr val="CCCCCC"/>
                      </a:solidFill>
                      <a:prstDash val="dot"/>
                      <a:round/>
                      <a:headEnd type="none" w="sm" len="sm"/>
                      <a:tailEnd type="none" w="sm" len="sm"/>
                    </a:lnL>
                    <a:lnR w="9525" cap="flat" cmpd="sng">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lgn="ctr">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GB" sz="1800" dirty="0">
                          <a:latin typeface="Times New Roman" panose="02020603050405020304"/>
                          <a:ea typeface="Times New Roman" panose="02020603050405020304"/>
                          <a:cs typeface="Times New Roman" panose="02020603050405020304"/>
                          <a:sym typeface="Times New Roman" panose="02020603050405020304"/>
                        </a:rPr>
                        <a:t>2 966 992</a:t>
                      </a:r>
                    </a:p>
                  </a:txBody>
                  <a:tcPr marL="28575" marR="28575" marT="91425" marB="91425" anchor="ctr">
                    <a:lnL w="9525" cap="flat" cmpd="sng">
                      <a:solidFill>
                        <a:srgbClr val="CCCCCC"/>
                      </a:solidFill>
                      <a:prstDash val="dot"/>
                      <a:round/>
                      <a:headEnd type="none" w="sm" len="sm"/>
                      <a:tailEnd type="none" w="sm" len="sm"/>
                    </a:lnL>
                    <a:lnR w="9525" cap="flat" cmpd="sng">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lgn="ctr">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GB" altLang="en-US" sz="1800" dirty="0">
                          <a:latin typeface="Times New Roman" panose="02020603050405020304"/>
                          <a:ea typeface="Times New Roman" panose="02020603050405020304"/>
                          <a:cs typeface="Times New Roman" panose="02020603050405020304"/>
                          <a:sym typeface="Times New Roman" panose="02020603050405020304"/>
                        </a:rPr>
                        <a:t>2 448 900</a:t>
                      </a:r>
                    </a:p>
                  </a:txBody>
                  <a:tcPr marL="28575" marR="28575" marT="91425" marB="91425" anchor="ctr">
                    <a:lnL w="9525" cap="flat" cmpd="sng">
                      <a:solidFill>
                        <a:srgbClr val="CCCCCC"/>
                      </a:solidFill>
                      <a:prstDash val="dot"/>
                      <a:round/>
                      <a:headEnd type="none" w="sm" len="sm"/>
                      <a:tailEnd type="none" w="sm" len="sm"/>
                    </a:lnL>
                    <a:lnR w="9525" cap="flat" cmpd="sng">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lgn="ctr">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GB" sz="1800" dirty="0">
                          <a:latin typeface="Times New Roman" panose="02020603050405020304"/>
                          <a:ea typeface="Times New Roman" panose="02020603050405020304"/>
                          <a:cs typeface="Times New Roman" panose="02020603050405020304"/>
                          <a:sym typeface="Times New Roman" panose="02020603050405020304"/>
                        </a:rPr>
                        <a:t>3 551 000</a:t>
                      </a:r>
                    </a:p>
                  </a:txBody>
                  <a:tcPr marL="28575" marR="28575" marT="91425" marB="91425" anchor="ctr">
                    <a:lnL w="9525" cap="flat" cmpd="sng">
                      <a:solidFill>
                        <a:srgbClr val="CCCCCC"/>
                      </a:solidFill>
                      <a:prstDash val="dot"/>
                      <a:round/>
                      <a:headEnd type="none" w="sm" len="sm"/>
                      <a:tailEnd type="none" w="sm" len="sm"/>
                    </a:lnL>
                    <a:lnR w="9525" cap="flat" cmpd="sng">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lgn="ctr">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GB" sz="1800" dirty="0">
                          <a:latin typeface="Times New Roman" panose="02020603050405020304"/>
                          <a:ea typeface="Times New Roman" panose="02020603050405020304"/>
                          <a:cs typeface="Times New Roman" panose="02020603050405020304"/>
                          <a:sym typeface="Times New Roman" panose="02020603050405020304"/>
                        </a:rPr>
                        <a:t>6 517 600</a:t>
                      </a:r>
                    </a:p>
                  </a:txBody>
                  <a:tcPr marL="28575" marR="28575" marT="91425" marB="91425" anchor="ctr">
                    <a:lnL w="9525" cap="flat" cmpd="sng">
                      <a:solidFill>
                        <a:srgbClr val="CCCCCC"/>
                      </a:solidFill>
                      <a:prstDash val="dot"/>
                      <a:round/>
                      <a:headEnd type="none" w="sm" len="sm"/>
                      <a:tailEnd type="none" w="sm" len="sm"/>
                    </a:lnL>
                    <a:lnR w="9525" cap="flat" cmpd="sng">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lgn="ctr">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GB" sz="180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100 %</a:t>
                      </a:r>
                    </a:p>
                  </a:txBody>
                  <a:tcPr marL="28575" marR="28575" marT="91425" marB="91425" anchor="ctr">
                    <a:lnL w="9525" cap="flat" cmpd="sng">
                      <a:solidFill>
                        <a:srgbClr val="CCCCCC"/>
                      </a:solidFill>
                      <a:prstDash val="dot"/>
                      <a:round/>
                      <a:headEnd type="none" w="sm" len="sm"/>
                      <a:tailEnd type="none" w="sm" len="sm"/>
                    </a:lnL>
                    <a:lnR w="9525" cap="flat" cmpd="sng">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lgn="ctr">
                      <a:solidFill>
                        <a:srgbClr val="CCCCCC"/>
                      </a:solidFill>
                      <a:prstDash val="dot"/>
                      <a:round/>
                      <a:headEnd type="none" w="sm" len="sm"/>
                      <a:tailEnd type="none" w="sm" len="sm"/>
                    </a:lnB>
                    <a:solidFill>
                      <a:srgbClr val="00B050"/>
                    </a:solidFill>
                  </a:tcPr>
                </a:tc>
                <a:extLst>
                  <a:ext uri="{0D108BD9-81ED-4DB2-BD59-A6C34878D82A}">
                    <a16:rowId xmlns:a16="http://schemas.microsoft.com/office/drawing/2014/main" val="10004"/>
                  </a:ext>
                </a:extLst>
              </a:tr>
              <a:tr h="554590">
                <a:tc>
                  <a:txBody>
                    <a:bodyPr/>
                    <a:lstStyle/>
                    <a:p>
                      <a:pPr marL="0" lvl="0" indent="0" algn="l" rtl="0">
                        <a:lnSpc>
                          <a:spcPct val="115000"/>
                        </a:lnSpc>
                        <a:spcBef>
                          <a:spcPts val="0"/>
                        </a:spcBef>
                        <a:spcAft>
                          <a:spcPts val="0"/>
                        </a:spcAft>
                        <a:buNone/>
                      </a:pPr>
                      <a:r>
                        <a:rPr lang="en-GB" sz="1800" b="1" dirty="0">
                          <a:latin typeface="Times New Roman" panose="02020603050405020304"/>
                          <a:ea typeface="Times New Roman" panose="02020603050405020304"/>
                          <a:cs typeface="Times New Roman" panose="02020603050405020304"/>
                          <a:sym typeface="Times New Roman" panose="02020603050405020304"/>
                        </a:rPr>
                        <a:t>BS 5L</a:t>
                      </a:r>
                    </a:p>
                  </a:txBody>
                  <a:tcPr marL="28575" marR="28575" marT="91425" marB="91425" anchor="ctr">
                    <a:lnL w="9525" cap="flat" cmpd="sng">
                      <a:solidFill>
                        <a:srgbClr val="CCCCCC"/>
                      </a:solidFill>
                      <a:prstDash val="dot"/>
                      <a:round/>
                      <a:headEnd type="none" w="sm" len="sm"/>
                      <a:tailEnd type="none" w="sm" len="sm"/>
                    </a:lnL>
                    <a:lnR w="9525" cap="flat" cmpd="sng" algn="ctr">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GB" sz="1800" dirty="0">
                          <a:latin typeface="Times New Roman" panose="02020603050405020304"/>
                          <a:ea typeface="Times New Roman" panose="02020603050405020304"/>
                          <a:cs typeface="Times New Roman" panose="02020603050405020304"/>
                          <a:sym typeface="Times New Roman" panose="02020603050405020304"/>
                        </a:rPr>
                        <a:t>1 036 612</a:t>
                      </a:r>
                    </a:p>
                  </a:txBody>
                  <a:tcPr marL="28575" marR="28575" marT="91425" marB="91425" anchor="ctr">
                    <a:lnL w="9525" cap="flat" cmpd="sng" algn="ctr">
                      <a:solidFill>
                        <a:srgbClr val="CCCCCC"/>
                      </a:solidFill>
                      <a:prstDash val="dot"/>
                      <a:round/>
                      <a:headEnd type="none" w="sm" len="sm"/>
                      <a:tailEnd type="none" w="sm" len="sm"/>
                    </a:lnL>
                    <a:lnR w="9525" cap="flat" cmpd="sng" algn="ctr">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GB" altLang="en-US" sz="1800" dirty="0">
                          <a:latin typeface="Times New Roman" panose="02020603050405020304"/>
                          <a:ea typeface="Times New Roman" panose="02020603050405020304"/>
                          <a:cs typeface="Times New Roman" panose="02020603050405020304"/>
                          <a:sym typeface="Times New Roman" panose="02020603050405020304"/>
                        </a:rPr>
                        <a:t>170 975</a:t>
                      </a:r>
                    </a:p>
                  </a:txBody>
                  <a:tcPr marL="28575" marR="28575" marT="91425" marB="91425" anchor="ctr">
                    <a:lnL w="9525" cap="flat" cmpd="sng" algn="ctr">
                      <a:solidFill>
                        <a:srgbClr val="CCCCCC"/>
                      </a:solidFill>
                      <a:prstDash val="dot"/>
                      <a:round/>
                      <a:headEnd type="none" w="sm" len="sm"/>
                      <a:tailEnd type="none" w="sm" len="sm"/>
                    </a:lnL>
                    <a:lnR w="9525" cap="flat" cmpd="sng" algn="ctr">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GB" sz="1800" dirty="0">
                          <a:latin typeface="Times New Roman" panose="02020603050405020304"/>
                          <a:ea typeface="Times New Roman" panose="02020603050405020304"/>
                          <a:cs typeface="Times New Roman" panose="02020603050405020304"/>
                          <a:sym typeface="Times New Roman" panose="02020603050405020304"/>
                        </a:rPr>
                        <a:t>857 250</a:t>
                      </a:r>
                    </a:p>
                  </a:txBody>
                  <a:tcPr marL="28575" marR="28575" marT="91425" marB="91425" anchor="ctr">
                    <a:lnL w="9525" cap="flat" cmpd="sng" algn="ctr">
                      <a:solidFill>
                        <a:srgbClr val="CCCCCC"/>
                      </a:solidFill>
                      <a:prstDash val="dot"/>
                      <a:round/>
                      <a:headEnd type="none" w="sm" len="sm"/>
                      <a:tailEnd type="none" w="sm" len="sm"/>
                    </a:lnL>
                    <a:lnR w="9525" cap="flat" cmpd="sng" algn="ctr">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GB" sz="1800" dirty="0">
                          <a:latin typeface="Times New Roman" panose="02020603050405020304"/>
                          <a:ea typeface="Times New Roman" panose="02020603050405020304"/>
                          <a:cs typeface="Times New Roman" panose="02020603050405020304"/>
                          <a:sym typeface="Times New Roman" panose="02020603050405020304"/>
                        </a:rPr>
                        <a:t>412 000</a:t>
                      </a:r>
                    </a:p>
                  </a:txBody>
                  <a:tcPr marL="28575" marR="28575" marT="91425" marB="91425" anchor="ctr">
                    <a:lnL w="9525" cap="flat" cmpd="sng" algn="ctr">
                      <a:solidFill>
                        <a:srgbClr val="CCCCCC"/>
                      </a:solidFill>
                      <a:prstDash val="dot"/>
                      <a:round/>
                      <a:headEnd type="none" w="sm" len="sm"/>
                      <a:tailEnd type="none" w="sm" len="sm"/>
                    </a:lnL>
                    <a:lnR w="9525" cap="flat" cmpd="sng" algn="ctr">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solidFill>
                        <a:srgbClr val="CCCCCC"/>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GB" sz="180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82 %</a:t>
                      </a:r>
                    </a:p>
                  </a:txBody>
                  <a:tcPr marL="28575" marR="28575" marT="91425" marB="91425" anchor="ctr">
                    <a:lnL w="9525" cap="flat" cmpd="sng" algn="ctr">
                      <a:solidFill>
                        <a:srgbClr val="CCCCCC"/>
                      </a:solidFill>
                      <a:prstDash val="dot"/>
                      <a:round/>
                      <a:headEnd type="none" w="sm" len="sm"/>
                      <a:tailEnd type="none" w="sm" len="sm"/>
                    </a:lnL>
                    <a:lnR w="9525" cap="flat" cmpd="sng">
                      <a:solidFill>
                        <a:srgbClr val="CCCCCC"/>
                      </a:solidFill>
                      <a:prstDash val="dot"/>
                      <a:round/>
                      <a:headEnd type="none" w="sm" len="sm"/>
                      <a:tailEnd type="none" w="sm" len="sm"/>
                    </a:lnR>
                    <a:lnT w="9525" cap="flat" cmpd="sng">
                      <a:solidFill>
                        <a:srgbClr val="CCCCCC"/>
                      </a:solidFill>
                      <a:prstDash val="dot"/>
                      <a:round/>
                      <a:headEnd type="none" w="sm" len="sm"/>
                      <a:tailEnd type="none" w="sm" len="sm"/>
                    </a:lnT>
                    <a:lnB w="9525" cap="flat" cmpd="sng">
                      <a:solidFill>
                        <a:srgbClr val="CCCCCC"/>
                      </a:solidFill>
                      <a:prstDash val="dot"/>
                      <a:round/>
                      <a:headEnd type="none" w="sm" len="sm"/>
                      <a:tailEnd type="none" w="sm" len="sm"/>
                    </a:lnB>
                    <a:solidFill>
                      <a:srgbClr val="FFC000"/>
                    </a:solidFill>
                  </a:tcPr>
                </a:tc>
                <a:extLst>
                  <a:ext uri="{0D108BD9-81ED-4DB2-BD59-A6C34878D82A}">
                    <a16:rowId xmlns:a16="http://schemas.microsoft.com/office/drawing/2014/main" val="10005"/>
                  </a:ext>
                </a:extLst>
              </a:tr>
            </a:tbl>
          </a:graphicData>
        </a:graphic>
      </p:graphicFrame>
      <p:sp>
        <p:nvSpPr>
          <p:cNvPr id="4" name="Zone de texte 3"/>
          <p:cNvSpPr txBox="1"/>
          <p:nvPr/>
        </p:nvSpPr>
        <p:spPr>
          <a:xfrm>
            <a:off x="3761926" y="931695"/>
            <a:ext cx="5005556" cy="523220"/>
          </a:xfrm>
          <a:prstGeom prst="rect">
            <a:avLst/>
          </a:prstGeom>
          <a:noFill/>
        </p:spPr>
        <p:txBody>
          <a:bodyPr wrap="square" rtlCol="0">
            <a:spAutoFit/>
          </a:bodyPr>
          <a:lstStyle/>
          <a:p>
            <a:r>
              <a:rPr lang="fr-FR" altLang="en-US" sz="2800" dirty="0">
                <a:latin typeface="Times New Roman" panose="02020603050405020304" pitchFamily="18" charset="0"/>
                <a:cs typeface="Times New Roman" panose="02020603050405020304" pitchFamily="18" charset="0"/>
              </a:rPr>
              <a:t>Seringues &amp; Boite de sécurité</a:t>
            </a:r>
          </a:p>
        </p:txBody>
      </p:sp>
      <p:sp>
        <p:nvSpPr>
          <p:cNvPr id="5" name="Rectangle 4">
            <a:extLst>
              <a:ext uri="{FF2B5EF4-FFF2-40B4-BE49-F238E27FC236}">
                <a16:creationId xmlns:a16="http://schemas.microsoft.com/office/drawing/2014/main" id="{78E3178A-D3B6-18D3-BAFF-6B406D1DEC01}"/>
              </a:ext>
            </a:extLst>
          </p:cNvPr>
          <p:cNvSpPr/>
          <p:nvPr/>
        </p:nvSpPr>
        <p:spPr>
          <a:xfrm>
            <a:off x="286872" y="5880847"/>
            <a:ext cx="11815482" cy="510988"/>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marL="285750" indent="-285750">
              <a:buFont typeface="Wingdings" panose="05000000000000000000" pitchFamily="2" charset="2"/>
              <a:buChar char="q"/>
            </a:pPr>
            <a:r>
              <a:rPr lang="fr-FR" sz="1600" dirty="0">
                <a:latin typeface="Times New Roman" panose="02020603050405020304" pitchFamily="18" charset="0"/>
                <a:cs typeface="Times New Roman" panose="02020603050405020304" pitchFamily="18" charset="0"/>
              </a:rPr>
              <a:t>Bonne satisfaction en matériels d’injection </a:t>
            </a:r>
          </a:p>
          <a:p>
            <a:pPr marL="285750" indent="-285750">
              <a:buFont typeface="Wingdings" panose="05000000000000000000" pitchFamily="2" charset="2"/>
              <a:buChar char="q"/>
            </a:pPr>
            <a:r>
              <a:rPr lang="fr-FR" sz="1600" dirty="0">
                <a:latin typeface="Times New Roman" panose="02020603050405020304" pitchFamily="18" charset="0"/>
                <a:cs typeface="Times New Roman" panose="02020603050405020304" pitchFamily="18" charset="0"/>
              </a:rPr>
              <a:t>dernier arrivage de réceptacle en cours de réception</a:t>
            </a:r>
          </a:p>
        </p:txBody>
      </p:sp>
      <p:pic>
        <p:nvPicPr>
          <p:cNvPr id="7" name="Image 6">
            <a:extLst>
              <a:ext uri="{FF2B5EF4-FFF2-40B4-BE49-F238E27FC236}">
                <a16:creationId xmlns:a16="http://schemas.microsoft.com/office/drawing/2014/main" id="{F376E391-4D52-1226-9770-28209ADF0133}"/>
              </a:ext>
            </a:extLst>
          </p:cNvPr>
          <p:cNvPicPr>
            <a:picLocks noChangeAspect="1"/>
          </p:cNvPicPr>
          <p:nvPr/>
        </p:nvPicPr>
        <p:blipFill>
          <a:blip r:embed="rId4"/>
          <a:stretch>
            <a:fillRect/>
          </a:stretch>
        </p:blipFill>
        <p:spPr>
          <a:xfrm>
            <a:off x="7074048" y="6534150"/>
            <a:ext cx="4937217" cy="22523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17"/>
        <p:cNvGrpSpPr/>
        <p:nvPr/>
      </p:nvGrpSpPr>
      <p:grpSpPr>
        <a:xfrm>
          <a:off x="0" y="0"/>
          <a:ext cx="0" cy="0"/>
          <a:chOff x="0" y="0"/>
          <a:chExt cx="0" cy="0"/>
        </a:xfrm>
      </p:grpSpPr>
      <p:sp>
        <p:nvSpPr>
          <p:cNvPr id="1518" name="Google Shape;1518;p15"/>
          <p:cNvSpPr txBox="1"/>
          <p:nvPr/>
        </p:nvSpPr>
        <p:spPr>
          <a:xfrm>
            <a:off x="458592" y="317941"/>
            <a:ext cx="11274800" cy="731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200"/>
              <a:buFont typeface="Arial" panose="020B0604020202020204"/>
              <a:buNone/>
            </a:pPr>
            <a:r>
              <a:rPr lang="en-GB" sz="2935" b="1" dirty="0" err="1">
                <a:solidFill>
                  <a:srgbClr val="0070C0"/>
                </a:solidFill>
                <a:latin typeface="Times New Roman" panose="02020603050405020304"/>
                <a:ea typeface="Times New Roman" panose="02020603050405020304"/>
                <a:cs typeface="Times New Roman" panose="02020603050405020304"/>
                <a:sym typeface="Times New Roman" panose="02020603050405020304"/>
              </a:rPr>
              <a:t>D</a:t>
            </a:r>
            <a:r>
              <a:rPr lang="en-GB" sz="2935" b="1" i="0" u="none" strike="noStrike" cap="none" dirty="0" err="1">
                <a:solidFill>
                  <a:srgbClr val="0070C0"/>
                </a:solidFill>
                <a:latin typeface="Times New Roman" panose="02020603050405020304"/>
                <a:ea typeface="Times New Roman" panose="02020603050405020304"/>
                <a:cs typeface="Times New Roman" panose="02020603050405020304"/>
                <a:sym typeface="Times New Roman" panose="02020603050405020304"/>
              </a:rPr>
              <a:t>isponibilité</a:t>
            </a:r>
            <a:r>
              <a:rPr lang="en-GB"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 des vaccins et </a:t>
            </a:r>
            <a:r>
              <a:rPr lang="en-GB" sz="2935" b="1" i="0" u="none" strike="noStrike" cap="none" dirty="0" err="1">
                <a:solidFill>
                  <a:srgbClr val="0070C0"/>
                </a:solidFill>
                <a:latin typeface="Times New Roman" panose="02020603050405020304"/>
                <a:ea typeface="Times New Roman" panose="02020603050405020304"/>
                <a:cs typeface="Times New Roman" panose="02020603050405020304"/>
                <a:sym typeface="Times New Roman" panose="02020603050405020304"/>
              </a:rPr>
              <a:t>seringues</a:t>
            </a:r>
            <a:r>
              <a:rPr lang="en-GB"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 au Hub Central </a:t>
            </a:r>
            <a:r>
              <a:rPr lang="fr-FR" altLang="en-GB"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en </a:t>
            </a:r>
            <a:r>
              <a:rPr lang="en-GB"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202</a:t>
            </a:r>
            <a:r>
              <a:rPr lang="fr-FR" altLang="en-GB"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5</a:t>
            </a:r>
          </a:p>
        </p:txBody>
      </p:sp>
      <p:sp>
        <p:nvSpPr>
          <p:cNvPr id="1519" name="Google Shape;1519;p15"/>
          <p:cNvSpPr/>
          <p:nvPr/>
        </p:nvSpPr>
        <p:spPr>
          <a:xfrm>
            <a:off x="0" y="272241"/>
            <a:ext cx="235600" cy="655200"/>
          </a:xfrm>
          <a:prstGeom prst="rect">
            <a:avLst/>
          </a:prstGeom>
          <a:solidFill>
            <a:srgbClr val="0070C0"/>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865"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85" name="Google Shape;1585;p15"/>
          <p:cNvSpPr/>
          <p:nvPr/>
        </p:nvSpPr>
        <p:spPr>
          <a:xfrm>
            <a:off x="98614" y="5737411"/>
            <a:ext cx="11976844" cy="802648"/>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121900" tIns="60933" rIns="121900" bIns="60933" anchor="ctr" anchorCtr="0">
            <a:noAutofit/>
          </a:bodyPr>
          <a:lstStyle/>
          <a:p>
            <a:pPr marL="285750" marR="0" lvl="0" indent="-292100" algn="l" rtl="0">
              <a:lnSpc>
                <a:spcPct val="100000"/>
              </a:lnSpc>
              <a:spcBef>
                <a:spcPts val="0"/>
              </a:spcBef>
              <a:spcAft>
                <a:spcPts val="0"/>
              </a:spcAft>
              <a:buClr>
                <a:schemeClr val="dk1"/>
              </a:buClr>
              <a:buSzPts val="1200"/>
              <a:buFont typeface="Times New Roman" panose="02020603050405020304"/>
              <a:buChar char="•"/>
            </a:pPr>
            <a:r>
              <a:rPr lang="en-GB" dirty="0">
                <a:solidFill>
                  <a:schemeClr val="dk1"/>
                </a:solidFill>
                <a:latin typeface="Times New Roman" panose="02020603050405020304"/>
                <a:ea typeface="Times New Roman" panose="02020603050405020304"/>
                <a:cs typeface="Times New Roman" panose="02020603050405020304"/>
                <a:sym typeface="Times New Roman" panose="02020603050405020304"/>
              </a:rPr>
              <a:t>Des ruptures enregistrées </a:t>
            </a:r>
            <a:r>
              <a:rPr lang="en-GB"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en</a:t>
            </a:r>
            <a:r>
              <a:rPr lang="en-GB"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VAA et PCV-13 ;</a:t>
            </a:r>
          </a:p>
          <a:p>
            <a:pPr marL="285750" marR="0" lvl="0" indent="-292100" algn="l" rtl="0">
              <a:lnSpc>
                <a:spcPct val="100000"/>
              </a:lnSpc>
              <a:spcBef>
                <a:spcPts val="0"/>
              </a:spcBef>
              <a:spcAft>
                <a:spcPts val="0"/>
              </a:spcAft>
              <a:buClr>
                <a:schemeClr val="dk1"/>
              </a:buClr>
              <a:buSzPts val="1200"/>
              <a:buFont typeface="Times New Roman" panose="02020603050405020304"/>
              <a:buChar char="•"/>
            </a:pPr>
            <a:r>
              <a:rPr lang="en-GB" dirty="0">
                <a:solidFill>
                  <a:schemeClr val="dk1"/>
                </a:solidFill>
                <a:latin typeface="Times New Roman" panose="02020603050405020304"/>
                <a:ea typeface="Times New Roman" panose="02020603050405020304"/>
                <a:cs typeface="Times New Roman" panose="02020603050405020304"/>
                <a:sym typeface="Times New Roman" panose="02020603050405020304"/>
              </a:rPr>
              <a:t>Switch Rota</a:t>
            </a:r>
          </a:p>
          <a:p>
            <a:pPr marL="285750" marR="0" lvl="0" indent="-292100" algn="l" rtl="0">
              <a:lnSpc>
                <a:spcPct val="100000"/>
              </a:lnSpc>
              <a:spcBef>
                <a:spcPts val="0"/>
              </a:spcBef>
              <a:spcAft>
                <a:spcPts val="0"/>
              </a:spcAft>
              <a:buClr>
                <a:schemeClr val="dk1"/>
              </a:buClr>
              <a:buSzPts val="1200"/>
              <a:buFont typeface="Times New Roman" panose="02020603050405020304"/>
              <a:buChar char="•"/>
            </a:pPr>
            <a:r>
              <a:rPr lang="en-GB"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Utilisation des </a:t>
            </a:r>
            <a:r>
              <a:rPr lang="en-GB" i="0" u="none" strike="noStrike" cap="none"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quantités</a:t>
            </a:r>
            <a:r>
              <a:rPr lang="en-GB"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des AVS et BCU pour </a:t>
            </a:r>
            <a:r>
              <a:rPr lang="en-GB" i="0" u="none" strike="noStrike" cap="none"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satisfaire</a:t>
            </a:r>
            <a:r>
              <a:rPr lang="en-GB"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les </a:t>
            </a:r>
            <a:r>
              <a:rPr lang="en-GB" i="0" u="none" strike="noStrike" cap="none"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commandes</a:t>
            </a:r>
            <a:r>
              <a:rPr lang="en-GB"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d</a:t>
            </a:r>
            <a:r>
              <a:rPr lang="en-GB" dirty="0">
                <a:solidFill>
                  <a:schemeClr val="dk1"/>
                </a:solidFill>
                <a:latin typeface="Times New Roman" panose="02020603050405020304"/>
                <a:ea typeface="Times New Roman" panose="02020603050405020304"/>
                <a:cs typeface="Times New Roman" panose="02020603050405020304"/>
                <a:sym typeface="Times New Roman" panose="02020603050405020304"/>
              </a:rPr>
              <a:t>es </a:t>
            </a:r>
            <a:r>
              <a:rPr lang="en-GB"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antennes</a:t>
            </a:r>
            <a:r>
              <a:rPr lang="en-GB"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89" name="Google Shape;1589;p15"/>
          <p:cNvSpPr/>
          <p:nvPr/>
        </p:nvSpPr>
        <p:spPr>
          <a:xfrm>
            <a:off x="4142067" y="7201567"/>
            <a:ext cx="235600" cy="192000"/>
          </a:xfrm>
          <a:prstGeom prst="rect">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lvl="0" indent="0" algn="ctr" rtl="0">
              <a:spcBef>
                <a:spcPts val="0"/>
              </a:spcBef>
              <a:spcAft>
                <a:spcPts val="0"/>
              </a:spcAft>
              <a:buNone/>
            </a:pPr>
            <a:endParaRPr sz="1865"/>
          </a:p>
        </p:txBody>
      </p:sp>
      <p:cxnSp>
        <p:nvCxnSpPr>
          <p:cNvPr id="223" name="Google Shape;223;p16"/>
          <p:cNvCxnSpPr/>
          <p:nvPr/>
        </p:nvCxnSpPr>
        <p:spPr>
          <a:xfrm>
            <a:off x="267700" y="6585759"/>
            <a:ext cx="11640400" cy="0"/>
          </a:xfrm>
          <a:prstGeom prst="straightConnector1">
            <a:avLst/>
          </a:prstGeom>
          <a:noFill/>
          <a:ln w="9525" cap="flat" cmpd="sng">
            <a:solidFill>
              <a:srgbClr val="9E9E9E"/>
            </a:solidFill>
            <a:prstDash val="solid"/>
            <a:round/>
            <a:headEnd type="none" w="med" len="med"/>
            <a:tailEnd type="none" w="med" len="med"/>
          </a:ln>
        </p:spPr>
      </p:cxnSp>
      <p:sp>
        <p:nvSpPr>
          <p:cNvPr id="224" name="Google Shape;224;p16"/>
          <p:cNvSpPr txBox="1"/>
          <p:nvPr/>
        </p:nvSpPr>
        <p:spPr>
          <a:xfrm>
            <a:off x="267700" y="6492843"/>
            <a:ext cx="11414800" cy="18415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graphicFrame>
        <p:nvGraphicFramePr>
          <p:cNvPr id="2" name="Chart 1">
            <a:extLst>
              <a:ext uri="{FF2B5EF4-FFF2-40B4-BE49-F238E27FC236}">
                <a16:creationId xmlns:a16="http://schemas.microsoft.com/office/drawing/2014/main" id="{994FA9B1-1165-48F8-96D6-62859C333B43}"/>
              </a:ext>
            </a:extLst>
          </p:cNvPr>
          <p:cNvGraphicFramePr>
            <a:graphicFrameLocks/>
          </p:cNvGraphicFramePr>
          <p:nvPr>
            <p:extLst>
              <p:ext uri="{D42A27DB-BD31-4B8C-83A1-F6EECF244321}">
                <p14:modId xmlns:p14="http://schemas.microsoft.com/office/powerpoint/2010/main" val="793564413"/>
              </p:ext>
            </p:extLst>
          </p:nvPr>
        </p:nvGraphicFramePr>
        <p:xfrm>
          <a:off x="87511" y="1081110"/>
          <a:ext cx="6609123" cy="449493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 name="Chart 2">
            <a:extLst>
              <a:ext uri="{FF2B5EF4-FFF2-40B4-BE49-F238E27FC236}">
                <a16:creationId xmlns:a16="http://schemas.microsoft.com/office/drawing/2014/main" id="{BB1E2577-97C7-46A6-BA22-C2766E80FFF1}"/>
              </a:ext>
            </a:extLst>
          </p:cNvPr>
          <p:cNvGraphicFramePr>
            <a:graphicFrameLocks/>
          </p:cNvGraphicFramePr>
          <p:nvPr>
            <p:extLst>
              <p:ext uri="{D42A27DB-BD31-4B8C-83A1-F6EECF244321}">
                <p14:modId xmlns:p14="http://schemas.microsoft.com/office/powerpoint/2010/main" val="17272409"/>
              </p:ext>
            </p:extLst>
          </p:nvPr>
        </p:nvGraphicFramePr>
        <p:xfrm>
          <a:off x="6831105" y="1082471"/>
          <a:ext cx="5244353" cy="452047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47"/>
          <p:cNvSpPr txBox="1"/>
          <p:nvPr/>
        </p:nvSpPr>
        <p:spPr>
          <a:xfrm>
            <a:off x="458592" y="317942"/>
            <a:ext cx="11266683" cy="482159"/>
          </a:xfrm>
          <a:prstGeom prst="rect">
            <a:avLst/>
          </a:prstGeom>
          <a:noFill/>
          <a:ln>
            <a:noFill/>
          </a:ln>
        </p:spPr>
        <p:txBody>
          <a:bodyPr spcFirstLastPara="1" wrap="square" lIns="0" tIns="0" rIns="0" bIns="0" anchor="t" anchorCtr="0">
            <a:noAutofit/>
          </a:bodyPr>
          <a:lstStyle/>
          <a:p>
            <a:r>
              <a:rPr lang="en-GB" sz="2933" b="1" dirty="0">
                <a:solidFill>
                  <a:srgbClr val="0070C0"/>
                </a:solidFill>
                <a:latin typeface="Times New Roman"/>
                <a:ea typeface="Times New Roman"/>
                <a:cs typeface="Times New Roman"/>
                <a:sym typeface="Times New Roman"/>
              </a:rPr>
              <a:t>Ruptures de stocks </a:t>
            </a:r>
            <a:r>
              <a:rPr lang="en-GB" sz="2933" b="1" dirty="0" err="1">
                <a:solidFill>
                  <a:srgbClr val="0070C0"/>
                </a:solidFill>
                <a:latin typeface="Times New Roman"/>
                <a:ea typeface="Times New Roman"/>
                <a:cs typeface="Times New Roman"/>
                <a:sym typeface="Times New Roman"/>
              </a:rPr>
              <a:t>en</a:t>
            </a:r>
            <a:r>
              <a:rPr lang="en-GB" sz="2933" b="1" dirty="0">
                <a:solidFill>
                  <a:srgbClr val="0070C0"/>
                </a:solidFill>
                <a:latin typeface="Times New Roman"/>
                <a:ea typeface="Times New Roman"/>
                <a:cs typeface="Times New Roman"/>
                <a:sym typeface="Times New Roman"/>
              </a:rPr>
              <a:t> provinces </a:t>
            </a:r>
            <a:r>
              <a:rPr lang="en-GB" sz="2933" b="1" dirty="0" err="1">
                <a:solidFill>
                  <a:srgbClr val="0070C0"/>
                </a:solidFill>
                <a:latin typeface="Times New Roman"/>
                <a:ea typeface="Times New Roman"/>
                <a:cs typeface="Times New Roman"/>
                <a:sym typeface="Times New Roman"/>
              </a:rPr>
              <a:t>janv-nov</a:t>
            </a:r>
            <a:r>
              <a:rPr lang="en-GB" sz="2933" b="1" dirty="0">
                <a:solidFill>
                  <a:srgbClr val="0070C0"/>
                </a:solidFill>
                <a:latin typeface="Times New Roman"/>
                <a:ea typeface="Times New Roman"/>
                <a:cs typeface="Times New Roman"/>
                <a:sym typeface="Times New Roman"/>
              </a:rPr>
              <a:t> 2025</a:t>
            </a:r>
            <a:endParaRPr sz="2933" dirty="0">
              <a:solidFill>
                <a:srgbClr val="0070C0"/>
              </a:solidFill>
              <a:latin typeface="Times New Roman"/>
              <a:ea typeface="Times New Roman"/>
              <a:cs typeface="Times New Roman"/>
              <a:sym typeface="Times New Roman"/>
            </a:endParaRPr>
          </a:p>
        </p:txBody>
      </p:sp>
      <p:sp>
        <p:nvSpPr>
          <p:cNvPr id="343" name="Google Shape;343;p47"/>
          <p:cNvSpPr/>
          <p:nvPr/>
        </p:nvSpPr>
        <p:spPr>
          <a:xfrm>
            <a:off x="0" y="272241"/>
            <a:ext cx="235600" cy="655200"/>
          </a:xfrm>
          <a:prstGeom prst="rect">
            <a:avLst/>
          </a:prstGeom>
          <a:solidFill>
            <a:srgbClr val="0070C0"/>
          </a:solidFill>
          <a:ln>
            <a:noFill/>
          </a:ln>
        </p:spPr>
        <p:txBody>
          <a:bodyPr spcFirstLastPara="1" wrap="square" lIns="91400" tIns="91400" rIns="91400" bIns="91400" anchor="ctr" anchorCtr="0">
            <a:noAutofit/>
          </a:bodyPr>
          <a:lstStyle/>
          <a:p>
            <a:endParaRPr sz="1867">
              <a:solidFill>
                <a:schemeClr val="dk1"/>
              </a:solidFill>
              <a:latin typeface="Times New Roman"/>
              <a:ea typeface="Times New Roman"/>
              <a:cs typeface="Times New Roman"/>
              <a:sym typeface="Times New Roman"/>
            </a:endParaRPr>
          </a:p>
        </p:txBody>
      </p:sp>
      <p:sp>
        <p:nvSpPr>
          <p:cNvPr id="417" name="Google Shape;417;p47"/>
          <p:cNvSpPr/>
          <p:nvPr/>
        </p:nvSpPr>
        <p:spPr>
          <a:xfrm>
            <a:off x="37236" y="1011091"/>
            <a:ext cx="619720" cy="431421"/>
          </a:xfrm>
          <a:prstGeom prst="roundRect">
            <a:avLst>
              <a:gd name="adj" fmla="val 16667"/>
            </a:avLst>
          </a:prstGeom>
          <a:solidFill>
            <a:schemeClr val="lt1"/>
          </a:solidFill>
          <a:ln>
            <a:noFill/>
          </a:ln>
        </p:spPr>
        <p:txBody>
          <a:bodyPr spcFirstLastPara="1" wrap="square" lIns="121900" tIns="60933" rIns="121900" bIns="60933" anchor="ctr" anchorCtr="0">
            <a:noAutofit/>
          </a:bodyPr>
          <a:lstStyle/>
          <a:p>
            <a:pPr algn="ctr"/>
            <a:r>
              <a:rPr lang="en-GB" sz="1067" b="1">
                <a:solidFill>
                  <a:schemeClr val="dk1"/>
                </a:solidFill>
                <a:latin typeface="Times New Roman"/>
                <a:ea typeface="Times New Roman"/>
                <a:cs typeface="Times New Roman"/>
                <a:sym typeface="Times New Roman"/>
              </a:rPr>
              <a:t>BCG</a:t>
            </a:r>
            <a:endParaRPr sz="2400"/>
          </a:p>
        </p:txBody>
      </p:sp>
      <p:sp>
        <p:nvSpPr>
          <p:cNvPr id="418" name="Google Shape;418;p47"/>
          <p:cNvSpPr/>
          <p:nvPr/>
        </p:nvSpPr>
        <p:spPr>
          <a:xfrm>
            <a:off x="4193474" y="927443"/>
            <a:ext cx="746513" cy="431421"/>
          </a:xfrm>
          <a:prstGeom prst="roundRect">
            <a:avLst>
              <a:gd name="adj" fmla="val 16667"/>
            </a:avLst>
          </a:prstGeom>
          <a:solidFill>
            <a:schemeClr val="lt1"/>
          </a:solidFill>
          <a:ln>
            <a:noFill/>
          </a:ln>
        </p:spPr>
        <p:txBody>
          <a:bodyPr spcFirstLastPara="1" wrap="square" lIns="121900" tIns="60933" rIns="121900" bIns="60933" anchor="ctr" anchorCtr="0">
            <a:noAutofit/>
          </a:bodyPr>
          <a:lstStyle/>
          <a:p>
            <a:pPr algn="ctr"/>
            <a:r>
              <a:rPr lang="en-GB" sz="1067" b="1">
                <a:solidFill>
                  <a:schemeClr val="dk1"/>
                </a:solidFill>
                <a:latin typeface="Times New Roman"/>
                <a:ea typeface="Times New Roman"/>
                <a:cs typeface="Times New Roman"/>
                <a:sym typeface="Times New Roman"/>
              </a:rPr>
              <a:t>VPOb</a:t>
            </a:r>
            <a:endParaRPr sz="1067" b="1">
              <a:solidFill>
                <a:schemeClr val="dk1"/>
              </a:solidFill>
              <a:latin typeface="Times New Roman"/>
              <a:ea typeface="Times New Roman"/>
              <a:cs typeface="Times New Roman"/>
              <a:sym typeface="Times New Roman"/>
            </a:endParaRPr>
          </a:p>
        </p:txBody>
      </p:sp>
      <p:sp>
        <p:nvSpPr>
          <p:cNvPr id="419" name="Google Shape;419;p47"/>
          <p:cNvSpPr/>
          <p:nvPr/>
        </p:nvSpPr>
        <p:spPr>
          <a:xfrm>
            <a:off x="8488584" y="927443"/>
            <a:ext cx="855483" cy="431421"/>
          </a:xfrm>
          <a:prstGeom prst="roundRect">
            <a:avLst>
              <a:gd name="adj" fmla="val 16667"/>
            </a:avLst>
          </a:prstGeom>
          <a:solidFill>
            <a:schemeClr val="lt1"/>
          </a:solidFill>
          <a:ln>
            <a:noFill/>
          </a:ln>
        </p:spPr>
        <p:txBody>
          <a:bodyPr spcFirstLastPara="1" wrap="square" lIns="121900" tIns="60933" rIns="121900" bIns="60933" anchor="ctr" anchorCtr="0">
            <a:noAutofit/>
          </a:bodyPr>
          <a:lstStyle/>
          <a:p>
            <a:pPr algn="ctr"/>
            <a:r>
              <a:rPr lang="en-GB" sz="1067" b="1">
                <a:solidFill>
                  <a:schemeClr val="dk1"/>
                </a:solidFill>
                <a:latin typeface="Times New Roman"/>
                <a:ea typeface="Times New Roman"/>
                <a:cs typeface="Times New Roman"/>
                <a:sym typeface="Times New Roman"/>
              </a:rPr>
              <a:t>PENTA</a:t>
            </a:r>
            <a:endParaRPr sz="2400"/>
          </a:p>
        </p:txBody>
      </p:sp>
      <p:sp>
        <p:nvSpPr>
          <p:cNvPr id="420" name="Google Shape;420;p47"/>
          <p:cNvSpPr/>
          <p:nvPr/>
        </p:nvSpPr>
        <p:spPr>
          <a:xfrm>
            <a:off x="7202008" y="3588452"/>
            <a:ext cx="855483" cy="431421"/>
          </a:xfrm>
          <a:prstGeom prst="roundRect">
            <a:avLst>
              <a:gd name="adj" fmla="val 16667"/>
            </a:avLst>
          </a:prstGeom>
          <a:solidFill>
            <a:schemeClr val="lt1"/>
          </a:solidFill>
          <a:ln>
            <a:noFill/>
          </a:ln>
        </p:spPr>
        <p:txBody>
          <a:bodyPr spcFirstLastPara="1" wrap="square" lIns="121900" tIns="60933" rIns="121900" bIns="60933" anchor="ctr" anchorCtr="0">
            <a:noAutofit/>
          </a:bodyPr>
          <a:lstStyle/>
          <a:p>
            <a:pPr algn="ctr"/>
            <a:r>
              <a:rPr lang="en-GB" sz="1067" b="1">
                <a:solidFill>
                  <a:schemeClr val="dk1"/>
                </a:solidFill>
                <a:latin typeface="Times New Roman"/>
                <a:ea typeface="Times New Roman"/>
                <a:cs typeface="Times New Roman"/>
                <a:sym typeface="Times New Roman"/>
              </a:rPr>
              <a:t>VPI</a:t>
            </a:r>
            <a:endParaRPr sz="2400"/>
          </a:p>
        </p:txBody>
      </p:sp>
      <p:sp>
        <p:nvSpPr>
          <p:cNvPr id="421" name="Google Shape;421;p47"/>
          <p:cNvSpPr/>
          <p:nvPr/>
        </p:nvSpPr>
        <p:spPr>
          <a:xfrm>
            <a:off x="2664858" y="3893962"/>
            <a:ext cx="746513" cy="431421"/>
          </a:xfrm>
          <a:prstGeom prst="roundRect">
            <a:avLst>
              <a:gd name="adj" fmla="val 16667"/>
            </a:avLst>
          </a:prstGeom>
          <a:solidFill>
            <a:schemeClr val="lt1"/>
          </a:solidFill>
          <a:ln>
            <a:noFill/>
          </a:ln>
        </p:spPr>
        <p:txBody>
          <a:bodyPr spcFirstLastPara="1" wrap="square" lIns="121900" tIns="60933" rIns="121900" bIns="60933" anchor="ctr" anchorCtr="0">
            <a:noAutofit/>
          </a:bodyPr>
          <a:lstStyle/>
          <a:p>
            <a:pPr algn="ctr"/>
            <a:r>
              <a:rPr lang="en-GB" sz="1067" b="1">
                <a:solidFill>
                  <a:schemeClr val="dk1"/>
                </a:solidFill>
                <a:latin typeface="Times New Roman"/>
                <a:ea typeface="Times New Roman"/>
                <a:cs typeface="Times New Roman"/>
                <a:sym typeface="Times New Roman"/>
              </a:rPr>
              <a:t>PCV-13</a:t>
            </a:r>
            <a:endParaRPr sz="2400"/>
          </a:p>
        </p:txBody>
      </p:sp>
      <p:sp>
        <p:nvSpPr>
          <p:cNvPr id="422" name="Google Shape;422;p47"/>
          <p:cNvSpPr/>
          <p:nvPr/>
        </p:nvSpPr>
        <p:spPr>
          <a:xfrm>
            <a:off x="11552164" y="77475"/>
            <a:ext cx="602584" cy="389535"/>
          </a:xfrm>
          <a:prstGeom prst="ellipse">
            <a:avLst/>
          </a:prstGeom>
          <a:solidFill>
            <a:srgbClr val="0070C0"/>
          </a:solidFill>
          <a:ln>
            <a:noFill/>
          </a:ln>
        </p:spPr>
        <p:txBody>
          <a:bodyPr spcFirstLastPara="1" wrap="square" lIns="121900" tIns="60933" rIns="121900" bIns="60933" anchor="ctr" anchorCtr="0">
            <a:noAutofit/>
          </a:bodyPr>
          <a:lstStyle/>
          <a:p>
            <a:pPr algn="ctr"/>
            <a:r>
              <a:rPr lang="en-GB" sz="1467">
                <a:solidFill>
                  <a:schemeClr val="lt1"/>
                </a:solidFill>
                <a:latin typeface="Times New Roman"/>
                <a:ea typeface="Times New Roman"/>
                <a:cs typeface="Times New Roman"/>
                <a:sym typeface="Times New Roman"/>
              </a:rPr>
              <a:t>1</a:t>
            </a:r>
            <a:endParaRPr sz="2400">
              <a:solidFill>
                <a:schemeClr val="lt1"/>
              </a:solidFill>
              <a:latin typeface="Times New Roman"/>
              <a:ea typeface="Times New Roman"/>
              <a:cs typeface="Times New Roman"/>
              <a:sym typeface="Times New Roman"/>
            </a:endParaRPr>
          </a:p>
        </p:txBody>
      </p:sp>
      <p:sp>
        <p:nvSpPr>
          <p:cNvPr id="428" name="Google Shape;428;p47"/>
          <p:cNvSpPr/>
          <p:nvPr/>
        </p:nvSpPr>
        <p:spPr>
          <a:xfrm>
            <a:off x="19050" y="4419600"/>
            <a:ext cx="2343151" cy="2409825"/>
          </a:xfrm>
          <a:prstGeom prst="rect">
            <a:avLst/>
          </a:prstGeom>
          <a:solidFill>
            <a:schemeClr val="accent2">
              <a:lumMod val="10000"/>
              <a:lumOff val="90000"/>
            </a:schemeClr>
          </a:solidFill>
          <a:ln w="9525" cap="flat" cmpd="sng">
            <a:solidFill>
              <a:schemeClr val="dk2"/>
            </a:solidFill>
            <a:prstDash val="solid"/>
            <a:round/>
            <a:headEnd type="none" w="sm" len="sm"/>
            <a:tailEnd type="none" w="sm" len="sm"/>
          </a:ln>
        </p:spPr>
        <p:txBody>
          <a:bodyPr spcFirstLastPara="1" wrap="square" lIns="121900" tIns="121900" rIns="121900" bIns="121900" anchor="t" anchorCtr="0">
            <a:noAutofit/>
          </a:bodyPr>
          <a:lstStyle/>
          <a:p>
            <a:pPr marL="380990" indent="-380990">
              <a:buFont typeface="Wingdings" panose="05000000000000000000" pitchFamily="2" charset="2"/>
              <a:buChar char="q"/>
            </a:pPr>
            <a:r>
              <a:rPr lang="fr-FR" sz="1467" dirty="0">
                <a:latin typeface="Times New Roman" panose="02020603050405020304" pitchFamily="18" charset="0"/>
                <a:cs typeface="Times New Roman" panose="02020603050405020304" pitchFamily="18" charset="0"/>
              </a:rPr>
              <a:t>Plus de 95% des ruptures sont dues au retard des approvisionnements ;</a:t>
            </a:r>
          </a:p>
          <a:p>
            <a:pPr marL="380990" indent="-380990">
              <a:buFont typeface="Wingdings" panose="05000000000000000000" pitchFamily="2" charset="2"/>
              <a:buChar char="q"/>
            </a:pPr>
            <a:r>
              <a:rPr lang="fr-FR" sz="1467" dirty="0">
                <a:latin typeface="Times New Roman" panose="02020603050405020304" pitchFamily="18" charset="0"/>
                <a:cs typeface="Times New Roman" panose="02020603050405020304" pitchFamily="18" charset="0"/>
              </a:rPr>
              <a:t>Plus 60% des ZS n’ont pas été impacté par les antennes ;</a:t>
            </a:r>
          </a:p>
          <a:p>
            <a:pPr marL="380990" indent="-380990">
              <a:buFont typeface="Wingdings" panose="05000000000000000000" pitchFamily="2" charset="2"/>
              <a:buChar char="q"/>
            </a:pPr>
            <a:r>
              <a:rPr lang="fr-FR" sz="1467" dirty="0">
                <a:latin typeface="Times New Roman" panose="02020603050405020304" pitchFamily="18" charset="0"/>
                <a:cs typeface="Times New Roman" panose="02020603050405020304" pitchFamily="18" charset="0"/>
              </a:rPr>
              <a:t>L’antenne avec plus d’antigène et jour de rupture BOKUNGU.</a:t>
            </a:r>
            <a:endParaRPr sz="1467" dirty="0">
              <a:latin typeface="Times New Roman" panose="02020603050405020304" pitchFamily="18" charset="0"/>
              <a:cs typeface="Times New Roman" panose="02020603050405020304" pitchFamily="18" charset="0"/>
            </a:endParaRPr>
          </a:p>
        </p:txBody>
      </p:sp>
      <p:pic>
        <p:nvPicPr>
          <p:cNvPr id="4" name="Image 3">
            <a:extLst>
              <a:ext uri="{FF2B5EF4-FFF2-40B4-BE49-F238E27FC236}">
                <a16:creationId xmlns:a16="http://schemas.microsoft.com/office/drawing/2014/main" id="{51241AE6-A532-569F-31E3-4D8EB6AD713B}"/>
              </a:ext>
            </a:extLst>
          </p:cNvPr>
          <p:cNvPicPr>
            <a:picLocks noChangeAspect="1"/>
          </p:cNvPicPr>
          <p:nvPr/>
        </p:nvPicPr>
        <p:blipFill>
          <a:blip r:embed="rId3"/>
          <a:stretch>
            <a:fillRect/>
          </a:stretch>
        </p:blipFill>
        <p:spPr>
          <a:xfrm>
            <a:off x="10544176" y="5895354"/>
            <a:ext cx="1647825" cy="962647"/>
          </a:xfrm>
          <a:prstGeom prst="rect">
            <a:avLst/>
          </a:prstGeom>
        </p:spPr>
      </p:pic>
      <p:pic>
        <p:nvPicPr>
          <p:cNvPr id="5" name="Image 4">
            <a:extLst>
              <a:ext uri="{FF2B5EF4-FFF2-40B4-BE49-F238E27FC236}">
                <a16:creationId xmlns:a16="http://schemas.microsoft.com/office/drawing/2014/main" id="{E4592AB1-7464-D341-AB52-FBB6228660CE}"/>
              </a:ext>
            </a:extLst>
          </p:cNvPr>
          <p:cNvPicPr>
            <a:picLocks noChangeAspect="1"/>
          </p:cNvPicPr>
          <p:nvPr/>
        </p:nvPicPr>
        <p:blipFill>
          <a:blip r:embed="rId4"/>
          <a:stretch>
            <a:fillRect/>
          </a:stretch>
        </p:blipFill>
        <p:spPr>
          <a:xfrm>
            <a:off x="3990806" y="742949"/>
            <a:ext cx="3210441" cy="2990852"/>
          </a:xfrm>
          <a:prstGeom prst="rect">
            <a:avLst/>
          </a:prstGeom>
        </p:spPr>
      </p:pic>
      <p:pic>
        <p:nvPicPr>
          <p:cNvPr id="6" name="Image 5">
            <a:extLst>
              <a:ext uri="{FF2B5EF4-FFF2-40B4-BE49-F238E27FC236}">
                <a16:creationId xmlns:a16="http://schemas.microsoft.com/office/drawing/2014/main" id="{E16B303E-DEFD-79E8-4F53-C242749D2C0A}"/>
              </a:ext>
            </a:extLst>
          </p:cNvPr>
          <p:cNvPicPr>
            <a:picLocks noChangeAspect="1"/>
          </p:cNvPicPr>
          <p:nvPr/>
        </p:nvPicPr>
        <p:blipFill>
          <a:blip r:embed="rId5"/>
          <a:stretch>
            <a:fillRect/>
          </a:stretch>
        </p:blipFill>
        <p:spPr>
          <a:xfrm>
            <a:off x="8210817" y="704850"/>
            <a:ext cx="3419208" cy="3185340"/>
          </a:xfrm>
          <a:prstGeom prst="rect">
            <a:avLst/>
          </a:prstGeom>
        </p:spPr>
      </p:pic>
      <p:pic>
        <p:nvPicPr>
          <p:cNvPr id="7" name="Image 6">
            <a:extLst>
              <a:ext uri="{FF2B5EF4-FFF2-40B4-BE49-F238E27FC236}">
                <a16:creationId xmlns:a16="http://schemas.microsoft.com/office/drawing/2014/main" id="{353459A7-F447-D7EA-4035-7068C6177A3C}"/>
              </a:ext>
            </a:extLst>
          </p:cNvPr>
          <p:cNvPicPr>
            <a:picLocks noChangeAspect="1"/>
          </p:cNvPicPr>
          <p:nvPr/>
        </p:nvPicPr>
        <p:blipFill>
          <a:blip r:embed="rId6"/>
          <a:stretch>
            <a:fillRect/>
          </a:stretch>
        </p:blipFill>
        <p:spPr>
          <a:xfrm>
            <a:off x="2472667" y="3733801"/>
            <a:ext cx="3179765" cy="2962275"/>
          </a:xfrm>
          <a:prstGeom prst="rect">
            <a:avLst/>
          </a:prstGeom>
        </p:spPr>
      </p:pic>
      <p:pic>
        <p:nvPicPr>
          <p:cNvPr id="8" name="Image 7">
            <a:extLst>
              <a:ext uri="{FF2B5EF4-FFF2-40B4-BE49-F238E27FC236}">
                <a16:creationId xmlns:a16="http://schemas.microsoft.com/office/drawing/2014/main" id="{E6CF7793-4686-8036-7554-CFCE134DB0D7}"/>
              </a:ext>
            </a:extLst>
          </p:cNvPr>
          <p:cNvPicPr>
            <a:picLocks noChangeAspect="1"/>
          </p:cNvPicPr>
          <p:nvPr/>
        </p:nvPicPr>
        <p:blipFill>
          <a:blip r:embed="rId7"/>
          <a:stretch>
            <a:fillRect/>
          </a:stretch>
        </p:blipFill>
        <p:spPr>
          <a:xfrm>
            <a:off x="6897595" y="3676649"/>
            <a:ext cx="3241112" cy="3019425"/>
          </a:xfrm>
          <a:prstGeom prst="rect">
            <a:avLst/>
          </a:prstGeom>
        </p:spPr>
      </p:pic>
      <p:pic>
        <p:nvPicPr>
          <p:cNvPr id="9" name="Image 8">
            <a:extLst>
              <a:ext uri="{FF2B5EF4-FFF2-40B4-BE49-F238E27FC236}">
                <a16:creationId xmlns:a16="http://schemas.microsoft.com/office/drawing/2014/main" id="{CA4FB043-8341-BE1A-77AE-0EA4F687A855}"/>
              </a:ext>
            </a:extLst>
          </p:cNvPr>
          <p:cNvPicPr>
            <a:picLocks noChangeAspect="1"/>
          </p:cNvPicPr>
          <p:nvPr/>
        </p:nvPicPr>
        <p:blipFill>
          <a:blip r:embed="rId8"/>
          <a:stretch>
            <a:fillRect/>
          </a:stretch>
        </p:blipFill>
        <p:spPr>
          <a:xfrm>
            <a:off x="143072" y="690282"/>
            <a:ext cx="3198377" cy="297961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48"/>
          <p:cNvSpPr txBox="1"/>
          <p:nvPr/>
        </p:nvSpPr>
        <p:spPr>
          <a:xfrm>
            <a:off x="458592" y="317941"/>
            <a:ext cx="11274800" cy="731600"/>
          </a:xfrm>
          <a:prstGeom prst="rect">
            <a:avLst/>
          </a:prstGeom>
          <a:noFill/>
          <a:ln>
            <a:noFill/>
          </a:ln>
        </p:spPr>
        <p:txBody>
          <a:bodyPr spcFirstLastPara="1" wrap="square" lIns="0" tIns="0" rIns="0" bIns="0" anchor="t" anchorCtr="0">
            <a:noAutofit/>
          </a:bodyPr>
          <a:lstStyle/>
          <a:p>
            <a:r>
              <a:rPr lang="en-GB" sz="2933" b="1" dirty="0">
                <a:solidFill>
                  <a:srgbClr val="0070C0"/>
                </a:solidFill>
                <a:latin typeface="Times New Roman"/>
                <a:ea typeface="Times New Roman"/>
                <a:cs typeface="Times New Roman"/>
                <a:sym typeface="Times New Roman"/>
              </a:rPr>
              <a:t>Ruptures de stocks </a:t>
            </a:r>
            <a:r>
              <a:rPr lang="en-GB" sz="2933" b="1" dirty="0" err="1">
                <a:solidFill>
                  <a:srgbClr val="0070C0"/>
                </a:solidFill>
                <a:latin typeface="Times New Roman"/>
                <a:ea typeface="Times New Roman"/>
                <a:cs typeface="Times New Roman"/>
                <a:sym typeface="Times New Roman"/>
              </a:rPr>
              <a:t>en</a:t>
            </a:r>
            <a:r>
              <a:rPr lang="en-GB" sz="2933" b="1" dirty="0">
                <a:solidFill>
                  <a:srgbClr val="0070C0"/>
                </a:solidFill>
                <a:latin typeface="Times New Roman"/>
                <a:ea typeface="Times New Roman"/>
                <a:cs typeface="Times New Roman"/>
                <a:sym typeface="Times New Roman"/>
              </a:rPr>
              <a:t> provinces </a:t>
            </a:r>
            <a:r>
              <a:rPr lang="en-GB" sz="2933" b="1" dirty="0" err="1">
                <a:solidFill>
                  <a:srgbClr val="0070C0"/>
                </a:solidFill>
                <a:latin typeface="Times New Roman"/>
                <a:ea typeface="Times New Roman"/>
                <a:cs typeface="Times New Roman"/>
                <a:sym typeface="Times New Roman"/>
              </a:rPr>
              <a:t>janv</a:t>
            </a:r>
            <a:r>
              <a:rPr lang="en-GB" sz="2933" b="1" dirty="0">
                <a:solidFill>
                  <a:srgbClr val="0070C0"/>
                </a:solidFill>
                <a:latin typeface="Times New Roman"/>
                <a:ea typeface="Times New Roman"/>
                <a:cs typeface="Times New Roman"/>
                <a:sym typeface="Times New Roman"/>
              </a:rPr>
              <a:t>- </a:t>
            </a:r>
            <a:r>
              <a:rPr lang="en-GB" sz="2933" b="1" dirty="0" err="1">
                <a:solidFill>
                  <a:srgbClr val="0070C0"/>
                </a:solidFill>
                <a:latin typeface="Times New Roman"/>
                <a:ea typeface="Times New Roman"/>
                <a:cs typeface="Times New Roman"/>
                <a:sym typeface="Times New Roman"/>
              </a:rPr>
              <a:t>nov</a:t>
            </a:r>
            <a:r>
              <a:rPr lang="en-GB" sz="2933" b="1" dirty="0">
                <a:solidFill>
                  <a:srgbClr val="0070C0"/>
                </a:solidFill>
                <a:latin typeface="Times New Roman"/>
                <a:ea typeface="Times New Roman"/>
                <a:cs typeface="Times New Roman"/>
                <a:sym typeface="Times New Roman"/>
              </a:rPr>
              <a:t> 2025 (source RH-</a:t>
            </a:r>
            <a:r>
              <a:rPr lang="en-GB" sz="2933" b="1" dirty="0" err="1">
                <a:solidFill>
                  <a:srgbClr val="0070C0"/>
                </a:solidFill>
                <a:latin typeface="Times New Roman"/>
                <a:ea typeface="Times New Roman"/>
                <a:cs typeface="Times New Roman"/>
                <a:sym typeface="Times New Roman"/>
              </a:rPr>
              <a:t>logistique</a:t>
            </a:r>
            <a:r>
              <a:rPr lang="en-GB" sz="2933" b="1" dirty="0">
                <a:solidFill>
                  <a:srgbClr val="0070C0"/>
                </a:solidFill>
                <a:latin typeface="Times New Roman"/>
                <a:ea typeface="Times New Roman"/>
                <a:cs typeface="Times New Roman"/>
                <a:sym typeface="Times New Roman"/>
              </a:rPr>
              <a:t>)</a:t>
            </a:r>
            <a:endParaRPr sz="2933" dirty="0">
              <a:solidFill>
                <a:srgbClr val="0070C0"/>
              </a:solidFill>
              <a:latin typeface="Times New Roman"/>
              <a:ea typeface="Times New Roman"/>
              <a:cs typeface="Times New Roman"/>
              <a:sym typeface="Times New Roman"/>
            </a:endParaRPr>
          </a:p>
        </p:txBody>
      </p:sp>
      <p:sp>
        <p:nvSpPr>
          <p:cNvPr id="434" name="Google Shape;434;p48"/>
          <p:cNvSpPr/>
          <p:nvPr/>
        </p:nvSpPr>
        <p:spPr>
          <a:xfrm>
            <a:off x="0" y="272241"/>
            <a:ext cx="235600" cy="655200"/>
          </a:xfrm>
          <a:prstGeom prst="rect">
            <a:avLst/>
          </a:prstGeom>
          <a:solidFill>
            <a:srgbClr val="0070C0"/>
          </a:solidFill>
          <a:ln>
            <a:noFill/>
          </a:ln>
        </p:spPr>
        <p:txBody>
          <a:bodyPr spcFirstLastPara="1" wrap="square" lIns="91400" tIns="91400" rIns="91400" bIns="91400" anchor="ctr" anchorCtr="0">
            <a:noAutofit/>
          </a:bodyPr>
          <a:lstStyle/>
          <a:p>
            <a:endParaRPr sz="1867">
              <a:solidFill>
                <a:schemeClr val="dk1"/>
              </a:solidFill>
              <a:latin typeface="Times New Roman"/>
              <a:ea typeface="Times New Roman"/>
              <a:cs typeface="Times New Roman"/>
              <a:sym typeface="Times New Roman"/>
            </a:endParaRPr>
          </a:p>
        </p:txBody>
      </p:sp>
      <p:sp>
        <p:nvSpPr>
          <p:cNvPr id="508" name="Google Shape;508;p48"/>
          <p:cNvSpPr/>
          <p:nvPr/>
        </p:nvSpPr>
        <p:spPr>
          <a:xfrm>
            <a:off x="37236" y="1011091"/>
            <a:ext cx="962889" cy="431421"/>
          </a:xfrm>
          <a:prstGeom prst="roundRect">
            <a:avLst>
              <a:gd name="adj" fmla="val 16667"/>
            </a:avLst>
          </a:prstGeom>
          <a:solidFill>
            <a:schemeClr val="lt1"/>
          </a:solidFill>
          <a:ln>
            <a:noFill/>
          </a:ln>
        </p:spPr>
        <p:txBody>
          <a:bodyPr spcFirstLastPara="1" wrap="square" lIns="121900" tIns="60933" rIns="121900" bIns="60933" anchor="ctr" anchorCtr="0">
            <a:noAutofit/>
          </a:bodyPr>
          <a:lstStyle/>
          <a:p>
            <a:pPr algn="ctr"/>
            <a:r>
              <a:rPr lang="en-GB" sz="1067" b="1">
                <a:solidFill>
                  <a:schemeClr val="dk1"/>
                </a:solidFill>
                <a:latin typeface="Times New Roman"/>
                <a:ea typeface="Times New Roman"/>
                <a:cs typeface="Times New Roman"/>
                <a:sym typeface="Times New Roman"/>
              </a:rPr>
              <a:t>ROTA</a:t>
            </a:r>
            <a:endParaRPr sz="2400"/>
          </a:p>
        </p:txBody>
      </p:sp>
      <p:sp>
        <p:nvSpPr>
          <p:cNvPr id="509" name="Google Shape;509;p48"/>
          <p:cNvSpPr/>
          <p:nvPr/>
        </p:nvSpPr>
        <p:spPr>
          <a:xfrm>
            <a:off x="4193474" y="927443"/>
            <a:ext cx="746513" cy="431421"/>
          </a:xfrm>
          <a:prstGeom prst="roundRect">
            <a:avLst>
              <a:gd name="adj" fmla="val 16667"/>
            </a:avLst>
          </a:prstGeom>
          <a:solidFill>
            <a:schemeClr val="lt1"/>
          </a:solidFill>
          <a:ln>
            <a:noFill/>
          </a:ln>
        </p:spPr>
        <p:txBody>
          <a:bodyPr spcFirstLastPara="1" wrap="square" lIns="121900" tIns="60933" rIns="121900" bIns="60933" anchor="ctr" anchorCtr="0">
            <a:noAutofit/>
          </a:bodyPr>
          <a:lstStyle/>
          <a:p>
            <a:pPr algn="ctr"/>
            <a:r>
              <a:rPr lang="en-GB" sz="1067" b="1">
                <a:solidFill>
                  <a:schemeClr val="dk1"/>
                </a:solidFill>
                <a:latin typeface="Times New Roman"/>
                <a:ea typeface="Times New Roman"/>
                <a:cs typeface="Times New Roman"/>
                <a:sym typeface="Times New Roman"/>
              </a:rPr>
              <a:t>VAR</a:t>
            </a:r>
            <a:endParaRPr sz="2400"/>
          </a:p>
        </p:txBody>
      </p:sp>
      <p:sp>
        <p:nvSpPr>
          <p:cNvPr id="510" name="Google Shape;510;p48"/>
          <p:cNvSpPr/>
          <p:nvPr/>
        </p:nvSpPr>
        <p:spPr>
          <a:xfrm>
            <a:off x="8661268" y="875976"/>
            <a:ext cx="855483" cy="431421"/>
          </a:xfrm>
          <a:prstGeom prst="roundRect">
            <a:avLst>
              <a:gd name="adj" fmla="val 16667"/>
            </a:avLst>
          </a:prstGeom>
          <a:solidFill>
            <a:schemeClr val="lt1"/>
          </a:solidFill>
          <a:ln>
            <a:noFill/>
          </a:ln>
        </p:spPr>
        <p:txBody>
          <a:bodyPr spcFirstLastPara="1" wrap="square" lIns="121900" tIns="60933" rIns="121900" bIns="60933" anchor="ctr" anchorCtr="0">
            <a:noAutofit/>
          </a:bodyPr>
          <a:lstStyle/>
          <a:p>
            <a:pPr algn="ctr"/>
            <a:r>
              <a:rPr lang="en-GB" sz="1067" b="1">
                <a:solidFill>
                  <a:schemeClr val="dk1"/>
                </a:solidFill>
                <a:latin typeface="Times New Roman"/>
                <a:ea typeface="Times New Roman"/>
                <a:cs typeface="Times New Roman"/>
                <a:sym typeface="Times New Roman"/>
              </a:rPr>
              <a:t>VAA</a:t>
            </a:r>
            <a:endParaRPr sz="2400"/>
          </a:p>
        </p:txBody>
      </p:sp>
      <p:sp>
        <p:nvSpPr>
          <p:cNvPr id="511" name="Google Shape;511;p48"/>
          <p:cNvSpPr/>
          <p:nvPr/>
        </p:nvSpPr>
        <p:spPr>
          <a:xfrm>
            <a:off x="3265024" y="3762199"/>
            <a:ext cx="746513" cy="431421"/>
          </a:xfrm>
          <a:prstGeom prst="roundRect">
            <a:avLst>
              <a:gd name="adj" fmla="val 16667"/>
            </a:avLst>
          </a:prstGeom>
          <a:solidFill>
            <a:schemeClr val="lt1"/>
          </a:solidFill>
          <a:ln>
            <a:noFill/>
          </a:ln>
        </p:spPr>
        <p:txBody>
          <a:bodyPr spcFirstLastPara="1" wrap="square" lIns="121900" tIns="60933" rIns="121900" bIns="60933" anchor="ctr" anchorCtr="0">
            <a:noAutofit/>
          </a:bodyPr>
          <a:lstStyle/>
          <a:p>
            <a:pPr algn="ctr"/>
            <a:r>
              <a:rPr lang="en-GB" sz="1067" b="1">
                <a:solidFill>
                  <a:schemeClr val="dk1"/>
                </a:solidFill>
                <a:latin typeface="Times New Roman"/>
                <a:ea typeface="Times New Roman"/>
                <a:cs typeface="Times New Roman"/>
                <a:sym typeface="Times New Roman"/>
              </a:rPr>
              <a:t>Td</a:t>
            </a:r>
            <a:endParaRPr sz="2400"/>
          </a:p>
        </p:txBody>
      </p:sp>
      <p:sp>
        <p:nvSpPr>
          <p:cNvPr id="512" name="Google Shape;512;p48"/>
          <p:cNvSpPr/>
          <p:nvPr/>
        </p:nvSpPr>
        <p:spPr>
          <a:xfrm>
            <a:off x="11552164" y="77475"/>
            <a:ext cx="602584" cy="389535"/>
          </a:xfrm>
          <a:prstGeom prst="ellipse">
            <a:avLst/>
          </a:prstGeom>
          <a:solidFill>
            <a:srgbClr val="0070C0"/>
          </a:solidFill>
          <a:ln>
            <a:noFill/>
          </a:ln>
        </p:spPr>
        <p:txBody>
          <a:bodyPr spcFirstLastPara="1" wrap="square" lIns="121900" tIns="60933" rIns="121900" bIns="60933" anchor="ctr" anchorCtr="0">
            <a:noAutofit/>
          </a:bodyPr>
          <a:lstStyle/>
          <a:p>
            <a:pPr algn="ctr"/>
            <a:r>
              <a:rPr lang="en-GB" sz="1467">
                <a:solidFill>
                  <a:schemeClr val="lt1"/>
                </a:solidFill>
                <a:latin typeface="Times New Roman"/>
                <a:ea typeface="Times New Roman"/>
                <a:cs typeface="Times New Roman"/>
                <a:sym typeface="Times New Roman"/>
              </a:rPr>
              <a:t>2</a:t>
            </a:r>
            <a:endParaRPr sz="2400">
              <a:solidFill>
                <a:schemeClr val="lt1"/>
              </a:solidFill>
              <a:latin typeface="Times New Roman"/>
              <a:ea typeface="Times New Roman"/>
              <a:cs typeface="Times New Roman"/>
              <a:sym typeface="Times New Roman"/>
            </a:endParaRPr>
          </a:p>
        </p:txBody>
      </p:sp>
      <p:pic>
        <p:nvPicPr>
          <p:cNvPr id="2" name="Image 1">
            <a:extLst>
              <a:ext uri="{FF2B5EF4-FFF2-40B4-BE49-F238E27FC236}">
                <a16:creationId xmlns:a16="http://schemas.microsoft.com/office/drawing/2014/main" id="{1FCD1F64-C08F-8BED-BFD8-483ACAC37716}"/>
              </a:ext>
            </a:extLst>
          </p:cNvPr>
          <p:cNvPicPr>
            <a:picLocks noChangeAspect="1"/>
          </p:cNvPicPr>
          <p:nvPr/>
        </p:nvPicPr>
        <p:blipFill>
          <a:blip r:embed="rId3"/>
          <a:stretch>
            <a:fillRect/>
          </a:stretch>
        </p:blipFill>
        <p:spPr>
          <a:xfrm>
            <a:off x="66942" y="781050"/>
            <a:ext cx="3304909" cy="3078860"/>
          </a:xfrm>
          <a:prstGeom prst="rect">
            <a:avLst/>
          </a:prstGeom>
        </p:spPr>
      </p:pic>
      <p:pic>
        <p:nvPicPr>
          <p:cNvPr id="3" name="Image 2">
            <a:extLst>
              <a:ext uri="{FF2B5EF4-FFF2-40B4-BE49-F238E27FC236}">
                <a16:creationId xmlns:a16="http://schemas.microsoft.com/office/drawing/2014/main" id="{C21C784A-2D18-DA5E-B998-447F7A6B665A}"/>
              </a:ext>
            </a:extLst>
          </p:cNvPr>
          <p:cNvPicPr>
            <a:picLocks noChangeAspect="1"/>
          </p:cNvPicPr>
          <p:nvPr/>
        </p:nvPicPr>
        <p:blipFill>
          <a:blip r:embed="rId4"/>
          <a:stretch>
            <a:fillRect/>
          </a:stretch>
        </p:blipFill>
        <p:spPr>
          <a:xfrm>
            <a:off x="10506074" y="5866778"/>
            <a:ext cx="1647825" cy="962647"/>
          </a:xfrm>
          <a:prstGeom prst="rect">
            <a:avLst/>
          </a:prstGeom>
        </p:spPr>
      </p:pic>
      <p:pic>
        <p:nvPicPr>
          <p:cNvPr id="4" name="Image 3">
            <a:extLst>
              <a:ext uri="{FF2B5EF4-FFF2-40B4-BE49-F238E27FC236}">
                <a16:creationId xmlns:a16="http://schemas.microsoft.com/office/drawing/2014/main" id="{8B7142A3-0855-DF0D-11D9-AB9848E2AC36}"/>
              </a:ext>
            </a:extLst>
          </p:cNvPr>
          <p:cNvPicPr>
            <a:picLocks noChangeAspect="1"/>
          </p:cNvPicPr>
          <p:nvPr/>
        </p:nvPicPr>
        <p:blipFill>
          <a:blip r:embed="rId5"/>
          <a:stretch>
            <a:fillRect/>
          </a:stretch>
        </p:blipFill>
        <p:spPr>
          <a:xfrm>
            <a:off x="4056348" y="771524"/>
            <a:ext cx="3282009" cy="3057525"/>
          </a:xfrm>
          <a:prstGeom prst="rect">
            <a:avLst/>
          </a:prstGeom>
        </p:spPr>
      </p:pic>
      <p:sp>
        <p:nvSpPr>
          <p:cNvPr id="5" name="Google Shape;511;p48">
            <a:extLst>
              <a:ext uri="{FF2B5EF4-FFF2-40B4-BE49-F238E27FC236}">
                <a16:creationId xmlns:a16="http://schemas.microsoft.com/office/drawing/2014/main" id="{8616A053-4C9D-AC46-42E0-BA2D95248BC5}"/>
              </a:ext>
            </a:extLst>
          </p:cNvPr>
          <p:cNvSpPr/>
          <p:nvPr/>
        </p:nvSpPr>
        <p:spPr>
          <a:xfrm>
            <a:off x="7544924" y="3727275"/>
            <a:ext cx="746513" cy="431421"/>
          </a:xfrm>
          <a:prstGeom prst="roundRect">
            <a:avLst>
              <a:gd name="adj" fmla="val 16667"/>
            </a:avLst>
          </a:prstGeom>
          <a:solidFill>
            <a:schemeClr val="lt1"/>
          </a:solidFill>
          <a:ln>
            <a:noFill/>
          </a:ln>
        </p:spPr>
        <p:txBody>
          <a:bodyPr spcFirstLastPara="1" wrap="square" lIns="121900" tIns="60933" rIns="121900" bIns="60933" anchor="ctr" anchorCtr="0">
            <a:noAutofit/>
          </a:bodyPr>
          <a:lstStyle/>
          <a:p>
            <a:pPr algn="ctr"/>
            <a:r>
              <a:rPr lang="en-GB" sz="1067" b="1" dirty="0">
                <a:solidFill>
                  <a:schemeClr val="dk1"/>
                </a:solidFill>
                <a:latin typeface="Times New Roman"/>
                <a:cs typeface="Times New Roman"/>
                <a:sym typeface="Times New Roman"/>
              </a:rPr>
              <a:t>VAP</a:t>
            </a:r>
            <a:endParaRPr sz="2400" dirty="0"/>
          </a:p>
        </p:txBody>
      </p:sp>
      <p:pic>
        <p:nvPicPr>
          <p:cNvPr id="6" name="Image 5">
            <a:extLst>
              <a:ext uri="{FF2B5EF4-FFF2-40B4-BE49-F238E27FC236}">
                <a16:creationId xmlns:a16="http://schemas.microsoft.com/office/drawing/2014/main" id="{170078B4-A82E-FA16-CA72-A9955F4297CF}"/>
              </a:ext>
            </a:extLst>
          </p:cNvPr>
          <p:cNvPicPr>
            <a:picLocks noChangeAspect="1"/>
          </p:cNvPicPr>
          <p:nvPr/>
        </p:nvPicPr>
        <p:blipFill>
          <a:blip r:embed="rId6"/>
          <a:stretch>
            <a:fillRect/>
          </a:stretch>
        </p:blipFill>
        <p:spPr>
          <a:xfrm>
            <a:off x="8356753" y="809625"/>
            <a:ext cx="3353579" cy="3124200"/>
          </a:xfrm>
          <a:prstGeom prst="rect">
            <a:avLst/>
          </a:prstGeom>
        </p:spPr>
      </p:pic>
      <p:pic>
        <p:nvPicPr>
          <p:cNvPr id="7" name="Image 6">
            <a:extLst>
              <a:ext uri="{FF2B5EF4-FFF2-40B4-BE49-F238E27FC236}">
                <a16:creationId xmlns:a16="http://schemas.microsoft.com/office/drawing/2014/main" id="{E91A521D-C3D4-6CC0-BAB3-B4940DFC7280}"/>
              </a:ext>
            </a:extLst>
          </p:cNvPr>
          <p:cNvPicPr>
            <a:picLocks noChangeAspect="1"/>
          </p:cNvPicPr>
          <p:nvPr/>
        </p:nvPicPr>
        <p:blipFill>
          <a:blip r:embed="rId7"/>
          <a:stretch>
            <a:fillRect/>
          </a:stretch>
        </p:blipFill>
        <p:spPr>
          <a:xfrm>
            <a:off x="2800881" y="3695701"/>
            <a:ext cx="3323695" cy="3096360"/>
          </a:xfrm>
          <a:prstGeom prst="rect">
            <a:avLst/>
          </a:prstGeom>
        </p:spPr>
      </p:pic>
      <p:sp>
        <p:nvSpPr>
          <p:cNvPr id="8" name="Google Shape;428;p47">
            <a:extLst>
              <a:ext uri="{FF2B5EF4-FFF2-40B4-BE49-F238E27FC236}">
                <a16:creationId xmlns:a16="http://schemas.microsoft.com/office/drawing/2014/main" id="{25846017-C7FE-7378-17E9-18A89AF50E61}"/>
              </a:ext>
            </a:extLst>
          </p:cNvPr>
          <p:cNvSpPr/>
          <p:nvPr/>
        </p:nvSpPr>
        <p:spPr>
          <a:xfrm>
            <a:off x="19050" y="5819776"/>
            <a:ext cx="2343151" cy="1009649"/>
          </a:xfrm>
          <a:prstGeom prst="rect">
            <a:avLst/>
          </a:prstGeom>
          <a:solidFill>
            <a:schemeClr val="accent2">
              <a:lumMod val="10000"/>
              <a:lumOff val="90000"/>
            </a:schemeClr>
          </a:solidFill>
          <a:ln w="9525" cap="flat" cmpd="sng">
            <a:solidFill>
              <a:schemeClr val="dk2"/>
            </a:solidFill>
            <a:prstDash val="solid"/>
            <a:round/>
            <a:headEnd type="none" w="sm" len="sm"/>
            <a:tailEnd type="none" w="sm" len="sm"/>
          </a:ln>
        </p:spPr>
        <p:txBody>
          <a:bodyPr spcFirstLastPara="1" wrap="square" lIns="121900" tIns="121900" rIns="121900" bIns="121900" anchor="t" anchorCtr="0">
            <a:noAutofit/>
          </a:bodyPr>
          <a:lstStyle/>
          <a:p>
            <a:pPr marL="380990" indent="-380990">
              <a:buFont typeface="Wingdings" panose="05000000000000000000" pitchFamily="2" charset="2"/>
              <a:buChar char="q"/>
            </a:pPr>
            <a:r>
              <a:rPr lang="fr-FR" sz="1467" dirty="0">
                <a:latin typeface="Times New Roman" panose="02020603050405020304" pitchFamily="18" charset="0"/>
                <a:cs typeface="Times New Roman" panose="02020603050405020304" pitchFamily="18" charset="0"/>
              </a:rPr>
              <a:t>13/51 antennes n’ont pas enregistré de rupture ;</a:t>
            </a:r>
          </a:p>
        </p:txBody>
      </p:sp>
      <p:pic>
        <p:nvPicPr>
          <p:cNvPr id="9" name="Image 8">
            <a:extLst>
              <a:ext uri="{FF2B5EF4-FFF2-40B4-BE49-F238E27FC236}">
                <a16:creationId xmlns:a16="http://schemas.microsoft.com/office/drawing/2014/main" id="{7CE9FFBD-B83D-43E0-B0D6-375092BE8BEC}"/>
              </a:ext>
            </a:extLst>
          </p:cNvPr>
          <p:cNvPicPr>
            <a:picLocks noChangeAspect="1"/>
          </p:cNvPicPr>
          <p:nvPr/>
        </p:nvPicPr>
        <p:blipFill>
          <a:blip r:embed="rId8"/>
          <a:stretch>
            <a:fillRect/>
          </a:stretch>
        </p:blipFill>
        <p:spPr>
          <a:xfrm>
            <a:off x="7026483" y="3705224"/>
            <a:ext cx="3445599" cy="307657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Google Shape;1518;p15">
            <a:extLst>
              <a:ext uri="{FF2B5EF4-FFF2-40B4-BE49-F238E27FC236}">
                <a16:creationId xmlns:a16="http://schemas.microsoft.com/office/drawing/2014/main" id="{DD330869-5AF0-334D-98AF-510EDEBC7AFD}"/>
              </a:ext>
            </a:extLst>
          </p:cNvPr>
          <p:cNvSpPr txBox="1"/>
          <p:nvPr/>
        </p:nvSpPr>
        <p:spPr>
          <a:xfrm>
            <a:off x="458592" y="317941"/>
            <a:ext cx="11274800" cy="731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200"/>
              <a:buFont typeface="Arial" panose="020B0604020202020204"/>
              <a:buNone/>
            </a:pPr>
            <a:r>
              <a:rPr lang="fr-FR" sz="2935" b="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Switch Rota et RR</a:t>
            </a:r>
            <a:endParaRPr lang="fr-FR" altLang="en-GB"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 name="Google Shape;1519;p15">
            <a:extLst>
              <a:ext uri="{FF2B5EF4-FFF2-40B4-BE49-F238E27FC236}">
                <a16:creationId xmlns:a16="http://schemas.microsoft.com/office/drawing/2014/main" id="{DA152613-8518-7CDB-389E-93C119B6B67B}"/>
              </a:ext>
            </a:extLst>
          </p:cNvPr>
          <p:cNvSpPr/>
          <p:nvPr/>
        </p:nvSpPr>
        <p:spPr>
          <a:xfrm>
            <a:off x="0" y="272241"/>
            <a:ext cx="235600" cy="655200"/>
          </a:xfrm>
          <a:prstGeom prst="rect">
            <a:avLst/>
          </a:prstGeom>
          <a:solidFill>
            <a:srgbClr val="0070C0"/>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865"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 name="Rectangle 6">
            <a:extLst>
              <a:ext uri="{FF2B5EF4-FFF2-40B4-BE49-F238E27FC236}">
                <a16:creationId xmlns:a16="http://schemas.microsoft.com/office/drawing/2014/main" id="{4738A747-9019-9649-3066-5433228CF940}"/>
              </a:ext>
            </a:extLst>
          </p:cNvPr>
          <p:cNvSpPr/>
          <p:nvPr/>
        </p:nvSpPr>
        <p:spPr>
          <a:xfrm>
            <a:off x="89648" y="968188"/>
            <a:ext cx="1565513" cy="439272"/>
          </a:xfrm>
          <a:prstGeom prst="rect">
            <a:avLst/>
          </a:prstGeom>
          <a:solidFill>
            <a:srgbClr val="0070C0"/>
          </a:solidFill>
          <a:ln w="25400" cap="flat" cmpd="sng" algn="ctr">
            <a:noFill/>
            <a:prstDash val="solid"/>
          </a:ln>
          <a:effectLst/>
        </p:spPr>
        <p:txBody>
          <a:bodyPr rot="0" spcFirstLastPara="0" vert="horz" wrap="square" lIns="91440" tIns="45720" rIns="91440" bIns="45720" numCol="1" spcCol="0" rtlCol="0" fromWordArt="0" anchor="ctr" anchorCtr="0" forceAA="0" compatLnSpc="1">
            <a:noAutofit/>
          </a:bodyPr>
          <a:lstStyle>
            <a:defPPr>
              <a:defRPr lang="fr-FR">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sz="2800" b="1" dirty="0">
                <a:solidFill>
                  <a:schemeClr val="bg1"/>
                </a:solidFill>
                <a:latin typeface="Times New Roman" panose="02020603050405020304" pitchFamily="18" charset="0"/>
                <a:cs typeface="Times New Roman" panose="02020603050405020304" pitchFamily="18" charset="0"/>
              </a:rPr>
              <a:t>VAR</a:t>
            </a: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p:txBody>
      </p:sp>
      <p:graphicFrame>
        <p:nvGraphicFramePr>
          <p:cNvPr id="8" name="Graphique 7">
            <a:extLst>
              <a:ext uri="{FF2B5EF4-FFF2-40B4-BE49-F238E27FC236}">
                <a16:creationId xmlns:a16="http://schemas.microsoft.com/office/drawing/2014/main" id="{0C6E145C-07EC-AAFD-EB31-37D5FFCCF64B}"/>
              </a:ext>
            </a:extLst>
          </p:cNvPr>
          <p:cNvGraphicFramePr/>
          <p:nvPr>
            <p:extLst>
              <p:ext uri="{D42A27DB-BD31-4B8C-83A1-F6EECF244321}">
                <p14:modId xmlns:p14="http://schemas.microsoft.com/office/powerpoint/2010/main" val="1189418386"/>
              </p:ext>
            </p:extLst>
          </p:nvPr>
        </p:nvGraphicFramePr>
        <p:xfrm>
          <a:off x="6133271" y="1533520"/>
          <a:ext cx="5879435" cy="4257680"/>
        </p:xfrm>
        <a:graphic>
          <a:graphicData uri="http://schemas.openxmlformats.org/drawingml/2006/chart">
            <c:chart xmlns:c="http://schemas.openxmlformats.org/drawingml/2006/chart" xmlns:r="http://schemas.openxmlformats.org/officeDocument/2006/relationships" r:id="rId2"/>
          </a:graphicData>
        </a:graphic>
      </p:graphicFrame>
      <p:sp>
        <p:nvSpPr>
          <p:cNvPr id="9" name="Rectangle 8">
            <a:extLst>
              <a:ext uri="{FF2B5EF4-FFF2-40B4-BE49-F238E27FC236}">
                <a16:creationId xmlns:a16="http://schemas.microsoft.com/office/drawing/2014/main" id="{AE6301E0-7B37-43DD-653B-12E8CD42C364}"/>
              </a:ext>
            </a:extLst>
          </p:cNvPr>
          <p:cNvSpPr/>
          <p:nvPr/>
        </p:nvSpPr>
        <p:spPr>
          <a:xfrm>
            <a:off x="35860" y="6015316"/>
            <a:ext cx="6069106" cy="806824"/>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t"/>
          <a:lstStyle>
            <a:defPPr marR="0" lvl="0" algn="l" rtl="0">
              <a:lnSpc>
                <a:spcPct val="100000"/>
              </a:lnSpc>
              <a:spcBef>
                <a:spcPts val="0"/>
              </a:spcBef>
              <a:spcAft>
                <a:spcPts val="0"/>
              </a:spcAft>
              <a:defRPr>
                <a:solidFill>
                  <a:schemeClr val="lt1"/>
                </a:solidFill>
              </a:defRPr>
            </a:defPPr>
            <a:lvl1pPr marR="0" lvl="0" algn="l" rtl="0">
              <a:lnSpc>
                <a:spcPct val="100000"/>
              </a:lnSpc>
              <a:spcBef>
                <a:spcPts val="0"/>
              </a:spcBef>
              <a:spcAft>
                <a:spcPts val="0"/>
              </a:spcAft>
              <a:buClr>
                <a:srgbClr val="000000"/>
              </a:buClr>
              <a:buFont typeface="Arial" panose="020B0604020202020204"/>
              <a:defRPr sz="14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chemeClr val="lt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chemeClr val="lt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chemeClr val="lt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chemeClr val="lt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chemeClr val="lt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chemeClr val="lt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chemeClr val="lt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chemeClr val="lt1"/>
                </a:solidFill>
                <a:latin typeface="Arial" panose="020B0604020202020204"/>
                <a:ea typeface="Arial" panose="020B0604020202020204"/>
                <a:cs typeface="Arial" panose="020B0604020202020204"/>
                <a:sym typeface="Arial" panose="020B0604020202020204"/>
              </a:defRPr>
            </a:lvl9pPr>
          </a:lstStyle>
          <a:p>
            <a:pPr marL="285750" indent="-285750">
              <a:buFont typeface="Wingdings" panose="05000000000000000000" pitchFamily="2" charset="2"/>
              <a:buChar char="q"/>
            </a:pPr>
            <a:r>
              <a:rPr lang="fr-FR" sz="1600" dirty="0">
                <a:solidFill>
                  <a:srgbClr val="0070C0"/>
                </a:solidFill>
                <a:latin typeface="Times New Roman" panose="02020603050405020304" pitchFamily="18" charset="0"/>
                <a:cs typeface="Times New Roman" panose="02020603050405020304" pitchFamily="18" charset="0"/>
              </a:rPr>
              <a:t>Retrait de 514 395 doses dans les 13 antennes ;</a:t>
            </a:r>
          </a:p>
          <a:p>
            <a:pPr marL="285750" indent="-285750">
              <a:buFont typeface="Wingdings" panose="05000000000000000000" pitchFamily="2" charset="2"/>
              <a:buChar char="q"/>
            </a:pPr>
            <a:r>
              <a:rPr lang="fr-FR" sz="1600" dirty="0">
                <a:solidFill>
                  <a:srgbClr val="0070C0"/>
                </a:solidFill>
                <a:latin typeface="Times New Roman" panose="02020603050405020304" pitchFamily="18" charset="0"/>
                <a:cs typeface="Times New Roman" panose="02020603050405020304" pitchFamily="18" charset="0"/>
              </a:rPr>
              <a:t>94/129 ZS ont retourné le VAR au niveau des antennes et 2 ZS de Buta déposeront à l’antenne Isiro ;</a:t>
            </a:r>
          </a:p>
        </p:txBody>
      </p:sp>
      <p:sp>
        <p:nvSpPr>
          <p:cNvPr id="10" name="Rectangle 9">
            <a:extLst>
              <a:ext uri="{FF2B5EF4-FFF2-40B4-BE49-F238E27FC236}">
                <a16:creationId xmlns:a16="http://schemas.microsoft.com/office/drawing/2014/main" id="{64CE8DE3-0B2F-1263-9200-B479854CA6F2}"/>
              </a:ext>
            </a:extLst>
          </p:cNvPr>
          <p:cNvSpPr/>
          <p:nvPr/>
        </p:nvSpPr>
        <p:spPr>
          <a:xfrm>
            <a:off x="6239436" y="959225"/>
            <a:ext cx="1565513" cy="439272"/>
          </a:xfrm>
          <a:prstGeom prst="rect">
            <a:avLst/>
          </a:prstGeom>
          <a:solidFill>
            <a:srgbClr val="0070C0"/>
          </a:solidFill>
          <a:ln w="25400" cap="flat" cmpd="sng" algn="ctr">
            <a:noFill/>
            <a:prstDash val="solid"/>
          </a:ln>
          <a:effectLst/>
        </p:spPr>
        <p:txBody>
          <a:bodyPr rot="0" spcFirstLastPara="0" vert="horz" wrap="square" lIns="91440" tIns="45720" rIns="91440" bIns="45720" numCol="1" spcCol="0" rtlCol="0" fromWordArt="0" anchor="ctr" anchorCtr="0" forceAA="0" compatLnSpc="1">
            <a:noAutofit/>
          </a:bodyPr>
          <a:lstStyle>
            <a:defPPr>
              <a:defRPr lang="fr-FR">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sz="2800" b="1" dirty="0">
                <a:solidFill>
                  <a:schemeClr val="bg1"/>
                </a:solidFill>
                <a:latin typeface="Times New Roman" panose="02020603050405020304" pitchFamily="18" charset="0"/>
                <a:cs typeface="Times New Roman" panose="02020603050405020304" pitchFamily="18" charset="0"/>
              </a:rPr>
              <a:t>Rotassil</a:t>
            </a: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p:txBody>
      </p:sp>
      <p:sp>
        <p:nvSpPr>
          <p:cNvPr id="11" name="Rectangle 10">
            <a:extLst>
              <a:ext uri="{FF2B5EF4-FFF2-40B4-BE49-F238E27FC236}">
                <a16:creationId xmlns:a16="http://schemas.microsoft.com/office/drawing/2014/main" id="{7F272D38-785C-19EB-C631-D92A17641119}"/>
              </a:ext>
            </a:extLst>
          </p:cNvPr>
          <p:cNvSpPr/>
          <p:nvPr/>
        </p:nvSpPr>
        <p:spPr>
          <a:xfrm>
            <a:off x="6203576" y="6069106"/>
            <a:ext cx="5889812" cy="762003"/>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t"/>
          <a:lstStyle>
            <a:defPPr marR="0" lvl="0" algn="l" rtl="0">
              <a:lnSpc>
                <a:spcPct val="100000"/>
              </a:lnSpc>
              <a:spcBef>
                <a:spcPts val="0"/>
              </a:spcBef>
              <a:spcAft>
                <a:spcPts val="0"/>
              </a:spcAft>
              <a:defRPr>
                <a:solidFill>
                  <a:schemeClr val="lt1"/>
                </a:solidFill>
              </a:defRPr>
            </a:defPPr>
            <a:lvl1pPr marR="0" lvl="0" algn="l" rtl="0">
              <a:lnSpc>
                <a:spcPct val="100000"/>
              </a:lnSpc>
              <a:spcBef>
                <a:spcPts val="0"/>
              </a:spcBef>
              <a:spcAft>
                <a:spcPts val="0"/>
              </a:spcAft>
              <a:buClr>
                <a:srgbClr val="000000"/>
              </a:buClr>
              <a:buFont typeface="Arial" panose="020B0604020202020204"/>
              <a:defRPr sz="14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chemeClr val="lt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chemeClr val="lt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chemeClr val="lt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chemeClr val="lt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chemeClr val="lt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chemeClr val="lt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chemeClr val="lt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chemeClr val="lt1"/>
                </a:solidFill>
                <a:latin typeface="Arial" panose="020B0604020202020204"/>
                <a:ea typeface="Arial" panose="020B0604020202020204"/>
                <a:cs typeface="Arial" panose="020B0604020202020204"/>
                <a:sym typeface="Arial" panose="020B0604020202020204"/>
              </a:defRPr>
            </a:lvl9pPr>
          </a:lstStyle>
          <a:p>
            <a:pPr marL="285750" indent="-285750">
              <a:buFont typeface="Wingdings" panose="05000000000000000000" pitchFamily="2" charset="2"/>
              <a:buChar char="q"/>
            </a:pPr>
            <a:r>
              <a:rPr lang="fr-FR" sz="1600" dirty="0" err="1">
                <a:solidFill>
                  <a:srgbClr val="0070C0"/>
                </a:solidFill>
                <a:latin typeface="Times New Roman" panose="02020603050405020304" pitchFamily="18" charset="0"/>
                <a:cs typeface="Times New Roman" panose="02020603050405020304" pitchFamily="18" charset="0"/>
              </a:rPr>
              <a:t>Rotarix</a:t>
            </a:r>
            <a:r>
              <a:rPr lang="fr-FR" sz="1600" dirty="0">
                <a:solidFill>
                  <a:srgbClr val="0070C0"/>
                </a:solidFill>
                <a:latin typeface="Times New Roman" panose="02020603050405020304" pitchFamily="18" charset="0"/>
                <a:cs typeface="Times New Roman" panose="02020603050405020304" pitchFamily="18" charset="0"/>
              </a:rPr>
              <a:t> disponible  </a:t>
            </a:r>
            <a:r>
              <a:rPr lang="fr-FR" sz="1600" b="1" dirty="0">
                <a:solidFill>
                  <a:srgbClr val="0070C0"/>
                </a:solidFill>
                <a:latin typeface="Times New Roman" panose="02020603050405020304" pitchFamily="18" charset="0"/>
                <a:cs typeface="Times New Roman" panose="02020603050405020304" pitchFamily="18" charset="0"/>
              </a:rPr>
              <a:t>40/51 antennes ont reçu le </a:t>
            </a:r>
            <a:r>
              <a:rPr lang="fr-FR" sz="1600" b="1" dirty="0" err="1">
                <a:solidFill>
                  <a:srgbClr val="0070C0"/>
                </a:solidFill>
                <a:latin typeface="Times New Roman" panose="02020603050405020304" pitchFamily="18" charset="0"/>
                <a:cs typeface="Times New Roman" panose="02020603050405020304" pitchFamily="18" charset="0"/>
              </a:rPr>
              <a:t>rotarix</a:t>
            </a:r>
            <a:r>
              <a:rPr lang="fr-FR" sz="1600" dirty="0">
                <a:solidFill>
                  <a:srgbClr val="0070C0"/>
                </a:solidFill>
                <a:latin typeface="Times New Roman" panose="02020603050405020304" pitchFamily="18" charset="0"/>
                <a:cs typeface="Times New Roman" panose="02020603050405020304" pitchFamily="18" charset="0"/>
              </a:rPr>
              <a:t> ;</a:t>
            </a:r>
          </a:p>
          <a:p>
            <a:pPr marL="285750" indent="-285750">
              <a:buFont typeface="Wingdings" panose="05000000000000000000" pitchFamily="2" charset="2"/>
              <a:buChar char="q"/>
            </a:pPr>
            <a:r>
              <a:rPr lang="fr-FR" sz="1600" dirty="0">
                <a:solidFill>
                  <a:srgbClr val="0070C0"/>
                </a:solidFill>
                <a:latin typeface="Times New Roman" panose="02020603050405020304" pitchFamily="18" charset="0"/>
                <a:cs typeface="Times New Roman" panose="02020603050405020304" pitchFamily="18" charset="0"/>
              </a:rPr>
              <a:t>28 dépôts d’antennes ne disposant plus de </a:t>
            </a:r>
            <a:r>
              <a:rPr lang="fr-FR" sz="1600" dirty="0" err="1">
                <a:solidFill>
                  <a:srgbClr val="0070C0"/>
                </a:solidFill>
                <a:latin typeface="Times New Roman" panose="02020603050405020304" pitchFamily="18" charset="0"/>
                <a:cs typeface="Times New Roman" panose="02020603050405020304" pitchFamily="18" charset="0"/>
              </a:rPr>
              <a:t>rotassiil</a:t>
            </a:r>
            <a:r>
              <a:rPr lang="fr-FR" sz="1600" dirty="0">
                <a:solidFill>
                  <a:srgbClr val="0070C0"/>
                </a:solidFill>
                <a:latin typeface="Times New Roman" panose="02020603050405020304" pitchFamily="18" charset="0"/>
                <a:cs typeface="Times New Roman" panose="02020603050405020304" pitchFamily="18" charset="0"/>
              </a:rPr>
              <a:t>  ;</a:t>
            </a:r>
          </a:p>
        </p:txBody>
      </p:sp>
      <p:graphicFrame>
        <p:nvGraphicFramePr>
          <p:cNvPr id="2" name="Tableau 1">
            <a:extLst>
              <a:ext uri="{FF2B5EF4-FFF2-40B4-BE49-F238E27FC236}">
                <a16:creationId xmlns:a16="http://schemas.microsoft.com/office/drawing/2014/main" id="{542B8CB2-3669-8284-089C-B915F566B61D}"/>
              </a:ext>
            </a:extLst>
          </p:cNvPr>
          <p:cNvGraphicFramePr>
            <a:graphicFrameLocks noGrp="1"/>
          </p:cNvGraphicFramePr>
          <p:nvPr>
            <p:extLst>
              <p:ext uri="{D42A27DB-BD31-4B8C-83A1-F6EECF244321}">
                <p14:modId xmlns:p14="http://schemas.microsoft.com/office/powerpoint/2010/main" val="45506769"/>
              </p:ext>
            </p:extLst>
          </p:nvPr>
        </p:nvGraphicFramePr>
        <p:xfrm>
          <a:off x="78291" y="1470611"/>
          <a:ext cx="5820487" cy="4499879"/>
        </p:xfrm>
        <a:graphic>
          <a:graphicData uri="http://schemas.openxmlformats.org/drawingml/2006/table">
            <a:tbl>
              <a:tblPr/>
              <a:tblGrid>
                <a:gridCol w="865987">
                  <a:extLst>
                    <a:ext uri="{9D8B030D-6E8A-4147-A177-3AD203B41FA5}">
                      <a16:colId xmlns:a16="http://schemas.microsoft.com/office/drawing/2014/main" val="20000"/>
                    </a:ext>
                  </a:extLst>
                </a:gridCol>
                <a:gridCol w="1150774">
                  <a:extLst>
                    <a:ext uri="{9D8B030D-6E8A-4147-A177-3AD203B41FA5}">
                      <a16:colId xmlns:a16="http://schemas.microsoft.com/office/drawing/2014/main" val="20001"/>
                    </a:ext>
                  </a:extLst>
                </a:gridCol>
                <a:gridCol w="939214">
                  <a:extLst>
                    <a:ext uri="{9D8B030D-6E8A-4147-A177-3AD203B41FA5}">
                      <a16:colId xmlns:a16="http://schemas.microsoft.com/office/drawing/2014/main" val="20002"/>
                    </a:ext>
                  </a:extLst>
                </a:gridCol>
                <a:gridCol w="854368">
                  <a:extLst>
                    <a:ext uri="{9D8B030D-6E8A-4147-A177-3AD203B41FA5}">
                      <a16:colId xmlns:a16="http://schemas.microsoft.com/office/drawing/2014/main" val="20003"/>
                    </a:ext>
                  </a:extLst>
                </a:gridCol>
                <a:gridCol w="703708">
                  <a:extLst>
                    <a:ext uri="{9D8B030D-6E8A-4147-A177-3AD203B41FA5}">
                      <a16:colId xmlns:a16="http://schemas.microsoft.com/office/drawing/2014/main" val="20004"/>
                    </a:ext>
                  </a:extLst>
                </a:gridCol>
                <a:gridCol w="731734">
                  <a:extLst>
                    <a:ext uri="{9D8B030D-6E8A-4147-A177-3AD203B41FA5}">
                      <a16:colId xmlns:a16="http://schemas.microsoft.com/office/drawing/2014/main" val="20005"/>
                    </a:ext>
                  </a:extLst>
                </a:gridCol>
                <a:gridCol w="574702">
                  <a:extLst>
                    <a:ext uri="{9D8B030D-6E8A-4147-A177-3AD203B41FA5}">
                      <a16:colId xmlns:a16="http://schemas.microsoft.com/office/drawing/2014/main" val="20006"/>
                    </a:ext>
                  </a:extLst>
                </a:gridCol>
              </a:tblGrid>
              <a:tr h="443924">
                <a:tc rowSpan="2">
                  <a:txBody>
                    <a:bodyPr/>
                    <a:lstStyle/>
                    <a:p>
                      <a:pPr algn="ctr" fontAlgn="ctr">
                        <a:buNone/>
                      </a:pPr>
                      <a:r>
                        <a:rPr lang="fr-FR" sz="1050" b="1" i="0" u="none" strike="noStrike" dirty="0">
                          <a:solidFill>
                            <a:srgbClr val="F2F2F2"/>
                          </a:solidFill>
                          <a:effectLst/>
                          <a:latin typeface="Times New Roman" panose="02020603050405020304" pitchFamily="18" charset="0"/>
                        </a:rPr>
                        <a:t>Provinces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56082"/>
                    </a:solidFill>
                  </a:tcPr>
                </a:tc>
                <a:tc rowSpan="2">
                  <a:txBody>
                    <a:bodyPr/>
                    <a:lstStyle/>
                    <a:p>
                      <a:pPr algn="ctr" fontAlgn="ctr">
                        <a:buNone/>
                      </a:pPr>
                      <a:r>
                        <a:rPr lang="fr-FR" sz="1050" b="1" i="0" u="none" strike="noStrike" dirty="0">
                          <a:solidFill>
                            <a:srgbClr val="F2F2F2"/>
                          </a:solidFill>
                          <a:effectLst/>
                          <a:latin typeface="Times New Roman" panose="02020603050405020304" pitchFamily="18" charset="0"/>
                        </a:rPr>
                        <a:t>Antennes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56082"/>
                    </a:solidFill>
                  </a:tcPr>
                </a:tc>
                <a:tc gridSpan="2">
                  <a:txBody>
                    <a:bodyPr/>
                    <a:lstStyle/>
                    <a:p>
                      <a:pPr algn="ctr" fontAlgn="b">
                        <a:buNone/>
                      </a:pPr>
                      <a:r>
                        <a:rPr lang="fr-FR" sz="1050" b="1" i="0" u="none" strike="noStrike" dirty="0">
                          <a:solidFill>
                            <a:srgbClr val="F2F2F2"/>
                          </a:solidFill>
                          <a:effectLst/>
                          <a:latin typeface="Times New Roman" panose="02020603050405020304" pitchFamily="18" charset="0"/>
                        </a:rPr>
                        <a:t>Disponible aux antennes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56082"/>
                    </a:solidFill>
                  </a:tcPr>
                </a:tc>
                <a:tc hMerge="1">
                  <a:txBody>
                    <a:bodyPr/>
                    <a:lstStyle/>
                    <a:p>
                      <a:endParaRPr lang="fr-FR"/>
                    </a:p>
                  </a:txBody>
                  <a:tcPr/>
                </a:tc>
                <a:tc rowSpan="2">
                  <a:txBody>
                    <a:bodyPr/>
                    <a:lstStyle/>
                    <a:p>
                      <a:pPr algn="ctr" fontAlgn="ctr">
                        <a:buNone/>
                      </a:pPr>
                      <a:r>
                        <a:rPr lang="fr-FR" sz="1050" b="1" i="0" u="none" strike="noStrike">
                          <a:solidFill>
                            <a:srgbClr val="F2F2F2"/>
                          </a:solidFill>
                          <a:effectLst/>
                          <a:latin typeface="Times New Roman" panose="02020603050405020304" pitchFamily="18" charset="0"/>
                        </a:rPr>
                        <a:t>ZS ayant retournée le VAR</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56082"/>
                    </a:solidFill>
                  </a:tcPr>
                </a:tc>
                <a:tc gridSpan="2">
                  <a:txBody>
                    <a:bodyPr/>
                    <a:lstStyle/>
                    <a:p>
                      <a:pPr algn="ctr" fontAlgn="b">
                        <a:buNone/>
                      </a:pPr>
                      <a:r>
                        <a:rPr lang="fr-FR" sz="1050" b="1" i="0" u="none" strike="noStrike">
                          <a:solidFill>
                            <a:srgbClr val="F2F2F2"/>
                          </a:solidFill>
                          <a:effectLst/>
                          <a:latin typeface="Times New Roman" panose="02020603050405020304" pitchFamily="18" charset="0"/>
                        </a:rPr>
                        <a:t>Qté retournée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56082"/>
                    </a:solidFill>
                  </a:tcPr>
                </a:tc>
                <a:tc hMerge="1">
                  <a:txBody>
                    <a:bodyPr/>
                    <a:lstStyle/>
                    <a:p>
                      <a:endParaRPr lang="fr-FR"/>
                    </a:p>
                  </a:txBody>
                  <a:tcPr/>
                </a:tc>
                <a:extLst>
                  <a:ext uri="{0D108BD9-81ED-4DB2-BD59-A6C34878D82A}">
                    <a16:rowId xmlns:a16="http://schemas.microsoft.com/office/drawing/2014/main" val="10000"/>
                  </a:ext>
                </a:extLst>
              </a:tr>
              <a:tr h="283407">
                <a:tc vMerge="1">
                  <a:txBody>
                    <a:bodyPr/>
                    <a:lstStyle/>
                    <a:p>
                      <a:endParaRPr lang="fr-FR"/>
                    </a:p>
                  </a:txBody>
                  <a:tcPr/>
                </a:tc>
                <a:tc vMerge="1">
                  <a:txBody>
                    <a:bodyPr/>
                    <a:lstStyle/>
                    <a:p>
                      <a:endParaRPr lang="fr-FR"/>
                    </a:p>
                  </a:txBody>
                  <a:tcPr/>
                </a:tc>
                <a:tc>
                  <a:txBody>
                    <a:bodyPr/>
                    <a:lstStyle/>
                    <a:p>
                      <a:pPr algn="ctr" fontAlgn="ctr">
                        <a:buNone/>
                      </a:pPr>
                      <a:r>
                        <a:rPr lang="fr-FR" sz="1050" b="1" i="0" u="none" strike="noStrike">
                          <a:solidFill>
                            <a:srgbClr val="F2F2F2"/>
                          </a:solidFill>
                          <a:effectLst/>
                          <a:latin typeface="Times New Roman" panose="02020603050405020304" pitchFamily="18" charset="0"/>
                        </a:rPr>
                        <a:t>Vaccins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56082"/>
                    </a:solidFill>
                  </a:tcPr>
                </a:tc>
                <a:tc>
                  <a:txBody>
                    <a:bodyPr/>
                    <a:lstStyle/>
                    <a:p>
                      <a:pPr algn="ctr" fontAlgn="ctr">
                        <a:buNone/>
                      </a:pPr>
                      <a:r>
                        <a:rPr lang="fr-FR" sz="1050" b="1" i="0" u="none" strike="noStrike" dirty="0">
                          <a:solidFill>
                            <a:srgbClr val="F2F2F2"/>
                          </a:solidFill>
                          <a:effectLst/>
                          <a:latin typeface="Times New Roman" panose="02020603050405020304" pitchFamily="18" charset="0"/>
                        </a:rPr>
                        <a:t>Diluant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56082"/>
                    </a:solidFill>
                  </a:tcPr>
                </a:tc>
                <a:tc vMerge="1">
                  <a:txBody>
                    <a:bodyPr/>
                    <a:lstStyle/>
                    <a:p>
                      <a:endParaRPr lang="fr-FR"/>
                    </a:p>
                  </a:txBody>
                  <a:tcPr/>
                </a:tc>
                <a:tc>
                  <a:txBody>
                    <a:bodyPr/>
                    <a:lstStyle/>
                    <a:p>
                      <a:pPr algn="ctr" fontAlgn="ctr">
                        <a:buNone/>
                      </a:pPr>
                      <a:r>
                        <a:rPr lang="fr-FR" sz="1050" b="1" i="0" u="none" strike="noStrike" dirty="0">
                          <a:solidFill>
                            <a:srgbClr val="F2F2F2"/>
                          </a:solidFill>
                          <a:effectLst/>
                          <a:latin typeface="Times New Roman" panose="02020603050405020304" pitchFamily="18" charset="0"/>
                        </a:rPr>
                        <a:t>Vaccin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56082"/>
                    </a:solidFill>
                  </a:tcPr>
                </a:tc>
                <a:tc>
                  <a:txBody>
                    <a:bodyPr/>
                    <a:lstStyle/>
                    <a:p>
                      <a:pPr algn="ctr" fontAlgn="ctr">
                        <a:buNone/>
                      </a:pPr>
                      <a:r>
                        <a:rPr lang="fr-FR" sz="1050" b="1" i="0" u="none" strike="noStrike" dirty="0">
                          <a:solidFill>
                            <a:srgbClr val="F2F2F2"/>
                          </a:solidFill>
                          <a:effectLst/>
                          <a:latin typeface="Times New Roman" panose="02020603050405020304" pitchFamily="18" charset="0"/>
                        </a:rPr>
                        <a:t>Diluant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56082"/>
                    </a:solidFill>
                  </a:tcPr>
                </a:tc>
                <a:extLst>
                  <a:ext uri="{0D108BD9-81ED-4DB2-BD59-A6C34878D82A}">
                    <a16:rowId xmlns:a16="http://schemas.microsoft.com/office/drawing/2014/main" val="10001"/>
                  </a:ext>
                </a:extLst>
              </a:tr>
              <a:tr h="261659">
                <a:tc>
                  <a:txBody>
                    <a:bodyPr/>
                    <a:lstStyle/>
                    <a:p>
                      <a:pPr algn="l" fontAlgn="b">
                        <a:buNone/>
                      </a:pPr>
                      <a:r>
                        <a:rPr lang="fr-FR" sz="1100" b="0" i="0" u="none" strike="noStrike" dirty="0">
                          <a:solidFill>
                            <a:srgbClr val="000000"/>
                          </a:solidFill>
                          <a:effectLst/>
                          <a:latin typeface="Times New Roman" panose="02020603050405020304" pitchFamily="18" charset="0"/>
                        </a:rPr>
                        <a:t>Bas-Uélé</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100" b="0" i="0" u="none" strike="noStrike" dirty="0">
                          <a:solidFill>
                            <a:srgbClr val="000000"/>
                          </a:solidFill>
                          <a:effectLst/>
                          <a:latin typeface="Times New Roman" panose="02020603050405020304" pitchFamily="18" charset="0"/>
                        </a:rPr>
                        <a:t>BUTA</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fr-FR" sz="1050" b="0" i="0" u="none" strike="noStrike" dirty="0">
                          <a:solidFill>
                            <a:srgbClr val="000000"/>
                          </a:solidFill>
                          <a:effectLst/>
                          <a:latin typeface="Times New Roman" panose="02020603050405020304" pitchFamily="18" charset="0"/>
                        </a:rPr>
                        <a:t>33 875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050" b="0" i="0" u="none" strike="noStrike" dirty="0">
                          <a:solidFill>
                            <a:srgbClr val="000000"/>
                          </a:solidFill>
                          <a:effectLst/>
                          <a:latin typeface="Times New Roman" panose="02020603050405020304" pitchFamily="18" charset="0"/>
                        </a:rPr>
                        <a:t>33 875 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050" b="0" i="0" u="none" strike="noStrike" dirty="0">
                          <a:solidFill>
                            <a:srgbClr val="000000"/>
                          </a:solidFill>
                          <a:effectLst/>
                          <a:latin typeface="Times New Roman" panose="02020603050405020304" pitchFamily="18" charset="0"/>
                        </a:rPr>
                        <a:t>11/11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050" b="0" i="0" u="none" strike="noStrike" dirty="0">
                          <a:solidFill>
                            <a:srgbClr val="000000"/>
                          </a:solidFill>
                          <a:effectLst/>
                          <a:latin typeface="Times New Roman" panose="02020603050405020304" pitchFamily="18" charset="0"/>
                        </a:rPr>
                        <a:t>43 855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050" b="0" i="0" u="none" strike="noStrike" dirty="0">
                          <a:solidFill>
                            <a:srgbClr val="000000"/>
                          </a:solidFill>
                          <a:effectLst/>
                          <a:latin typeface="Times New Roman" panose="02020603050405020304" pitchFamily="18" charset="0"/>
                        </a:rPr>
                        <a:t>40 865 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287533">
                <a:tc>
                  <a:txBody>
                    <a:bodyPr/>
                    <a:lstStyle/>
                    <a:p>
                      <a:pPr algn="l" fontAlgn="b">
                        <a:buNone/>
                      </a:pPr>
                      <a:r>
                        <a:rPr lang="fr-FR" sz="1100" b="0" i="0" u="none" strike="noStrike">
                          <a:solidFill>
                            <a:srgbClr val="000000"/>
                          </a:solidFill>
                          <a:effectLst/>
                          <a:latin typeface="Times New Roman" panose="02020603050405020304" pitchFamily="18" charset="0"/>
                        </a:rPr>
                        <a:t>Haut-Uélé</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100" b="0" i="0" u="none" strike="noStrike" dirty="0">
                          <a:solidFill>
                            <a:srgbClr val="000000"/>
                          </a:solidFill>
                          <a:effectLst/>
                          <a:latin typeface="Times New Roman" panose="02020603050405020304" pitchFamily="18" charset="0"/>
                        </a:rPr>
                        <a:t>ISIRO</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050" b="0" i="0" u="none" strike="noStrike" dirty="0">
                          <a:solidFill>
                            <a:srgbClr val="000000"/>
                          </a:solidFill>
                          <a:effectLst/>
                          <a:latin typeface="Times New Roman" panose="02020603050405020304" pitchFamily="18" charset="0"/>
                        </a:rPr>
                        <a:t>30 000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050" b="0" i="0" u="none" strike="noStrike" dirty="0">
                          <a:solidFill>
                            <a:srgbClr val="000000"/>
                          </a:solidFill>
                          <a:effectLst/>
                          <a:latin typeface="Times New Roman" panose="02020603050405020304" pitchFamily="18" charset="0"/>
                        </a:rPr>
                        <a:t>30 300 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050" b="0" i="0" u="none" strike="noStrike" dirty="0">
                          <a:solidFill>
                            <a:srgbClr val="000000"/>
                          </a:solidFill>
                          <a:effectLst/>
                          <a:latin typeface="Times New Roman" panose="02020603050405020304" pitchFamily="18" charset="0"/>
                        </a:rPr>
                        <a:t>6/8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050" b="0" i="0" u="none" strike="noStrike" dirty="0">
                          <a:solidFill>
                            <a:srgbClr val="000000"/>
                          </a:solidFill>
                          <a:effectLst/>
                          <a:latin typeface="Times New Roman" panose="02020603050405020304" pitchFamily="18" charset="0"/>
                        </a:rPr>
                        <a:t>19 750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050" b="0" i="0" u="none" strike="noStrike" dirty="0">
                          <a:solidFill>
                            <a:srgbClr val="000000"/>
                          </a:solidFill>
                          <a:effectLst/>
                          <a:latin typeface="Times New Roman" panose="02020603050405020304" pitchFamily="18" charset="0"/>
                        </a:rPr>
                        <a:t>19 750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3"/>
                  </a:ext>
                </a:extLst>
              </a:tr>
              <a:tr h="279745">
                <a:tc>
                  <a:txBody>
                    <a:bodyPr/>
                    <a:lstStyle/>
                    <a:p>
                      <a:pPr algn="l" fontAlgn="b">
                        <a:buNone/>
                      </a:pPr>
                      <a:r>
                        <a:rPr lang="fr-FR" sz="1100" b="0" i="0" u="none" strike="noStrike">
                          <a:solidFill>
                            <a:srgbClr val="000000"/>
                          </a:solidFill>
                          <a:effectLst/>
                          <a:latin typeface="Times New Roman" panose="02020603050405020304" pitchFamily="18" charset="0"/>
                        </a:rPr>
                        <a:t>Haut-Uélé</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100" b="0" i="0" u="none" strike="noStrike" dirty="0">
                          <a:solidFill>
                            <a:srgbClr val="000000"/>
                          </a:solidFill>
                          <a:effectLst/>
                          <a:latin typeface="Times New Roman" panose="02020603050405020304" pitchFamily="18" charset="0"/>
                        </a:rPr>
                        <a:t>WATSA</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fr-FR" sz="1050" b="0" i="0" u="none" strike="noStrike" dirty="0">
                          <a:solidFill>
                            <a:srgbClr val="000000"/>
                          </a:solidFill>
                          <a:effectLst/>
                          <a:latin typeface="Times New Roman" panose="02020603050405020304" pitchFamily="18" charset="0"/>
                        </a:rPr>
                        <a:t>14 750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050" b="0" i="0" u="none" strike="noStrike" dirty="0">
                          <a:solidFill>
                            <a:srgbClr val="000000"/>
                          </a:solidFill>
                          <a:effectLst/>
                          <a:latin typeface="Times New Roman" panose="02020603050405020304" pitchFamily="18" charset="0"/>
                        </a:rPr>
                        <a:t>56 765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050" b="0" i="0" u="none" strike="noStrike" dirty="0">
                          <a:solidFill>
                            <a:srgbClr val="000000"/>
                          </a:solidFill>
                          <a:effectLst/>
                          <a:latin typeface="Times New Roman" panose="02020603050405020304" pitchFamily="18" charset="0"/>
                        </a:rPr>
                        <a:t>5/5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050" b="0" i="0" u="none" strike="noStrike" dirty="0">
                          <a:solidFill>
                            <a:srgbClr val="000000"/>
                          </a:solidFill>
                          <a:effectLst/>
                          <a:latin typeface="Times New Roman" panose="02020603050405020304" pitchFamily="18" charset="0"/>
                        </a:rPr>
                        <a:t>26 325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050" b="0" i="0" u="none" strike="noStrike" dirty="0">
                          <a:solidFill>
                            <a:srgbClr val="000000"/>
                          </a:solidFill>
                          <a:effectLst/>
                          <a:latin typeface="Times New Roman" panose="02020603050405020304" pitchFamily="18" charset="0"/>
                        </a:rPr>
                        <a:t>27 915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4"/>
                  </a:ext>
                </a:extLst>
              </a:tr>
              <a:tr h="271750">
                <a:tc>
                  <a:txBody>
                    <a:bodyPr/>
                    <a:lstStyle/>
                    <a:p>
                      <a:pPr algn="l" fontAlgn="b">
                        <a:buNone/>
                      </a:pPr>
                      <a:r>
                        <a:rPr lang="fr-FR" sz="1100" b="0" i="0" u="none" strike="noStrike" dirty="0">
                          <a:solidFill>
                            <a:srgbClr val="000000"/>
                          </a:solidFill>
                          <a:effectLst/>
                          <a:latin typeface="Times New Roman" panose="02020603050405020304" pitchFamily="18" charset="0"/>
                        </a:rPr>
                        <a:t>Haut-</a:t>
                      </a:r>
                      <a:r>
                        <a:rPr lang="fr-FR" sz="1100" b="0" i="0" u="none" strike="noStrike" dirty="0" err="1">
                          <a:solidFill>
                            <a:srgbClr val="000000"/>
                          </a:solidFill>
                          <a:effectLst/>
                          <a:latin typeface="Times New Roman" panose="02020603050405020304" pitchFamily="18" charset="0"/>
                        </a:rPr>
                        <a:t>Lomami</a:t>
                      </a:r>
                      <a:endParaRPr lang="fr-FR" sz="1100" b="0" i="0" u="none" strike="noStrike" dirty="0">
                        <a:solidFill>
                          <a:srgbClr val="000000"/>
                        </a:solidFill>
                        <a:effectLst/>
                        <a:latin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100" b="0" i="0" u="none" strike="noStrike" dirty="0">
                          <a:solidFill>
                            <a:srgbClr val="000000"/>
                          </a:solidFill>
                          <a:effectLst/>
                          <a:latin typeface="Times New Roman" panose="02020603050405020304" pitchFamily="18" charset="0"/>
                        </a:rPr>
                        <a:t>KABONDO D.</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050" b="0" i="0" u="none" strike="noStrike" dirty="0">
                          <a:solidFill>
                            <a:srgbClr val="000000"/>
                          </a:solidFill>
                          <a:effectLst/>
                          <a:latin typeface="Times New Roman" panose="02020603050405020304" pitchFamily="18" charset="0"/>
                        </a:rPr>
                        <a:t>30 110 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050" b="0" i="0" u="none" strike="noStrike" dirty="0">
                          <a:solidFill>
                            <a:srgbClr val="000000"/>
                          </a:solidFill>
                          <a:effectLst/>
                          <a:latin typeface="Times New Roman" panose="02020603050405020304" pitchFamily="18" charset="0"/>
                        </a:rPr>
                        <a:t>27 320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050" b="0" i="0" u="none" strike="noStrike" dirty="0">
                          <a:solidFill>
                            <a:srgbClr val="000000"/>
                          </a:solidFill>
                          <a:effectLst/>
                          <a:latin typeface="Times New Roman" panose="02020603050405020304" pitchFamily="18" charset="0"/>
                        </a:rPr>
                        <a:t>0/8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050" b="0" i="0" u="none" strike="noStrike" dirty="0">
                          <a:solidFill>
                            <a:srgbClr val="000000"/>
                          </a:solidFill>
                          <a:effectLst/>
                          <a:latin typeface="Times New Roman" panose="02020603050405020304" pitchFamily="18" charset="0"/>
                        </a:rPr>
                        <a: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050" b="0" i="0" u="none" strike="noStrike" dirty="0">
                          <a:solidFill>
                            <a:srgbClr val="000000"/>
                          </a:solidFill>
                          <a:effectLst/>
                          <a:latin typeface="Times New Roman" panose="02020603050405020304" pitchFamily="18" charset="0"/>
                        </a:rPr>
                        <a:t> -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5"/>
                  </a:ext>
                </a:extLst>
              </a:tr>
              <a:tr h="279745">
                <a:tc>
                  <a:txBody>
                    <a:bodyPr/>
                    <a:lstStyle/>
                    <a:p>
                      <a:pPr algn="l" fontAlgn="b">
                        <a:buNone/>
                      </a:pPr>
                      <a:r>
                        <a:rPr lang="fr-FR" sz="1100" b="0" i="0" u="none" strike="noStrike">
                          <a:solidFill>
                            <a:srgbClr val="000000"/>
                          </a:solidFill>
                          <a:effectLst/>
                          <a:latin typeface="Times New Roman" panose="02020603050405020304" pitchFamily="18" charset="0"/>
                        </a:rPr>
                        <a:t>Haut-Lomami</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100" b="0" i="0" u="none" strike="noStrike" dirty="0">
                          <a:solidFill>
                            <a:srgbClr val="000000"/>
                          </a:solidFill>
                          <a:effectLst/>
                          <a:latin typeface="Times New Roman" panose="02020603050405020304" pitchFamily="18" charset="0"/>
                        </a:rPr>
                        <a:t>KAMINA</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050" b="0" i="0" u="none" strike="noStrike" dirty="0">
                          <a:solidFill>
                            <a:srgbClr val="000000"/>
                          </a:solidFill>
                          <a:effectLst/>
                          <a:latin typeface="Times New Roman" panose="02020603050405020304" pitchFamily="18" charset="0"/>
                        </a:rPr>
                        <a:t>44 250 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050" b="0" i="0" u="none" strike="noStrike" dirty="0">
                          <a:solidFill>
                            <a:srgbClr val="000000"/>
                          </a:solidFill>
                          <a:effectLst/>
                          <a:latin typeface="Times New Roman" panose="02020603050405020304" pitchFamily="18" charset="0"/>
                        </a:rPr>
                        <a:t>44 250 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050" b="0" i="0" u="none" strike="noStrike" dirty="0">
                          <a:solidFill>
                            <a:srgbClr val="000000"/>
                          </a:solidFill>
                          <a:effectLst/>
                          <a:latin typeface="Times New Roman" panose="02020603050405020304" pitchFamily="18" charset="0"/>
                        </a:rPr>
                        <a:t>0/8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050" b="0" i="0" u="none" strike="noStrike" dirty="0">
                          <a:solidFill>
                            <a:srgbClr val="000000"/>
                          </a:solidFill>
                          <a:effectLst/>
                          <a:latin typeface="Times New Roman" panose="02020603050405020304" pitchFamily="18" charset="0"/>
                        </a:rPr>
                        <a:t> -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050" b="0" i="0" u="none" strike="noStrike" dirty="0">
                          <a:solidFill>
                            <a:srgbClr val="000000"/>
                          </a:solidFill>
                          <a:effectLst/>
                          <a:latin typeface="Times New Roman" panose="02020603050405020304" pitchFamily="18" charset="0"/>
                        </a:rPr>
                        <a: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6"/>
                  </a:ext>
                </a:extLst>
              </a:tr>
              <a:tr h="261659">
                <a:tc>
                  <a:txBody>
                    <a:bodyPr/>
                    <a:lstStyle/>
                    <a:p>
                      <a:pPr algn="l" fontAlgn="b">
                        <a:buNone/>
                      </a:pPr>
                      <a:r>
                        <a:rPr lang="fr-FR" sz="1100" b="0" i="0" u="none" strike="noStrike">
                          <a:solidFill>
                            <a:srgbClr val="000000"/>
                          </a:solidFill>
                          <a:effectLst/>
                          <a:latin typeface="Times New Roman" panose="02020603050405020304" pitchFamily="18" charset="0"/>
                        </a:rPr>
                        <a:t>Tanganyika</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100" b="0" i="0" u="none" strike="noStrike" dirty="0">
                          <a:solidFill>
                            <a:srgbClr val="000000"/>
                          </a:solidFill>
                          <a:effectLst/>
                          <a:latin typeface="Times New Roman" panose="02020603050405020304" pitchFamily="18" charset="0"/>
                        </a:rPr>
                        <a:t>KABALO</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fr-FR" sz="1050" b="0" i="0" u="none" strike="noStrike" dirty="0">
                          <a:solidFill>
                            <a:srgbClr val="000000"/>
                          </a:solidFill>
                          <a:effectLst/>
                          <a:latin typeface="Times New Roman" panose="02020603050405020304" pitchFamily="18" charset="0"/>
                        </a:rPr>
                        <a:t>23 250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050" b="0" i="0" u="none" strike="noStrike" dirty="0">
                          <a:solidFill>
                            <a:srgbClr val="000000"/>
                          </a:solidFill>
                          <a:effectLst/>
                          <a:latin typeface="Times New Roman" panose="02020603050405020304" pitchFamily="18" charset="0"/>
                        </a:rPr>
                        <a:t>69 500 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050" b="0" i="0" u="none" strike="noStrike" dirty="0">
                          <a:solidFill>
                            <a:srgbClr val="000000"/>
                          </a:solidFill>
                          <a:effectLst/>
                          <a:latin typeface="Times New Roman" panose="02020603050405020304" pitchFamily="18" charset="0"/>
                        </a:rPr>
                        <a:t>0/6</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050" b="0" i="0" u="none" strike="noStrike" dirty="0">
                          <a:solidFill>
                            <a:srgbClr val="000000"/>
                          </a:solidFill>
                          <a:effectLst/>
                          <a:latin typeface="Times New Roman" panose="02020603050405020304" pitchFamily="18" charset="0"/>
                        </a:rPr>
                        <a:t>34 095 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050" b="0" i="0" u="none" strike="noStrike" dirty="0">
                          <a:solidFill>
                            <a:srgbClr val="000000"/>
                          </a:solidFill>
                          <a:effectLst/>
                          <a:latin typeface="Times New Roman" panose="02020603050405020304" pitchFamily="18" charset="0"/>
                        </a:rPr>
                        <a:t>32 895 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7"/>
                  </a:ext>
                </a:extLst>
              </a:tr>
              <a:tr h="261659">
                <a:tc>
                  <a:txBody>
                    <a:bodyPr/>
                    <a:lstStyle/>
                    <a:p>
                      <a:pPr algn="l" fontAlgn="b">
                        <a:buNone/>
                      </a:pPr>
                      <a:r>
                        <a:rPr lang="fr-FR" sz="1100" b="0" i="0" u="none" strike="noStrike" dirty="0">
                          <a:solidFill>
                            <a:srgbClr val="000000"/>
                          </a:solidFill>
                          <a:effectLst/>
                          <a:latin typeface="Times New Roman" panose="02020603050405020304" pitchFamily="18" charset="0"/>
                        </a:rPr>
                        <a:t>Tanganyika</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100" b="0" i="0" u="none" strike="noStrike" dirty="0">
                          <a:solidFill>
                            <a:srgbClr val="000000"/>
                          </a:solidFill>
                          <a:effectLst/>
                          <a:latin typeface="Times New Roman" panose="02020603050405020304" pitchFamily="18" charset="0"/>
                        </a:rPr>
                        <a:t>KALEMIE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fr-FR" sz="1050" b="0" i="0" u="none" strike="noStrike" dirty="0">
                          <a:solidFill>
                            <a:srgbClr val="000000"/>
                          </a:solidFill>
                          <a:effectLst/>
                          <a:latin typeface="Times New Roman" panose="02020603050405020304" pitchFamily="18" charset="0"/>
                        </a:rPr>
                        <a:t>72 750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050" b="0" i="0" u="none" strike="noStrike" dirty="0">
                          <a:solidFill>
                            <a:srgbClr val="000000"/>
                          </a:solidFill>
                          <a:effectLst/>
                          <a:latin typeface="Times New Roman" panose="02020603050405020304" pitchFamily="18" charset="0"/>
                        </a:rPr>
                        <a:t>60 200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050" b="0" i="0" u="none" strike="noStrike" dirty="0">
                          <a:solidFill>
                            <a:srgbClr val="000000"/>
                          </a:solidFill>
                          <a:effectLst/>
                          <a:latin typeface="Times New Roman" panose="02020603050405020304" pitchFamily="18" charset="0"/>
                        </a:rPr>
                        <a:t>5/5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050" b="0" i="0" u="none" strike="noStrike" dirty="0">
                          <a:solidFill>
                            <a:srgbClr val="000000"/>
                          </a:solidFill>
                          <a:effectLst/>
                          <a:latin typeface="Times New Roman" panose="02020603050405020304" pitchFamily="18" charset="0"/>
                        </a:rPr>
                        <a:t>32 040 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050" b="0" i="0" u="none" strike="noStrike" dirty="0">
                          <a:solidFill>
                            <a:srgbClr val="000000"/>
                          </a:solidFill>
                          <a:effectLst/>
                          <a:latin typeface="Times New Roman" panose="02020603050405020304" pitchFamily="18" charset="0"/>
                        </a:rPr>
                        <a:t>28 610 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8"/>
                  </a:ext>
                </a:extLst>
              </a:tr>
              <a:tr h="261659">
                <a:tc>
                  <a:txBody>
                    <a:bodyPr/>
                    <a:lstStyle/>
                    <a:p>
                      <a:pPr algn="l" fontAlgn="b">
                        <a:buNone/>
                      </a:pPr>
                      <a:r>
                        <a:rPr lang="fr-FR" sz="1100" b="0" i="0" u="none" strike="noStrike">
                          <a:solidFill>
                            <a:srgbClr val="000000"/>
                          </a:solidFill>
                          <a:effectLst/>
                          <a:latin typeface="Times New Roman" panose="02020603050405020304" pitchFamily="18" charset="0"/>
                        </a:rPr>
                        <a:t>Lualaba</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100" b="0" i="0" u="none" strike="noStrike" dirty="0">
                          <a:solidFill>
                            <a:srgbClr val="000000"/>
                          </a:solidFill>
                          <a:effectLst/>
                          <a:latin typeface="Times New Roman" panose="02020603050405020304" pitchFamily="18" charset="0"/>
                        </a:rPr>
                        <a:t>KISENGE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050" b="0" i="0" u="none" strike="noStrike" dirty="0">
                          <a:solidFill>
                            <a:srgbClr val="000000"/>
                          </a:solidFill>
                          <a:effectLst/>
                          <a:latin typeface="Times New Roman" panose="02020603050405020304" pitchFamily="18" charset="0"/>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050" b="0" i="0" u="none" strike="noStrike">
                          <a:solidFill>
                            <a:srgbClr val="000000"/>
                          </a:solidFill>
                          <a:effectLst/>
                          <a:latin typeface="Times New Roman" panose="02020603050405020304" pitchFamily="18" charset="0"/>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050" b="0" i="0" u="none" strike="noStrike" dirty="0">
                          <a:solidFill>
                            <a:srgbClr val="000000"/>
                          </a:solidFill>
                          <a:effectLst/>
                          <a:latin typeface="Times New Roman" panose="02020603050405020304" pitchFamily="18" charset="0"/>
                        </a:rPr>
                        <a:t>0/6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050" b="0" i="0" u="none" strike="noStrike" dirty="0">
                          <a:solidFill>
                            <a:srgbClr val="000000"/>
                          </a:solidFill>
                          <a:effectLst/>
                          <a:latin typeface="Times New Roman" panose="02020603050405020304" pitchFamily="18" charset="0"/>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050" b="0" i="0" u="none" strike="noStrike">
                          <a:solidFill>
                            <a:srgbClr val="000000"/>
                          </a:solidFill>
                          <a:effectLst/>
                          <a:latin typeface="Times New Roman" panose="02020603050405020304" pitchFamily="18" charset="0"/>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9"/>
                  </a:ext>
                </a:extLst>
              </a:tr>
              <a:tr h="261659">
                <a:tc>
                  <a:txBody>
                    <a:bodyPr/>
                    <a:lstStyle/>
                    <a:p>
                      <a:pPr algn="l" fontAlgn="b">
                        <a:buNone/>
                      </a:pPr>
                      <a:r>
                        <a:rPr lang="fr-FR" sz="1100" b="0" i="0" u="none" strike="noStrike" dirty="0">
                          <a:solidFill>
                            <a:srgbClr val="000000"/>
                          </a:solidFill>
                          <a:effectLst/>
                          <a:latin typeface="Times New Roman" panose="02020603050405020304" pitchFamily="18" charset="0"/>
                        </a:rPr>
                        <a:t>Lualaba</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100" b="0" i="0" u="none" strike="noStrike" dirty="0">
                          <a:solidFill>
                            <a:srgbClr val="000000"/>
                          </a:solidFill>
                          <a:effectLst/>
                          <a:latin typeface="Times New Roman" panose="02020603050405020304" pitchFamily="18" charset="0"/>
                        </a:rPr>
                        <a:t>KOLWEZI</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fr-FR" sz="1050" b="0" i="0" u="none" strike="noStrike" dirty="0">
                          <a:solidFill>
                            <a:srgbClr val="000000"/>
                          </a:solidFill>
                          <a:effectLst/>
                          <a:latin typeface="Times New Roman" panose="02020603050405020304" pitchFamily="18" charset="0"/>
                        </a:rPr>
                        <a:t>238 500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050" b="0" i="0" u="none" strike="noStrike" dirty="0">
                          <a:solidFill>
                            <a:srgbClr val="000000"/>
                          </a:solidFill>
                          <a:effectLst/>
                          <a:latin typeface="Times New Roman" panose="02020603050405020304" pitchFamily="18" charset="0"/>
                        </a:rPr>
                        <a:t>140 250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050" b="0" i="0" u="none" strike="noStrike" dirty="0">
                          <a:solidFill>
                            <a:srgbClr val="000000"/>
                          </a:solidFill>
                          <a:effectLst/>
                          <a:latin typeface="Times New Roman" panose="02020603050405020304" pitchFamily="18" charset="0"/>
                        </a:rPr>
                        <a:t>7/8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050" b="0" i="0" u="none" strike="noStrike" dirty="0">
                          <a:solidFill>
                            <a:srgbClr val="000000"/>
                          </a:solidFill>
                          <a:effectLst/>
                          <a:latin typeface="Times New Roman" panose="02020603050405020304" pitchFamily="18" charset="0"/>
                        </a:rPr>
                        <a:t>30 570 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050" b="0" i="0" u="none" strike="noStrike" dirty="0">
                          <a:solidFill>
                            <a:srgbClr val="000000"/>
                          </a:solidFill>
                          <a:effectLst/>
                          <a:latin typeface="Times New Roman" panose="02020603050405020304" pitchFamily="18" charset="0"/>
                        </a:rPr>
                        <a:t>30 570 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10"/>
                  </a:ext>
                </a:extLst>
              </a:tr>
              <a:tr h="280148">
                <a:tc>
                  <a:txBody>
                    <a:bodyPr/>
                    <a:lstStyle/>
                    <a:p>
                      <a:pPr algn="l" fontAlgn="b">
                        <a:buNone/>
                      </a:pPr>
                      <a:r>
                        <a:rPr lang="fr-FR" sz="1100" b="0" i="0" u="none" strike="noStrike" dirty="0">
                          <a:solidFill>
                            <a:srgbClr val="000000"/>
                          </a:solidFill>
                          <a:effectLst/>
                          <a:latin typeface="Times New Roman" panose="02020603050405020304" pitchFamily="18" charset="0"/>
                        </a:rPr>
                        <a:t>Haut-Katanga</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100" b="0" i="0" u="none" strike="noStrike" dirty="0">
                          <a:solidFill>
                            <a:srgbClr val="000000"/>
                          </a:solidFill>
                          <a:effectLst/>
                          <a:latin typeface="Times New Roman" panose="02020603050405020304" pitchFamily="18" charset="0"/>
                        </a:rPr>
                        <a:t>LIKASI</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fr-FR" sz="1050" b="0" i="0" u="none" strike="noStrike" dirty="0">
                          <a:solidFill>
                            <a:srgbClr val="000000"/>
                          </a:solidFill>
                          <a:effectLst/>
                          <a:latin typeface="Times New Roman" panose="02020603050405020304" pitchFamily="18" charset="0"/>
                        </a:rPr>
                        <a:t>15 250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050" b="0" i="0" u="none" strike="noStrike" dirty="0">
                          <a:solidFill>
                            <a:srgbClr val="000000"/>
                          </a:solidFill>
                          <a:effectLst/>
                          <a:latin typeface="Times New Roman" panose="02020603050405020304" pitchFamily="18" charset="0"/>
                        </a:rPr>
                        <a:t>30 250 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050" b="0" i="0" u="none" strike="noStrike" dirty="0">
                          <a:solidFill>
                            <a:srgbClr val="000000"/>
                          </a:solidFill>
                          <a:effectLst/>
                          <a:latin typeface="Times New Roman" panose="02020603050405020304" pitchFamily="18" charset="0"/>
                        </a:rPr>
                        <a:t>9/9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050" b="0" i="0" u="none" strike="noStrike" dirty="0">
                          <a:solidFill>
                            <a:srgbClr val="000000"/>
                          </a:solidFill>
                          <a:effectLst/>
                          <a:latin typeface="Times New Roman" panose="02020603050405020304" pitchFamily="18" charset="0"/>
                        </a:rPr>
                        <a:t>40 300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050" b="0" i="0" u="none" strike="noStrike" dirty="0">
                          <a:solidFill>
                            <a:srgbClr val="000000"/>
                          </a:solidFill>
                          <a:effectLst/>
                          <a:latin typeface="Times New Roman" panose="02020603050405020304" pitchFamily="18" charset="0"/>
                        </a:rPr>
                        <a:t>41 300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11"/>
                  </a:ext>
                </a:extLst>
              </a:tr>
              <a:tr h="303723">
                <a:tc>
                  <a:txBody>
                    <a:bodyPr/>
                    <a:lstStyle/>
                    <a:p>
                      <a:pPr algn="l" fontAlgn="b">
                        <a:buNone/>
                      </a:pPr>
                      <a:r>
                        <a:rPr lang="fr-FR" sz="1100" b="0" i="0" u="none" strike="noStrike" dirty="0">
                          <a:solidFill>
                            <a:srgbClr val="000000"/>
                          </a:solidFill>
                          <a:effectLst/>
                          <a:latin typeface="Times New Roman" panose="02020603050405020304" pitchFamily="18" charset="0"/>
                        </a:rPr>
                        <a:t>Haut-Katanga</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100" b="0" i="0" u="none" strike="noStrike" dirty="0">
                          <a:solidFill>
                            <a:srgbClr val="000000"/>
                          </a:solidFill>
                          <a:effectLst/>
                          <a:latin typeface="Times New Roman" panose="02020603050405020304" pitchFamily="18" charset="0"/>
                        </a:rPr>
                        <a:t>LUBUMBASHI</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fr-FR" sz="1050" b="0" i="0" u="none" strike="noStrike" dirty="0">
                          <a:solidFill>
                            <a:srgbClr val="000000"/>
                          </a:solidFill>
                          <a:effectLst/>
                          <a:latin typeface="Times New Roman" panose="02020603050405020304" pitchFamily="18" charset="0"/>
                        </a:rPr>
                        <a:t>36 000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050" b="0" i="0" u="none" strike="noStrike" dirty="0">
                          <a:solidFill>
                            <a:srgbClr val="000000"/>
                          </a:solidFill>
                          <a:effectLst/>
                          <a:latin typeface="Times New Roman" panose="02020603050405020304" pitchFamily="18" charset="0"/>
                        </a:rPr>
                        <a:t>5 500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050" b="0" i="0" u="none" strike="noStrike" dirty="0">
                          <a:solidFill>
                            <a:srgbClr val="000000"/>
                          </a:solidFill>
                          <a:effectLst/>
                          <a:latin typeface="Times New Roman" panose="02020603050405020304" pitchFamily="18" charset="0"/>
                        </a:rPr>
                        <a:t>18/19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050" b="0" i="0" u="none" strike="noStrike" dirty="0">
                          <a:solidFill>
                            <a:srgbClr val="000000"/>
                          </a:solidFill>
                          <a:effectLst/>
                          <a:latin typeface="Times New Roman" panose="02020603050405020304" pitchFamily="18" charset="0"/>
                        </a:rPr>
                        <a:t>38 970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050" b="0" i="0" u="none" strike="noStrike" dirty="0">
                          <a:solidFill>
                            <a:srgbClr val="000000"/>
                          </a:solidFill>
                          <a:effectLst/>
                          <a:latin typeface="Times New Roman" panose="02020603050405020304" pitchFamily="18" charset="0"/>
                        </a:rPr>
                        <a:t>32 705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12"/>
                  </a:ext>
                </a:extLst>
              </a:tr>
              <a:tr h="261659">
                <a:tc>
                  <a:txBody>
                    <a:bodyPr/>
                    <a:lstStyle/>
                    <a:p>
                      <a:pPr algn="l" fontAlgn="b">
                        <a:buNone/>
                      </a:pPr>
                      <a:r>
                        <a:rPr lang="fr-FR" sz="1100" b="0" i="0" u="none" strike="noStrike">
                          <a:solidFill>
                            <a:srgbClr val="000000"/>
                          </a:solidFill>
                          <a:effectLst/>
                          <a:latin typeface="Times New Roman" panose="02020603050405020304" pitchFamily="18" charset="0"/>
                        </a:rPr>
                        <a:t>Ituri</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100" b="0" i="0" u="none" strike="noStrike" dirty="0">
                          <a:solidFill>
                            <a:srgbClr val="000000"/>
                          </a:solidFill>
                          <a:effectLst/>
                          <a:latin typeface="Times New Roman" panose="02020603050405020304" pitchFamily="18" charset="0"/>
                        </a:rPr>
                        <a:t>ARU</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fr-FR" sz="1100" b="0" i="0" u="none" strike="noStrike" dirty="0">
                          <a:solidFill>
                            <a:srgbClr val="000000"/>
                          </a:solidFill>
                          <a:effectLst/>
                          <a:latin typeface="Times New Roman" panose="02020603050405020304" pitchFamily="18" charset="0"/>
                        </a:rPr>
                        <a:t> 98 975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100" b="0" i="0" u="none" strike="noStrike" dirty="0">
                          <a:solidFill>
                            <a:srgbClr val="000000"/>
                          </a:solidFill>
                          <a:effectLst/>
                          <a:latin typeface="Times New Roman" panose="02020603050405020304" pitchFamily="18" charset="0"/>
                        </a:rPr>
                        <a:t>93 300 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100" b="0" i="0" u="none" strike="noStrike" dirty="0">
                          <a:solidFill>
                            <a:srgbClr val="000000"/>
                          </a:solidFill>
                          <a:effectLst/>
                          <a:latin typeface="Times New Roman" panose="02020603050405020304" pitchFamily="18" charset="0"/>
                        </a:rPr>
                        <a:t> 11/13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100" b="0" i="0" u="none" strike="noStrike" dirty="0">
                          <a:solidFill>
                            <a:srgbClr val="000000"/>
                          </a:solidFill>
                          <a:effectLst/>
                          <a:latin typeface="Times New Roman" panose="02020603050405020304" pitchFamily="18" charset="0"/>
                        </a:rPr>
                        <a:t>42 975 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100" b="0" i="0" u="none" strike="noStrike" dirty="0">
                          <a:solidFill>
                            <a:srgbClr val="000000"/>
                          </a:solidFill>
                          <a:effectLst/>
                          <a:latin typeface="Times New Roman" panose="02020603050405020304" pitchFamily="18" charset="0"/>
                        </a:rPr>
                        <a:t>33 050 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13"/>
                  </a:ext>
                </a:extLst>
              </a:tr>
              <a:tr h="261659">
                <a:tc>
                  <a:txBody>
                    <a:bodyPr/>
                    <a:lstStyle/>
                    <a:p>
                      <a:pPr algn="l" fontAlgn="b">
                        <a:buNone/>
                      </a:pPr>
                      <a:r>
                        <a:rPr lang="fr-FR" sz="1100" b="0" i="0" u="none" strike="noStrike" dirty="0">
                          <a:solidFill>
                            <a:srgbClr val="000000"/>
                          </a:solidFill>
                          <a:effectLst/>
                          <a:latin typeface="Times New Roman" panose="02020603050405020304" pitchFamily="18" charset="0"/>
                        </a:rPr>
                        <a:t>Ituri</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100" b="0" i="0" u="none" strike="noStrike" dirty="0">
                          <a:solidFill>
                            <a:srgbClr val="000000"/>
                          </a:solidFill>
                          <a:effectLst/>
                          <a:latin typeface="Times New Roman" panose="02020603050405020304" pitchFamily="18" charset="0"/>
                        </a:rPr>
                        <a:t>BUNIA</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fr-FR" sz="1100" b="0" i="0" u="none" strike="noStrike" dirty="0">
                          <a:solidFill>
                            <a:srgbClr val="000000"/>
                          </a:solidFill>
                          <a:effectLst/>
                          <a:latin typeface="Times New Roman" panose="02020603050405020304" pitchFamily="18" charset="0"/>
                        </a:rPr>
                        <a:t>50 020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100" b="0" i="0" u="none" strike="noStrike" dirty="0">
                          <a:solidFill>
                            <a:srgbClr val="000000"/>
                          </a:solidFill>
                          <a:effectLst/>
                          <a:latin typeface="Times New Roman" panose="02020603050405020304" pitchFamily="18" charset="0"/>
                        </a:rPr>
                        <a:t>60 250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100" b="0" i="0" u="none" strike="noStrike" dirty="0">
                          <a:solidFill>
                            <a:srgbClr val="000000"/>
                          </a:solidFill>
                          <a:effectLst/>
                          <a:latin typeface="Times New Roman" panose="02020603050405020304" pitchFamily="18" charset="0"/>
                        </a:rPr>
                        <a:t>22/23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100" b="0" i="0" u="none" strike="noStrike" dirty="0">
                          <a:solidFill>
                            <a:srgbClr val="000000"/>
                          </a:solidFill>
                          <a:effectLst/>
                          <a:latin typeface="Times New Roman" panose="02020603050405020304" pitchFamily="18" charset="0"/>
                        </a:rPr>
                        <a:t>107 345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100" b="0" i="0" u="none" strike="noStrike" dirty="0">
                          <a:solidFill>
                            <a:srgbClr val="000000"/>
                          </a:solidFill>
                          <a:effectLst/>
                          <a:latin typeface="Times New Roman" panose="02020603050405020304" pitchFamily="18" charset="0"/>
                        </a:rPr>
                        <a:t>108 775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14"/>
                  </a:ext>
                </a:extLst>
              </a:tr>
              <a:tr h="238291">
                <a:tc gridSpan="2">
                  <a:txBody>
                    <a:bodyPr/>
                    <a:lstStyle/>
                    <a:p>
                      <a:pPr algn="ctr" fontAlgn="b">
                        <a:buNone/>
                      </a:pPr>
                      <a:r>
                        <a:rPr lang="fr-FR" sz="1100" b="0" i="0" u="none" strike="noStrike" dirty="0">
                          <a:solidFill>
                            <a:srgbClr val="000000"/>
                          </a:solidFill>
                          <a:effectLst/>
                          <a:latin typeface="Times New Roman" panose="02020603050405020304" pitchFamily="18" charset="0"/>
                          <a:cs typeface="Times New Roman" panose="02020603050405020304" pitchFamily="18" charset="0"/>
                        </a:rPr>
                        <a:t>Total</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fr-FR"/>
                    </a:p>
                  </a:txBody>
                  <a:tcPr/>
                </a:tc>
                <a:tc>
                  <a:txBody>
                    <a:bodyPr/>
                    <a:lstStyle/>
                    <a:p>
                      <a:pPr algn="ctr" fontAlgn="ctr">
                        <a:buNone/>
                      </a:pPr>
                      <a:r>
                        <a:rPr lang="fr-FR" sz="1100" b="1" i="0" u="none" strike="noStrike" dirty="0">
                          <a:solidFill>
                            <a:srgbClr val="000000"/>
                          </a:solidFill>
                          <a:effectLst/>
                          <a:latin typeface="Times New Roman" panose="02020603050405020304" pitchFamily="18" charset="0"/>
                        </a:rPr>
                        <a:t>514 395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100" b="1" i="0" u="none" strike="noStrike" dirty="0">
                          <a:solidFill>
                            <a:srgbClr val="000000"/>
                          </a:solidFill>
                          <a:effectLst/>
                          <a:latin typeface="Times New Roman" panose="02020603050405020304" pitchFamily="18" charset="0"/>
                        </a:rPr>
                        <a:t>350 285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100" b="1" i="0" u="none" strike="noStrike" dirty="0">
                          <a:solidFill>
                            <a:srgbClr val="000000"/>
                          </a:solidFill>
                          <a:effectLst/>
                          <a:latin typeface="Times New Roman" panose="02020603050405020304" pitchFamily="18" charset="0"/>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47474"/>
                    </a:solidFill>
                  </a:tcPr>
                </a:tc>
                <a:tc>
                  <a:txBody>
                    <a:bodyPr/>
                    <a:lstStyle/>
                    <a:p>
                      <a:pPr algn="ctr" fontAlgn="ctr">
                        <a:buNone/>
                      </a:pPr>
                      <a:r>
                        <a:rPr lang="fr-FR" sz="1100" b="1" i="0" u="none" strike="noStrike" dirty="0">
                          <a:solidFill>
                            <a:srgbClr val="000000"/>
                          </a:solidFill>
                          <a:effectLst/>
                          <a:latin typeface="Times New Roman" panose="02020603050405020304" pitchFamily="18" charset="0"/>
                        </a:rPr>
                        <a:t>276 545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FR" sz="1100" b="1" i="0" u="none" strike="noStrike" dirty="0">
                          <a:solidFill>
                            <a:srgbClr val="000000"/>
                          </a:solidFill>
                          <a:effectLst/>
                          <a:latin typeface="Times New Roman" panose="02020603050405020304" pitchFamily="18" charset="0"/>
                        </a:rPr>
                        <a:t>230 445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15"/>
                  </a:ext>
                </a:extLst>
              </a:tr>
            </a:tbl>
          </a:graphicData>
        </a:graphic>
      </p:graphicFrame>
    </p:spTree>
    <p:extLst>
      <p:ext uri="{BB962C8B-B14F-4D97-AF65-F5344CB8AC3E}">
        <p14:creationId xmlns:p14="http://schemas.microsoft.com/office/powerpoint/2010/main" val="3952178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02">
          <a:extLst>
            <a:ext uri="{FF2B5EF4-FFF2-40B4-BE49-F238E27FC236}">
              <a16:creationId xmlns:a16="http://schemas.microsoft.com/office/drawing/2014/main" id="{06B44490-CE11-DAF2-8C49-091D6503570D}"/>
            </a:ext>
          </a:extLst>
        </p:cNvPr>
        <p:cNvGrpSpPr/>
        <p:nvPr/>
      </p:nvGrpSpPr>
      <p:grpSpPr>
        <a:xfrm>
          <a:off x="0" y="0"/>
          <a:ext cx="0" cy="0"/>
          <a:chOff x="0" y="0"/>
          <a:chExt cx="0" cy="0"/>
        </a:xfrm>
      </p:grpSpPr>
      <p:sp>
        <p:nvSpPr>
          <p:cNvPr id="1603" name="Google Shape;1603;p45">
            <a:extLst>
              <a:ext uri="{FF2B5EF4-FFF2-40B4-BE49-F238E27FC236}">
                <a16:creationId xmlns:a16="http://schemas.microsoft.com/office/drawing/2014/main" id="{1A21D173-9468-82B1-63BB-2F57CE37F2EF}"/>
              </a:ext>
            </a:extLst>
          </p:cNvPr>
          <p:cNvSpPr txBox="1"/>
          <p:nvPr/>
        </p:nvSpPr>
        <p:spPr>
          <a:xfrm>
            <a:off x="458592" y="317941"/>
            <a:ext cx="11274800" cy="731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200"/>
              <a:buFont typeface="Arial" panose="020B0604020202020204"/>
              <a:buNone/>
            </a:pPr>
            <a:r>
              <a:rPr lang="en-GB" sz="2935" b="1" i="0" u="none" strike="noStrike" cap="none" dirty="0" err="1">
                <a:solidFill>
                  <a:srgbClr val="0070C0"/>
                </a:solidFill>
                <a:latin typeface="Times New Roman" panose="02020603050405020304"/>
                <a:ea typeface="Times New Roman" panose="02020603050405020304"/>
                <a:cs typeface="Times New Roman" panose="02020603050405020304"/>
                <a:sym typeface="Times New Roman" panose="02020603050405020304"/>
              </a:rPr>
              <a:t>Taux</a:t>
            </a:r>
            <a:r>
              <a:rPr lang="en-GB"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 de satisfaction des provinces </a:t>
            </a:r>
            <a:r>
              <a:rPr lang="fr-FR" altLang="en-GB"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en</a:t>
            </a:r>
            <a:r>
              <a:rPr lang="en-GB"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 Vaccins 202</a:t>
            </a:r>
            <a:r>
              <a:rPr lang="fr-FR" altLang="en-GB"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5</a:t>
            </a:r>
            <a:endParaRPr sz="2935" b="0"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604" name="Google Shape;1604;p45">
            <a:extLst>
              <a:ext uri="{FF2B5EF4-FFF2-40B4-BE49-F238E27FC236}">
                <a16:creationId xmlns:a16="http://schemas.microsoft.com/office/drawing/2014/main" id="{232D4BF8-A3AF-142D-F5D0-6784BAC7AE56}"/>
              </a:ext>
            </a:extLst>
          </p:cNvPr>
          <p:cNvSpPr/>
          <p:nvPr/>
        </p:nvSpPr>
        <p:spPr>
          <a:xfrm>
            <a:off x="0" y="272241"/>
            <a:ext cx="235600" cy="655200"/>
          </a:xfrm>
          <a:prstGeom prst="rect">
            <a:avLst/>
          </a:prstGeom>
          <a:solidFill>
            <a:srgbClr val="0070C0"/>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865"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223" name="Google Shape;223;p16">
            <a:extLst>
              <a:ext uri="{FF2B5EF4-FFF2-40B4-BE49-F238E27FC236}">
                <a16:creationId xmlns:a16="http://schemas.microsoft.com/office/drawing/2014/main" id="{FA6B3320-C15D-D53E-DCFD-B294952EBF20}"/>
              </a:ext>
            </a:extLst>
          </p:cNvPr>
          <p:cNvCxnSpPr/>
          <p:nvPr/>
        </p:nvCxnSpPr>
        <p:spPr>
          <a:xfrm>
            <a:off x="267700" y="6427967"/>
            <a:ext cx="11640400" cy="0"/>
          </a:xfrm>
          <a:prstGeom prst="straightConnector1">
            <a:avLst/>
          </a:prstGeom>
          <a:noFill/>
          <a:ln w="9525" cap="flat" cmpd="sng">
            <a:solidFill>
              <a:srgbClr val="9E9E9E"/>
            </a:solidFill>
            <a:prstDash val="solid"/>
            <a:round/>
            <a:headEnd type="none" w="med" len="med"/>
            <a:tailEnd type="none" w="med" len="med"/>
          </a:ln>
        </p:spPr>
      </p:cxnSp>
      <p:sp>
        <p:nvSpPr>
          <p:cNvPr id="224" name="Google Shape;224;p16">
            <a:extLst>
              <a:ext uri="{FF2B5EF4-FFF2-40B4-BE49-F238E27FC236}">
                <a16:creationId xmlns:a16="http://schemas.microsoft.com/office/drawing/2014/main" id="{C5424FEA-FDED-016D-CB5B-6F454E09619A}"/>
              </a:ext>
            </a:extLst>
          </p:cNvPr>
          <p:cNvSpPr txBox="1"/>
          <p:nvPr/>
        </p:nvSpPr>
        <p:spPr>
          <a:xfrm>
            <a:off x="267700" y="6492843"/>
            <a:ext cx="11414800" cy="18415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graphicFrame>
        <p:nvGraphicFramePr>
          <p:cNvPr id="3" name="Tableau 2">
            <a:extLst>
              <a:ext uri="{FF2B5EF4-FFF2-40B4-BE49-F238E27FC236}">
                <a16:creationId xmlns:a16="http://schemas.microsoft.com/office/drawing/2014/main" id="{A2DCB2B0-55AB-DAC2-B96B-851A3F6E2951}"/>
              </a:ext>
            </a:extLst>
          </p:cNvPr>
          <p:cNvGraphicFramePr>
            <a:graphicFrameLocks noGrp="1"/>
          </p:cNvGraphicFramePr>
          <p:nvPr>
            <p:extLst>
              <p:ext uri="{D42A27DB-BD31-4B8C-83A1-F6EECF244321}">
                <p14:modId xmlns:p14="http://schemas.microsoft.com/office/powerpoint/2010/main" val="308543854"/>
              </p:ext>
            </p:extLst>
          </p:nvPr>
        </p:nvGraphicFramePr>
        <p:xfrm>
          <a:off x="44825" y="945033"/>
          <a:ext cx="12111323" cy="5408408"/>
        </p:xfrm>
        <a:graphic>
          <a:graphicData uri="http://schemas.openxmlformats.org/drawingml/2006/table">
            <a:tbl>
              <a:tblPr/>
              <a:tblGrid>
                <a:gridCol w="1466213">
                  <a:extLst>
                    <a:ext uri="{9D8B030D-6E8A-4147-A177-3AD203B41FA5}">
                      <a16:colId xmlns:a16="http://schemas.microsoft.com/office/drawing/2014/main" val="1857373104"/>
                    </a:ext>
                  </a:extLst>
                </a:gridCol>
                <a:gridCol w="1064511">
                  <a:extLst>
                    <a:ext uri="{9D8B030D-6E8A-4147-A177-3AD203B41FA5}">
                      <a16:colId xmlns:a16="http://schemas.microsoft.com/office/drawing/2014/main" val="4286700935"/>
                    </a:ext>
                  </a:extLst>
                </a:gridCol>
                <a:gridCol w="1064511">
                  <a:extLst>
                    <a:ext uri="{9D8B030D-6E8A-4147-A177-3AD203B41FA5}">
                      <a16:colId xmlns:a16="http://schemas.microsoft.com/office/drawing/2014/main" val="3636249729"/>
                    </a:ext>
                  </a:extLst>
                </a:gridCol>
                <a:gridCol w="1064511">
                  <a:extLst>
                    <a:ext uri="{9D8B030D-6E8A-4147-A177-3AD203B41FA5}">
                      <a16:colId xmlns:a16="http://schemas.microsoft.com/office/drawing/2014/main" val="988250401"/>
                    </a:ext>
                  </a:extLst>
                </a:gridCol>
                <a:gridCol w="1064511">
                  <a:extLst>
                    <a:ext uri="{9D8B030D-6E8A-4147-A177-3AD203B41FA5}">
                      <a16:colId xmlns:a16="http://schemas.microsoft.com/office/drawing/2014/main" val="2909277881"/>
                    </a:ext>
                  </a:extLst>
                </a:gridCol>
                <a:gridCol w="1064511">
                  <a:extLst>
                    <a:ext uri="{9D8B030D-6E8A-4147-A177-3AD203B41FA5}">
                      <a16:colId xmlns:a16="http://schemas.microsoft.com/office/drawing/2014/main" val="3213727198"/>
                    </a:ext>
                  </a:extLst>
                </a:gridCol>
                <a:gridCol w="1064511">
                  <a:extLst>
                    <a:ext uri="{9D8B030D-6E8A-4147-A177-3AD203B41FA5}">
                      <a16:colId xmlns:a16="http://schemas.microsoft.com/office/drawing/2014/main" val="2702053618"/>
                    </a:ext>
                  </a:extLst>
                </a:gridCol>
                <a:gridCol w="1064511">
                  <a:extLst>
                    <a:ext uri="{9D8B030D-6E8A-4147-A177-3AD203B41FA5}">
                      <a16:colId xmlns:a16="http://schemas.microsoft.com/office/drawing/2014/main" val="1092923491"/>
                    </a:ext>
                  </a:extLst>
                </a:gridCol>
                <a:gridCol w="1064511">
                  <a:extLst>
                    <a:ext uri="{9D8B030D-6E8A-4147-A177-3AD203B41FA5}">
                      <a16:colId xmlns:a16="http://schemas.microsoft.com/office/drawing/2014/main" val="3083069358"/>
                    </a:ext>
                  </a:extLst>
                </a:gridCol>
                <a:gridCol w="1064511">
                  <a:extLst>
                    <a:ext uri="{9D8B030D-6E8A-4147-A177-3AD203B41FA5}">
                      <a16:colId xmlns:a16="http://schemas.microsoft.com/office/drawing/2014/main" val="4072717"/>
                    </a:ext>
                  </a:extLst>
                </a:gridCol>
                <a:gridCol w="1064511">
                  <a:extLst>
                    <a:ext uri="{9D8B030D-6E8A-4147-A177-3AD203B41FA5}">
                      <a16:colId xmlns:a16="http://schemas.microsoft.com/office/drawing/2014/main" val="3799303472"/>
                    </a:ext>
                  </a:extLst>
                </a:gridCol>
              </a:tblGrid>
              <a:tr h="197413">
                <a:tc>
                  <a:txBody>
                    <a:bodyPr/>
                    <a:lstStyle/>
                    <a:p>
                      <a:pPr algn="l" fontAlgn="ctr">
                        <a:buNone/>
                      </a:pPr>
                      <a:r>
                        <a:rPr lang="fr-FR" sz="1200" b="0" i="0" u="none" strike="noStrike">
                          <a:solidFill>
                            <a:srgbClr val="000000"/>
                          </a:solidFill>
                          <a:effectLst/>
                          <a:latin typeface="Times New Roman" panose="02020603050405020304" pitchFamily="18" charset="0"/>
                        </a:rPr>
                        <a:t>Antenne</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BCG</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bOPV</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DTwP-HepB-Hib</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PCV13</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IPV</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fr-FR" sz="1200" b="1" i="0" u="none" strike="noStrike" dirty="0" err="1">
                          <a:solidFill>
                            <a:srgbClr val="000000"/>
                          </a:solidFill>
                          <a:effectLst/>
                          <a:latin typeface="Times New Roman" panose="02020603050405020304" pitchFamily="18" charset="0"/>
                        </a:rPr>
                        <a:t>Rota_Lyo</a:t>
                      </a:r>
                      <a:endParaRPr lang="fr-FR" sz="1200" b="1" i="0" u="none" strike="noStrike" dirty="0">
                        <a:solidFill>
                          <a:srgbClr val="000000"/>
                        </a:solidFill>
                        <a:effectLst/>
                        <a:latin typeface="Times New Roman" panose="02020603050405020304" pitchFamily="18" charset="0"/>
                      </a:endParaRP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Measles</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YF</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Td</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R21</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extLst>
                  <a:ext uri="{0D108BD9-81ED-4DB2-BD59-A6C34878D82A}">
                    <a16:rowId xmlns:a16="http://schemas.microsoft.com/office/drawing/2014/main" val="1087199777"/>
                  </a:ext>
                </a:extLst>
              </a:tr>
              <a:tr h="98706">
                <a:tc>
                  <a:txBody>
                    <a:bodyPr/>
                    <a:lstStyle/>
                    <a:p>
                      <a:pPr algn="l" fontAlgn="b">
                        <a:buNone/>
                      </a:pPr>
                      <a:r>
                        <a:rPr lang="fr-FR" sz="1200" b="1" i="0" u="none" strike="noStrike">
                          <a:solidFill>
                            <a:srgbClr val="000000"/>
                          </a:solidFill>
                          <a:effectLst/>
                          <a:latin typeface="Times New Roman" panose="02020603050405020304" pitchFamily="18" charset="0"/>
                        </a:rPr>
                        <a:t>51</a:t>
                      </a:r>
                    </a:p>
                  </a:txBody>
                  <a:tcPr marL="3746" marR="3746" marT="37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106%</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76%</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93%</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97%</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108%</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ctr" fontAlgn="ctr">
                        <a:buNone/>
                      </a:pPr>
                      <a:r>
                        <a:rPr lang="fr-FR" sz="1200" b="1" i="0" u="none" strike="noStrike" dirty="0">
                          <a:solidFill>
                            <a:srgbClr val="FFFFFF"/>
                          </a:solidFill>
                          <a:effectLst/>
                          <a:latin typeface="Times New Roman" panose="02020603050405020304" pitchFamily="18" charset="0"/>
                        </a:rPr>
                        <a:t>39%</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89%</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71%</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76%</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39%</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4067880016"/>
                  </a:ext>
                </a:extLst>
              </a:tr>
              <a:tr h="98706">
                <a:tc>
                  <a:txBody>
                    <a:bodyPr/>
                    <a:lstStyle/>
                    <a:p>
                      <a:pPr algn="l" fontAlgn="b">
                        <a:buNone/>
                      </a:pPr>
                      <a:r>
                        <a:rPr lang="fr-FR" sz="1200" b="0" i="0" u="none" strike="noStrike">
                          <a:solidFill>
                            <a:srgbClr val="000000"/>
                          </a:solidFill>
                          <a:effectLst/>
                          <a:latin typeface="Times New Roman" panose="02020603050405020304" pitchFamily="18" charset="0"/>
                        </a:rPr>
                        <a:t>Bandundu</a:t>
                      </a:r>
                    </a:p>
                  </a:txBody>
                  <a:tcPr marL="3746" marR="3746" marT="3746"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78%</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57%</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91%</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95%</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dirty="0">
                          <a:solidFill>
                            <a:srgbClr val="FFFFFF"/>
                          </a:solidFill>
                          <a:effectLst/>
                          <a:latin typeface="Times New Roman" panose="02020603050405020304" pitchFamily="18" charset="0"/>
                        </a:rPr>
                        <a:t>44%</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00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56%</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92%</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49%</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00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95%</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extLst>
                  <a:ext uri="{0D108BD9-81ED-4DB2-BD59-A6C34878D82A}">
                    <a16:rowId xmlns:a16="http://schemas.microsoft.com/office/drawing/2014/main" val="2928267745"/>
                  </a:ext>
                </a:extLst>
              </a:tr>
              <a:tr h="98706">
                <a:tc>
                  <a:txBody>
                    <a:bodyPr/>
                    <a:lstStyle/>
                    <a:p>
                      <a:pPr algn="l" fontAlgn="b">
                        <a:buNone/>
                      </a:pPr>
                      <a:r>
                        <a:rPr lang="fr-FR" sz="1200" b="0" i="0" u="none" strike="noStrike">
                          <a:solidFill>
                            <a:srgbClr val="000000"/>
                          </a:solidFill>
                          <a:effectLst/>
                          <a:latin typeface="Times New Roman" panose="02020603050405020304" pitchFamily="18" charset="0"/>
                        </a:rPr>
                        <a:t>Inongo</a:t>
                      </a:r>
                    </a:p>
                  </a:txBody>
                  <a:tcPr marL="3746" marR="3746" marT="374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87%</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107%</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70C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96%</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99%</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dirty="0">
                          <a:solidFill>
                            <a:srgbClr val="000000"/>
                          </a:solidFill>
                          <a:effectLst/>
                          <a:latin typeface="Times New Roman" panose="02020603050405020304" pitchFamily="18" charset="0"/>
                        </a:rPr>
                        <a:t>63%</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76%</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99%</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92%</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extLst>
                  <a:ext uri="{0D108BD9-81ED-4DB2-BD59-A6C34878D82A}">
                    <a16:rowId xmlns:a16="http://schemas.microsoft.com/office/drawing/2014/main" val="3379993145"/>
                  </a:ext>
                </a:extLst>
              </a:tr>
              <a:tr h="98706">
                <a:tc>
                  <a:txBody>
                    <a:bodyPr/>
                    <a:lstStyle/>
                    <a:p>
                      <a:pPr algn="l" fontAlgn="b">
                        <a:buNone/>
                      </a:pPr>
                      <a:r>
                        <a:rPr lang="fr-FR" sz="1200" b="0" i="0" u="none" strike="noStrike">
                          <a:solidFill>
                            <a:srgbClr val="000000"/>
                          </a:solidFill>
                          <a:effectLst/>
                          <a:latin typeface="Times New Roman" panose="02020603050405020304" pitchFamily="18" charset="0"/>
                        </a:rPr>
                        <a:t>Nioki</a:t>
                      </a:r>
                    </a:p>
                  </a:txBody>
                  <a:tcPr marL="3746" marR="3746" marT="374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85%</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94%</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102%</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70C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dirty="0">
                          <a:solidFill>
                            <a:srgbClr val="000000"/>
                          </a:solidFill>
                          <a:effectLst/>
                          <a:latin typeface="Times New Roman" panose="02020603050405020304" pitchFamily="18" charset="0"/>
                        </a:rPr>
                        <a:t>62%</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89%</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76%</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105%</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70C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86%</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extLst>
                  <a:ext uri="{0D108BD9-81ED-4DB2-BD59-A6C34878D82A}">
                    <a16:rowId xmlns:a16="http://schemas.microsoft.com/office/drawing/2014/main" val="1224904014"/>
                  </a:ext>
                </a:extLst>
              </a:tr>
              <a:tr h="98706">
                <a:tc>
                  <a:txBody>
                    <a:bodyPr/>
                    <a:lstStyle/>
                    <a:p>
                      <a:pPr algn="l" fontAlgn="b">
                        <a:buNone/>
                      </a:pPr>
                      <a:r>
                        <a:rPr lang="fr-FR" sz="1200" b="0" i="0" u="none" strike="noStrike">
                          <a:solidFill>
                            <a:srgbClr val="000000"/>
                          </a:solidFill>
                          <a:effectLst/>
                          <a:latin typeface="Times New Roman" panose="02020603050405020304" pitchFamily="18" charset="0"/>
                        </a:rPr>
                        <a:t>Kahemba</a:t>
                      </a:r>
                    </a:p>
                  </a:txBody>
                  <a:tcPr marL="3746" marR="3746" marT="374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fr-FR" sz="1200" b="1" i="0" u="none" strike="noStrike">
                          <a:solidFill>
                            <a:srgbClr val="FFFFFF"/>
                          </a:solidFill>
                          <a:effectLst/>
                          <a:latin typeface="Times New Roman" panose="02020603050405020304" pitchFamily="18" charset="0"/>
                        </a:rPr>
                        <a:t>102%</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70C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72%</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65%</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67%</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99%</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dirty="0">
                          <a:solidFill>
                            <a:srgbClr val="FFFFFF"/>
                          </a:solidFill>
                          <a:effectLst/>
                          <a:latin typeface="Times New Roman" panose="02020603050405020304" pitchFamily="18" charset="0"/>
                        </a:rPr>
                        <a:t>50%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00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59%</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68%</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55%</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51%</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extLst>
                  <a:ext uri="{0D108BD9-81ED-4DB2-BD59-A6C34878D82A}">
                    <a16:rowId xmlns:a16="http://schemas.microsoft.com/office/drawing/2014/main" val="37663890"/>
                  </a:ext>
                </a:extLst>
              </a:tr>
              <a:tr h="98706">
                <a:tc>
                  <a:txBody>
                    <a:bodyPr/>
                    <a:lstStyle/>
                    <a:p>
                      <a:pPr algn="l" fontAlgn="b">
                        <a:buNone/>
                      </a:pPr>
                      <a:r>
                        <a:rPr lang="fr-FR" sz="1200" b="0" i="0" u="none" strike="noStrike">
                          <a:solidFill>
                            <a:srgbClr val="000000"/>
                          </a:solidFill>
                          <a:effectLst/>
                          <a:latin typeface="Times New Roman" panose="02020603050405020304" pitchFamily="18" charset="0"/>
                        </a:rPr>
                        <a:t>Kenge</a:t>
                      </a:r>
                    </a:p>
                  </a:txBody>
                  <a:tcPr marL="3746" marR="3746" marT="374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fr-FR" sz="1200" b="1" i="0" u="none" strike="noStrike">
                          <a:solidFill>
                            <a:srgbClr val="000000"/>
                          </a:solidFill>
                          <a:effectLst/>
                          <a:latin typeface="Times New Roman" panose="02020603050405020304" pitchFamily="18" charset="0"/>
                        </a:rPr>
                        <a:t>93%</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65%</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65%</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66%</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73%</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dirty="0">
                          <a:solidFill>
                            <a:srgbClr val="000000"/>
                          </a:solidFill>
                          <a:effectLst/>
                          <a:latin typeface="Times New Roman" panose="02020603050405020304" pitchFamily="18" charset="0"/>
                        </a:rPr>
                        <a:t>50%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81%</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63%</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69%</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38%</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0000"/>
                    </a:solidFill>
                  </a:tcPr>
                </a:tc>
                <a:extLst>
                  <a:ext uri="{0D108BD9-81ED-4DB2-BD59-A6C34878D82A}">
                    <a16:rowId xmlns:a16="http://schemas.microsoft.com/office/drawing/2014/main" val="1157063873"/>
                  </a:ext>
                </a:extLst>
              </a:tr>
              <a:tr h="98706">
                <a:tc>
                  <a:txBody>
                    <a:bodyPr/>
                    <a:lstStyle/>
                    <a:p>
                      <a:pPr algn="l" fontAlgn="b">
                        <a:buNone/>
                      </a:pPr>
                      <a:r>
                        <a:rPr lang="fr-FR" sz="1200" b="0" i="0" u="none" strike="noStrike">
                          <a:solidFill>
                            <a:srgbClr val="000000"/>
                          </a:solidFill>
                          <a:effectLst/>
                          <a:latin typeface="Times New Roman" panose="02020603050405020304" pitchFamily="18" charset="0"/>
                        </a:rPr>
                        <a:t>Kikwit</a:t>
                      </a:r>
                    </a:p>
                  </a:txBody>
                  <a:tcPr marL="3746" marR="3746" marT="374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fr-FR" sz="1200" b="1" i="0" u="none" strike="noStrike">
                          <a:solidFill>
                            <a:srgbClr val="000000"/>
                          </a:solidFill>
                          <a:effectLst/>
                          <a:latin typeface="Times New Roman" panose="02020603050405020304" pitchFamily="18" charset="0"/>
                        </a:rPr>
                        <a:t>96%</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81%</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76%</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dirty="0">
                          <a:solidFill>
                            <a:srgbClr val="000000"/>
                          </a:solidFill>
                          <a:effectLst/>
                          <a:latin typeface="Times New Roman" panose="02020603050405020304" pitchFamily="18" charset="0"/>
                        </a:rPr>
                        <a:t>65%</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79%</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53%</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81%</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48%</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0000"/>
                    </a:solidFill>
                  </a:tcPr>
                </a:tc>
                <a:extLst>
                  <a:ext uri="{0D108BD9-81ED-4DB2-BD59-A6C34878D82A}">
                    <a16:rowId xmlns:a16="http://schemas.microsoft.com/office/drawing/2014/main" val="3568215482"/>
                  </a:ext>
                </a:extLst>
              </a:tr>
              <a:tr h="98706">
                <a:tc>
                  <a:txBody>
                    <a:bodyPr/>
                    <a:lstStyle/>
                    <a:p>
                      <a:pPr algn="l" fontAlgn="b">
                        <a:buNone/>
                      </a:pPr>
                      <a:r>
                        <a:rPr lang="fr-FR" sz="1200" b="0" i="0" u="none" strike="noStrike">
                          <a:solidFill>
                            <a:srgbClr val="000000"/>
                          </a:solidFill>
                          <a:effectLst/>
                          <a:latin typeface="Times New Roman" panose="02020603050405020304" pitchFamily="18" charset="0"/>
                        </a:rPr>
                        <a:t>Boma</a:t>
                      </a:r>
                    </a:p>
                  </a:txBody>
                  <a:tcPr marL="3746" marR="3746" marT="374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95%</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101%</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70C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98%</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105%</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70C0"/>
                    </a:solidFill>
                  </a:tcPr>
                </a:tc>
                <a:tc>
                  <a:txBody>
                    <a:bodyPr/>
                    <a:lstStyle/>
                    <a:p>
                      <a:pPr algn="ctr" fontAlgn="ctr">
                        <a:buNone/>
                      </a:pPr>
                      <a:r>
                        <a:rPr lang="fr-FR" sz="1200" b="1" i="0" u="none" strike="noStrike" dirty="0">
                          <a:solidFill>
                            <a:srgbClr val="000000"/>
                          </a:solidFill>
                          <a:effectLst/>
                          <a:latin typeface="Times New Roman" panose="02020603050405020304" pitchFamily="18" charset="0"/>
                        </a:rPr>
                        <a:t>61%</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102%</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70C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93%</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extLst>
                  <a:ext uri="{0D108BD9-81ED-4DB2-BD59-A6C34878D82A}">
                    <a16:rowId xmlns:a16="http://schemas.microsoft.com/office/drawing/2014/main" val="1422669010"/>
                  </a:ext>
                </a:extLst>
              </a:tr>
              <a:tr h="98706">
                <a:tc>
                  <a:txBody>
                    <a:bodyPr/>
                    <a:lstStyle/>
                    <a:p>
                      <a:pPr algn="l" fontAlgn="b">
                        <a:buNone/>
                      </a:pPr>
                      <a:r>
                        <a:rPr lang="fr-FR" sz="1200" b="0" i="0" u="none" strike="noStrike">
                          <a:solidFill>
                            <a:srgbClr val="000000"/>
                          </a:solidFill>
                          <a:effectLst/>
                          <a:latin typeface="Times New Roman" panose="02020603050405020304" pitchFamily="18" charset="0"/>
                        </a:rPr>
                        <a:t>Matadi</a:t>
                      </a:r>
                    </a:p>
                  </a:txBody>
                  <a:tcPr marL="3746" marR="3746" marT="374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dirty="0">
                          <a:solidFill>
                            <a:srgbClr val="000000"/>
                          </a:solidFill>
                          <a:effectLst/>
                          <a:latin typeface="Times New Roman" panose="02020603050405020304" pitchFamily="18" charset="0"/>
                        </a:rPr>
                        <a:t>58%</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97%</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56%</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84%</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extLst>
                  <a:ext uri="{0D108BD9-81ED-4DB2-BD59-A6C34878D82A}">
                    <a16:rowId xmlns:a16="http://schemas.microsoft.com/office/drawing/2014/main" val="800553096"/>
                  </a:ext>
                </a:extLst>
              </a:tr>
              <a:tr h="98706">
                <a:tc>
                  <a:txBody>
                    <a:bodyPr/>
                    <a:lstStyle/>
                    <a:p>
                      <a:pPr algn="l" fontAlgn="b">
                        <a:buNone/>
                      </a:pPr>
                      <a:r>
                        <a:rPr lang="fr-FR" sz="1200" b="0" i="0" u="none" strike="noStrike">
                          <a:solidFill>
                            <a:srgbClr val="000000"/>
                          </a:solidFill>
                          <a:effectLst/>
                          <a:latin typeface="Times New Roman" panose="02020603050405020304" pitchFamily="18" charset="0"/>
                        </a:rPr>
                        <a:t>Mbanza Ngungu</a:t>
                      </a:r>
                    </a:p>
                  </a:txBody>
                  <a:tcPr marL="3746" marR="3746" marT="374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fr-FR" sz="1200" b="1" i="0" u="none" strike="noStrike">
                          <a:solidFill>
                            <a:srgbClr val="000000"/>
                          </a:solidFill>
                          <a:effectLst/>
                          <a:latin typeface="Times New Roman" panose="02020603050405020304" pitchFamily="18" charset="0"/>
                        </a:rPr>
                        <a:t>61%</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91%</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76%</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98%</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39%</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00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70%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79%</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extLst>
                  <a:ext uri="{0D108BD9-81ED-4DB2-BD59-A6C34878D82A}">
                    <a16:rowId xmlns:a16="http://schemas.microsoft.com/office/drawing/2014/main" val="656460679"/>
                  </a:ext>
                </a:extLst>
              </a:tr>
              <a:tr h="98706">
                <a:tc>
                  <a:txBody>
                    <a:bodyPr/>
                    <a:lstStyle/>
                    <a:p>
                      <a:pPr algn="l" fontAlgn="b">
                        <a:buNone/>
                      </a:pPr>
                      <a:r>
                        <a:rPr lang="fr-FR" sz="1200" b="0" i="0" u="none" strike="noStrike">
                          <a:solidFill>
                            <a:srgbClr val="000000"/>
                          </a:solidFill>
                          <a:effectLst/>
                          <a:latin typeface="Times New Roman" panose="02020603050405020304" pitchFamily="18" charset="0"/>
                        </a:rPr>
                        <a:t>Boende</a:t>
                      </a:r>
                    </a:p>
                  </a:txBody>
                  <a:tcPr marL="3746" marR="3746" marT="374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fr-FR" sz="1200" b="1" i="0" u="none" strike="noStrike">
                          <a:solidFill>
                            <a:srgbClr val="FFFFFF"/>
                          </a:solidFill>
                          <a:effectLst/>
                          <a:latin typeface="Times New Roman" panose="02020603050405020304" pitchFamily="18" charset="0"/>
                        </a:rPr>
                        <a:t>104%</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70C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79%</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104%</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70C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95%</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103%</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70C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104%</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70C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49%</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0000"/>
                    </a:solidFill>
                  </a:tcPr>
                </a:tc>
                <a:extLst>
                  <a:ext uri="{0D108BD9-81ED-4DB2-BD59-A6C34878D82A}">
                    <a16:rowId xmlns:a16="http://schemas.microsoft.com/office/drawing/2014/main" val="639993736"/>
                  </a:ext>
                </a:extLst>
              </a:tr>
              <a:tr h="98706">
                <a:tc>
                  <a:txBody>
                    <a:bodyPr/>
                    <a:lstStyle/>
                    <a:p>
                      <a:pPr algn="l" fontAlgn="b">
                        <a:buNone/>
                      </a:pPr>
                      <a:r>
                        <a:rPr lang="fr-FR" sz="1200" b="0" i="0" u="none" strike="noStrike">
                          <a:solidFill>
                            <a:srgbClr val="000000"/>
                          </a:solidFill>
                          <a:effectLst/>
                          <a:latin typeface="Times New Roman" panose="02020603050405020304" pitchFamily="18" charset="0"/>
                        </a:rPr>
                        <a:t>Bumba</a:t>
                      </a:r>
                    </a:p>
                  </a:txBody>
                  <a:tcPr marL="3746" marR="3746" marT="374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87%</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59%</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55%</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53%</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102%</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70C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78%</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49%</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0000"/>
                    </a:solidFill>
                  </a:tcPr>
                </a:tc>
                <a:extLst>
                  <a:ext uri="{0D108BD9-81ED-4DB2-BD59-A6C34878D82A}">
                    <a16:rowId xmlns:a16="http://schemas.microsoft.com/office/drawing/2014/main" val="2885359772"/>
                  </a:ext>
                </a:extLst>
              </a:tr>
              <a:tr h="98706">
                <a:tc>
                  <a:txBody>
                    <a:bodyPr/>
                    <a:lstStyle/>
                    <a:p>
                      <a:pPr algn="l" fontAlgn="b">
                        <a:buNone/>
                      </a:pPr>
                      <a:r>
                        <a:rPr lang="fr-FR" sz="1200" b="0" i="0" u="none" strike="noStrike">
                          <a:solidFill>
                            <a:srgbClr val="000000"/>
                          </a:solidFill>
                          <a:effectLst/>
                          <a:latin typeface="Times New Roman" panose="02020603050405020304" pitchFamily="18" charset="0"/>
                        </a:rPr>
                        <a:t>Gbadolite</a:t>
                      </a:r>
                    </a:p>
                  </a:txBody>
                  <a:tcPr marL="3746" marR="3746" marT="374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86%</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94%</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66%</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92%</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96%</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49%</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0000"/>
                    </a:solidFill>
                  </a:tcPr>
                </a:tc>
                <a:extLst>
                  <a:ext uri="{0D108BD9-81ED-4DB2-BD59-A6C34878D82A}">
                    <a16:rowId xmlns:a16="http://schemas.microsoft.com/office/drawing/2014/main" val="941633401"/>
                  </a:ext>
                </a:extLst>
              </a:tr>
              <a:tr h="98706">
                <a:tc>
                  <a:txBody>
                    <a:bodyPr/>
                    <a:lstStyle/>
                    <a:p>
                      <a:pPr algn="l" fontAlgn="b">
                        <a:buNone/>
                      </a:pPr>
                      <a:r>
                        <a:rPr lang="fr-FR" sz="1200" b="0" i="0" u="none" strike="noStrike">
                          <a:solidFill>
                            <a:srgbClr val="000000"/>
                          </a:solidFill>
                          <a:effectLst/>
                          <a:latin typeface="Times New Roman" panose="02020603050405020304" pitchFamily="18" charset="0"/>
                        </a:rPr>
                        <a:t>Gemena</a:t>
                      </a:r>
                    </a:p>
                  </a:txBody>
                  <a:tcPr marL="3746" marR="3746" marT="374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83%</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81%</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81%</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53%</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69%</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94%</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94%</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55%</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extLst>
                  <a:ext uri="{0D108BD9-81ED-4DB2-BD59-A6C34878D82A}">
                    <a16:rowId xmlns:a16="http://schemas.microsoft.com/office/drawing/2014/main" val="1461750792"/>
                  </a:ext>
                </a:extLst>
              </a:tr>
              <a:tr h="98706">
                <a:tc>
                  <a:txBody>
                    <a:bodyPr/>
                    <a:lstStyle/>
                    <a:p>
                      <a:pPr algn="l" fontAlgn="b">
                        <a:buNone/>
                      </a:pPr>
                      <a:r>
                        <a:rPr lang="fr-FR" sz="1200" b="0" i="0" u="none" strike="noStrike">
                          <a:solidFill>
                            <a:srgbClr val="000000"/>
                          </a:solidFill>
                          <a:effectLst/>
                          <a:latin typeface="Times New Roman" panose="02020603050405020304" pitchFamily="18" charset="0"/>
                        </a:rPr>
                        <a:t>Lisala</a:t>
                      </a:r>
                    </a:p>
                  </a:txBody>
                  <a:tcPr marL="3746" marR="3746" marT="374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fr-FR" sz="1200" b="1" i="0" u="none" strike="noStrike">
                          <a:solidFill>
                            <a:srgbClr val="000000"/>
                          </a:solidFill>
                          <a:effectLst/>
                          <a:latin typeface="Times New Roman" panose="02020603050405020304" pitchFamily="18" charset="0"/>
                        </a:rPr>
                        <a:t>98%</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45%</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000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102%</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70C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94%</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89%</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49%</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0000"/>
                    </a:solidFill>
                  </a:tcPr>
                </a:tc>
                <a:extLst>
                  <a:ext uri="{0D108BD9-81ED-4DB2-BD59-A6C34878D82A}">
                    <a16:rowId xmlns:a16="http://schemas.microsoft.com/office/drawing/2014/main" val="4220436780"/>
                  </a:ext>
                </a:extLst>
              </a:tr>
              <a:tr h="98706">
                <a:tc>
                  <a:txBody>
                    <a:bodyPr/>
                    <a:lstStyle/>
                    <a:p>
                      <a:pPr algn="l" fontAlgn="b">
                        <a:buNone/>
                      </a:pPr>
                      <a:r>
                        <a:rPr lang="fr-FR" sz="1200" b="0" i="0" u="none" strike="noStrike">
                          <a:solidFill>
                            <a:srgbClr val="000000"/>
                          </a:solidFill>
                          <a:effectLst/>
                          <a:latin typeface="Times New Roman" panose="02020603050405020304" pitchFamily="18" charset="0"/>
                        </a:rPr>
                        <a:t>Mbandaka</a:t>
                      </a:r>
                    </a:p>
                  </a:txBody>
                  <a:tcPr marL="3746" marR="3746" marT="374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88%</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102%</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70C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59%</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95%</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68%</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extLst>
                  <a:ext uri="{0D108BD9-81ED-4DB2-BD59-A6C34878D82A}">
                    <a16:rowId xmlns:a16="http://schemas.microsoft.com/office/drawing/2014/main" val="3514817360"/>
                  </a:ext>
                </a:extLst>
              </a:tr>
              <a:tr h="98706">
                <a:tc>
                  <a:txBody>
                    <a:bodyPr/>
                    <a:lstStyle/>
                    <a:p>
                      <a:pPr algn="l" fontAlgn="b">
                        <a:buNone/>
                      </a:pPr>
                      <a:r>
                        <a:rPr lang="fr-FR" sz="1200" b="0" i="0" u="none" strike="noStrike">
                          <a:solidFill>
                            <a:srgbClr val="000000"/>
                          </a:solidFill>
                          <a:effectLst/>
                          <a:latin typeface="Times New Roman" panose="02020603050405020304" pitchFamily="18" charset="0"/>
                        </a:rPr>
                        <a:t>Bokungu</a:t>
                      </a:r>
                    </a:p>
                  </a:txBody>
                  <a:tcPr marL="3746" marR="3746" marT="374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fr-FR" sz="1200" b="1" i="0" u="none" strike="noStrike">
                          <a:solidFill>
                            <a:srgbClr val="000000"/>
                          </a:solidFill>
                          <a:effectLst/>
                          <a:latin typeface="Times New Roman" panose="02020603050405020304" pitchFamily="18" charset="0"/>
                        </a:rPr>
                        <a:t>93%</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55%</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91%</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24%</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00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86%</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69%</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61%</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extLst>
                  <a:ext uri="{0D108BD9-81ED-4DB2-BD59-A6C34878D82A}">
                    <a16:rowId xmlns:a16="http://schemas.microsoft.com/office/drawing/2014/main" val="3439754561"/>
                  </a:ext>
                </a:extLst>
              </a:tr>
              <a:tr h="98706">
                <a:tc>
                  <a:txBody>
                    <a:bodyPr/>
                    <a:lstStyle/>
                    <a:p>
                      <a:pPr algn="l" fontAlgn="b">
                        <a:buNone/>
                      </a:pPr>
                      <a:r>
                        <a:rPr lang="fr-FR" sz="1200" b="0" i="0" u="none" strike="noStrike">
                          <a:solidFill>
                            <a:srgbClr val="000000"/>
                          </a:solidFill>
                          <a:effectLst/>
                          <a:latin typeface="Times New Roman" panose="02020603050405020304" pitchFamily="18" charset="0"/>
                        </a:rPr>
                        <a:t>Kananga</a:t>
                      </a:r>
                    </a:p>
                  </a:txBody>
                  <a:tcPr marL="3746" marR="3746" marT="374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fr-FR" sz="1200" b="1" i="0" u="none" strike="noStrike">
                          <a:solidFill>
                            <a:srgbClr val="000000"/>
                          </a:solidFill>
                          <a:effectLst/>
                          <a:latin typeface="Times New Roman" panose="02020603050405020304" pitchFamily="18" charset="0"/>
                        </a:rPr>
                        <a:t>75%</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77%</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85%</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98%</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58%</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54%</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42%</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00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60%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dirty="0">
                          <a:solidFill>
                            <a:srgbClr val="000000"/>
                          </a:solidFill>
                          <a:effectLst/>
                          <a:latin typeface="Times New Roman" panose="02020603050405020304" pitchFamily="18" charset="0"/>
                        </a:rPr>
                        <a:t>61%</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extLst>
                  <a:ext uri="{0D108BD9-81ED-4DB2-BD59-A6C34878D82A}">
                    <a16:rowId xmlns:a16="http://schemas.microsoft.com/office/drawing/2014/main" val="745562260"/>
                  </a:ext>
                </a:extLst>
              </a:tr>
              <a:tr h="98706">
                <a:tc>
                  <a:txBody>
                    <a:bodyPr/>
                    <a:lstStyle/>
                    <a:p>
                      <a:pPr algn="l" fontAlgn="b">
                        <a:buNone/>
                      </a:pPr>
                      <a:r>
                        <a:rPr lang="fr-FR" sz="1200" b="0" i="0" u="none" strike="noStrike">
                          <a:solidFill>
                            <a:srgbClr val="000000"/>
                          </a:solidFill>
                          <a:effectLst/>
                          <a:latin typeface="Times New Roman" panose="02020603050405020304" pitchFamily="18" charset="0"/>
                        </a:rPr>
                        <a:t>Luiza</a:t>
                      </a:r>
                    </a:p>
                  </a:txBody>
                  <a:tcPr marL="3746" marR="3746" marT="374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fr-FR" sz="1200" b="1" i="0" u="none" strike="noStrike">
                          <a:solidFill>
                            <a:srgbClr val="000000"/>
                          </a:solidFill>
                          <a:effectLst/>
                          <a:latin typeface="Times New Roman" panose="02020603050405020304" pitchFamily="18" charset="0"/>
                        </a:rPr>
                        <a:t>97%</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95%</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87%</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87%</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86%</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99%</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64%</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extLst>
                  <a:ext uri="{0D108BD9-81ED-4DB2-BD59-A6C34878D82A}">
                    <a16:rowId xmlns:a16="http://schemas.microsoft.com/office/drawing/2014/main" val="2628705883"/>
                  </a:ext>
                </a:extLst>
              </a:tr>
              <a:tr h="98706">
                <a:tc>
                  <a:txBody>
                    <a:bodyPr/>
                    <a:lstStyle/>
                    <a:p>
                      <a:pPr algn="l" fontAlgn="b">
                        <a:buNone/>
                      </a:pPr>
                      <a:r>
                        <a:rPr lang="fr-FR" sz="1200" b="0" i="0" u="none" strike="noStrike">
                          <a:solidFill>
                            <a:srgbClr val="000000"/>
                          </a:solidFill>
                          <a:effectLst/>
                          <a:latin typeface="Times New Roman" panose="02020603050405020304" pitchFamily="18" charset="0"/>
                        </a:rPr>
                        <a:t>Mweka</a:t>
                      </a:r>
                    </a:p>
                  </a:txBody>
                  <a:tcPr marL="3746" marR="3746" marT="374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fr-FR" sz="1200" b="1" i="0" u="none" strike="noStrike">
                          <a:solidFill>
                            <a:srgbClr val="000000"/>
                          </a:solidFill>
                          <a:effectLst/>
                          <a:latin typeface="Times New Roman" panose="02020603050405020304" pitchFamily="18" charset="0"/>
                        </a:rPr>
                        <a:t>90%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89%</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74%</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95%</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92%</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75%</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75%</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98%</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91%</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rowSpan="2">
                  <a:txBody>
                    <a:bodyPr/>
                    <a:lstStyle/>
                    <a:p>
                      <a:pPr algn="ctr" fontAlgn="ctr">
                        <a:buNone/>
                      </a:pPr>
                      <a:r>
                        <a:rPr lang="fr-FR" sz="1200" b="0" i="0" u="none" strike="noStrike">
                          <a:solidFill>
                            <a:srgbClr val="000000"/>
                          </a:solidFill>
                          <a:effectLst/>
                          <a:latin typeface="Times New Roman" panose="02020603050405020304" pitchFamily="18" charset="0"/>
                        </a:rPr>
                        <a:t> </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595959"/>
                    </a:solidFill>
                  </a:tcPr>
                </a:tc>
                <a:extLst>
                  <a:ext uri="{0D108BD9-81ED-4DB2-BD59-A6C34878D82A}">
                    <a16:rowId xmlns:a16="http://schemas.microsoft.com/office/drawing/2014/main" val="2479300055"/>
                  </a:ext>
                </a:extLst>
              </a:tr>
              <a:tr h="107680">
                <a:tc>
                  <a:txBody>
                    <a:bodyPr/>
                    <a:lstStyle/>
                    <a:p>
                      <a:pPr algn="l" fontAlgn="b">
                        <a:buNone/>
                      </a:pPr>
                      <a:r>
                        <a:rPr lang="fr-FR" sz="1200" b="0" i="0" u="none" strike="noStrike">
                          <a:solidFill>
                            <a:srgbClr val="000000"/>
                          </a:solidFill>
                          <a:effectLst/>
                          <a:latin typeface="Times New Roman" panose="02020603050405020304" pitchFamily="18" charset="0"/>
                        </a:rPr>
                        <a:t>Tshikapa</a:t>
                      </a:r>
                    </a:p>
                  </a:txBody>
                  <a:tcPr marL="3746" marR="3746" marT="374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64%</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vMerge="1">
                  <a:txBody>
                    <a:bodyPr/>
                    <a:lstStyle/>
                    <a:p>
                      <a:endParaRPr lang="fr-FR"/>
                    </a:p>
                  </a:txBody>
                  <a:tcPr/>
                </a:tc>
                <a:extLst>
                  <a:ext uri="{0D108BD9-81ED-4DB2-BD59-A6C34878D82A}">
                    <a16:rowId xmlns:a16="http://schemas.microsoft.com/office/drawing/2014/main" val="2462423857"/>
                  </a:ext>
                </a:extLst>
              </a:tr>
              <a:tr h="98706">
                <a:tc>
                  <a:txBody>
                    <a:bodyPr/>
                    <a:lstStyle/>
                    <a:p>
                      <a:pPr algn="l" fontAlgn="b">
                        <a:buNone/>
                      </a:pPr>
                      <a:r>
                        <a:rPr lang="fr-FR" sz="1200" b="0" i="0" u="none" strike="noStrike">
                          <a:solidFill>
                            <a:srgbClr val="000000"/>
                          </a:solidFill>
                          <a:effectLst/>
                          <a:latin typeface="Times New Roman" panose="02020603050405020304" pitchFamily="18" charset="0"/>
                        </a:rPr>
                        <a:t>Kabinda</a:t>
                      </a:r>
                    </a:p>
                  </a:txBody>
                  <a:tcPr marL="3746" marR="3746" marT="374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64%</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73%</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75%</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extLst>
                  <a:ext uri="{0D108BD9-81ED-4DB2-BD59-A6C34878D82A}">
                    <a16:rowId xmlns:a16="http://schemas.microsoft.com/office/drawing/2014/main" val="2228249702"/>
                  </a:ext>
                </a:extLst>
              </a:tr>
              <a:tr h="98706">
                <a:tc>
                  <a:txBody>
                    <a:bodyPr/>
                    <a:lstStyle/>
                    <a:p>
                      <a:pPr algn="l" fontAlgn="b">
                        <a:buNone/>
                      </a:pPr>
                      <a:r>
                        <a:rPr lang="fr-FR" sz="1200" b="0" i="0" u="none" strike="noStrike">
                          <a:solidFill>
                            <a:srgbClr val="000000"/>
                          </a:solidFill>
                          <a:effectLst/>
                          <a:latin typeface="Times New Roman" panose="02020603050405020304" pitchFamily="18" charset="0"/>
                        </a:rPr>
                        <a:t>Lodja</a:t>
                      </a:r>
                    </a:p>
                  </a:txBody>
                  <a:tcPr marL="3746" marR="3746" marT="374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fr-FR" sz="1200" b="1" i="0" u="none" strike="noStrike">
                          <a:solidFill>
                            <a:srgbClr val="000000"/>
                          </a:solidFill>
                          <a:effectLst/>
                          <a:latin typeface="Times New Roman" panose="02020603050405020304" pitchFamily="18" charset="0"/>
                        </a:rPr>
                        <a:t>101%</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89%</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58%</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75%</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63%</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rowSpan="4">
                  <a:txBody>
                    <a:bodyPr/>
                    <a:lstStyle/>
                    <a:p>
                      <a:pPr algn="ctr" fontAlgn="ctr">
                        <a:buNone/>
                      </a:pPr>
                      <a:r>
                        <a:rPr lang="fr-FR" sz="1200" b="0" i="0" u="none" strike="noStrike">
                          <a:solidFill>
                            <a:srgbClr val="000000"/>
                          </a:solidFill>
                          <a:effectLst/>
                          <a:latin typeface="Times New Roman" panose="02020603050405020304" pitchFamily="18" charset="0"/>
                        </a:rPr>
                        <a:t> </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595959"/>
                    </a:solidFill>
                  </a:tcPr>
                </a:tc>
                <a:extLst>
                  <a:ext uri="{0D108BD9-81ED-4DB2-BD59-A6C34878D82A}">
                    <a16:rowId xmlns:a16="http://schemas.microsoft.com/office/drawing/2014/main" val="1150471981"/>
                  </a:ext>
                </a:extLst>
              </a:tr>
              <a:tr h="107680">
                <a:tc>
                  <a:txBody>
                    <a:bodyPr/>
                    <a:lstStyle/>
                    <a:p>
                      <a:pPr algn="l" fontAlgn="b">
                        <a:buNone/>
                      </a:pPr>
                      <a:r>
                        <a:rPr lang="fr-FR" sz="1200" b="0" i="0" u="none" strike="noStrike">
                          <a:solidFill>
                            <a:srgbClr val="000000"/>
                          </a:solidFill>
                          <a:effectLst/>
                          <a:latin typeface="Times New Roman" panose="02020603050405020304" pitchFamily="18" charset="0"/>
                        </a:rPr>
                        <a:t>Lusambo</a:t>
                      </a:r>
                    </a:p>
                  </a:txBody>
                  <a:tcPr marL="3746" marR="3746" marT="374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fr-FR" sz="1200" b="1" i="0" u="none" strike="noStrike">
                          <a:solidFill>
                            <a:srgbClr val="000000"/>
                          </a:solidFill>
                          <a:effectLst/>
                          <a:latin typeface="Times New Roman" panose="02020603050405020304" pitchFamily="18" charset="0"/>
                        </a:rPr>
                        <a:t>84%</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36%</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00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95%</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105%</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70C0"/>
                    </a:solidFill>
                  </a:tcPr>
                </a:tc>
                <a:tc vMerge="1">
                  <a:txBody>
                    <a:bodyPr/>
                    <a:lstStyle/>
                    <a:p>
                      <a:endParaRPr lang="fr-FR"/>
                    </a:p>
                  </a:txBody>
                  <a:tcPr/>
                </a:tc>
                <a:extLst>
                  <a:ext uri="{0D108BD9-81ED-4DB2-BD59-A6C34878D82A}">
                    <a16:rowId xmlns:a16="http://schemas.microsoft.com/office/drawing/2014/main" val="2811253517"/>
                  </a:ext>
                </a:extLst>
              </a:tr>
              <a:tr h="107680">
                <a:tc>
                  <a:txBody>
                    <a:bodyPr/>
                    <a:lstStyle/>
                    <a:p>
                      <a:pPr algn="l" fontAlgn="b">
                        <a:buNone/>
                      </a:pPr>
                      <a:r>
                        <a:rPr lang="fr-FR" sz="1200" b="0" i="0" u="none" strike="noStrike">
                          <a:solidFill>
                            <a:srgbClr val="000000"/>
                          </a:solidFill>
                          <a:effectLst/>
                          <a:latin typeface="Times New Roman" panose="02020603050405020304" pitchFamily="18" charset="0"/>
                        </a:rPr>
                        <a:t>Tshumbe</a:t>
                      </a:r>
                    </a:p>
                  </a:txBody>
                  <a:tcPr marL="3746" marR="3746" marT="374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fr-FR" sz="1200" b="1" i="0" u="none" strike="noStrike">
                          <a:solidFill>
                            <a:srgbClr val="000000"/>
                          </a:solidFill>
                          <a:effectLst/>
                          <a:latin typeface="Times New Roman" panose="02020603050405020304" pitchFamily="18" charset="0"/>
                        </a:rPr>
                        <a:t>72%</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99%</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53%</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40%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00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61%</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36%</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00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75%</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75%</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84%</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vMerge="1">
                  <a:txBody>
                    <a:bodyPr/>
                    <a:lstStyle/>
                    <a:p>
                      <a:endParaRPr lang="fr-FR"/>
                    </a:p>
                  </a:txBody>
                  <a:tcPr/>
                </a:tc>
                <a:extLst>
                  <a:ext uri="{0D108BD9-81ED-4DB2-BD59-A6C34878D82A}">
                    <a16:rowId xmlns:a16="http://schemas.microsoft.com/office/drawing/2014/main" val="436219507"/>
                  </a:ext>
                </a:extLst>
              </a:tr>
              <a:tr h="107680">
                <a:tc>
                  <a:txBody>
                    <a:bodyPr/>
                    <a:lstStyle/>
                    <a:p>
                      <a:pPr algn="l" fontAlgn="b">
                        <a:buNone/>
                      </a:pPr>
                      <a:r>
                        <a:rPr lang="fr-FR" sz="1200" b="0" i="0" u="none" strike="noStrike">
                          <a:solidFill>
                            <a:srgbClr val="000000"/>
                          </a:solidFill>
                          <a:effectLst/>
                          <a:latin typeface="Times New Roman" panose="02020603050405020304" pitchFamily="18" charset="0"/>
                        </a:rPr>
                        <a:t>Mbuji Mayi</a:t>
                      </a:r>
                    </a:p>
                  </a:txBody>
                  <a:tcPr marL="3746" marR="3746" marT="374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fr-FR" sz="1200" b="1" i="0" u="none" strike="noStrike">
                          <a:solidFill>
                            <a:srgbClr val="000000"/>
                          </a:solidFill>
                          <a:effectLst/>
                          <a:latin typeface="Times New Roman" panose="02020603050405020304" pitchFamily="18" charset="0"/>
                        </a:rPr>
                        <a:t>93%</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85%</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75%</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71%</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82%</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29%</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00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75%</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82%</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94%</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vMerge="1">
                  <a:txBody>
                    <a:bodyPr/>
                    <a:lstStyle/>
                    <a:p>
                      <a:endParaRPr lang="fr-FR"/>
                    </a:p>
                  </a:txBody>
                  <a:tcPr/>
                </a:tc>
                <a:extLst>
                  <a:ext uri="{0D108BD9-81ED-4DB2-BD59-A6C34878D82A}">
                    <a16:rowId xmlns:a16="http://schemas.microsoft.com/office/drawing/2014/main" val="1730915768"/>
                  </a:ext>
                </a:extLst>
              </a:tr>
              <a:tr h="98706">
                <a:tc>
                  <a:txBody>
                    <a:bodyPr/>
                    <a:lstStyle/>
                    <a:p>
                      <a:pPr algn="l" fontAlgn="b">
                        <a:buNone/>
                      </a:pPr>
                      <a:r>
                        <a:rPr lang="fr-FR" sz="1200" b="0" i="0" u="none" strike="noStrike">
                          <a:solidFill>
                            <a:srgbClr val="000000"/>
                          </a:solidFill>
                          <a:effectLst/>
                          <a:latin typeface="Times New Roman" panose="02020603050405020304" pitchFamily="18" charset="0"/>
                        </a:rPr>
                        <a:t>Mwene Ditu</a:t>
                      </a:r>
                    </a:p>
                  </a:txBody>
                  <a:tcPr marL="3746" marR="3746" marT="374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102%</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70C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dirty="0">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73%</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81%</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dirty="0">
                          <a:solidFill>
                            <a:srgbClr val="000000"/>
                          </a:solidFill>
                          <a:effectLst/>
                          <a:latin typeface="Times New Roman" panose="02020603050405020304" pitchFamily="18" charset="0"/>
                        </a:rPr>
                        <a:t>54%</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extLst>
                  <a:ext uri="{0D108BD9-81ED-4DB2-BD59-A6C34878D82A}">
                    <a16:rowId xmlns:a16="http://schemas.microsoft.com/office/drawing/2014/main" val="1327292523"/>
                  </a:ext>
                </a:extLst>
              </a:tr>
            </a:tbl>
          </a:graphicData>
        </a:graphic>
      </p:graphicFrame>
      <p:sp>
        <p:nvSpPr>
          <p:cNvPr id="4" name="Ellipse 3">
            <a:extLst>
              <a:ext uri="{FF2B5EF4-FFF2-40B4-BE49-F238E27FC236}">
                <a16:creationId xmlns:a16="http://schemas.microsoft.com/office/drawing/2014/main" id="{C50CB0E3-51F0-9AF6-EE2B-1CDC14503DE6}"/>
              </a:ext>
            </a:extLst>
          </p:cNvPr>
          <p:cNvSpPr/>
          <p:nvPr/>
        </p:nvSpPr>
        <p:spPr>
          <a:xfrm>
            <a:off x="11546541" y="259976"/>
            <a:ext cx="448235" cy="40341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600" dirty="0">
                <a:latin typeface="Times New Roman" panose="02020603050405020304" pitchFamily="18" charset="0"/>
                <a:cs typeface="Times New Roman" panose="02020603050405020304" pitchFamily="18" charset="0"/>
              </a:rPr>
              <a:t>1</a:t>
            </a:r>
          </a:p>
        </p:txBody>
      </p:sp>
      <p:sp>
        <p:nvSpPr>
          <p:cNvPr id="2" name="ZoneTexte 3">
            <a:extLst>
              <a:ext uri="{FF2B5EF4-FFF2-40B4-BE49-F238E27FC236}">
                <a16:creationId xmlns:a16="http://schemas.microsoft.com/office/drawing/2014/main" id="{4CFC267E-E256-4DCD-DDDF-1E3AF4D089F0}"/>
              </a:ext>
            </a:extLst>
          </p:cNvPr>
          <p:cNvSpPr txBox="1"/>
          <p:nvPr/>
        </p:nvSpPr>
        <p:spPr>
          <a:xfrm>
            <a:off x="1963271" y="6465809"/>
            <a:ext cx="10228729" cy="338554"/>
          </a:xfrm>
          <a:prstGeom prst="rect">
            <a:avLst/>
          </a:prstGeom>
          <a:noFill/>
        </p:spPr>
        <p:txBody>
          <a:bodyPr wrap="square" rtlCol="0">
            <a:spAutoFit/>
          </a:bodyPr>
          <a:lstStyle/>
          <a:p>
            <a:pPr marL="285750" indent="-285750">
              <a:buFont typeface="Wingdings" panose="05000000000000000000" pitchFamily="2" charset="2"/>
              <a:buChar char="q"/>
            </a:pPr>
            <a:r>
              <a:rPr lang="fr-FR" sz="1600" dirty="0">
                <a:latin typeface="Times New Roman" panose="02020603050405020304" pitchFamily="18" charset="0"/>
                <a:cs typeface="Times New Roman" panose="02020603050405020304" pitchFamily="18" charset="0"/>
              </a:rPr>
              <a:t>Les provinces en jaune et rouge sont des provinces qui avaient des vaccins dans les Zones de Santé au début de l’année</a:t>
            </a:r>
          </a:p>
        </p:txBody>
      </p:sp>
    </p:spTree>
    <p:extLst>
      <p:ext uri="{BB962C8B-B14F-4D97-AF65-F5344CB8AC3E}">
        <p14:creationId xmlns:p14="http://schemas.microsoft.com/office/powerpoint/2010/main" val="37465801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02">
          <a:extLst>
            <a:ext uri="{FF2B5EF4-FFF2-40B4-BE49-F238E27FC236}">
              <a16:creationId xmlns:a16="http://schemas.microsoft.com/office/drawing/2014/main" id="{C78F0EFE-0F94-3F93-225B-D77251697B75}"/>
            </a:ext>
          </a:extLst>
        </p:cNvPr>
        <p:cNvGrpSpPr/>
        <p:nvPr/>
      </p:nvGrpSpPr>
      <p:grpSpPr>
        <a:xfrm>
          <a:off x="0" y="0"/>
          <a:ext cx="0" cy="0"/>
          <a:chOff x="0" y="0"/>
          <a:chExt cx="0" cy="0"/>
        </a:xfrm>
      </p:grpSpPr>
      <p:sp>
        <p:nvSpPr>
          <p:cNvPr id="1603" name="Google Shape;1603;p45">
            <a:extLst>
              <a:ext uri="{FF2B5EF4-FFF2-40B4-BE49-F238E27FC236}">
                <a16:creationId xmlns:a16="http://schemas.microsoft.com/office/drawing/2014/main" id="{DEA171A9-257D-04A8-6F45-36E593C429D4}"/>
              </a:ext>
            </a:extLst>
          </p:cNvPr>
          <p:cNvSpPr txBox="1"/>
          <p:nvPr/>
        </p:nvSpPr>
        <p:spPr>
          <a:xfrm>
            <a:off x="458592" y="317941"/>
            <a:ext cx="11274800" cy="731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200"/>
              <a:buFont typeface="Arial" panose="020B0604020202020204"/>
              <a:buNone/>
            </a:pPr>
            <a:r>
              <a:rPr lang="en-GB" sz="2935" b="1" i="0" u="none" strike="noStrike" cap="none" dirty="0" err="1">
                <a:solidFill>
                  <a:srgbClr val="0070C0"/>
                </a:solidFill>
                <a:latin typeface="Times New Roman" panose="02020603050405020304"/>
                <a:ea typeface="Times New Roman" panose="02020603050405020304"/>
                <a:cs typeface="Times New Roman" panose="02020603050405020304"/>
                <a:sym typeface="Times New Roman" panose="02020603050405020304"/>
              </a:rPr>
              <a:t>Taux</a:t>
            </a:r>
            <a:r>
              <a:rPr lang="en-GB"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 de satisfaction des provinces </a:t>
            </a:r>
            <a:r>
              <a:rPr lang="fr-FR" altLang="en-GB"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en</a:t>
            </a:r>
            <a:r>
              <a:rPr lang="en-GB"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 Vaccins 202</a:t>
            </a:r>
            <a:r>
              <a:rPr lang="fr-FR" altLang="en-GB"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5</a:t>
            </a:r>
            <a:endParaRPr sz="2935" b="0"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604" name="Google Shape;1604;p45">
            <a:extLst>
              <a:ext uri="{FF2B5EF4-FFF2-40B4-BE49-F238E27FC236}">
                <a16:creationId xmlns:a16="http://schemas.microsoft.com/office/drawing/2014/main" id="{6D86AFDB-44C9-A049-0296-4907037F2B15}"/>
              </a:ext>
            </a:extLst>
          </p:cNvPr>
          <p:cNvSpPr/>
          <p:nvPr/>
        </p:nvSpPr>
        <p:spPr>
          <a:xfrm>
            <a:off x="0" y="272241"/>
            <a:ext cx="235600" cy="655200"/>
          </a:xfrm>
          <a:prstGeom prst="rect">
            <a:avLst/>
          </a:prstGeom>
          <a:solidFill>
            <a:srgbClr val="0070C0"/>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865"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223" name="Google Shape;223;p16">
            <a:extLst>
              <a:ext uri="{FF2B5EF4-FFF2-40B4-BE49-F238E27FC236}">
                <a16:creationId xmlns:a16="http://schemas.microsoft.com/office/drawing/2014/main" id="{9D0AF4BB-35AF-DBBB-342A-876918FD284C}"/>
              </a:ext>
            </a:extLst>
          </p:cNvPr>
          <p:cNvCxnSpPr/>
          <p:nvPr/>
        </p:nvCxnSpPr>
        <p:spPr>
          <a:xfrm>
            <a:off x="267700" y="6427967"/>
            <a:ext cx="11640400" cy="0"/>
          </a:xfrm>
          <a:prstGeom prst="straightConnector1">
            <a:avLst/>
          </a:prstGeom>
          <a:noFill/>
          <a:ln w="9525" cap="flat" cmpd="sng">
            <a:solidFill>
              <a:srgbClr val="9E9E9E"/>
            </a:solidFill>
            <a:prstDash val="solid"/>
            <a:round/>
            <a:headEnd type="none" w="med" len="med"/>
            <a:tailEnd type="none" w="med" len="med"/>
          </a:ln>
        </p:spPr>
      </p:cxnSp>
      <p:sp>
        <p:nvSpPr>
          <p:cNvPr id="224" name="Google Shape;224;p16">
            <a:extLst>
              <a:ext uri="{FF2B5EF4-FFF2-40B4-BE49-F238E27FC236}">
                <a16:creationId xmlns:a16="http://schemas.microsoft.com/office/drawing/2014/main" id="{B381F10D-D358-CDBC-94F6-FAAB00E1962A}"/>
              </a:ext>
            </a:extLst>
          </p:cNvPr>
          <p:cNvSpPr txBox="1"/>
          <p:nvPr/>
        </p:nvSpPr>
        <p:spPr>
          <a:xfrm>
            <a:off x="267700" y="6492843"/>
            <a:ext cx="11414800" cy="18415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graphicFrame>
        <p:nvGraphicFramePr>
          <p:cNvPr id="3" name="Tableau 2">
            <a:extLst>
              <a:ext uri="{FF2B5EF4-FFF2-40B4-BE49-F238E27FC236}">
                <a16:creationId xmlns:a16="http://schemas.microsoft.com/office/drawing/2014/main" id="{0684C72E-2910-CE1E-C424-1B203D020D45}"/>
              </a:ext>
            </a:extLst>
          </p:cNvPr>
          <p:cNvGraphicFramePr>
            <a:graphicFrameLocks noGrp="1"/>
          </p:cNvGraphicFramePr>
          <p:nvPr>
            <p:extLst>
              <p:ext uri="{D42A27DB-BD31-4B8C-83A1-F6EECF244321}">
                <p14:modId xmlns:p14="http://schemas.microsoft.com/office/powerpoint/2010/main" val="3334233383"/>
              </p:ext>
            </p:extLst>
          </p:nvPr>
        </p:nvGraphicFramePr>
        <p:xfrm>
          <a:off x="80682" y="962963"/>
          <a:ext cx="12039600" cy="5221782"/>
        </p:xfrm>
        <a:graphic>
          <a:graphicData uri="http://schemas.openxmlformats.org/drawingml/2006/table">
            <a:tbl>
              <a:tblPr/>
              <a:tblGrid>
                <a:gridCol w="1457530">
                  <a:extLst>
                    <a:ext uri="{9D8B030D-6E8A-4147-A177-3AD203B41FA5}">
                      <a16:colId xmlns:a16="http://schemas.microsoft.com/office/drawing/2014/main" val="1857373104"/>
                    </a:ext>
                  </a:extLst>
                </a:gridCol>
                <a:gridCol w="1058207">
                  <a:extLst>
                    <a:ext uri="{9D8B030D-6E8A-4147-A177-3AD203B41FA5}">
                      <a16:colId xmlns:a16="http://schemas.microsoft.com/office/drawing/2014/main" val="4286700935"/>
                    </a:ext>
                  </a:extLst>
                </a:gridCol>
                <a:gridCol w="1058207">
                  <a:extLst>
                    <a:ext uri="{9D8B030D-6E8A-4147-A177-3AD203B41FA5}">
                      <a16:colId xmlns:a16="http://schemas.microsoft.com/office/drawing/2014/main" val="3636249729"/>
                    </a:ext>
                  </a:extLst>
                </a:gridCol>
                <a:gridCol w="1058207">
                  <a:extLst>
                    <a:ext uri="{9D8B030D-6E8A-4147-A177-3AD203B41FA5}">
                      <a16:colId xmlns:a16="http://schemas.microsoft.com/office/drawing/2014/main" val="988250401"/>
                    </a:ext>
                  </a:extLst>
                </a:gridCol>
                <a:gridCol w="1058207">
                  <a:extLst>
                    <a:ext uri="{9D8B030D-6E8A-4147-A177-3AD203B41FA5}">
                      <a16:colId xmlns:a16="http://schemas.microsoft.com/office/drawing/2014/main" val="2909277881"/>
                    </a:ext>
                  </a:extLst>
                </a:gridCol>
                <a:gridCol w="1058207">
                  <a:extLst>
                    <a:ext uri="{9D8B030D-6E8A-4147-A177-3AD203B41FA5}">
                      <a16:colId xmlns:a16="http://schemas.microsoft.com/office/drawing/2014/main" val="3213727198"/>
                    </a:ext>
                  </a:extLst>
                </a:gridCol>
                <a:gridCol w="1058207">
                  <a:extLst>
                    <a:ext uri="{9D8B030D-6E8A-4147-A177-3AD203B41FA5}">
                      <a16:colId xmlns:a16="http://schemas.microsoft.com/office/drawing/2014/main" val="2702053618"/>
                    </a:ext>
                  </a:extLst>
                </a:gridCol>
                <a:gridCol w="1058207">
                  <a:extLst>
                    <a:ext uri="{9D8B030D-6E8A-4147-A177-3AD203B41FA5}">
                      <a16:colId xmlns:a16="http://schemas.microsoft.com/office/drawing/2014/main" val="1092923491"/>
                    </a:ext>
                  </a:extLst>
                </a:gridCol>
                <a:gridCol w="1058207">
                  <a:extLst>
                    <a:ext uri="{9D8B030D-6E8A-4147-A177-3AD203B41FA5}">
                      <a16:colId xmlns:a16="http://schemas.microsoft.com/office/drawing/2014/main" val="3083069358"/>
                    </a:ext>
                  </a:extLst>
                </a:gridCol>
                <a:gridCol w="1058207">
                  <a:extLst>
                    <a:ext uri="{9D8B030D-6E8A-4147-A177-3AD203B41FA5}">
                      <a16:colId xmlns:a16="http://schemas.microsoft.com/office/drawing/2014/main" val="4072717"/>
                    </a:ext>
                  </a:extLst>
                </a:gridCol>
                <a:gridCol w="1058207">
                  <a:extLst>
                    <a:ext uri="{9D8B030D-6E8A-4147-A177-3AD203B41FA5}">
                      <a16:colId xmlns:a16="http://schemas.microsoft.com/office/drawing/2014/main" val="3799303472"/>
                    </a:ext>
                  </a:extLst>
                </a:gridCol>
              </a:tblGrid>
              <a:tr h="359420">
                <a:tc>
                  <a:txBody>
                    <a:bodyPr/>
                    <a:lstStyle/>
                    <a:p>
                      <a:pPr algn="l" fontAlgn="ctr">
                        <a:buNone/>
                      </a:pPr>
                      <a:r>
                        <a:rPr lang="fr-FR" sz="1200" b="0" i="0" u="none" strike="noStrike">
                          <a:solidFill>
                            <a:srgbClr val="000000"/>
                          </a:solidFill>
                          <a:effectLst/>
                          <a:latin typeface="Times New Roman" panose="02020603050405020304" pitchFamily="18" charset="0"/>
                        </a:rPr>
                        <a:t>Antenne</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BCG</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bOPV</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DTwP-HepB-Hib</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PCV13</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IPV</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Rota_Lyo</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Measles</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YF</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Td</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R21</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extLst>
                  <a:ext uri="{0D108BD9-81ED-4DB2-BD59-A6C34878D82A}">
                    <a16:rowId xmlns:a16="http://schemas.microsoft.com/office/drawing/2014/main" val="1087199777"/>
                  </a:ext>
                </a:extLst>
              </a:tr>
              <a:tr h="181532">
                <a:tc>
                  <a:txBody>
                    <a:bodyPr/>
                    <a:lstStyle/>
                    <a:p>
                      <a:pPr algn="l" fontAlgn="b">
                        <a:buNone/>
                      </a:pPr>
                      <a:r>
                        <a:rPr lang="fr-FR" sz="1200" b="1" i="0" u="none" strike="noStrike">
                          <a:solidFill>
                            <a:srgbClr val="000000"/>
                          </a:solidFill>
                          <a:effectLst/>
                          <a:latin typeface="Times New Roman" panose="02020603050405020304" pitchFamily="18" charset="0"/>
                        </a:rPr>
                        <a:t>51</a:t>
                      </a:r>
                    </a:p>
                  </a:txBody>
                  <a:tcPr marL="3746" marR="3746" marT="37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106%</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76%</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93%</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97%</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108%</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39%</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89%</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71%</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76%</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39%</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4067880016"/>
                  </a:ext>
                </a:extLst>
              </a:tr>
              <a:tr h="181532">
                <a:tc>
                  <a:txBody>
                    <a:bodyPr/>
                    <a:lstStyle/>
                    <a:p>
                      <a:pPr algn="l" fontAlgn="b">
                        <a:buNone/>
                      </a:pPr>
                      <a:r>
                        <a:rPr lang="fr-FR" sz="1200" b="0" i="0" u="none" strike="noStrike">
                          <a:solidFill>
                            <a:srgbClr val="000000"/>
                          </a:solidFill>
                          <a:effectLst/>
                          <a:latin typeface="Times New Roman" panose="02020603050405020304" pitchFamily="18" charset="0"/>
                        </a:rPr>
                        <a:t>Kabondo Dianda</a:t>
                      </a:r>
                    </a:p>
                  </a:txBody>
                  <a:tcPr marL="3746" marR="3746" marT="3746"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ctr">
                        <a:buNone/>
                      </a:pPr>
                      <a:r>
                        <a:rPr lang="fr-FR" sz="1200" b="1" i="0" u="none" strike="noStrike">
                          <a:solidFill>
                            <a:srgbClr val="000000"/>
                          </a:solidFill>
                          <a:effectLst/>
                          <a:latin typeface="Times New Roman" panose="02020603050405020304" pitchFamily="18" charset="0"/>
                        </a:rPr>
                        <a:t>98%</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94%</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99%</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91%</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55%</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59%</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62%</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dirty="0">
                          <a:solidFill>
                            <a:srgbClr val="000000"/>
                          </a:solidFill>
                          <a:effectLst/>
                          <a:latin typeface="Times New Roman" panose="02020603050405020304" pitchFamily="18" charset="0"/>
                        </a:rPr>
                        <a:t>67%</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extLst>
                  <a:ext uri="{0D108BD9-81ED-4DB2-BD59-A6C34878D82A}">
                    <a16:rowId xmlns:a16="http://schemas.microsoft.com/office/drawing/2014/main" val="4103770235"/>
                  </a:ext>
                </a:extLst>
              </a:tr>
              <a:tr h="181532">
                <a:tc>
                  <a:txBody>
                    <a:bodyPr/>
                    <a:lstStyle/>
                    <a:p>
                      <a:pPr algn="l" fontAlgn="b">
                        <a:buNone/>
                      </a:pPr>
                      <a:r>
                        <a:rPr lang="fr-FR" sz="1200" b="0" i="0" u="none" strike="noStrike">
                          <a:solidFill>
                            <a:srgbClr val="000000"/>
                          </a:solidFill>
                          <a:effectLst/>
                          <a:latin typeface="Times New Roman" panose="02020603050405020304" pitchFamily="18" charset="0"/>
                        </a:rPr>
                        <a:t>Kalemie</a:t>
                      </a:r>
                    </a:p>
                  </a:txBody>
                  <a:tcPr marL="3746" marR="3746" marT="374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152%</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70C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91%</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rowSpan="2">
                  <a:txBody>
                    <a:bodyPr/>
                    <a:lstStyle/>
                    <a:p>
                      <a:pPr algn="ctr" fontAlgn="ctr">
                        <a:buNone/>
                      </a:pPr>
                      <a:r>
                        <a:rPr lang="fr-FR" sz="1200" b="0" i="0" u="none" strike="noStrike">
                          <a:solidFill>
                            <a:srgbClr val="000000"/>
                          </a:solidFill>
                          <a:effectLst/>
                          <a:latin typeface="Times New Roman" panose="02020603050405020304" pitchFamily="18" charset="0"/>
                        </a:rPr>
                        <a:t> </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595959"/>
                    </a:solidFill>
                  </a:tcPr>
                </a:tc>
                <a:extLst>
                  <a:ext uri="{0D108BD9-81ED-4DB2-BD59-A6C34878D82A}">
                    <a16:rowId xmlns:a16="http://schemas.microsoft.com/office/drawing/2014/main" val="1204105873"/>
                  </a:ext>
                </a:extLst>
              </a:tr>
              <a:tr h="181532">
                <a:tc>
                  <a:txBody>
                    <a:bodyPr/>
                    <a:lstStyle/>
                    <a:p>
                      <a:pPr algn="l" fontAlgn="b">
                        <a:buNone/>
                      </a:pPr>
                      <a:r>
                        <a:rPr lang="fr-FR" sz="1200" b="0" i="0" u="none" strike="noStrike">
                          <a:solidFill>
                            <a:srgbClr val="000000"/>
                          </a:solidFill>
                          <a:effectLst/>
                          <a:latin typeface="Times New Roman" panose="02020603050405020304" pitchFamily="18" charset="0"/>
                        </a:rPr>
                        <a:t>Kabalo</a:t>
                      </a:r>
                    </a:p>
                  </a:txBody>
                  <a:tcPr marL="3746" marR="3746" marT="374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77%</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76%</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89%</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38%</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00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52%</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78%</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vMerge="1">
                  <a:txBody>
                    <a:bodyPr/>
                    <a:lstStyle/>
                    <a:p>
                      <a:endParaRPr lang="fr-FR"/>
                    </a:p>
                  </a:txBody>
                  <a:tcPr/>
                </a:tc>
                <a:extLst>
                  <a:ext uri="{0D108BD9-81ED-4DB2-BD59-A6C34878D82A}">
                    <a16:rowId xmlns:a16="http://schemas.microsoft.com/office/drawing/2014/main" val="3498807370"/>
                  </a:ext>
                </a:extLst>
              </a:tr>
              <a:tr h="181532">
                <a:tc>
                  <a:txBody>
                    <a:bodyPr/>
                    <a:lstStyle/>
                    <a:p>
                      <a:pPr algn="l" fontAlgn="b">
                        <a:buNone/>
                      </a:pPr>
                      <a:r>
                        <a:rPr lang="fr-FR" sz="1200" b="0" i="0" u="none" strike="noStrike">
                          <a:solidFill>
                            <a:srgbClr val="000000"/>
                          </a:solidFill>
                          <a:effectLst/>
                          <a:latin typeface="Times New Roman" panose="02020603050405020304" pitchFamily="18" charset="0"/>
                        </a:rPr>
                        <a:t>Kamina</a:t>
                      </a:r>
                    </a:p>
                  </a:txBody>
                  <a:tcPr marL="3746" marR="3746" marT="374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89%</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102%</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70C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86%</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98%</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54%</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extLst>
                  <a:ext uri="{0D108BD9-81ED-4DB2-BD59-A6C34878D82A}">
                    <a16:rowId xmlns:a16="http://schemas.microsoft.com/office/drawing/2014/main" val="3298864089"/>
                  </a:ext>
                </a:extLst>
              </a:tr>
              <a:tr h="181532">
                <a:tc>
                  <a:txBody>
                    <a:bodyPr/>
                    <a:lstStyle/>
                    <a:p>
                      <a:pPr algn="l" fontAlgn="b">
                        <a:buNone/>
                      </a:pPr>
                      <a:r>
                        <a:rPr lang="fr-FR" sz="1200" b="0" i="0" u="none" strike="noStrike">
                          <a:solidFill>
                            <a:srgbClr val="000000"/>
                          </a:solidFill>
                          <a:effectLst/>
                          <a:latin typeface="Times New Roman" panose="02020603050405020304" pitchFamily="18" charset="0"/>
                        </a:rPr>
                        <a:t>Kisenge</a:t>
                      </a:r>
                    </a:p>
                  </a:txBody>
                  <a:tcPr marL="3746" marR="3746" marT="374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94%</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69%</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94%</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rowSpan="7">
                  <a:txBody>
                    <a:bodyPr/>
                    <a:lstStyle/>
                    <a:p>
                      <a:pPr algn="ctr" fontAlgn="ctr">
                        <a:buNone/>
                      </a:pPr>
                      <a:r>
                        <a:rPr lang="fr-FR" sz="1200" b="0" i="0" u="none" strike="noStrike">
                          <a:solidFill>
                            <a:srgbClr val="000000"/>
                          </a:solidFill>
                          <a:effectLst/>
                          <a:latin typeface="Times New Roman" panose="02020603050405020304" pitchFamily="18" charset="0"/>
                        </a:rPr>
                        <a:t> </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595959"/>
                    </a:solidFill>
                  </a:tcPr>
                </a:tc>
                <a:extLst>
                  <a:ext uri="{0D108BD9-81ED-4DB2-BD59-A6C34878D82A}">
                    <a16:rowId xmlns:a16="http://schemas.microsoft.com/office/drawing/2014/main" val="2074350120"/>
                  </a:ext>
                </a:extLst>
              </a:tr>
              <a:tr h="181532">
                <a:tc>
                  <a:txBody>
                    <a:bodyPr/>
                    <a:lstStyle/>
                    <a:p>
                      <a:pPr algn="l" fontAlgn="b">
                        <a:buNone/>
                      </a:pPr>
                      <a:r>
                        <a:rPr lang="fr-FR" sz="1200" b="0" i="0" u="none" strike="noStrike">
                          <a:solidFill>
                            <a:srgbClr val="000000"/>
                          </a:solidFill>
                          <a:effectLst/>
                          <a:latin typeface="Times New Roman" panose="02020603050405020304" pitchFamily="18" charset="0"/>
                        </a:rPr>
                        <a:t>Kolwezi</a:t>
                      </a:r>
                    </a:p>
                  </a:txBody>
                  <a:tcPr marL="3746" marR="3746" marT="374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vMerge="1">
                  <a:txBody>
                    <a:bodyPr/>
                    <a:lstStyle/>
                    <a:p>
                      <a:endParaRPr lang="fr-FR"/>
                    </a:p>
                  </a:txBody>
                  <a:tcPr/>
                </a:tc>
                <a:extLst>
                  <a:ext uri="{0D108BD9-81ED-4DB2-BD59-A6C34878D82A}">
                    <a16:rowId xmlns:a16="http://schemas.microsoft.com/office/drawing/2014/main" val="909204352"/>
                  </a:ext>
                </a:extLst>
              </a:tr>
              <a:tr h="181532">
                <a:tc>
                  <a:txBody>
                    <a:bodyPr/>
                    <a:lstStyle/>
                    <a:p>
                      <a:pPr algn="l" fontAlgn="b">
                        <a:buNone/>
                      </a:pPr>
                      <a:r>
                        <a:rPr lang="fr-FR" sz="1200" b="0" i="0" u="none" strike="noStrike">
                          <a:solidFill>
                            <a:srgbClr val="000000"/>
                          </a:solidFill>
                          <a:effectLst/>
                          <a:latin typeface="Times New Roman" panose="02020603050405020304" pitchFamily="18" charset="0"/>
                        </a:rPr>
                        <a:t>Likasi</a:t>
                      </a:r>
                    </a:p>
                  </a:txBody>
                  <a:tcPr marL="3746" marR="3746" marT="374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71%</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65%</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78%</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60%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48%</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00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82%</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67%</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vMerge="1">
                  <a:txBody>
                    <a:bodyPr/>
                    <a:lstStyle/>
                    <a:p>
                      <a:endParaRPr lang="fr-FR"/>
                    </a:p>
                  </a:txBody>
                  <a:tcPr/>
                </a:tc>
                <a:extLst>
                  <a:ext uri="{0D108BD9-81ED-4DB2-BD59-A6C34878D82A}">
                    <a16:rowId xmlns:a16="http://schemas.microsoft.com/office/drawing/2014/main" val="180960114"/>
                  </a:ext>
                </a:extLst>
              </a:tr>
              <a:tr h="181532">
                <a:tc>
                  <a:txBody>
                    <a:bodyPr/>
                    <a:lstStyle/>
                    <a:p>
                      <a:pPr algn="l" fontAlgn="b">
                        <a:buNone/>
                      </a:pPr>
                      <a:r>
                        <a:rPr lang="fr-FR" sz="1200" b="0" i="0" u="none" strike="noStrike">
                          <a:solidFill>
                            <a:srgbClr val="000000"/>
                          </a:solidFill>
                          <a:effectLst/>
                          <a:latin typeface="Times New Roman" panose="02020603050405020304" pitchFamily="18" charset="0"/>
                        </a:rPr>
                        <a:t>Lubumbashi</a:t>
                      </a:r>
                    </a:p>
                  </a:txBody>
                  <a:tcPr marL="3746" marR="3746" marT="374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132%</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70C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58%</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83%</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92%</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vMerge="1">
                  <a:txBody>
                    <a:bodyPr/>
                    <a:lstStyle/>
                    <a:p>
                      <a:endParaRPr lang="fr-FR"/>
                    </a:p>
                  </a:txBody>
                  <a:tcPr/>
                </a:tc>
                <a:extLst>
                  <a:ext uri="{0D108BD9-81ED-4DB2-BD59-A6C34878D82A}">
                    <a16:rowId xmlns:a16="http://schemas.microsoft.com/office/drawing/2014/main" val="958533522"/>
                  </a:ext>
                </a:extLst>
              </a:tr>
              <a:tr h="181532">
                <a:tc>
                  <a:txBody>
                    <a:bodyPr/>
                    <a:lstStyle/>
                    <a:p>
                      <a:pPr algn="l" fontAlgn="b">
                        <a:buNone/>
                      </a:pPr>
                      <a:r>
                        <a:rPr lang="fr-FR" sz="1200" b="0" i="0" u="none" strike="noStrike">
                          <a:solidFill>
                            <a:srgbClr val="000000"/>
                          </a:solidFill>
                          <a:effectLst/>
                          <a:latin typeface="Times New Roman" panose="02020603050405020304" pitchFamily="18" charset="0"/>
                        </a:rPr>
                        <a:t>Kinshasa Centre</a:t>
                      </a:r>
                    </a:p>
                  </a:txBody>
                  <a:tcPr marL="3746" marR="3746" marT="374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fr-FR" sz="1200" b="1" i="0" u="none" strike="noStrike">
                          <a:solidFill>
                            <a:srgbClr val="000000"/>
                          </a:solidFill>
                          <a:effectLst/>
                          <a:latin typeface="Times New Roman" panose="02020603050405020304" pitchFamily="18" charset="0"/>
                        </a:rPr>
                        <a:t>66%</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67%</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48%</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00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63%</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48%</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000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41%</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000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50%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00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79%</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54%</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vMerge="1">
                  <a:txBody>
                    <a:bodyPr/>
                    <a:lstStyle/>
                    <a:p>
                      <a:endParaRPr lang="fr-FR"/>
                    </a:p>
                  </a:txBody>
                  <a:tcPr/>
                </a:tc>
                <a:extLst>
                  <a:ext uri="{0D108BD9-81ED-4DB2-BD59-A6C34878D82A}">
                    <a16:rowId xmlns:a16="http://schemas.microsoft.com/office/drawing/2014/main" val="2516070052"/>
                  </a:ext>
                </a:extLst>
              </a:tr>
              <a:tr h="181532">
                <a:tc>
                  <a:txBody>
                    <a:bodyPr/>
                    <a:lstStyle/>
                    <a:p>
                      <a:pPr algn="l" fontAlgn="b">
                        <a:buNone/>
                      </a:pPr>
                      <a:r>
                        <a:rPr lang="fr-FR" sz="1200" b="0" i="0" u="none" strike="noStrike">
                          <a:solidFill>
                            <a:srgbClr val="000000"/>
                          </a:solidFill>
                          <a:effectLst/>
                          <a:latin typeface="Times New Roman" panose="02020603050405020304" pitchFamily="18" charset="0"/>
                        </a:rPr>
                        <a:t>Kinshasa Est</a:t>
                      </a:r>
                    </a:p>
                  </a:txBody>
                  <a:tcPr marL="3746" marR="3746" marT="374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fr-FR" sz="1200" b="1" i="0" u="none" strike="noStrike">
                          <a:solidFill>
                            <a:srgbClr val="000000"/>
                          </a:solidFill>
                          <a:effectLst/>
                          <a:latin typeface="Times New Roman" panose="02020603050405020304" pitchFamily="18" charset="0"/>
                        </a:rPr>
                        <a:t>81%</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52%</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58%</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54%</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50%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45%</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00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57%</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82%</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61%</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vMerge="1">
                  <a:txBody>
                    <a:bodyPr/>
                    <a:lstStyle/>
                    <a:p>
                      <a:endParaRPr lang="fr-FR"/>
                    </a:p>
                  </a:txBody>
                  <a:tcPr/>
                </a:tc>
                <a:extLst>
                  <a:ext uri="{0D108BD9-81ED-4DB2-BD59-A6C34878D82A}">
                    <a16:rowId xmlns:a16="http://schemas.microsoft.com/office/drawing/2014/main" val="1150819667"/>
                  </a:ext>
                </a:extLst>
              </a:tr>
              <a:tr h="181532">
                <a:tc>
                  <a:txBody>
                    <a:bodyPr/>
                    <a:lstStyle/>
                    <a:p>
                      <a:pPr algn="l" fontAlgn="b">
                        <a:buNone/>
                      </a:pPr>
                      <a:r>
                        <a:rPr lang="fr-FR" sz="1200" b="0" i="0" u="none" strike="noStrike">
                          <a:solidFill>
                            <a:srgbClr val="000000"/>
                          </a:solidFill>
                          <a:effectLst/>
                          <a:latin typeface="Times New Roman" panose="02020603050405020304" pitchFamily="18" charset="0"/>
                        </a:rPr>
                        <a:t>Kinshasa Ouest</a:t>
                      </a:r>
                    </a:p>
                  </a:txBody>
                  <a:tcPr marL="3746" marR="3746" marT="374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fr-FR" sz="1200" b="1" i="0" u="none" strike="noStrike">
                          <a:solidFill>
                            <a:srgbClr val="000000"/>
                          </a:solidFill>
                          <a:effectLst/>
                          <a:latin typeface="Times New Roman" panose="02020603050405020304" pitchFamily="18" charset="0"/>
                        </a:rPr>
                        <a:t>99%</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78%</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64%</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65%</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52%</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47%</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00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65%</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94%</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63%</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vMerge="1">
                  <a:txBody>
                    <a:bodyPr/>
                    <a:lstStyle/>
                    <a:p>
                      <a:endParaRPr lang="fr-FR"/>
                    </a:p>
                  </a:txBody>
                  <a:tcPr/>
                </a:tc>
                <a:extLst>
                  <a:ext uri="{0D108BD9-81ED-4DB2-BD59-A6C34878D82A}">
                    <a16:rowId xmlns:a16="http://schemas.microsoft.com/office/drawing/2014/main" val="515969889"/>
                  </a:ext>
                </a:extLst>
              </a:tr>
              <a:tr h="181532">
                <a:tc>
                  <a:txBody>
                    <a:bodyPr/>
                    <a:lstStyle/>
                    <a:p>
                      <a:pPr algn="l" fontAlgn="b">
                        <a:buNone/>
                      </a:pPr>
                      <a:r>
                        <a:rPr lang="fr-FR" sz="1200" b="0" i="0" u="none" strike="noStrike">
                          <a:solidFill>
                            <a:srgbClr val="000000"/>
                          </a:solidFill>
                          <a:effectLst/>
                          <a:latin typeface="Times New Roman" panose="02020603050405020304" pitchFamily="18" charset="0"/>
                        </a:rPr>
                        <a:t>Lubutu</a:t>
                      </a:r>
                    </a:p>
                  </a:txBody>
                  <a:tcPr marL="3746" marR="3746" marT="374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58%</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85%</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82%</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89%</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64%</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84%</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46%</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00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56%</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extLst>
                  <a:ext uri="{0D108BD9-81ED-4DB2-BD59-A6C34878D82A}">
                    <a16:rowId xmlns:a16="http://schemas.microsoft.com/office/drawing/2014/main" val="397157800"/>
                  </a:ext>
                </a:extLst>
              </a:tr>
              <a:tr h="181532">
                <a:tc>
                  <a:txBody>
                    <a:bodyPr/>
                    <a:lstStyle/>
                    <a:p>
                      <a:pPr algn="l" fontAlgn="b">
                        <a:buNone/>
                      </a:pPr>
                      <a:r>
                        <a:rPr lang="fr-FR" sz="1200" b="0" i="0" u="none" strike="noStrike">
                          <a:solidFill>
                            <a:srgbClr val="000000"/>
                          </a:solidFill>
                          <a:effectLst/>
                          <a:latin typeface="Times New Roman" panose="02020603050405020304" pitchFamily="18" charset="0"/>
                        </a:rPr>
                        <a:t>Kasongo</a:t>
                      </a:r>
                    </a:p>
                  </a:txBody>
                  <a:tcPr marL="3746" marR="3746" marT="374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99%</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63%</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102%</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70C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95%</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52%</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63%</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28%</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0000"/>
                    </a:solidFill>
                  </a:tcPr>
                </a:tc>
                <a:extLst>
                  <a:ext uri="{0D108BD9-81ED-4DB2-BD59-A6C34878D82A}">
                    <a16:rowId xmlns:a16="http://schemas.microsoft.com/office/drawing/2014/main" val="3442854799"/>
                  </a:ext>
                </a:extLst>
              </a:tr>
              <a:tr h="181532">
                <a:tc>
                  <a:txBody>
                    <a:bodyPr/>
                    <a:lstStyle/>
                    <a:p>
                      <a:pPr algn="l" fontAlgn="b">
                        <a:buNone/>
                      </a:pPr>
                      <a:r>
                        <a:rPr lang="fr-FR" sz="1200" b="0" i="0" u="none" strike="noStrike">
                          <a:solidFill>
                            <a:srgbClr val="000000"/>
                          </a:solidFill>
                          <a:effectLst/>
                          <a:latin typeface="Times New Roman" panose="02020603050405020304" pitchFamily="18" charset="0"/>
                        </a:rPr>
                        <a:t>Kindu</a:t>
                      </a:r>
                    </a:p>
                  </a:txBody>
                  <a:tcPr marL="3746" marR="3746" marT="374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83%</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92%</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58%</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95%</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95%</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41%</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0000"/>
                    </a:solidFill>
                  </a:tcPr>
                </a:tc>
                <a:extLst>
                  <a:ext uri="{0D108BD9-81ED-4DB2-BD59-A6C34878D82A}">
                    <a16:rowId xmlns:a16="http://schemas.microsoft.com/office/drawing/2014/main" val="207700793"/>
                  </a:ext>
                </a:extLst>
              </a:tr>
              <a:tr h="181532">
                <a:tc>
                  <a:txBody>
                    <a:bodyPr/>
                    <a:lstStyle/>
                    <a:p>
                      <a:pPr algn="l" fontAlgn="b">
                        <a:buNone/>
                      </a:pPr>
                      <a:r>
                        <a:rPr lang="fr-FR" sz="1200" b="0" i="0" u="none" strike="noStrike">
                          <a:solidFill>
                            <a:srgbClr val="000000"/>
                          </a:solidFill>
                          <a:effectLst/>
                          <a:latin typeface="Times New Roman" panose="02020603050405020304" pitchFamily="18" charset="0"/>
                        </a:rPr>
                        <a:t>Butembo</a:t>
                      </a:r>
                    </a:p>
                  </a:txBody>
                  <a:tcPr marL="3746" marR="3746" marT="374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fr-FR" sz="1200" b="1" i="0" u="none" strike="noStrike">
                          <a:solidFill>
                            <a:srgbClr val="000000"/>
                          </a:solidFill>
                          <a:effectLst/>
                          <a:latin typeface="Times New Roman" panose="02020603050405020304" pitchFamily="18" charset="0"/>
                        </a:rPr>
                        <a:t>80%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86%</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93%</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85%</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30%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000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48%</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00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97%</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64%</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15%</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0000"/>
                    </a:solidFill>
                  </a:tcPr>
                </a:tc>
                <a:extLst>
                  <a:ext uri="{0D108BD9-81ED-4DB2-BD59-A6C34878D82A}">
                    <a16:rowId xmlns:a16="http://schemas.microsoft.com/office/drawing/2014/main" val="2687044614"/>
                  </a:ext>
                </a:extLst>
              </a:tr>
              <a:tr h="181532">
                <a:tc>
                  <a:txBody>
                    <a:bodyPr/>
                    <a:lstStyle/>
                    <a:p>
                      <a:pPr algn="l" fontAlgn="b">
                        <a:buNone/>
                      </a:pPr>
                      <a:r>
                        <a:rPr lang="fr-FR" sz="1200" b="0" i="0" u="none" strike="noStrike">
                          <a:solidFill>
                            <a:srgbClr val="000000"/>
                          </a:solidFill>
                          <a:effectLst/>
                          <a:latin typeface="Times New Roman" panose="02020603050405020304" pitchFamily="18" charset="0"/>
                        </a:rPr>
                        <a:t>Goma</a:t>
                      </a:r>
                    </a:p>
                  </a:txBody>
                  <a:tcPr marL="3746" marR="3746" marT="374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89%</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88%</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25%</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00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99%</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65%</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rowSpan="3">
                  <a:txBody>
                    <a:bodyPr/>
                    <a:lstStyle/>
                    <a:p>
                      <a:pPr algn="ctr" fontAlgn="ctr">
                        <a:buNone/>
                      </a:pPr>
                      <a:r>
                        <a:rPr lang="fr-FR" sz="1200" b="0" i="0" u="none" strike="noStrike">
                          <a:solidFill>
                            <a:srgbClr val="000000"/>
                          </a:solidFill>
                          <a:effectLst/>
                          <a:latin typeface="Times New Roman" panose="02020603050405020304" pitchFamily="18" charset="0"/>
                        </a:rPr>
                        <a:t> </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595959"/>
                    </a:solidFill>
                  </a:tcPr>
                </a:tc>
                <a:extLst>
                  <a:ext uri="{0D108BD9-81ED-4DB2-BD59-A6C34878D82A}">
                    <a16:rowId xmlns:a16="http://schemas.microsoft.com/office/drawing/2014/main" val="569013731"/>
                  </a:ext>
                </a:extLst>
              </a:tr>
              <a:tr h="181532">
                <a:tc>
                  <a:txBody>
                    <a:bodyPr/>
                    <a:lstStyle/>
                    <a:p>
                      <a:pPr algn="l" fontAlgn="b">
                        <a:buNone/>
                      </a:pPr>
                      <a:r>
                        <a:rPr lang="fr-FR" sz="1200" b="0" i="0" u="none" strike="noStrike">
                          <a:solidFill>
                            <a:srgbClr val="000000"/>
                          </a:solidFill>
                          <a:effectLst/>
                          <a:latin typeface="Times New Roman" panose="02020603050405020304" pitchFamily="18" charset="0"/>
                        </a:rPr>
                        <a:t>Aru</a:t>
                      </a:r>
                    </a:p>
                  </a:txBody>
                  <a:tcPr marL="3746" marR="3746" marT="374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fr-FR" sz="1200" b="1" i="0" u="none" strike="noStrike">
                          <a:solidFill>
                            <a:srgbClr val="FFFFFF"/>
                          </a:solidFill>
                          <a:effectLst/>
                          <a:latin typeface="Times New Roman" panose="02020603050405020304" pitchFamily="18" charset="0"/>
                        </a:rPr>
                        <a:t>109%</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70C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95%</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96%</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46%</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00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70%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87%</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70%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vMerge="1">
                  <a:txBody>
                    <a:bodyPr/>
                    <a:lstStyle/>
                    <a:p>
                      <a:endParaRPr lang="fr-FR"/>
                    </a:p>
                  </a:txBody>
                  <a:tcPr/>
                </a:tc>
                <a:extLst>
                  <a:ext uri="{0D108BD9-81ED-4DB2-BD59-A6C34878D82A}">
                    <a16:rowId xmlns:a16="http://schemas.microsoft.com/office/drawing/2014/main" val="4006896192"/>
                  </a:ext>
                </a:extLst>
              </a:tr>
              <a:tr h="181532">
                <a:tc>
                  <a:txBody>
                    <a:bodyPr/>
                    <a:lstStyle/>
                    <a:p>
                      <a:pPr algn="l" fontAlgn="b">
                        <a:buNone/>
                      </a:pPr>
                      <a:r>
                        <a:rPr lang="fr-FR" sz="1200" b="0" i="0" u="none" strike="noStrike">
                          <a:solidFill>
                            <a:srgbClr val="000000"/>
                          </a:solidFill>
                          <a:effectLst/>
                          <a:latin typeface="Times New Roman" panose="02020603050405020304" pitchFamily="18" charset="0"/>
                        </a:rPr>
                        <a:t>Bunia</a:t>
                      </a:r>
                    </a:p>
                  </a:txBody>
                  <a:tcPr marL="3746" marR="3746" marT="374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61%</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103%</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70C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74%</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58%</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104%</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70C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101%</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70C0"/>
                    </a:solidFill>
                  </a:tcPr>
                </a:tc>
                <a:tc vMerge="1">
                  <a:txBody>
                    <a:bodyPr/>
                    <a:lstStyle/>
                    <a:p>
                      <a:endParaRPr lang="fr-FR"/>
                    </a:p>
                  </a:txBody>
                  <a:tcPr/>
                </a:tc>
                <a:extLst>
                  <a:ext uri="{0D108BD9-81ED-4DB2-BD59-A6C34878D82A}">
                    <a16:rowId xmlns:a16="http://schemas.microsoft.com/office/drawing/2014/main" val="1846091424"/>
                  </a:ext>
                </a:extLst>
              </a:tr>
              <a:tr h="181532">
                <a:tc>
                  <a:txBody>
                    <a:bodyPr/>
                    <a:lstStyle/>
                    <a:p>
                      <a:pPr algn="l" fontAlgn="b">
                        <a:buNone/>
                      </a:pPr>
                      <a:r>
                        <a:rPr lang="fr-FR" sz="1200" b="0" i="0" u="none" strike="noStrike">
                          <a:solidFill>
                            <a:srgbClr val="000000"/>
                          </a:solidFill>
                          <a:effectLst/>
                          <a:latin typeface="Times New Roman" panose="02020603050405020304" pitchFamily="18" charset="0"/>
                        </a:rPr>
                        <a:t>Buta</a:t>
                      </a:r>
                    </a:p>
                  </a:txBody>
                  <a:tcPr marL="3746" marR="3746" marT="374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89%</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88%</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105%</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70C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66%</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62%</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84%</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60%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extLst>
                  <a:ext uri="{0D108BD9-81ED-4DB2-BD59-A6C34878D82A}">
                    <a16:rowId xmlns:a16="http://schemas.microsoft.com/office/drawing/2014/main" val="3537653823"/>
                  </a:ext>
                </a:extLst>
              </a:tr>
              <a:tr h="181532">
                <a:tc>
                  <a:txBody>
                    <a:bodyPr/>
                    <a:lstStyle/>
                    <a:p>
                      <a:pPr algn="l" fontAlgn="b">
                        <a:buNone/>
                      </a:pPr>
                      <a:r>
                        <a:rPr lang="fr-FR" sz="1200" b="0" i="0" u="none" strike="noStrike">
                          <a:solidFill>
                            <a:srgbClr val="000000"/>
                          </a:solidFill>
                          <a:effectLst/>
                          <a:latin typeface="Times New Roman" panose="02020603050405020304" pitchFamily="18" charset="0"/>
                        </a:rPr>
                        <a:t>Isiro</a:t>
                      </a:r>
                    </a:p>
                  </a:txBody>
                  <a:tcPr marL="3746" marR="3746" marT="374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86%</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67%</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86%</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57%</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extLst>
                  <a:ext uri="{0D108BD9-81ED-4DB2-BD59-A6C34878D82A}">
                    <a16:rowId xmlns:a16="http://schemas.microsoft.com/office/drawing/2014/main" val="3778636870"/>
                  </a:ext>
                </a:extLst>
              </a:tr>
              <a:tr h="181532">
                <a:tc>
                  <a:txBody>
                    <a:bodyPr/>
                    <a:lstStyle/>
                    <a:p>
                      <a:pPr algn="l" fontAlgn="b">
                        <a:buNone/>
                      </a:pPr>
                      <a:r>
                        <a:rPr lang="fr-FR" sz="1200" b="0" i="0" u="none" strike="noStrike">
                          <a:solidFill>
                            <a:srgbClr val="000000"/>
                          </a:solidFill>
                          <a:effectLst/>
                          <a:latin typeface="Times New Roman" panose="02020603050405020304" pitchFamily="18" charset="0"/>
                        </a:rPr>
                        <a:t>Watsa</a:t>
                      </a:r>
                    </a:p>
                  </a:txBody>
                  <a:tcPr marL="3746" marR="3746" marT="374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76%</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59%</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74%</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14%</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0000"/>
                    </a:solidFill>
                  </a:tcPr>
                </a:tc>
                <a:extLst>
                  <a:ext uri="{0D108BD9-81ED-4DB2-BD59-A6C34878D82A}">
                    <a16:rowId xmlns:a16="http://schemas.microsoft.com/office/drawing/2014/main" val="259322923"/>
                  </a:ext>
                </a:extLst>
              </a:tr>
              <a:tr h="181532">
                <a:tc>
                  <a:txBody>
                    <a:bodyPr/>
                    <a:lstStyle/>
                    <a:p>
                      <a:pPr algn="l" fontAlgn="b">
                        <a:buNone/>
                      </a:pPr>
                      <a:r>
                        <a:rPr lang="fr-FR" sz="1200" b="0" i="0" u="none" strike="noStrike">
                          <a:solidFill>
                            <a:srgbClr val="000000"/>
                          </a:solidFill>
                          <a:effectLst/>
                          <a:latin typeface="Times New Roman" panose="02020603050405020304" pitchFamily="18" charset="0"/>
                        </a:rPr>
                        <a:t>Kisangani</a:t>
                      </a:r>
                    </a:p>
                  </a:txBody>
                  <a:tcPr marL="3746" marR="3746" marT="374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98%</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71%</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105%</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70C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98%</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56%</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extLst>
                  <a:ext uri="{0D108BD9-81ED-4DB2-BD59-A6C34878D82A}">
                    <a16:rowId xmlns:a16="http://schemas.microsoft.com/office/drawing/2014/main" val="244196964"/>
                  </a:ext>
                </a:extLst>
              </a:tr>
              <a:tr h="181532">
                <a:tc>
                  <a:txBody>
                    <a:bodyPr/>
                    <a:lstStyle/>
                    <a:p>
                      <a:pPr algn="l" fontAlgn="b">
                        <a:buNone/>
                      </a:pPr>
                      <a:r>
                        <a:rPr lang="fr-FR" sz="1200" b="0" i="0" u="none" strike="noStrike">
                          <a:solidFill>
                            <a:srgbClr val="000000"/>
                          </a:solidFill>
                          <a:effectLst/>
                          <a:latin typeface="Times New Roman" panose="02020603050405020304" pitchFamily="18" charset="0"/>
                        </a:rPr>
                        <a:t>Lokutu</a:t>
                      </a:r>
                    </a:p>
                  </a:txBody>
                  <a:tcPr marL="3746" marR="3746" marT="374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68%</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106%</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70C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103%</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70C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72%</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88%</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89%</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extLst>
                  <a:ext uri="{0D108BD9-81ED-4DB2-BD59-A6C34878D82A}">
                    <a16:rowId xmlns:a16="http://schemas.microsoft.com/office/drawing/2014/main" val="3308959716"/>
                  </a:ext>
                </a:extLst>
              </a:tr>
              <a:tr h="181532">
                <a:tc>
                  <a:txBody>
                    <a:bodyPr/>
                    <a:lstStyle/>
                    <a:p>
                      <a:pPr algn="l" fontAlgn="b">
                        <a:buNone/>
                      </a:pPr>
                      <a:r>
                        <a:rPr lang="fr-FR" sz="1200" b="0" i="0" u="none" strike="noStrike">
                          <a:solidFill>
                            <a:srgbClr val="000000"/>
                          </a:solidFill>
                          <a:effectLst/>
                          <a:latin typeface="Times New Roman" panose="02020603050405020304" pitchFamily="18" charset="0"/>
                        </a:rPr>
                        <a:t>Bukavu</a:t>
                      </a:r>
                    </a:p>
                  </a:txBody>
                  <a:tcPr marL="3746" marR="3746" marT="374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fr-FR" sz="1200" b="1" i="0" u="none" strike="noStrike">
                          <a:solidFill>
                            <a:srgbClr val="000000"/>
                          </a:solidFill>
                          <a:effectLst/>
                          <a:latin typeface="Times New Roman" panose="02020603050405020304" pitchFamily="18" charset="0"/>
                        </a:rPr>
                        <a:t>69%</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34%</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000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30%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000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35%</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00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66%</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31%</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000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22%</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00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76%</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33%</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0000"/>
                    </a:solidFill>
                  </a:tcPr>
                </a:tc>
                <a:tc rowSpan="2">
                  <a:txBody>
                    <a:bodyPr/>
                    <a:lstStyle/>
                    <a:p>
                      <a:pPr algn="ctr" fontAlgn="ctr">
                        <a:buNone/>
                      </a:pPr>
                      <a:r>
                        <a:rPr lang="fr-FR" sz="1200" b="0" i="0" u="none" strike="noStrike">
                          <a:solidFill>
                            <a:srgbClr val="000000"/>
                          </a:solidFill>
                          <a:effectLst/>
                          <a:latin typeface="Times New Roman" panose="02020603050405020304" pitchFamily="18" charset="0"/>
                        </a:rPr>
                        <a:t> </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595959"/>
                    </a:solidFill>
                  </a:tcPr>
                </a:tc>
                <a:extLst>
                  <a:ext uri="{0D108BD9-81ED-4DB2-BD59-A6C34878D82A}">
                    <a16:rowId xmlns:a16="http://schemas.microsoft.com/office/drawing/2014/main" val="1020506311"/>
                  </a:ext>
                </a:extLst>
              </a:tr>
              <a:tr h="181532">
                <a:tc>
                  <a:txBody>
                    <a:bodyPr/>
                    <a:lstStyle/>
                    <a:p>
                      <a:pPr algn="l" fontAlgn="b">
                        <a:buNone/>
                      </a:pPr>
                      <a:r>
                        <a:rPr lang="fr-FR" sz="1200" b="0" i="0" u="none" strike="noStrike">
                          <a:solidFill>
                            <a:srgbClr val="000000"/>
                          </a:solidFill>
                          <a:effectLst/>
                          <a:latin typeface="Times New Roman" panose="02020603050405020304" pitchFamily="18" charset="0"/>
                        </a:rPr>
                        <a:t>Uvira</a:t>
                      </a:r>
                    </a:p>
                  </a:txBody>
                  <a:tcPr marL="3746" marR="3746" marT="374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fr-FR" sz="1200" b="1" i="0" u="none" strike="noStrike">
                          <a:solidFill>
                            <a:srgbClr val="000000"/>
                          </a:solidFill>
                          <a:effectLst/>
                          <a:latin typeface="Times New Roman" panose="02020603050405020304" pitchFamily="18" charset="0"/>
                        </a:rPr>
                        <a:t>100%</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FFFFFF"/>
                          </a:solidFill>
                          <a:effectLst/>
                          <a:latin typeface="Times New Roman" panose="02020603050405020304" pitchFamily="18" charset="0"/>
                        </a:rPr>
                        <a:t>103%</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70C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91%</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B05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82%</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89%</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53%</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58%</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a:solidFill>
                            <a:srgbClr val="000000"/>
                          </a:solidFill>
                          <a:effectLst/>
                          <a:latin typeface="Times New Roman" panose="02020603050405020304" pitchFamily="18" charset="0"/>
                        </a:rPr>
                        <a:t>89%</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fontAlgn="ctr">
                        <a:buNone/>
                      </a:pPr>
                      <a:r>
                        <a:rPr lang="fr-FR" sz="1200" b="1" i="0" u="none" strike="noStrike" dirty="0">
                          <a:solidFill>
                            <a:srgbClr val="000000"/>
                          </a:solidFill>
                          <a:effectLst/>
                          <a:latin typeface="Times New Roman" panose="02020603050405020304" pitchFamily="18" charset="0"/>
                        </a:rPr>
                        <a:t>81%</a:t>
                      </a:r>
                    </a:p>
                  </a:txBody>
                  <a:tcPr marL="3746" marR="3746" marT="3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vMerge="1">
                  <a:txBody>
                    <a:bodyPr/>
                    <a:lstStyle/>
                    <a:p>
                      <a:endParaRPr lang="fr-FR"/>
                    </a:p>
                  </a:txBody>
                  <a:tcPr/>
                </a:tc>
                <a:extLst>
                  <a:ext uri="{0D108BD9-81ED-4DB2-BD59-A6C34878D82A}">
                    <a16:rowId xmlns:a16="http://schemas.microsoft.com/office/drawing/2014/main" val="4223035440"/>
                  </a:ext>
                </a:extLst>
              </a:tr>
            </a:tbl>
          </a:graphicData>
        </a:graphic>
      </p:graphicFrame>
      <p:sp>
        <p:nvSpPr>
          <p:cNvPr id="2" name="Ellipse 1">
            <a:extLst>
              <a:ext uri="{FF2B5EF4-FFF2-40B4-BE49-F238E27FC236}">
                <a16:creationId xmlns:a16="http://schemas.microsoft.com/office/drawing/2014/main" id="{BFAAD008-6DBE-CF15-D520-519A5FB73134}"/>
              </a:ext>
            </a:extLst>
          </p:cNvPr>
          <p:cNvSpPr/>
          <p:nvPr/>
        </p:nvSpPr>
        <p:spPr>
          <a:xfrm>
            <a:off x="11546541" y="259976"/>
            <a:ext cx="448235" cy="40341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600" dirty="0">
                <a:latin typeface="Times New Roman" panose="02020603050405020304" pitchFamily="18" charset="0"/>
                <a:cs typeface="Times New Roman" panose="02020603050405020304" pitchFamily="18" charset="0"/>
              </a:rPr>
              <a:t>2</a:t>
            </a:r>
          </a:p>
        </p:txBody>
      </p:sp>
      <p:sp>
        <p:nvSpPr>
          <p:cNvPr id="4" name="ZoneTexte 3">
            <a:extLst>
              <a:ext uri="{FF2B5EF4-FFF2-40B4-BE49-F238E27FC236}">
                <a16:creationId xmlns:a16="http://schemas.microsoft.com/office/drawing/2014/main" id="{24A163C7-7513-3AC8-294E-22DFCBC73ED1}"/>
              </a:ext>
            </a:extLst>
          </p:cNvPr>
          <p:cNvSpPr txBox="1"/>
          <p:nvPr/>
        </p:nvSpPr>
        <p:spPr>
          <a:xfrm>
            <a:off x="2169459" y="6273225"/>
            <a:ext cx="9852212" cy="584775"/>
          </a:xfrm>
          <a:prstGeom prst="rect">
            <a:avLst/>
          </a:prstGeom>
          <a:noFill/>
        </p:spPr>
        <p:txBody>
          <a:bodyPr wrap="square" rtlCol="0">
            <a:spAutoFit/>
          </a:bodyPr>
          <a:lstStyle/>
          <a:p>
            <a:pPr marL="285750" indent="-285750">
              <a:buFont typeface="Wingdings" panose="05000000000000000000" pitchFamily="2" charset="2"/>
              <a:buChar char="q"/>
            </a:pPr>
            <a:r>
              <a:rPr lang="fr-FR" sz="1600" dirty="0">
                <a:latin typeface="Times New Roman" panose="02020603050405020304" pitchFamily="18" charset="0"/>
                <a:cs typeface="Times New Roman" panose="02020603050405020304" pitchFamily="18" charset="0"/>
              </a:rPr>
              <a:t>Moyenne de satisfaction de plus de 90% en BCG, Penta, PCV-13 et VPI ;</a:t>
            </a:r>
          </a:p>
          <a:p>
            <a:pPr marL="285750" indent="-285750">
              <a:buFont typeface="Wingdings" panose="05000000000000000000" pitchFamily="2" charset="2"/>
              <a:buChar char="q"/>
            </a:pPr>
            <a:r>
              <a:rPr lang="fr-FR" sz="1600" dirty="0">
                <a:latin typeface="Times New Roman" panose="02020603050405020304" pitchFamily="18" charset="0"/>
                <a:cs typeface="Times New Roman" panose="02020603050405020304" pitchFamily="18" charset="0"/>
              </a:rPr>
              <a:t>Pour VAP et Rota, bonne satisfaction dans les antennes ayant déjà introduites ou switchées ; </a:t>
            </a:r>
          </a:p>
        </p:txBody>
      </p:sp>
    </p:spTree>
    <p:extLst>
      <p:ext uri="{BB962C8B-B14F-4D97-AF65-F5344CB8AC3E}">
        <p14:creationId xmlns:p14="http://schemas.microsoft.com/office/powerpoint/2010/main" val="17975157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02">
          <a:extLst>
            <a:ext uri="{FF2B5EF4-FFF2-40B4-BE49-F238E27FC236}">
              <a16:creationId xmlns:a16="http://schemas.microsoft.com/office/drawing/2014/main" id="{E8F81E7A-1640-B854-3E85-C10550BC2B6A}"/>
            </a:ext>
          </a:extLst>
        </p:cNvPr>
        <p:cNvGrpSpPr/>
        <p:nvPr/>
      </p:nvGrpSpPr>
      <p:grpSpPr>
        <a:xfrm>
          <a:off x="0" y="0"/>
          <a:ext cx="0" cy="0"/>
          <a:chOff x="0" y="0"/>
          <a:chExt cx="0" cy="0"/>
        </a:xfrm>
      </p:grpSpPr>
      <p:sp>
        <p:nvSpPr>
          <p:cNvPr id="1603" name="Google Shape;1603;p45">
            <a:extLst>
              <a:ext uri="{FF2B5EF4-FFF2-40B4-BE49-F238E27FC236}">
                <a16:creationId xmlns:a16="http://schemas.microsoft.com/office/drawing/2014/main" id="{5F695A99-5B95-835C-E9FD-027B9B892573}"/>
              </a:ext>
            </a:extLst>
          </p:cNvPr>
          <p:cNvSpPr txBox="1"/>
          <p:nvPr/>
        </p:nvSpPr>
        <p:spPr>
          <a:xfrm>
            <a:off x="458592" y="317941"/>
            <a:ext cx="11274800" cy="731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200"/>
              <a:buFont typeface="Arial" panose="020B0604020202020204"/>
              <a:buNone/>
            </a:pPr>
            <a:r>
              <a:rPr lang="en-GB" sz="2935" b="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Distribution </a:t>
            </a:r>
            <a:r>
              <a:rPr lang="fr-FR" altLang="en-GB"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en</a:t>
            </a:r>
            <a:r>
              <a:rPr lang="en-GB"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 vaccins et intrants 202</a:t>
            </a:r>
            <a:r>
              <a:rPr lang="fr-FR" altLang="en-GB"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5</a:t>
            </a:r>
            <a:endParaRPr sz="2935" b="0"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604" name="Google Shape;1604;p45">
            <a:extLst>
              <a:ext uri="{FF2B5EF4-FFF2-40B4-BE49-F238E27FC236}">
                <a16:creationId xmlns:a16="http://schemas.microsoft.com/office/drawing/2014/main" id="{573583F8-1F56-A435-879A-B4B296449595}"/>
              </a:ext>
            </a:extLst>
          </p:cNvPr>
          <p:cNvSpPr/>
          <p:nvPr/>
        </p:nvSpPr>
        <p:spPr>
          <a:xfrm>
            <a:off x="0" y="272241"/>
            <a:ext cx="235600" cy="655200"/>
          </a:xfrm>
          <a:prstGeom prst="rect">
            <a:avLst/>
          </a:prstGeom>
          <a:solidFill>
            <a:srgbClr val="0070C0"/>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865"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223" name="Google Shape;223;p16">
            <a:extLst>
              <a:ext uri="{FF2B5EF4-FFF2-40B4-BE49-F238E27FC236}">
                <a16:creationId xmlns:a16="http://schemas.microsoft.com/office/drawing/2014/main" id="{DA0D7F0E-9D2C-D1E7-4013-B3BC0075DBA6}"/>
              </a:ext>
            </a:extLst>
          </p:cNvPr>
          <p:cNvCxnSpPr/>
          <p:nvPr/>
        </p:nvCxnSpPr>
        <p:spPr>
          <a:xfrm>
            <a:off x="267700" y="6427967"/>
            <a:ext cx="11640400" cy="0"/>
          </a:xfrm>
          <a:prstGeom prst="straightConnector1">
            <a:avLst/>
          </a:prstGeom>
          <a:noFill/>
          <a:ln w="9525" cap="flat" cmpd="sng">
            <a:solidFill>
              <a:srgbClr val="9E9E9E"/>
            </a:solidFill>
            <a:prstDash val="solid"/>
            <a:round/>
            <a:headEnd type="none" w="med" len="med"/>
            <a:tailEnd type="none" w="med" len="med"/>
          </a:ln>
        </p:spPr>
      </p:cxnSp>
      <p:sp>
        <p:nvSpPr>
          <p:cNvPr id="224" name="Google Shape;224;p16">
            <a:extLst>
              <a:ext uri="{FF2B5EF4-FFF2-40B4-BE49-F238E27FC236}">
                <a16:creationId xmlns:a16="http://schemas.microsoft.com/office/drawing/2014/main" id="{CFFCF682-3A6D-3088-E65A-83F3A922FB2A}"/>
              </a:ext>
            </a:extLst>
          </p:cNvPr>
          <p:cNvSpPr txBox="1"/>
          <p:nvPr/>
        </p:nvSpPr>
        <p:spPr>
          <a:xfrm>
            <a:off x="267700" y="6492843"/>
            <a:ext cx="11414800" cy="18415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graphicFrame>
        <p:nvGraphicFramePr>
          <p:cNvPr id="7" name="Tableau 6">
            <a:extLst>
              <a:ext uri="{FF2B5EF4-FFF2-40B4-BE49-F238E27FC236}">
                <a16:creationId xmlns:a16="http://schemas.microsoft.com/office/drawing/2014/main" id="{1F53D595-E902-D938-E23E-E926616FD941}"/>
              </a:ext>
            </a:extLst>
          </p:cNvPr>
          <p:cNvGraphicFramePr>
            <a:graphicFrameLocks noGrp="1"/>
          </p:cNvGraphicFramePr>
          <p:nvPr>
            <p:extLst>
              <p:ext uri="{D42A27DB-BD31-4B8C-83A1-F6EECF244321}">
                <p14:modId xmlns:p14="http://schemas.microsoft.com/office/powerpoint/2010/main" val="4273719534"/>
              </p:ext>
            </p:extLst>
          </p:nvPr>
        </p:nvGraphicFramePr>
        <p:xfrm>
          <a:off x="6490203" y="973468"/>
          <a:ext cx="5486644" cy="4533515"/>
        </p:xfrm>
        <a:graphic>
          <a:graphicData uri="http://schemas.openxmlformats.org/drawingml/2006/table">
            <a:tbl>
              <a:tblPr firstRow="1" firstCol="1" bandRow="1"/>
              <a:tblGrid>
                <a:gridCol w="2208267">
                  <a:extLst>
                    <a:ext uri="{9D8B030D-6E8A-4147-A177-3AD203B41FA5}">
                      <a16:colId xmlns:a16="http://schemas.microsoft.com/office/drawing/2014/main" val="3286249101"/>
                    </a:ext>
                  </a:extLst>
                </a:gridCol>
                <a:gridCol w="1673211">
                  <a:extLst>
                    <a:ext uri="{9D8B030D-6E8A-4147-A177-3AD203B41FA5}">
                      <a16:colId xmlns:a16="http://schemas.microsoft.com/office/drawing/2014/main" val="1245622857"/>
                    </a:ext>
                  </a:extLst>
                </a:gridCol>
                <a:gridCol w="1605166">
                  <a:extLst>
                    <a:ext uri="{9D8B030D-6E8A-4147-A177-3AD203B41FA5}">
                      <a16:colId xmlns:a16="http://schemas.microsoft.com/office/drawing/2014/main" val="1964776038"/>
                    </a:ext>
                  </a:extLst>
                </a:gridCol>
              </a:tblGrid>
              <a:tr h="1066804">
                <a:tc>
                  <a:txBody>
                    <a:bodyPr/>
                    <a:lstStyle/>
                    <a:p>
                      <a:pPr algn="l">
                        <a:lnSpc>
                          <a:spcPct val="150000"/>
                        </a:lnSpc>
                        <a:buNone/>
                      </a:pPr>
                      <a:r>
                        <a:rPr lang="en-US" sz="1600" b="1">
                          <a:solidFill>
                            <a:srgbClr val="000000"/>
                          </a:solidFill>
                          <a:effectLst/>
                          <a:latin typeface="Times New Roman" panose="02020603050405020304" pitchFamily="18" charset="0"/>
                          <a:ea typeface="Batang" panose="02030600000101010101" pitchFamily="18" charset="-127"/>
                          <a:cs typeface="Times New Roman" panose="02020603050405020304" pitchFamily="18" charset="0"/>
                        </a:rPr>
                        <a:t> </a:t>
                      </a:r>
                      <a:endParaRPr lang="fr-FR" sz="1600">
                        <a:effectLst/>
                        <a:latin typeface="Times New Roman" panose="02020603050405020304" pitchFamily="18" charset="0"/>
                        <a:ea typeface="Batang" panose="02030600000101010101" pitchFamily="18"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l">
                        <a:buNone/>
                      </a:pPr>
                      <a:r>
                        <a:rPr lang="uk-UA" sz="1600">
                          <a:effectLst/>
                          <a:latin typeface="Times New Roman" panose="02020603050405020304" pitchFamily="18" charset="0"/>
                          <a:ea typeface="Batang" panose="02030600000101010101" pitchFamily="18" charset="-127"/>
                          <a:cs typeface="Times New Roman" panose="02020603050405020304" pitchFamily="18" charset="0"/>
                        </a:rPr>
                        <a:t>du Niveau central vers les antennes</a:t>
                      </a:r>
                      <a:endParaRPr lang="fr-FR" sz="1600">
                        <a:effectLst/>
                        <a:latin typeface="Times New Roman" panose="02020603050405020304" pitchFamily="18" charset="0"/>
                        <a:ea typeface="Batang" panose="02030600000101010101" pitchFamily="18"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l">
                        <a:buNone/>
                      </a:pPr>
                      <a:r>
                        <a:rPr lang="uk-UA" sz="1600">
                          <a:effectLst/>
                          <a:latin typeface="Times New Roman" panose="02020603050405020304" pitchFamily="18" charset="0"/>
                          <a:ea typeface="Batang" panose="02030600000101010101" pitchFamily="18" charset="-127"/>
                          <a:cs typeface="Times New Roman" panose="02020603050405020304" pitchFamily="18" charset="0"/>
                        </a:rPr>
                        <a:t>des antennes vers les ZS</a:t>
                      </a:r>
                      <a:endParaRPr lang="fr-FR" sz="1600">
                        <a:effectLst/>
                        <a:latin typeface="Times New Roman" panose="02020603050405020304" pitchFamily="18" charset="0"/>
                        <a:ea typeface="Batang" panose="02030600000101010101" pitchFamily="18"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758692043"/>
                  </a:ext>
                </a:extLst>
              </a:tr>
              <a:tr h="469504">
                <a:tc>
                  <a:txBody>
                    <a:bodyPr/>
                    <a:lstStyle/>
                    <a:p>
                      <a:pPr algn="l">
                        <a:buNone/>
                      </a:pPr>
                      <a:r>
                        <a:rPr lang="en-US" sz="1600">
                          <a:effectLst/>
                          <a:latin typeface="Times New Roman" panose="02020603050405020304" pitchFamily="18" charset="0"/>
                          <a:ea typeface="Batang" panose="02030600000101010101" pitchFamily="18" charset="-127"/>
                          <a:cs typeface="Times New Roman" panose="02020603050405020304" pitchFamily="18" charset="0"/>
                        </a:rPr>
                        <a:t>Livraison effectuées </a:t>
                      </a:r>
                      <a:endParaRPr lang="fr-FR" sz="1600">
                        <a:effectLst/>
                        <a:latin typeface="Times New Roman" panose="02020603050405020304" pitchFamily="18" charset="0"/>
                        <a:ea typeface="Batang" panose="02030600000101010101" pitchFamily="18"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50000"/>
                        </a:lnSpc>
                        <a:buNone/>
                      </a:pPr>
                      <a:r>
                        <a:rPr lang="en-US" sz="1600" b="1" dirty="0">
                          <a:solidFill>
                            <a:srgbClr val="000000"/>
                          </a:solidFill>
                          <a:effectLst/>
                          <a:latin typeface="Times New Roman" panose="02020603050405020304" pitchFamily="18" charset="0"/>
                          <a:ea typeface="Batang" panose="02030600000101010101" pitchFamily="18" charset="-127"/>
                          <a:cs typeface="Times New Roman" panose="02020603050405020304" pitchFamily="18" charset="0"/>
                        </a:rPr>
                        <a:t>204</a:t>
                      </a:r>
                      <a:endParaRPr lang="fr-FR" sz="1600" dirty="0">
                        <a:effectLst/>
                        <a:latin typeface="Times New Roman" panose="02020603050405020304" pitchFamily="18" charset="0"/>
                        <a:ea typeface="Batang" panose="02030600000101010101" pitchFamily="18"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50000"/>
                        </a:lnSpc>
                        <a:buNone/>
                      </a:pPr>
                      <a:r>
                        <a:rPr lang="en-US" sz="1600" b="1" dirty="0">
                          <a:solidFill>
                            <a:srgbClr val="000000"/>
                          </a:solidFill>
                          <a:effectLst/>
                          <a:latin typeface="Times New Roman" panose="02020603050405020304" pitchFamily="18" charset="0"/>
                          <a:ea typeface="Batang" panose="02030600000101010101" pitchFamily="18" charset="-127"/>
                          <a:cs typeface="Times New Roman" panose="02020603050405020304" pitchFamily="18" charset="0"/>
                        </a:rPr>
                        <a:t>4 644</a:t>
                      </a:r>
                      <a:endParaRPr lang="fr-FR" sz="1600" dirty="0">
                        <a:effectLst/>
                        <a:latin typeface="Times New Roman" panose="02020603050405020304" pitchFamily="18" charset="0"/>
                        <a:ea typeface="Batang" panose="02030600000101010101" pitchFamily="18"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357633779"/>
                  </a:ext>
                </a:extLst>
              </a:tr>
              <a:tr h="1066804">
                <a:tc>
                  <a:txBody>
                    <a:bodyPr/>
                    <a:lstStyle/>
                    <a:p>
                      <a:pPr algn="l">
                        <a:buNone/>
                      </a:pPr>
                      <a:r>
                        <a:rPr lang="en-US" sz="1600">
                          <a:effectLst/>
                          <a:latin typeface="Times New Roman" panose="02020603050405020304" pitchFamily="18" charset="0"/>
                          <a:ea typeface="Batang" panose="02030600000101010101" pitchFamily="18" charset="-127"/>
                          <a:cs typeface="Times New Roman" panose="02020603050405020304" pitchFamily="18" charset="0"/>
                        </a:rPr>
                        <a:t>Taux de ponctualité (livraison effectuées dans le délai)</a:t>
                      </a:r>
                      <a:endParaRPr lang="fr-FR" sz="1600">
                        <a:effectLst/>
                        <a:latin typeface="Times New Roman" panose="02020603050405020304" pitchFamily="18" charset="0"/>
                        <a:ea typeface="Batang" panose="02030600000101010101" pitchFamily="18"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50000"/>
                        </a:lnSpc>
                        <a:buNone/>
                      </a:pPr>
                      <a:r>
                        <a:rPr lang="en-US" sz="1600" b="1" dirty="0">
                          <a:solidFill>
                            <a:srgbClr val="000000"/>
                          </a:solidFill>
                          <a:effectLst/>
                          <a:latin typeface="Times New Roman" panose="02020603050405020304" pitchFamily="18" charset="0"/>
                          <a:ea typeface="Batang" panose="02030600000101010101" pitchFamily="18" charset="-127"/>
                          <a:cs typeface="Times New Roman" panose="02020603050405020304" pitchFamily="18" charset="0"/>
                        </a:rPr>
                        <a:t>86 %</a:t>
                      </a:r>
                      <a:endParaRPr lang="fr-FR" sz="1600" dirty="0">
                        <a:effectLst/>
                        <a:latin typeface="Times New Roman" panose="02020603050405020304" pitchFamily="18" charset="0"/>
                        <a:ea typeface="Batang" panose="02030600000101010101" pitchFamily="18"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50000"/>
                        </a:lnSpc>
                        <a:buNone/>
                      </a:pPr>
                      <a:r>
                        <a:rPr lang="en-US" sz="1600" b="1" dirty="0">
                          <a:solidFill>
                            <a:srgbClr val="000000"/>
                          </a:solidFill>
                          <a:effectLst/>
                          <a:latin typeface="Times New Roman" panose="02020603050405020304" pitchFamily="18" charset="0"/>
                          <a:ea typeface="Batang" panose="02030600000101010101" pitchFamily="18" charset="-127"/>
                          <a:cs typeface="Times New Roman" panose="02020603050405020304" pitchFamily="18" charset="0"/>
                        </a:rPr>
                        <a:t>88 %</a:t>
                      </a:r>
                      <a:endParaRPr lang="fr-FR" sz="1600" dirty="0">
                        <a:effectLst/>
                        <a:latin typeface="Times New Roman" panose="02020603050405020304" pitchFamily="18" charset="0"/>
                        <a:ea typeface="Batang" panose="02030600000101010101" pitchFamily="18"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716325937"/>
                  </a:ext>
                </a:extLst>
              </a:tr>
              <a:tr h="711203">
                <a:tc>
                  <a:txBody>
                    <a:bodyPr/>
                    <a:lstStyle/>
                    <a:p>
                      <a:pPr algn="l">
                        <a:buNone/>
                      </a:pPr>
                      <a:r>
                        <a:rPr lang="en-US" sz="1600">
                          <a:effectLst/>
                          <a:latin typeface="Times New Roman" panose="02020603050405020304" pitchFamily="18" charset="0"/>
                          <a:ea typeface="Batang" panose="02030600000101010101" pitchFamily="18" charset="-127"/>
                          <a:cs typeface="Times New Roman" panose="02020603050405020304" pitchFamily="18" charset="0"/>
                        </a:rPr>
                        <a:t>Nbre des commandes satisfaites à 100%</a:t>
                      </a:r>
                      <a:endParaRPr lang="fr-FR" sz="1600">
                        <a:effectLst/>
                        <a:latin typeface="Times New Roman" panose="02020603050405020304" pitchFamily="18" charset="0"/>
                        <a:ea typeface="Batang" panose="02030600000101010101" pitchFamily="18"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50000"/>
                        </a:lnSpc>
                        <a:buNone/>
                      </a:pPr>
                      <a:r>
                        <a:rPr lang="en-US" sz="1600" b="1" dirty="0">
                          <a:solidFill>
                            <a:srgbClr val="000000"/>
                          </a:solidFill>
                          <a:effectLst/>
                          <a:latin typeface="Times New Roman" panose="02020603050405020304" pitchFamily="18" charset="0"/>
                          <a:ea typeface="Batang" panose="02030600000101010101" pitchFamily="18" charset="-127"/>
                          <a:cs typeface="Times New Roman" panose="02020603050405020304" pitchFamily="18" charset="0"/>
                        </a:rPr>
                        <a:t>-</a:t>
                      </a:r>
                      <a:endParaRPr lang="fr-FR" sz="1600" dirty="0">
                        <a:effectLst/>
                        <a:latin typeface="Times New Roman" panose="02020603050405020304" pitchFamily="18" charset="0"/>
                        <a:ea typeface="Batang" panose="02030600000101010101" pitchFamily="18"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50000"/>
                        </a:lnSpc>
                        <a:buNone/>
                      </a:pPr>
                      <a:r>
                        <a:rPr lang="en-US" sz="1600" b="1" dirty="0">
                          <a:solidFill>
                            <a:srgbClr val="000000"/>
                          </a:solidFill>
                          <a:effectLst/>
                          <a:latin typeface="Times New Roman" panose="02020603050405020304" pitchFamily="18" charset="0"/>
                          <a:ea typeface="Batang" panose="02030600000101010101" pitchFamily="18" charset="-127"/>
                          <a:cs typeface="Times New Roman" panose="02020603050405020304" pitchFamily="18" charset="0"/>
                        </a:rPr>
                        <a:t>3 804</a:t>
                      </a:r>
                      <a:endParaRPr lang="fr-FR" sz="1600" dirty="0">
                        <a:effectLst/>
                        <a:latin typeface="Times New Roman" panose="02020603050405020304" pitchFamily="18" charset="0"/>
                        <a:ea typeface="Batang" panose="02030600000101010101" pitchFamily="18"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16904767"/>
                  </a:ext>
                </a:extLst>
              </a:tr>
              <a:tr h="1216546">
                <a:tc gridSpan="3">
                  <a:txBody>
                    <a:bodyPr/>
                    <a:lstStyle/>
                    <a:p>
                      <a:pPr algn="l">
                        <a:buNone/>
                      </a:pPr>
                      <a:r>
                        <a:rPr lang="fr-FR" sz="1600" dirty="0">
                          <a:effectLst/>
                          <a:latin typeface="Times New Roman" panose="02020603050405020304" pitchFamily="18" charset="0"/>
                          <a:ea typeface="Batang" panose="02030600000101010101" pitchFamily="18" charset="-127"/>
                          <a:cs typeface="Times New Roman" panose="02020603050405020304" pitchFamily="18" charset="0"/>
                        </a:rPr>
                        <a:t>Routine </a:t>
                      </a:r>
                      <a:r>
                        <a:rPr lang="fr-FR" sz="1600" b="1" dirty="0">
                          <a:effectLst/>
                          <a:latin typeface="Times New Roman" panose="02020603050405020304" pitchFamily="18" charset="0"/>
                          <a:ea typeface="Batang" panose="02030600000101010101" pitchFamily="18" charset="-127"/>
                          <a:cs typeface="Times New Roman" panose="02020603050405020304" pitchFamily="18" charset="0"/>
                        </a:rPr>
                        <a:t>: plus de 182 T en vaccins et 580 T en matériels d’injection soit plus de 3 500 m3 ;</a:t>
                      </a:r>
                    </a:p>
                    <a:p>
                      <a:pPr algn="l">
                        <a:buNone/>
                      </a:pPr>
                      <a:r>
                        <a:rPr lang="fr-FR" sz="1600" dirty="0">
                          <a:effectLst/>
                          <a:latin typeface="Times New Roman" panose="02020603050405020304" pitchFamily="18" charset="0"/>
                          <a:ea typeface="Batang" panose="02030600000101010101" pitchFamily="18" charset="-127"/>
                          <a:cs typeface="Times New Roman" panose="02020603050405020304" pitchFamily="18" charset="0"/>
                        </a:rPr>
                        <a:t>AVS : </a:t>
                      </a:r>
                      <a:r>
                        <a:rPr lang="fr-FR" sz="1600" b="1" dirty="0">
                          <a:effectLst/>
                          <a:latin typeface="Times New Roman" panose="02020603050405020304" pitchFamily="18" charset="0"/>
                          <a:ea typeface="Batang" panose="02030600000101010101" pitchFamily="18" charset="-127"/>
                          <a:cs typeface="Times New Roman" panose="02020603050405020304" pitchFamily="18" charset="0"/>
                        </a:rPr>
                        <a:t>plus de 120 T (campagne polio, VCO, VAR, RR) et plus de 102 m3 ;</a:t>
                      </a:r>
                    </a:p>
                    <a:p>
                      <a:pPr algn="l">
                        <a:buNone/>
                      </a:pPr>
                      <a:endParaRPr lang="fr-FR" sz="1600" dirty="0">
                        <a:effectLst/>
                        <a:latin typeface="Times New Roman" panose="02020603050405020304" pitchFamily="18" charset="0"/>
                        <a:ea typeface="Batang" panose="02030600000101010101" pitchFamily="18"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pPr algn="ctr">
                        <a:lnSpc>
                          <a:spcPct val="150000"/>
                        </a:lnSpc>
                        <a:buNone/>
                      </a:pPr>
                      <a:endParaRPr lang="fr-FR" sz="1600" dirty="0">
                        <a:effectLst/>
                        <a:latin typeface="Times New Roman" panose="02020603050405020304" pitchFamily="18" charset="0"/>
                        <a:ea typeface="Batang" panose="02030600000101010101" pitchFamily="18"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pPr algn="ctr">
                        <a:lnSpc>
                          <a:spcPct val="150000"/>
                        </a:lnSpc>
                        <a:buNone/>
                      </a:pPr>
                      <a:endParaRPr lang="fr-FR" sz="1600" dirty="0">
                        <a:effectLst/>
                        <a:latin typeface="Times New Roman" panose="02020603050405020304" pitchFamily="18" charset="0"/>
                        <a:ea typeface="Batang" panose="02030600000101010101" pitchFamily="18"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06582008"/>
                  </a:ext>
                </a:extLst>
              </a:tr>
            </a:tbl>
          </a:graphicData>
        </a:graphic>
      </p:graphicFrame>
      <p:graphicFrame>
        <p:nvGraphicFramePr>
          <p:cNvPr id="8" name="Chart 12">
            <a:extLst>
              <a:ext uri="{FF2B5EF4-FFF2-40B4-BE49-F238E27FC236}">
                <a16:creationId xmlns:a16="http://schemas.microsoft.com/office/drawing/2014/main" id="{00000000-0008-0000-1200-00000CC40300}"/>
              </a:ext>
            </a:extLst>
          </p:cNvPr>
          <p:cNvGraphicFramePr>
            <a:graphicFrameLocks/>
          </p:cNvGraphicFramePr>
          <p:nvPr>
            <p:extLst>
              <p:ext uri="{D42A27DB-BD31-4B8C-83A1-F6EECF244321}">
                <p14:modId xmlns:p14="http://schemas.microsoft.com/office/powerpoint/2010/main" val="3528004392"/>
              </p:ext>
            </p:extLst>
          </p:nvPr>
        </p:nvGraphicFramePr>
        <p:xfrm>
          <a:off x="91469" y="974834"/>
          <a:ext cx="6085213" cy="4484672"/>
        </p:xfrm>
        <a:graphic>
          <a:graphicData uri="http://schemas.openxmlformats.org/drawingml/2006/chart">
            <c:chart xmlns:c="http://schemas.openxmlformats.org/drawingml/2006/chart" xmlns:r="http://schemas.openxmlformats.org/officeDocument/2006/relationships" r:id="rId3"/>
          </a:graphicData>
        </a:graphic>
      </p:graphicFrame>
      <p:sp>
        <p:nvSpPr>
          <p:cNvPr id="9" name="ZoneTexte 8">
            <a:extLst>
              <a:ext uri="{FF2B5EF4-FFF2-40B4-BE49-F238E27FC236}">
                <a16:creationId xmlns:a16="http://schemas.microsoft.com/office/drawing/2014/main" id="{749913B7-366E-9493-FDB1-DF12CA9F8F1E}"/>
              </a:ext>
            </a:extLst>
          </p:cNvPr>
          <p:cNvSpPr txBox="1"/>
          <p:nvPr/>
        </p:nvSpPr>
        <p:spPr>
          <a:xfrm>
            <a:off x="116541" y="5620877"/>
            <a:ext cx="11869271" cy="738664"/>
          </a:xfrm>
          <a:prstGeom prst="rect">
            <a:avLst/>
          </a:prstGeom>
          <a:noFill/>
        </p:spPr>
        <p:txBody>
          <a:bodyPr wrap="square" rtlCol="0">
            <a:spAutoFit/>
          </a:bodyPr>
          <a:lstStyle/>
          <a:p>
            <a:pPr marL="285750" indent="-285750">
              <a:buFont typeface="Wingdings" panose="05000000000000000000" pitchFamily="2" charset="2"/>
              <a:buChar char="q"/>
            </a:pPr>
            <a:r>
              <a:rPr lang="fr-FR" sz="1400" dirty="0">
                <a:latin typeface="Times New Roman" panose="02020603050405020304" pitchFamily="18" charset="0"/>
                <a:cs typeface="Times New Roman" panose="02020603050405020304" pitchFamily="18" charset="0"/>
              </a:rPr>
              <a:t>Retard dans la mise à disposition des fonds aux points de transit pour le déploiement de vaccins (</a:t>
            </a:r>
            <a:r>
              <a:rPr lang="fr-FR" sz="1400" dirty="0" err="1">
                <a:latin typeface="Times New Roman" panose="02020603050405020304" pitchFamily="18" charset="0"/>
                <a:cs typeface="Times New Roman" panose="02020603050405020304" pitchFamily="18" charset="0"/>
              </a:rPr>
              <a:t>Mweka</a:t>
            </a:r>
            <a:r>
              <a:rPr lang="fr-FR" sz="1400" dirty="0">
                <a:latin typeface="Times New Roman" panose="02020603050405020304" pitchFamily="18" charset="0"/>
                <a:cs typeface="Times New Roman" panose="02020603050405020304" pitchFamily="18" charset="0"/>
              </a:rPr>
              <a:t>, </a:t>
            </a:r>
            <a:r>
              <a:rPr lang="fr-FR" sz="1400" dirty="0" err="1">
                <a:latin typeface="Times New Roman" panose="02020603050405020304" pitchFamily="18" charset="0"/>
                <a:cs typeface="Times New Roman" panose="02020603050405020304" pitchFamily="18" charset="0"/>
              </a:rPr>
              <a:t>Kabalo</a:t>
            </a:r>
            <a:r>
              <a:rPr lang="fr-FR" sz="1400" dirty="0">
                <a:latin typeface="Times New Roman" panose="02020603050405020304" pitchFamily="18" charset="0"/>
                <a:cs typeface="Times New Roman" panose="02020603050405020304" pitchFamily="18" charset="0"/>
              </a:rPr>
              <a:t> et </a:t>
            </a:r>
            <a:r>
              <a:rPr lang="fr-FR" sz="1400" dirty="0" err="1">
                <a:latin typeface="Times New Roman" panose="02020603050405020304" pitchFamily="18" charset="0"/>
                <a:cs typeface="Times New Roman" panose="02020603050405020304" pitchFamily="18" charset="0"/>
              </a:rPr>
              <a:t>Luiza</a:t>
            </a:r>
            <a:r>
              <a:rPr lang="fr-FR" sz="1400" dirty="0">
                <a:latin typeface="Times New Roman" panose="02020603050405020304" pitchFamily="18" charset="0"/>
                <a:cs typeface="Times New Roman" panose="02020603050405020304" pitchFamily="18" charset="0"/>
              </a:rPr>
              <a:t>) ;</a:t>
            </a:r>
          </a:p>
          <a:p>
            <a:pPr marL="285750" indent="-285750">
              <a:buFont typeface="Wingdings" panose="05000000000000000000" pitchFamily="2" charset="2"/>
              <a:buChar char="q"/>
            </a:pPr>
            <a:r>
              <a:rPr lang="fr-FR" sz="1400" dirty="0">
                <a:latin typeface="Times New Roman" panose="02020603050405020304" pitchFamily="18" charset="0"/>
                <a:cs typeface="Times New Roman" panose="02020603050405020304" pitchFamily="18" charset="0"/>
              </a:rPr>
              <a:t>Délai de livraison prolongé allant jusqu’à 30 jours (dépôts de transit) ;</a:t>
            </a:r>
          </a:p>
          <a:p>
            <a:pPr marL="285750" indent="-285750">
              <a:buFont typeface="Wingdings" panose="05000000000000000000" pitchFamily="2" charset="2"/>
              <a:buChar char="q"/>
            </a:pPr>
            <a:r>
              <a:rPr lang="fr-FR" sz="1400" dirty="0">
                <a:latin typeface="Times New Roman" panose="02020603050405020304" pitchFamily="18" charset="0"/>
                <a:cs typeface="Times New Roman" panose="02020603050405020304" pitchFamily="18" charset="0"/>
              </a:rPr>
              <a:t>Plus de 200 livraisons effectuées du nveau central vers les antennes et plus de 4 500 des antennes vers les ZS avec un taux de ponctualité supérieur à 80% ; </a:t>
            </a:r>
          </a:p>
        </p:txBody>
      </p:sp>
    </p:spTree>
    <p:extLst>
      <p:ext uri="{BB962C8B-B14F-4D97-AF65-F5344CB8AC3E}">
        <p14:creationId xmlns:p14="http://schemas.microsoft.com/office/powerpoint/2010/main" val="34177136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522" name="Google Shape;522;g3a7c1daa6c7_1_192"/>
          <p:cNvSpPr txBox="1"/>
          <p:nvPr/>
        </p:nvSpPr>
        <p:spPr>
          <a:xfrm>
            <a:off x="458592" y="317941"/>
            <a:ext cx="11274800" cy="731600"/>
          </a:xfrm>
          <a:prstGeom prst="rect">
            <a:avLst/>
          </a:prstGeom>
          <a:noFill/>
          <a:ln>
            <a:noFill/>
          </a:ln>
        </p:spPr>
        <p:txBody>
          <a:bodyPr spcFirstLastPara="1" wrap="square" lIns="0" tIns="0" rIns="0" bIns="0" anchor="t" anchorCtr="0">
            <a:noAutofit/>
          </a:bodyPr>
          <a:lstStyle/>
          <a:p>
            <a:pPr>
              <a:buClr>
                <a:schemeClr val="dk1"/>
              </a:buClr>
              <a:buSzPts val="1700"/>
            </a:pPr>
            <a:r>
              <a:rPr lang="en-GB" sz="2933" b="1">
                <a:solidFill>
                  <a:srgbClr val="0070C0"/>
                </a:solidFill>
                <a:latin typeface="Times New Roman" panose="02020603050405020304"/>
                <a:ea typeface="Times New Roman" panose="02020603050405020304"/>
                <a:cs typeface="Times New Roman" panose="02020603050405020304"/>
                <a:sym typeface="Times New Roman" panose="02020603050405020304"/>
              </a:rPr>
              <a:t>Evolution de la disponibilité du BCG au niveau opérationnel 2024-2025, source DHIS2</a:t>
            </a:r>
            <a:endParaRPr sz="2933">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23" name="Google Shape;523;g3a7c1daa6c7_1_192"/>
          <p:cNvSpPr/>
          <p:nvPr/>
        </p:nvSpPr>
        <p:spPr>
          <a:xfrm>
            <a:off x="0" y="272241"/>
            <a:ext cx="235600" cy="655200"/>
          </a:xfrm>
          <a:prstGeom prst="rect">
            <a:avLst/>
          </a:prstGeom>
          <a:solidFill>
            <a:srgbClr val="0070C0"/>
          </a:solidFill>
          <a:ln>
            <a:noFill/>
          </a:ln>
        </p:spPr>
        <p:txBody>
          <a:bodyPr spcFirstLastPara="1" wrap="square" lIns="91400" tIns="91400" rIns="91400" bIns="91400" anchor="ctr" anchorCtr="0">
            <a:noAutofit/>
          </a:bodyPr>
          <a:lstStyle/>
          <a:p>
            <a:pPr>
              <a:buClr>
                <a:srgbClr val="000000"/>
              </a:buClr>
              <a:buSzPts val="1100"/>
            </a:pPr>
            <a:endParaRPr sz="1867">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524" name="Google Shape;524;g3a7c1daa6c7_1_192"/>
          <p:cNvCxnSpPr/>
          <p:nvPr/>
        </p:nvCxnSpPr>
        <p:spPr>
          <a:xfrm>
            <a:off x="267700" y="6427967"/>
            <a:ext cx="11640400" cy="0"/>
          </a:xfrm>
          <a:prstGeom prst="straightConnector1">
            <a:avLst/>
          </a:prstGeom>
          <a:noFill/>
          <a:ln w="7150" cap="flat" cmpd="sng">
            <a:solidFill>
              <a:srgbClr val="9E9E9E"/>
            </a:solidFill>
            <a:prstDash val="solid"/>
            <a:round/>
            <a:headEnd type="none" w="sm" len="sm"/>
            <a:tailEnd type="none" w="sm" len="sm"/>
          </a:ln>
        </p:spPr>
      </p:cxnSp>
      <p:sp>
        <p:nvSpPr>
          <p:cNvPr id="525" name="Google Shape;525;g3a7c1daa6c7_1_192"/>
          <p:cNvSpPr txBox="1"/>
          <p:nvPr/>
        </p:nvSpPr>
        <p:spPr>
          <a:xfrm>
            <a:off x="267700" y="6492843"/>
            <a:ext cx="11414800" cy="184666"/>
          </a:xfrm>
          <a:prstGeom prst="rect">
            <a:avLst/>
          </a:prstGeom>
          <a:noFill/>
          <a:ln>
            <a:noFill/>
          </a:ln>
        </p:spPr>
        <p:txBody>
          <a:bodyPr spcFirstLastPara="1" wrap="square" lIns="0" tIns="0" rIns="121900" bIns="0" anchor="t" anchorCtr="0">
            <a:spAutoFit/>
          </a:bodyPr>
          <a:lstStyle/>
          <a:p>
            <a:pPr>
              <a:buClr>
                <a:srgbClr val="1155CC"/>
              </a:buClr>
              <a:buSzPts val="900"/>
            </a:pPr>
            <a:r>
              <a:rPr lang="en-GB"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endParaRPr sz="1467"/>
          </a:p>
        </p:txBody>
      </p:sp>
      <p:pic>
        <p:nvPicPr>
          <p:cNvPr id="526" name="Google Shape;526;g3a7c1daa6c7_1_192" title="Screenshot 2025-12-05 at 1.22.29 PM.png"/>
          <p:cNvPicPr preferRelativeResize="0"/>
          <p:nvPr/>
        </p:nvPicPr>
        <p:blipFill>
          <a:blip r:embed="rId3"/>
          <a:stretch>
            <a:fillRect/>
          </a:stretch>
        </p:blipFill>
        <p:spPr>
          <a:xfrm>
            <a:off x="218151" y="1449202"/>
            <a:ext cx="11755699" cy="3959599"/>
          </a:xfrm>
          <a:prstGeom prst="rect">
            <a:avLst/>
          </a:prstGeom>
          <a:noFill/>
          <a:ln>
            <a:noFill/>
          </a:ln>
        </p:spPr>
      </p:pic>
      <p:sp>
        <p:nvSpPr>
          <p:cNvPr id="527" name="Google Shape;527;g3a7c1daa6c7_1_192"/>
          <p:cNvSpPr/>
          <p:nvPr/>
        </p:nvSpPr>
        <p:spPr>
          <a:xfrm>
            <a:off x="286875" y="5569421"/>
            <a:ext cx="11815600" cy="731600"/>
          </a:xfrm>
          <a:prstGeom prst="rect">
            <a:avLst/>
          </a:prstGeom>
          <a:solidFill>
            <a:schemeClr val="lt1"/>
          </a:solidFill>
          <a:ln>
            <a:noFill/>
          </a:ln>
        </p:spPr>
        <p:txBody>
          <a:bodyPr spcFirstLastPara="1" wrap="square" lIns="91433" tIns="45700" rIns="91433" bIns="45700" anchor="ctr" anchorCtr="0">
            <a:noAutofit/>
          </a:bodyPr>
          <a:lstStyle/>
          <a:p>
            <a:pPr marL="287859" indent="-287859">
              <a:buClr>
                <a:schemeClr val="dk1"/>
              </a:buClr>
              <a:buSzPts val="1200"/>
              <a:buFont typeface="Noto Sans Symbols"/>
              <a:buChar char="❑"/>
            </a:pPr>
            <a:r>
              <a:rPr lang="en-GB" sz="1600">
                <a:solidFill>
                  <a:schemeClr val="dk1"/>
                </a:solidFill>
                <a:latin typeface="Times New Roman" panose="02020603050405020304"/>
                <a:ea typeface="Times New Roman" panose="02020603050405020304"/>
                <a:cs typeface="Times New Roman" panose="02020603050405020304"/>
                <a:sym typeface="Times New Roman" panose="02020603050405020304"/>
              </a:rPr>
              <a:t>On constate une evolution de la disponibilité des vaccins au niveau operationnel par rapport a 2024, due à l’amelioration de la distribution (integration routine/campagnes/IPVS/BCU, à l’approche NGCA)</a:t>
            </a:r>
            <a:endParaRPr sz="1467"/>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31"/>
        <p:cNvGrpSpPr/>
        <p:nvPr/>
      </p:nvGrpSpPr>
      <p:grpSpPr>
        <a:xfrm>
          <a:off x="0" y="0"/>
          <a:ext cx="0" cy="0"/>
          <a:chOff x="0" y="0"/>
          <a:chExt cx="0" cy="0"/>
        </a:xfrm>
      </p:grpSpPr>
      <p:sp>
        <p:nvSpPr>
          <p:cNvPr id="532" name="Google Shape;532;g3a7c1daa6c7_1_201"/>
          <p:cNvSpPr txBox="1"/>
          <p:nvPr/>
        </p:nvSpPr>
        <p:spPr>
          <a:xfrm>
            <a:off x="458592" y="317941"/>
            <a:ext cx="11274800" cy="731600"/>
          </a:xfrm>
          <a:prstGeom prst="rect">
            <a:avLst/>
          </a:prstGeom>
          <a:noFill/>
          <a:ln>
            <a:noFill/>
          </a:ln>
        </p:spPr>
        <p:txBody>
          <a:bodyPr spcFirstLastPara="1" wrap="square" lIns="0" tIns="0" rIns="0" bIns="0" anchor="t" anchorCtr="0">
            <a:noAutofit/>
          </a:bodyPr>
          <a:lstStyle/>
          <a:p>
            <a:pPr>
              <a:buClr>
                <a:schemeClr val="dk1"/>
              </a:buClr>
              <a:buSzPts val="1700"/>
            </a:pPr>
            <a:r>
              <a:rPr lang="en-GB" sz="2933" b="1">
                <a:solidFill>
                  <a:srgbClr val="0070C0"/>
                </a:solidFill>
                <a:latin typeface="Times New Roman" panose="02020603050405020304"/>
                <a:ea typeface="Times New Roman" panose="02020603050405020304"/>
                <a:cs typeface="Times New Roman" panose="02020603050405020304"/>
                <a:sym typeface="Times New Roman" panose="02020603050405020304"/>
              </a:rPr>
              <a:t>Evolution de la disponibilité du Penta au niveau opérationnel 2024-2025, source DHIS2</a:t>
            </a:r>
            <a:endParaRPr sz="2933">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33" name="Google Shape;533;g3a7c1daa6c7_1_201"/>
          <p:cNvSpPr/>
          <p:nvPr/>
        </p:nvSpPr>
        <p:spPr>
          <a:xfrm>
            <a:off x="0" y="272241"/>
            <a:ext cx="235600" cy="655200"/>
          </a:xfrm>
          <a:prstGeom prst="rect">
            <a:avLst/>
          </a:prstGeom>
          <a:solidFill>
            <a:srgbClr val="0070C0"/>
          </a:solidFill>
          <a:ln>
            <a:noFill/>
          </a:ln>
        </p:spPr>
        <p:txBody>
          <a:bodyPr spcFirstLastPara="1" wrap="square" lIns="91400" tIns="91400" rIns="91400" bIns="91400" anchor="ctr" anchorCtr="0">
            <a:noAutofit/>
          </a:bodyPr>
          <a:lstStyle/>
          <a:p>
            <a:pPr>
              <a:buClr>
                <a:srgbClr val="000000"/>
              </a:buClr>
              <a:buSzPts val="1100"/>
            </a:pPr>
            <a:endParaRPr sz="1867">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534" name="Google Shape;534;g3a7c1daa6c7_1_201"/>
          <p:cNvCxnSpPr/>
          <p:nvPr/>
        </p:nvCxnSpPr>
        <p:spPr>
          <a:xfrm>
            <a:off x="267700" y="6427967"/>
            <a:ext cx="11640400" cy="0"/>
          </a:xfrm>
          <a:prstGeom prst="straightConnector1">
            <a:avLst/>
          </a:prstGeom>
          <a:noFill/>
          <a:ln w="7150" cap="flat" cmpd="sng">
            <a:solidFill>
              <a:srgbClr val="9E9E9E"/>
            </a:solidFill>
            <a:prstDash val="solid"/>
            <a:round/>
            <a:headEnd type="none" w="sm" len="sm"/>
            <a:tailEnd type="none" w="sm" len="sm"/>
          </a:ln>
        </p:spPr>
      </p:cxnSp>
      <p:sp>
        <p:nvSpPr>
          <p:cNvPr id="535" name="Google Shape;535;g3a7c1daa6c7_1_201"/>
          <p:cNvSpPr txBox="1"/>
          <p:nvPr/>
        </p:nvSpPr>
        <p:spPr>
          <a:xfrm>
            <a:off x="267700" y="6492843"/>
            <a:ext cx="11414800" cy="184666"/>
          </a:xfrm>
          <a:prstGeom prst="rect">
            <a:avLst/>
          </a:prstGeom>
          <a:noFill/>
          <a:ln>
            <a:noFill/>
          </a:ln>
        </p:spPr>
        <p:txBody>
          <a:bodyPr spcFirstLastPara="1" wrap="square" lIns="0" tIns="0" rIns="121900" bIns="0" anchor="t" anchorCtr="0">
            <a:spAutoFit/>
          </a:bodyPr>
          <a:lstStyle/>
          <a:p>
            <a:pPr>
              <a:buClr>
                <a:srgbClr val="1155CC"/>
              </a:buClr>
              <a:buSzPts val="900"/>
            </a:pPr>
            <a:r>
              <a:rPr lang="en-GB"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endParaRPr sz="1467"/>
          </a:p>
        </p:txBody>
      </p:sp>
      <p:sp>
        <p:nvSpPr>
          <p:cNvPr id="536" name="Google Shape;536;g3a7c1daa6c7_1_201"/>
          <p:cNvSpPr/>
          <p:nvPr/>
        </p:nvSpPr>
        <p:spPr>
          <a:xfrm>
            <a:off x="286875" y="5569421"/>
            <a:ext cx="11815600" cy="731600"/>
          </a:xfrm>
          <a:prstGeom prst="rect">
            <a:avLst/>
          </a:prstGeom>
          <a:solidFill>
            <a:schemeClr val="lt1"/>
          </a:solidFill>
          <a:ln>
            <a:noFill/>
          </a:ln>
        </p:spPr>
        <p:txBody>
          <a:bodyPr spcFirstLastPara="1" wrap="square" lIns="91433" tIns="45700" rIns="91433" bIns="45700" anchor="ctr" anchorCtr="0">
            <a:noAutofit/>
          </a:bodyPr>
          <a:lstStyle/>
          <a:p>
            <a:pPr marL="287859" indent="-287859">
              <a:buClr>
                <a:schemeClr val="dk1"/>
              </a:buClr>
              <a:buSzPts val="1200"/>
              <a:buFont typeface="Noto Sans Symbols"/>
              <a:buChar char="❑"/>
            </a:pPr>
            <a:r>
              <a:rPr lang="en-GB" sz="1600">
                <a:solidFill>
                  <a:schemeClr val="dk1"/>
                </a:solidFill>
                <a:latin typeface="Times New Roman" panose="02020603050405020304"/>
                <a:ea typeface="Times New Roman" panose="02020603050405020304"/>
                <a:cs typeface="Times New Roman" panose="02020603050405020304"/>
                <a:sym typeface="Times New Roman" panose="02020603050405020304"/>
              </a:rPr>
              <a:t>On constate une evolution de la disponibilité des vaccins au niveau operationnel par rapport a 2024, due à l’amelioration de la distribution (integration routine/campagnes/IPVS/BCU, à l’approche NGCA)</a:t>
            </a:r>
            <a:endParaRPr sz="1467"/>
          </a:p>
        </p:txBody>
      </p:sp>
      <p:pic>
        <p:nvPicPr>
          <p:cNvPr id="537" name="Google Shape;537;g3a7c1daa6c7_1_201" title="Screenshot 2025-12-05 at 5.12.55 PM.png"/>
          <p:cNvPicPr preferRelativeResize="0"/>
          <p:nvPr/>
        </p:nvPicPr>
        <p:blipFill>
          <a:blip r:embed="rId3"/>
          <a:stretch>
            <a:fillRect/>
          </a:stretch>
        </p:blipFill>
        <p:spPr>
          <a:xfrm>
            <a:off x="218400" y="1679875"/>
            <a:ext cx="11755200" cy="39600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sp>
        <p:nvSpPr>
          <p:cNvPr id="542" name="Google Shape;542;g3a7c1daa6c7_1_210"/>
          <p:cNvSpPr txBox="1"/>
          <p:nvPr/>
        </p:nvSpPr>
        <p:spPr>
          <a:xfrm>
            <a:off x="458592" y="317941"/>
            <a:ext cx="11274800" cy="731600"/>
          </a:xfrm>
          <a:prstGeom prst="rect">
            <a:avLst/>
          </a:prstGeom>
          <a:noFill/>
          <a:ln>
            <a:noFill/>
          </a:ln>
        </p:spPr>
        <p:txBody>
          <a:bodyPr spcFirstLastPara="1" wrap="square" lIns="0" tIns="0" rIns="0" bIns="0" anchor="t" anchorCtr="0">
            <a:noAutofit/>
          </a:bodyPr>
          <a:lstStyle/>
          <a:p>
            <a:pPr>
              <a:buClr>
                <a:schemeClr val="dk1"/>
              </a:buClr>
              <a:buSzPts val="1700"/>
            </a:pPr>
            <a:r>
              <a:rPr lang="en-GB" sz="2933" b="1">
                <a:solidFill>
                  <a:srgbClr val="0070C0"/>
                </a:solidFill>
                <a:latin typeface="Times New Roman" panose="02020603050405020304"/>
                <a:ea typeface="Times New Roman" panose="02020603050405020304"/>
                <a:cs typeface="Times New Roman" panose="02020603050405020304"/>
                <a:sym typeface="Times New Roman" panose="02020603050405020304"/>
              </a:rPr>
              <a:t>Evolution de la disponibilité du VAR au niveau opérationnel 2024-2025, source DHIS2</a:t>
            </a:r>
            <a:endParaRPr sz="2933">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43" name="Google Shape;543;g3a7c1daa6c7_1_210"/>
          <p:cNvSpPr/>
          <p:nvPr/>
        </p:nvSpPr>
        <p:spPr>
          <a:xfrm>
            <a:off x="0" y="272241"/>
            <a:ext cx="235600" cy="655200"/>
          </a:xfrm>
          <a:prstGeom prst="rect">
            <a:avLst/>
          </a:prstGeom>
          <a:solidFill>
            <a:srgbClr val="0070C0"/>
          </a:solidFill>
          <a:ln>
            <a:noFill/>
          </a:ln>
        </p:spPr>
        <p:txBody>
          <a:bodyPr spcFirstLastPara="1" wrap="square" lIns="91400" tIns="91400" rIns="91400" bIns="91400" anchor="ctr" anchorCtr="0">
            <a:noAutofit/>
          </a:bodyPr>
          <a:lstStyle/>
          <a:p>
            <a:pPr>
              <a:buClr>
                <a:srgbClr val="000000"/>
              </a:buClr>
              <a:buSzPts val="1100"/>
            </a:pPr>
            <a:endParaRPr sz="1867">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544" name="Google Shape;544;g3a7c1daa6c7_1_210"/>
          <p:cNvCxnSpPr/>
          <p:nvPr/>
        </p:nvCxnSpPr>
        <p:spPr>
          <a:xfrm>
            <a:off x="267700" y="6427967"/>
            <a:ext cx="11640400" cy="0"/>
          </a:xfrm>
          <a:prstGeom prst="straightConnector1">
            <a:avLst/>
          </a:prstGeom>
          <a:noFill/>
          <a:ln w="7150" cap="flat" cmpd="sng">
            <a:solidFill>
              <a:srgbClr val="9E9E9E"/>
            </a:solidFill>
            <a:prstDash val="solid"/>
            <a:round/>
            <a:headEnd type="none" w="sm" len="sm"/>
            <a:tailEnd type="none" w="sm" len="sm"/>
          </a:ln>
        </p:spPr>
      </p:cxnSp>
      <p:sp>
        <p:nvSpPr>
          <p:cNvPr id="545" name="Google Shape;545;g3a7c1daa6c7_1_210"/>
          <p:cNvSpPr txBox="1"/>
          <p:nvPr/>
        </p:nvSpPr>
        <p:spPr>
          <a:xfrm>
            <a:off x="267700" y="6492843"/>
            <a:ext cx="11414800" cy="184666"/>
          </a:xfrm>
          <a:prstGeom prst="rect">
            <a:avLst/>
          </a:prstGeom>
          <a:noFill/>
          <a:ln>
            <a:noFill/>
          </a:ln>
        </p:spPr>
        <p:txBody>
          <a:bodyPr spcFirstLastPara="1" wrap="square" lIns="0" tIns="0" rIns="121900" bIns="0" anchor="t" anchorCtr="0">
            <a:spAutoFit/>
          </a:bodyPr>
          <a:lstStyle/>
          <a:p>
            <a:pPr>
              <a:buClr>
                <a:srgbClr val="1155CC"/>
              </a:buClr>
              <a:buSzPts val="900"/>
            </a:pPr>
            <a:r>
              <a:rPr lang="en-GB"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endParaRPr sz="1467"/>
          </a:p>
        </p:txBody>
      </p:sp>
      <p:sp>
        <p:nvSpPr>
          <p:cNvPr id="546" name="Google Shape;546;g3a7c1daa6c7_1_210"/>
          <p:cNvSpPr/>
          <p:nvPr/>
        </p:nvSpPr>
        <p:spPr>
          <a:xfrm>
            <a:off x="286875" y="5569421"/>
            <a:ext cx="11815600" cy="731600"/>
          </a:xfrm>
          <a:prstGeom prst="rect">
            <a:avLst/>
          </a:prstGeom>
          <a:solidFill>
            <a:schemeClr val="lt1"/>
          </a:solidFill>
          <a:ln>
            <a:noFill/>
          </a:ln>
        </p:spPr>
        <p:txBody>
          <a:bodyPr spcFirstLastPara="1" wrap="square" lIns="91433" tIns="45700" rIns="91433" bIns="45700" anchor="ctr" anchorCtr="0">
            <a:noAutofit/>
          </a:bodyPr>
          <a:lstStyle/>
          <a:p>
            <a:pPr marL="287859" indent="-287859">
              <a:buClr>
                <a:schemeClr val="dk1"/>
              </a:buClr>
              <a:buSzPts val="1200"/>
              <a:buFont typeface="Noto Sans Symbols"/>
              <a:buChar char="❑"/>
            </a:pPr>
            <a:r>
              <a:rPr lang="en-GB" sz="1600">
                <a:solidFill>
                  <a:schemeClr val="dk1"/>
                </a:solidFill>
                <a:latin typeface="Times New Roman" panose="02020603050405020304"/>
                <a:ea typeface="Times New Roman" panose="02020603050405020304"/>
                <a:cs typeface="Times New Roman" panose="02020603050405020304"/>
                <a:sym typeface="Times New Roman" panose="02020603050405020304"/>
              </a:rPr>
              <a:t>On constate une evolution de la disponibilité des vaccins au niveau operationnel par rapport a 2024, due à l’amelioration de la distribution (integration routine/campagnes/IPVS/BCU, à l’approche NGCA)</a:t>
            </a:r>
            <a:endParaRPr sz="1467"/>
          </a:p>
        </p:txBody>
      </p:sp>
      <p:pic>
        <p:nvPicPr>
          <p:cNvPr id="547" name="Google Shape;547;g3a7c1daa6c7_1_210" title="Screenshot 2025-12-05 at 5.13.45 PM.png"/>
          <p:cNvPicPr preferRelativeResize="0"/>
          <p:nvPr/>
        </p:nvPicPr>
        <p:blipFill>
          <a:blip r:embed="rId3"/>
          <a:stretch>
            <a:fillRect/>
          </a:stretch>
        </p:blipFill>
        <p:spPr>
          <a:xfrm>
            <a:off x="141213" y="1454025"/>
            <a:ext cx="11755200" cy="39600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g3a7c1daa6c7_1_267"/>
          <p:cNvSpPr txBox="1"/>
          <p:nvPr/>
        </p:nvSpPr>
        <p:spPr>
          <a:xfrm>
            <a:off x="458592" y="317941"/>
            <a:ext cx="11274800" cy="731600"/>
          </a:xfrm>
          <a:prstGeom prst="rect">
            <a:avLst/>
          </a:prstGeom>
          <a:noFill/>
          <a:ln>
            <a:noFill/>
          </a:ln>
        </p:spPr>
        <p:txBody>
          <a:bodyPr spcFirstLastPara="1" wrap="square" lIns="0" tIns="0" rIns="0" bIns="0" anchor="t" anchorCtr="0">
            <a:noAutofit/>
          </a:bodyPr>
          <a:lstStyle/>
          <a:p>
            <a:pPr>
              <a:buClr>
                <a:schemeClr val="dk1"/>
              </a:buClr>
              <a:buSzPts val="1700"/>
            </a:pPr>
            <a:r>
              <a:rPr lang="en-GB" sz="2933" b="1">
                <a:solidFill>
                  <a:srgbClr val="0070C0"/>
                </a:solidFill>
                <a:latin typeface="Times New Roman" panose="02020603050405020304"/>
                <a:ea typeface="Times New Roman" panose="02020603050405020304"/>
                <a:cs typeface="Times New Roman" panose="02020603050405020304"/>
                <a:sym typeface="Times New Roman" panose="02020603050405020304"/>
              </a:rPr>
              <a:t>Evolution de la disponibilité du VPI au niveau opérationnel 2024-2025, source DHIS2</a:t>
            </a:r>
            <a:endParaRPr sz="2933">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53" name="Google Shape;553;g3a7c1daa6c7_1_267"/>
          <p:cNvSpPr/>
          <p:nvPr/>
        </p:nvSpPr>
        <p:spPr>
          <a:xfrm>
            <a:off x="0" y="272241"/>
            <a:ext cx="235600" cy="655200"/>
          </a:xfrm>
          <a:prstGeom prst="rect">
            <a:avLst/>
          </a:prstGeom>
          <a:solidFill>
            <a:srgbClr val="0070C0"/>
          </a:solidFill>
          <a:ln>
            <a:noFill/>
          </a:ln>
        </p:spPr>
        <p:txBody>
          <a:bodyPr spcFirstLastPara="1" wrap="square" lIns="91400" tIns="91400" rIns="91400" bIns="91400" anchor="ctr" anchorCtr="0">
            <a:noAutofit/>
          </a:bodyPr>
          <a:lstStyle/>
          <a:p>
            <a:pPr>
              <a:buClr>
                <a:srgbClr val="000000"/>
              </a:buClr>
              <a:buSzPts val="1100"/>
            </a:pPr>
            <a:endParaRPr sz="1867">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554" name="Google Shape;554;g3a7c1daa6c7_1_267"/>
          <p:cNvCxnSpPr/>
          <p:nvPr/>
        </p:nvCxnSpPr>
        <p:spPr>
          <a:xfrm>
            <a:off x="267700" y="6427967"/>
            <a:ext cx="11640400" cy="0"/>
          </a:xfrm>
          <a:prstGeom prst="straightConnector1">
            <a:avLst/>
          </a:prstGeom>
          <a:noFill/>
          <a:ln w="7150" cap="flat" cmpd="sng">
            <a:solidFill>
              <a:srgbClr val="9E9E9E"/>
            </a:solidFill>
            <a:prstDash val="solid"/>
            <a:round/>
            <a:headEnd type="none" w="sm" len="sm"/>
            <a:tailEnd type="none" w="sm" len="sm"/>
          </a:ln>
        </p:spPr>
      </p:cxnSp>
      <p:sp>
        <p:nvSpPr>
          <p:cNvPr id="555" name="Google Shape;555;g3a7c1daa6c7_1_267"/>
          <p:cNvSpPr txBox="1"/>
          <p:nvPr/>
        </p:nvSpPr>
        <p:spPr>
          <a:xfrm>
            <a:off x="267700" y="6492843"/>
            <a:ext cx="11414800" cy="184666"/>
          </a:xfrm>
          <a:prstGeom prst="rect">
            <a:avLst/>
          </a:prstGeom>
          <a:noFill/>
          <a:ln>
            <a:noFill/>
          </a:ln>
        </p:spPr>
        <p:txBody>
          <a:bodyPr spcFirstLastPara="1" wrap="square" lIns="0" tIns="0" rIns="121900" bIns="0" anchor="t" anchorCtr="0">
            <a:spAutoFit/>
          </a:bodyPr>
          <a:lstStyle/>
          <a:p>
            <a:pPr>
              <a:buClr>
                <a:srgbClr val="1155CC"/>
              </a:buClr>
              <a:buSzPts val="900"/>
            </a:pPr>
            <a:r>
              <a:rPr lang="en-GB"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endParaRPr sz="1467"/>
          </a:p>
        </p:txBody>
      </p:sp>
      <p:sp>
        <p:nvSpPr>
          <p:cNvPr id="556" name="Google Shape;556;g3a7c1daa6c7_1_267"/>
          <p:cNvSpPr/>
          <p:nvPr/>
        </p:nvSpPr>
        <p:spPr>
          <a:xfrm>
            <a:off x="286875" y="5704528"/>
            <a:ext cx="11815600" cy="731600"/>
          </a:xfrm>
          <a:prstGeom prst="rect">
            <a:avLst/>
          </a:prstGeom>
          <a:solidFill>
            <a:schemeClr val="lt1"/>
          </a:solidFill>
          <a:ln>
            <a:noFill/>
          </a:ln>
        </p:spPr>
        <p:txBody>
          <a:bodyPr spcFirstLastPara="1" wrap="square" lIns="91433" tIns="45700" rIns="91433" bIns="45700" anchor="ctr" anchorCtr="0">
            <a:noAutofit/>
          </a:bodyPr>
          <a:lstStyle/>
          <a:p>
            <a:pPr marL="287859" indent="-287859">
              <a:buClr>
                <a:schemeClr val="dk1"/>
              </a:buClr>
              <a:buSzPts val="1200"/>
              <a:buFont typeface="Noto Sans Symbols"/>
              <a:buChar char="❑"/>
            </a:pPr>
            <a:r>
              <a:rPr lang="en-GB" sz="1600">
                <a:solidFill>
                  <a:schemeClr val="dk1"/>
                </a:solidFill>
                <a:latin typeface="Times New Roman" panose="02020603050405020304"/>
                <a:ea typeface="Times New Roman" panose="02020603050405020304"/>
                <a:cs typeface="Times New Roman" panose="02020603050405020304"/>
                <a:sym typeface="Times New Roman" panose="02020603050405020304"/>
              </a:rPr>
              <a:t>On constate une evolution de la disponibilité des vaccins au niveau operationnel par rapport a 2024, due à l’amelioration de la distribution (integration routine/campagnes/IPVS/BCU, à l’approche NGCA)</a:t>
            </a:r>
            <a:endParaRPr sz="1467"/>
          </a:p>
        </p:txBody>
      </p:sp>
      <p:pic>
        <p:nvPicPr>
          <p:cNvPr id="557" name="Google Shape;557;g3a7c1daa6c7_1_267" title="Screenshot 2025-12-05 at 5.13.04 PM.png"/>
          <p:cNvPicPr preferRelativeResize="0"/>
          <p:nvPr/>
        </p:nvPicPr>
        <p:blipFill>
          <a:blip r:embed="rId3"/>
          <a:stretch>
            <a:fillRect/>
          </a:stretch>
        </p:blipFill>
        <p:spPr>
          <a:xfrm>
            <a:off x="218400" y="1178567"/>
            <a:ext cx="11755200" cy="39600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2294-0281-5431-C42B-8380406409EF}"/>
            </a:ext>
          </a:extLst>
        </p:cNvPr>
        <p:cNvGrpSpPr/>
        <p:nvPr/>
      </p:nvGrpSpPr>
      <p:grpSpPr>
        <a:xfrm>
          <a:off x="0" y="0"/>
          <a:ext cx="0" cy="0"/>
          <a:chOff x="0" y="0"/>
          <a:chExt cx="0" cy="0"/>
        </a:xfrm>
      </p:grpSpPr>
      <p:sp>
        <p:nvSpPr>
          <p:cNvPr id="4" name="Google Shape;191;p14">
            <a:extLst>
              <a:ext uri="{FF2B5EF4-FFF2-40B4-BE49-F238E27FC236}">
                <a16:creationId xmlns:a16="http://schemas.microsoft.com/office/drawing/2014/main" id="{431DB97F-D87F-03E1-E474-F5DE68B3D740}"/>
              </a:ext>
            </a:extLst>
          </p:cNvPr>
          <p:cNvSpPr txBox="1"/>
          <p:nvPr/>
        </p:nvSpPr>
        <p:spPr>
          <a:xfrm>
            <a:off x="169682" y="0"/>
            <a:ext cx="12022318" cy="51847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GB" sz="3600" b="1" dirty="0">
                <a:solidFill>
                  <a:schemeClr val="accent1">
                    <a:lumMod val="75000"/>
                  </a:schemeClr>
                </a:solidFill>
                <a:latin typeface="Times New Roman"/>
                <a:ea typeface="Times New Roman"/>
                <a:cs typeface="Times New Roman"/>
                <a:sym typeface="Times New Roman"/>
              </a:rPr>
              <a:t> </a:t>
            </a:r>
            <a:r>
              <a:rPr lang="en-GB" sz="3600" b="1" dirty="0" err="1">
                <a:solidFill>
                  <a:schemeClr val="accent1">
                    <a:lumMod val="75000"/>
                  </a:schemeClr>
                </a:solidFill>
                <a:latin typeface="Times New Roman"/>
                <a:ea typeface="Times New Roman"/>
                <a:cs typeface="Times New Roman"/>
                <a:sym typeface="Times New Roman"/>
              </a:rPr>
              <a:t>Outil</a:t>
            </a:r>
            <a:r>
              <a:rPr lang="en-GB" sz="3600" b="1" dirty="0">
                <a:solidFill>
                  <a:schemeClr val="accent1">
                    <a:lumMod val="75000"/>
                  </a:schemeClr>
                </a:solidFill>
                <a:latin typeface="Times New Roman"/>
                <a:ea typeface="Times New Roman"/>
                <a:cs typeface="Times New Roman"/>
                <a:sym typeface="Times New Roman"/>
              </a:rPr>
              <a:t> </a:t>
            </a:r>
            <a:r>
              <a:rPr lang="en-GB" sz="3600" b="1" dirty="0" err="1">
                <a:solidFill>
                  <a:schemeClr val="accent1">
                    <a:lumMod val="75000"/>
                  </a:schemeClr>
                </a:solidFill>
                <a:latin typeface="Times New Roman"/>
                <a:ea typeface="Times New Roman"/>
                <a:cs typeface="Times New Roman"/>
                <a:sym typeface="Times New Roman"/>
              </a:rPr>
              <a:t>informatisé</a:t>
            </a:r>
            <a:r>
              <a:rPr lang="en-GB" sz="3600" b="1" dirty="0">
                <a:solidFill>
                  <a:schemeClr val="accent1">
                    <a:lumMod val="75000"/>
                  </a:schemeClr>
                </a:solidFill>
                <a:latin typeface="Times New Roman"/>
                <a:ea typeface="Times New Roman"/>
                <a:cs typeface="Times New Roman"/>
                <a:sym typeface="Times New Roman"/>
              </a:rPr>
              <a:t> de gestion des stocks (</a:t>
            </a:r>
            <a:r>
              <a:rPr lang="en-GB" sz="3600" b="1" dirty="0" err="1">
                <a:solidFill>
                  <a:schemeClr val="accent1">
                    <a:lumMod val="75000"/>
                  </a:schemeClr>
                </a:solidFill>
                <a:latin typeface="Times New Roman"/>
                <a:ea typeface="Times New Roman"/>
                <a:cs typeface="Times New Roman"/>
                <a:sym typeface="Times New Roman"/>
              </a:rPr>
              <a:t>eSMT</a:t>
            </a:r>
            <a:r>
              <a:rPr lang="en-GB" sz="3600" b="1" dirty="0">
                <a:solidFill>
                  <a:schemeClr val="accent1">
                    <a:lumMod val="75000"/>
                  </a:schemeClr>
                </a:solidFill>
                <a:latin typeface="Times New Roman"/>
                <a:ea typeface="Times New Roman"/>
                <a:cs typeface="Times New Roman"/>
                <a:sym typeface="Times New Roman"/>
              </a:rPr>
              <a:t>) </a:t>
            </a:r>
            <a:endParaRPr sz="3600" b="1" dirty="0">
              <a:solidFill>
                <a:schemeClr val="accent1">
                  <a:lumMod val="75000"/>
                </a:schemeClr>
              </a:solidFill>
              <a:latin typeface="Times New Roman"/>
              <a:ea typeface="Times New Roman"/>
              <a:cs typeface="Times New Roman"/>
              <a:sym typeface="Times New Roman"/>
            </a:endParaRPr>
          </a:p>
        </p:txBody>
      </p:sp>
      <p:sp>
        <p:nvSpPr>
          <p:cNvPr id="5" name="Google Shape;192;p14">
            <a:extLst>
              <a:ext uri="{FF2B5EF4-FFF2-40B4-BE49-F238E27FC236}">
                <a16:creationId xmlns:a16="http://schemas.microsoft.com/office/drawing/2014/main" id="{7B1F26F7-0039-3401-E69F-9CC3504AA5C1}"/>
              </a:ext>
            </a:extLst>
          </p:cNvPr>
          <p:cNvSpPr/>
          <p:nvPr/>
        </p:nvSpPr>
        <p:spPr>
          <a:xfrm>
            <a:off x="0" y="0"/>
            <a:ext cx="176700" cy="491400"/>
          </a:xfrm>
          <a:prstGeom prst="rect">
            <a:avLst/>
          </a:prstGeom>
          <a:solidFill>
            <a:schemeClr val="accent1">
              <a:lumMod val="75000"/>
            </a:schemeClr>
          </a:solidFill>
          <a:ln>
            <a:noFill/>
          </a:ln>
        </p:spPr>
        <p:txBody>
          <a:bodyPr spcFirstLastPara="1" wrap="square" lIns="68550" tIns="68550" rIns="68550" bIns="68550" anchor="ctr" anchorCtr="0">
            <a:noAutofit/>
          </a:bodyPr>
          <a:lstStyle/>
          <a:p>
            <a:pPr marL="0" marR="0" lvl="0" indent="0" algn="l" rtl="0">
              <a:spcBef>
                <a:spcPts val="0"/>
              </a:spcBef>
              <a:spcAft>
                <a:spcPts val="0"/>
              </a:spcAft>
              <a:buNone/>
            </a:pPr>
            <a:endParaRPr sz="1400">
              <a:solidFill>
                <a:schemeClr val="dk1"/>
              </a:solidFill>
              <a:latin typeface="Times New Roman"/>
              <a:ea typeface="Times New Roman"/>
              <a:cs typeface="Times New Roman"/>
              <a:sym typeface="Times New Roman"/>
            </a:endParaRPr>
          </a:p>
        </p:txBody>
      </p:sp>
      <p:sp>
        <p:nvSpPr>
          <p:cNvPr id="3" name="Espace réservé du contenu 2">
            <a:extLst>
              <a:ext uri="{FF2B5EF4-FFF2-40B4-BE49-F238E27FC236}">
                <a16:creationId xmlns:a16="http://schemas.microsoft.com/office/drawing/2014/main" id="{552CBC48-95AA-6DA0-CB5D-C188A1487037}"/>
              </a:ext>
            </a:extLst>
          </p:cNvPr>
          <p:cNvSpPr>
            <a:spLocks noGrp="1"/>
          </p:cNvSpPr>
          <p:nvPr>
            <p:ph idx="1"/>
          </p:nvPr>
        </p:nvSpPr>
        <p:spPr>
          <a:xfrm>
            <a:off x="75414" y="5420411"/>
            <a:ext cx="11934334" cy="1376315"/>
          </a:xfrm>
          <a:solidFill>
            <a:schemeClr val="accent3">
              <a:lumMod val="40000"/>
              <a:lumOff val="60000"/>
            </a:schemeClr>
          </a:solidFill>
        </p:spPr>
        <p:txBody>
          <a:bodyPr>
            <a:normAutofit fontScale="92500" lnSpcReduction="20000"/>
          </a:bodyPr>
          <a:lstStyle/>
          <a:p>
            <a:pPr>
              <a:lnSpc>
                <a:spcPct val="120000"/>
              </a:lnSpc>
              <a:spcBef>
                <a:spcPts val="0"/>
              </a:spcBef>
              <a:buFont typeface="Wingdings" panose="05000000000000000000" pitchFamily="2" charset="2"/>
              <a:buChar char="ü"/>
            </a:pPr>
            <a:r>
              <a:rPr lang="fr-FR" sz="1600" dirty="0">
                <a:latin typeface="Aparajita" panose="02020603050405020304" pitchFamily="18" charset="0"/>
                <a:ea typeface="Source Serif Pro"/>
                <a:cs typeface="Aparajita" panose="02020603050405020304" pitchFamily="18" charset="0"/>
                <a:sym typeface="Source Serif Pro"/>
              </a:rPr>
              <a:t> Au total</a:t>
            </a:r>
            <a:r>
              <a:rPr lang="fr-FR" sz="1600" b="1" dirty="0">
                <a:latin typeface="Aparajita" panose="02020603050405020304" pitchFamily="18" charset="0"/>
                <a:ea typeface="Source Serif Pro"/>
                <a:cs typeface="Aparajita" panose="02020603050405020304" pitchFamily="18" charset="0"/>
                <a:sym typeface="Source Serif Pro"/>
              </a:rPr>
              <a:t>, plus 177 utilisateurs </a:t>
            </a:r>
            <a:r>
              <a:rPr lang="fr-FR" sz="1600" dirty="0">
                <a:latin typeface="Aparajita" panose="02020603050405020304" pitchFamily="18" charset="0"/>
                <a:ea typeface="Source Serif Pro"/>
                <a:cs typeface="Aparajita" panose="02020603050405020304" pitchFamily="18" charset="0"/>
                <a:sym typeface="Source Serif Pro"/>
              </a:rPr>
              <a:t>dont 13 utilisateurs au niveau central ;</a:t>
            </a:r>
          </a:p>
          <a:p>
            <a:pPr>
              <a:lnSpc>
                <a:spcPct val="120000"/>
              </a:lnSpc>
              <a:spcBef>
                <a:spcPts val="0"/>
              </a:spcBef>
              <a:buFont typeface="Wingdings" panose="05000000000000000000" pitchFamily="2" charset="2"/>
              <a:buChar char="ü"/>
            </a:pPr>
            <a:r>
              <a:rPr lang="fr-FR" sz="1600" dirty="0">
                <a:latin typeface="Aparajita" panose="02020603050405020304" pitchFamily="18" charset="0"/>
                <a:ea typeface="Source Serif Pro"/>
                <a:cs typeface="Aparajita" panose="02020603050405020304" pitchFamily="18" charset="0"/>
                <a:sym typeface="Source Serif Pro"/>
              </a:rPr>
              <a:t>14/47 antennes se sont connectées dernièrement et ont actualisés les stocks ;  </a:t>
            </a:r>
          </a:p>
          <a:p>
            <a:pPr>
              <a:lnSpc>
                <a:spcPct val="120000"/>
              </a:lnSpc>
              <a:spcBef>
                <a:spcPts val="0"/>
              </a:spcBef>
              <a:buFont typeface="Wingdings" panose="05000000000000000000" pitchFamily="2" charset="2"/>
              <a:buChar char="ü"/>
            </a:pPr>
            <a:r>
              <a:rPr lang="fr-FR" sz="1600" b="1" dirty="0">
                <a:latin typeface="Aparajita" panose="02020603050405020304" pitchFamily="18" charset="0"/>
                <a:ea typeface="Source Serif Pro"/>
                <a:cs typeface="Aparajita" panose="02020603050405020304" pitchFamily="18" charset="0"/>
                <a:sym typeface="Source Serif Pro"/>
              </a:rPr>
              <a:t>Sur les 83 ZS pilotes paramétrés 28 seulement se sont connectés</a:t>
            </a:r>
            <a:r>
              <a:rPr lang="fr-FR" sz="1600" dirty="0">
                <a:latin typeface="Aparajita" panose="02020603050405020304" pitchFamily="18" charset="0"/>
                <a:ea typeface="Source Serif Pro"/>
                <a:cs typeface="Aparajita" panose="02020603050405020304" pitchFamily="18" charset="0"/>
                <a:sym typeface="Source Serif Pro"/>
              </a:rPr>
              <a:t> et seule  </a:t>
            </a:r>
            <a:r>
              <a:rPr lang="fr-FR" sz="1600" b="1" dirty="0">
                <a:latin typeface="Aparajita" panose="02020603050405020304" pitchFamily="18" charset="0"/>
                <a:ea typeface="Source Serif Pro"/>
                <a:cs typeface="Aparajita" panose="02020603050405020304" pitchFamily="18" charset="0"/>
                <a:sym typeface="Source Serif Pro"/>
              </a:rPr>
              <a:t>ZS ADJA </a:t>
            </a:r>
            <a:r>
              <a:rPr lang="fr-FR" sz="1600" dirty="0">
                <a:latin typeface="Aparajita" panose="02020603050405020304" pitchFamily="18" charset="0"/>
                <a:ea typeface="Source Serif Pro"/>
                <a:cs typeface="Aparajita" panose="02020603050405020304" pitchFamily="18" charset="0"/>
                <a:sym typeface="Source Serif Pro"/>
              </a:rPr>
              <a:t>– antenne </a:t>
            </a:r>
            <a:r>
              <a:rPr lang="fr-FR" sz="1600" dirty="0" err="1">
                <a:latin typeface="Aparajita" panose="02020603050405020304" pitchFamily="18" charset="0"/>
                <a:ea typeface="Source Serif Pro"/>
                <a:cs typeface="Aparajita" panose="02020603050405020304" pitchFamily="18" charset="0"/>
                <a:sym typeface="Source Serif Pro"/>
              </a:rPr>
              <a:t>Aru</a:t>
            </a:r>
            <a:r>
              <a:rPr lang="fr-FR" sz="1600" dirty="0">
                <a:latin typeface="Aparajita" panose="02020603050405020304" pitchFamily="18" charset="0"/>
                <a:ea typeface="Source Serif Pro"/>
                <a:cs typeface="Aparajita" panose="02020603050405020304" pitchFamily="18" charset="0"/>
                <a:sym typeface="Source Serif Pro"/>
              </a:rPr>
              <a:t> en hors ligne ; </a:t>
            </a:r>
          </a:p>
          <a:p>
            <a:pPr>
              <a:lnSpc>
                <a:spcPct val="120000"/>
              </a:lnSpc>
              <a:spcBef>
                <a:spcPts val="0"/>
              </a:spcBef>
              <a:buFont typeface="Wingdings" panose="05000000000000000000" pitchFamily="2" charset="2"/>
              <a:buChar char="ü"/>
            </a:pPr>
            <a:r>
              <a:rPr lang="fr-FR" sz="1600" dirty="0">
                <a:latin typeface="Aparajita" panose="02020603050405020304" pitchFamily="18" charset="0"/>
                <a:ea typeface="Source Serif Pro"/>
                <a:cs typeface="Aparajita" panose="02020603050405020304" pitchFamily="18" charset="0"/>
                <a:sym typeface="Source Serif Pro"/>
              </a:rPr>
              <a:t>La </a:t>
            </a:r>
            <a:r>
              <a:rPr lang="fr-FR" sz="1600" b="1" dirty="0">
                <a:latin typeface="Aparajita" panose="02020603050405020304" pitchFamily="18" charset="0"/>
                <a:ea typeface="Source Serif Pro"/>
                <a:cs typeface="Aparajita" panose="02020603050405020304" pitchFamily="18" charset="0"/>
                <a:sym typeface="Source Serif Pro"/>
              </a:rPr>
              <a:t>faible connectivité</a:t>
            </a:r>
            <a:r>
              <a:rPr lang="fr-FR" sz="1600" dirty="0">
                <a:latin typeface="Aparajita" panose="02020603050405020304" pitchFamily="18" charset="0"/>
                <a:ea typeface="Source Serif Pro"/>
                <a:cs typeface="Aparajita" panose="02020603050405020304" pitchFamily="18" charset="0"/>
                <a:sym typeface="Source Serif Pro"/>
              </a:rPr>
              <a:t> persiste comme raison de  faible utilisation et mise à jour de données ;</a:t>
            </a:r>
          </a:p>
          <a:p>
            <a:pPr>
              <a:lnSpc>
                <a:spcPct val="120000"/>
              </a:lnSpc>
              <a:spcBef>
                <a:spcPts val="0"/>
              </a:spcBef>
              <a:buFont typeface="Wingdings" panose="05000000000000000000" pitchFamily="2" charset="2"/>
              <a:buChar char="ü"/>
            </a:pPr>
            <a:r>
              <a:rPr lang="fr-FR" sz="1600" dirty="0">
                <a:latin typeface="Aparajita" panose="02020603050405020304" pitchFamily="18" charset="0"/>
                <a:ea typeface="Source Serif Pro"/>
                <a:cs typeface="Aparajita" panose="02020603050405020304" pitchFamily="18" charset="0"/>
                <a:sym typeface="Source Serif Pro"/>
              </a:rPr>
              <a:t> Arrêt de l’utilisation de la version excel en janvier 2026 ;</a:t>
            </a:r>
          </a:p>
          <a:p>
            <a:pPr>
              <a:lnSpc>
                <a:spcPct val="120000"/>
              </a:lnSpc>
              <a:spcBef>
                <a:spcPts val="0"/>
              </a:spcBef>
              <a:buFont typeface="Wingdings" panose="05000000000000000000" pitchFamily="2" charset="2"/>
              <a:buChar char="§"/>
            </a:pPr>
            <a:endParaRPr lang="fr-FR" sz="1600" dirty="0">
              <a:latin typeface="Aparajita" panose="02020603050405020304" pitchFamily="18" charset="0"/>
              <a:ea typeface="Source Serif Pro"/>
              <a:cs typeface="Aparajita" panose="02020603050405020304" pitchFamily="18" charset="0"/>
              <a:sym typeface="Source Serif Pro"/>
            </a:endParaRPr>
          </a:p>
          <a:p>
            <a:pPr marL="0" indent="0">
              <a:lnSpc>
                <a:spcPct val="120000"/>
              </a:lnSpc>
              <a:buNone/>
            </a:pPr>
            <a:endParaRPr lang="fr-FR" sz="1600" dirty="0">
              <a:latin typeface="Aparajita" panose="02020603050405020304" pitchFamily="18" charset="0"/>
              <a:cs typeface="Aparajita" panose="02020603050405020304" pitchFamily="18" charset="0"/>
            </a:endParaRPr>
          </a:p>
        </p:txBody>
      </p:sp>
      <p:pic>
        <p:nvPicPr>
          <p:cNvPr id="7" name="Image 6">
            <a:extLst>
              <a:ext uri="{FF2B5EF4-FFF2-40B4-BE49-F238E27FC236}">
                <a16:creationId xmlns:a16="http://schemas.microsoft.com/office/drawing/2014/main" id="{3B371BE6-C2D1-10BB-14D5-8C7F7B8CCDE5}"/>
              </a:ext>
            </a:extLst>
          </p:cNvPr>
          <p:cNvPicPr>
            <a:picLocks noChangeAspect="1"/>
          </p:cNvPicPr>
          <p:nvPr/>
        </p:nvPicPr>
        <p:blipFill>
          <a:blip r:embed="rId2"/>
          <a:stretch>
            <a:fillRect/>
          </a:stretch>
        </p:blipFill>
        <p:spPr>
          <a:xfrm>
            <a:off x="145523" y="556181"/>
            <a:ext cx="5041415" cy="4729531"/>
          </a:xfrm>
          <a:prstGeom prst="rect">
            <a:avLst/>
          </a:prstGeom>
        </p:spPr>
      </p:pic>
      <p:graphicFrame>
        <p:nvGraphicFramePr>
          <p:cNvPr id="9" name="Tableau 8">
            <a:extLst>
              <a:ext uri="{FF2B5EF4-FFF2-40B4-BE49-F238E27FC236}">
                <a16:creationId xmlns:a16="http://schemas.microsoft.com/office/drawing/2014/main" id="{A993B811-0668-E7CF-D6F9-B04F83875D5C}"/>
              </a:ext>
            </a:extLst>
          </p:cNvPr>
          <p:cNvGraphicFramePr>
            <a:graphicFrameLocks noGrp="1"/>
          </p:cNvGraphicFramePr>
          <p:nvPr>
            <p:extLst>
              <p:ext uri="{D42A27DB-BD31-4B8C-83A1-F6EECF244321}">
                <p14:modId xmlns:p14="http://schemas.microsoft.com/office/powerpoint/2010/main" val="3129601960"/>
              </p:ext>
            </p:extLst>
          </p:nvPr>
        </p:nvGraphicFramePr>
        <p:xfrm>
          <a:off x="5458292" y="810514"/>
          <a:ext cx="3462436" cy="4383076"/>
        </p:xfrm>
        <a:graphic>
          <a:graphicData uri="http://schemas.openxmlformats.org/drawingml/2006/table">
            <a:tbl>
              <a:tblPr/>
              <a:tblGrid>
                <a:gridCol w="276995">
                  <a:extLst>
                    <a:ext uri="{9D8B030D-6E8A-4147-A177-3AD203B41FA5}">
                      <a16:colId xmlns:a16="http://schemas.microsoft.com/office/drawing/2014/main" val="3538132081"/>
                    </a:ext>
                  </a:extLst>
                </a:gridCol>
                <a:gridCol w="1183524">
                  <a:extLst>
                    <a:ext uri="{9D8B030D-6E8A-4147-A177-3AD203B41FA5}">
                      <a16:colId xmlns:a16="http://schemas.microsoft.com/office/drawing/2014/main" val="1392121231"/>
                    </a:ext>
                  </a:extLst>
                </a:gridCol>
                <a:gridCol w="994663">
                  <a:extLst>
                    <a:ext uri="{9D8B030D-6E8A-4147-A177-3AD203B41FA5}">
                      <a16:colId xmlns:a16="http://schemas.microsoft.com/office/drawing/2014/main" val="1459166835"/>
                    </a:ext>
                  </a:extLst>
                </a:gridCol>
                <a:gridCol w="1007254">
                  <a:extLst>
                    <a:ext uri="{9D8B030D-6E8A-4147-A177-3AD203B41FA5}">
                      <a16:colId xmlns:a16="http://schemas.microsoft.com/office/drawing/2014/main" val="3930465360"/>
                    </a:ext>
                  </a:extLst>
                </a:gridCol>
              </a:tblGrid>
              <a:tr h="528808">
                <a:tc>
                  <a:txBody>
                    <a:bodyPr/>
                    <a:lstStyle/>
                    <a:p>
                      <a:pPr algn="ctr" fontAlgn="ctr">
                        <a:buNone/>
                      </a:pPr>
                      <a:r>
                        <a:rPr lang="fr-FR" sz="1100" b="1" i="0" u="none" strike="noStrike">
                          <a:solidFill>
                            <a:srgbClr val="000000"/>
                          </a:solidFill>
                          <a:effectLst/>
                          <a:latin typeface="Times New Roman" panose="02020603050405020304" pitchFamily="18" charset="0"/>
                        </a:rPr>
                        <a:t>N°</a:t>
                      </a:r>
                    </a:p>
                  </a:txBody>
                  <a:tcPr marL="7554" marR="7554" marT="755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r>
                        <a:rPr lang="fr-FR" sz="1100" b="1" i="0" u="none" strike="noStrike">
                          <a:solidFill>
                            <a:srgbClr val="000000"/>
                          </a:solidFill>
                          <a:effectLst/>
                          <a:latin typeface="Times New Roman" panose="02020603050405020304" pitchFamily="18" charset="0"/>
                        </a:rPr>
                        <a:t>Antenne/Coordination</a:t>
                      </a:r>
                    </a:p>
                  </a:txBody>
                  <a:tcPr marL="7554" marR="7554" marT="755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r>
                        <a:rPr lang="fr-FR" sz="1100" b="1" i="0" u="none" strike="noStrike">
                          <a:solidFill>
                            <a:srgbClr val="000000"/>
                          </a:solidFill>
                          <a:effectLst/>
                          <a:latin typeface="Times New Roman" panose="02020603050405020304" pitchFamily="18" charset="0"/>
                        </a:rPr>
                        <a:t>Stock eSMT à jour Antenne</a:t>
                      </a:r>
                    </a:p>
                  </a:txBody>
                  <a:tcPr marL="7554" marR="7554" marT="755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r>
                        <a:rPr lang="fr-FR" sz="1100" b="1" i="0" u="none" strike="noStrike">
                          <a:solidFill>
                            <a:srgbClr val="000000"/>
                          </a:solidFill>
                          <a:effectLst/>
                          <a:latin typeface="Times New Roman" panose="02020603050405020304" pitchFamily="18" charset="0"/>
                        </a:rPr>
                        <a:t>Date de la dernière connexion</a:t>
                      </a:r>
                    </a:p>
                  </a:txBody>
                  <a:tcPr marL="7554" marR="7554" marT="755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83607100"/>
                  </a:ext>
                </a:extLst>
              </a:tr>
              <a:tr h="173751">
                <a:tc>
                  <a:txBody>
                    <a:bodyPr/>
                    <a:lstStyle/>
                    <a:p>
                      <a:pPr algn="ctr" fontAlgn="b">
                        <a:buNone/>
                      </a:pPr>
                      <a:r>
                        <a:rPr lang="fr-FR" sz="1100" b="0" i="0" u="none" strike="noStrike">
                          <a:solidFill>
                            <a:srgbClr val="000000"/>
                          </a:solidFill>
                          <a:effectLst/>
                          <a:latin typeface="Times New Roman" panose="02020603050405020304" pitchFamily="18" charset="0"/>
                        </a:rPr>
                        <a:t>1</a:t>
                      </a:r>
                    </a:p>
                  </a:txBody>
                  <a:tcPr marL="7554" marR="7554" marT="7554"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100" b="0" i="0" u="none" strike="noStrike" dirty="0">
                          <a:solidFill>
                            <a:srgbClr val="000000"/>
                          </a:solidFill>
                          <a:effectLst/>
                          <a:latin typeface="Times New Roman" panose="02020603050405020304" pitchFamily="18" charset="0"/>
                        </a:rPr>
                        <a:t>Bandundu</a:t>
                      </a:r>
                    </a:p>
                  </a:txBody>
                  <a:tcPr marL="7554" marR="7554" marT="755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fr-FR" sz="1100" b="0" i="0" u="none" strike="noStrike">
                          <a:solidFill>
                            <a:srgbClr val="000000"/>
                          </a:solidFill>
                          <a:effectLst/>
                          <a:latin typeface="Times New Roman" panose="02020603050405020304" pitchFamily="18" charset="0"/>
                        </a:rPr>
                        <a:t> </a:t>
                      </a:r>
                    </a:p>
                  </a:txBody>
                  <a:tcPr marL="7554" marR="7554" marT="755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fr-FR" sz="1000" b="0" i="1" u="none" strike="noStrike">
                          <a:solidFill>
                            <a:srgbClr val="000000"/>
                          </a:solidFill>
                          <a:effectLst/>
                          <a:latin typeface="Times New Roman" panose="02020603050405020304" pitchFamily="18" charset="0"/>
                        </a:rPr>
                        <a:t>31-oct-25</a:t>
                      </a:r>
                    </a:p>
                  </a:txBody>
                  <a:tcPr marL="7554" marR="7554" marT="755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71840530"/>
                  </a:ext>
                </a:extLst>
              </a:tr>
              <a:tr h="173751">
                <a:tc>
                  <a:txBody>
                    <a:bodyPr/>
                    <a:lstStyle/>
                    <a:p>
                      <a:pPr algn="ctr" fontAlgn="b">
                        <a:buNone/>
                      </a:pPr>
                      <a:r>
                        <a:rPr lang="fr-FR" sz="1100" b="0" i="0" u="none" strike="noStrike">
                          <a:solidFill>
                            <a:srgbClr val="000000"/>
                          </a:solidFill>
                          <a:effectLst/>
                          <a:latin typeface="Times New Roman" panose="02020603050405020304" pitchFamily="18" charset="0"/>
                        </a:rPr>
                        <a:t>2</a:t>
                      </a:r>
                    </a:p>
                  </a:txBody>
                  <a:tcPr marL="7554" marR="7554" marT="7554"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100" b="0" i="0" u="none" strike="noStrike">
                          <a:solidFill>
                            <a:srgbClr val="000000"/>
                          </a:solidFill>
                          <a:effectLst/>
                          <a:latin typeface="Times New Roman" panose="02020603050405020304" pitchFamily="18" charset="0"/>
                        </a:rPr>
                        <a:t>Kikwit</a:t>
                      </a:r>
                    </a:p>
                  </a:txBody>
                  <a:tcPr marL="7554" marR="7554" marT="755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fr-FR" sz="1100" b="0" i="0" u="none" strike="noStrike">
                          <a:solidFill>
                            <a:srgbClr val="000000"/>
                          </a:solidFill>
                          <a:effectLst/>
                          <a:latin typeface="Times New Roman" panose="02020603050405020304" pitchFamily="18" charset="0"/>
                        </a:rPr>
                        <a:t> </a:t>
                      </a:r>
                    </a:p>
                  </a:txBody>
                  <a:tcPr marL="7554" marR="7554" marT="755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fr-FR" sz="1000" b="0" i="1" u="none" strike="noStrike">
                          <a:solidFill>
                            <a:srgbClr val="000000"/>
                          </a:solidFill>
                          <a:effectLst/>
                          <a:latin typeface="Times New Roman" panose="02020603050405020304" pitchFamily="18" charset="0"/>
                        </a:rPr>
                        <a:t>15-juil-25</a:t>
                      </a:r>
                    </a:p>
                  </a:txBody>
                  <a:tcPr marL="7554" marR="7554" marT="755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82289498"/>
                  </a:ext>
                </a:extLst>
              </a:tr>
              <a:tr h="173751">
                <a:tc>
                  <a:txBody>
                    <a:bodyPr/>
                    <a:lstStyle/>
                    <a:p>
                      <a:pPr algn="ctr" fontAlgn="b">
                        <a:buNone/>
                      </a:pPr>
                      <a:r>
                        <a:rPr lang="fr-FR" sz="1100" b="0" i="0" u="none" strike="noStrike">
                          <a:solidFill>
                            <a:srgbClr val="000000"/>
                          </a:solidFill>
                          <a:effectLst/>
                          <a:latin typeface="Times New Roman" panose="02020603050405020304" pitchFamily="18" charset="0"/>
                        </a:rPr>
                        <a:t>3</a:t>
                      </a:r>
                    </a:p>
                  </a:txBody>
                  <a:tcPr marL="7554" marR="7554" marT="7554"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100" b="0" i="0" u="none" strike="noStrike" dirty="0" err="1">
                          <a:solidFill>
                            <a:srgbClr val="000000"/>
                          </a:solidFill>
                          <a:effectLst/>
                          <a:latin typeface="Times New Roman" panose="02020603050405020304" pitchFamily="18" charset="0"/>
                        </a:rPr>
                        <a:t>Inongo</a:t>
                      </a:r>
                      <a:endParaRPr lang="fr-FR" sz="1100" b="0" i="0" u="none" strike="noStrike" dirty="0">
                        <a:solidFill>
                          <a:srgbClr val="000000"/>
                        </a:solidFill>
                        <a:effectLst/>
                        <a:latin typeface="Times New Roman" panose="02020603050405020304" pitchFamily="18" charset="0"/>
                      </a:endParaRPr>
                    </a:p>
                  </a:txBody>
                  <a:tcPr marL="7554" marR="7554" marT="755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fr-FR" sz="1100" b="0" i="0" u="none" strike="noStrike">
                          <a:solidFill>
                            <a:srgbClr val="000000"/>
                          </a:solidFill>
                          <a:effectLst/>
                          <a:latin typeface="Times New Roman" panose="02020603050405020304" pitchFamily="18" charset="0"/>
                        </a:rPr>
                        <a:t> </a:t>
                      </a:r>
                    </a:p>
                  </a:txBody>
                  <a:tcPr marL="7554" marR="7554" marT="755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fr-FR" sz="1000" b="0" i="1" u="none" strike="noStrike">
                          <a:solidFill>
                            <a:srgbClr val="000000"/>
                          </a:solidFill>
                          <a:effectLst/>
                          <a:latin typeface="Times New Roman" panose="02020603050405020304" pitchFamily="18" charset="0"/>
                        </a:rPr>
                        <a:t>06-févr-25</a:t>
                      </a:r>
                    </a:p>
                  </a:txBody>
                  <a:tcPr marL="7554" marR="7554" marT="755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76421894"/>
                  </a:ext>
                </a:extLst>
              </a:tr>
              <a:tr h="173751">
                <a:tc>
                  <a:txBody>
                    <a:bodyPr/>
                    <a:lstStyle/>
                    <a:p>
                      <a:pPr algn="ctr" fontAlgn="b">
                        <a:buNone/>
                      </a:pPr>
                      <a:r>
                        <a:rPr lang="fr-FR" sz="1100" b="0" i="0" u="none" strike="noStrike">
                          <a:solidFill>
                            <a:srgbClr val="000000"/>
                          </a:solidFill>
                          <a:effectLst/>
                          <a:latin typeface="Times New Roman" panose="02020603050405020304" pitchFamily="18" charset="0"/>
                        </a:rPr>
                        <a:t>4</a:t>
                      </a:r>
                    </a:p>
                  </a:txBody>
                  <a:tcPr marL="7554" marR="7554" marT="7554"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1100" b="0" i="0" u="none" strike="noStrike">
                          <a:solidFill>
                            <a:srgbClr val="000000"/>
                          </a:solidFill>
                          <a:effectLst/>
                          <a:latin typeface="Times New Roman" panose="02020603050405020304" pitchFamily="18" charset="0"/>
                        </a:rPr>
                        <a:t>Nioki</a:t>
                      </a:r>
                    </a:p>
                  </a:txBody>
                  <a:tcPr marL="7554" marR="7554" marT="755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fr-FR" sz="1100" b="0" i="0" u="none" strike="noStrike">
                          <a:solidFill>
                            <a:srgbClr val="000000"/>
                          </a:solidFill>
                          <a:effectLst/>
                          <a:latin typeface="Times New Roman" panose="02020603050405020304" pitchFamily="18" charset="0"/>
                        </a:rPr>
                        <a:t> </a:t>
                      </a:r>
                    </a:p>
                  </a:txBody>
                  <a:tcPr marL="7554" marR="7554" marT="755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48235"/>
                    </a:solidFill>
                  </a:tcPr>
                </a:tc>
                <a:tc>
                  <a:txBody>
                    <a:bodyPr/>
                    <a:lstStyle/>
                    <a:p>
                      <a:pPr algn="ctr" fontAlgn="ctr">
                        <a:buNone/>
                      </a:pPr>
                      <a:r>
                        <a:rPr lang="fr-FR" sz="1000" b="0" i="1" u="none" strike="noStrike">
                          <a:solidFill>
                            <a:srgbClr val="000000"/>
                          </a:solidFill>
                          <a:effectLst/>
                          <a:latin typeface="Times New Roman" panose="02020603050405020304" pitchFamily="18" charset="0"/>
                        </a:rPr>
                        <a:t>08-sept-25</a:t>
                      </a:r>
                    </a:p>
                  </a:txBody>
                  <a:tcPr marL="7554" marR="7554" marT="755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85858393"/>
                  </a:ext>
                </a:extLst>
              </a:tr>
              <a:tr h="173751">
                <a:tc>
                  <a:txBody>
                    <a:bodyPr/>
                    <a:lstStyle/>
                    <a:p>
                      <a:pPr algn="ctr" fontAlgn="b">
                        <a:buNone/>
                      </a:pPr>
                      <a:r>
                        <a:rPr lang="fr-FR" sz="1100" b="0" i="0" u="none" strike="noStrike">
                          <a:solidFill>
                            <a:srgbClr val="000000"/>
                          </a:solidFill>
                          <a:effectLst/>
                          <a:latin typeface="Times New Roman" panose="02020603050405020304" pitchFamily="18" charset="0"/>
                        </a:rPr>
                        <a:t>5</a:t>
                      </a:r>
                    </a:p>
                  </a:txBody>
                  <a:tcPr marL="7554" marR="7554" marT="7554"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100" b="0" i="0" u="none" strike="noStrike" dirty="0" err="1">
                          <a:solidFill>
                            <a:srgbClr val="000000"/>
                          </a:solidFill>
                          <a:effectLst/>
                          <a:latin typeface="Times New Roman" panose="02020603050405020304" pitchFamily="18" charset="0"/>
                        </a:rPr>
                        <a:t>Kahemba</a:t>
                      </a:r>
                      <a:endParaRPr lang="fr-FR" sz="1100" b="0" i="0" u="none" strike="noStrike" dirty="0">
                        <a:solidFill>
                          <a:srgbClr val="000000"/>
                        </a:solidFill>
                        <a:effectLst/>
                        <a:latin typeface="Times New Roman" panose="02020603050405020304" pitchFamily="18" charset="0"/>
                      </a:endParaRPr>
                    </a:p>
                  </a:txBody>
                  <a:tcPr marL="7554" marR="7554" marT="755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fr-FR" sz="1100" b="0" i="0" u="none" strike="noStrike">
                          <a:solidFill>
                            <a:srgbClr val="000000"/>
                          </a:solidFill>
                          <a:effectLst/>
                          <a:latin typeface="Times New Roman" panose="02020603050405020304" pitchFamily="18" charset="0"/>
                        </a:rPr>
                        <a:t> </a:t>
                      </a:r>
                    </a:p>
                  </a:txBody>
                  <a:tcPr marL="7554" marR="7554" marT="755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48235"/>
                    </a:solidFill>
                  </a:tcPr>
                </a:tc>
                <a:tc>
                  <a:txBody>
                    <a:bodyPr/>
                    <a:lstStyle/>
                    <a:p>
                      <a:pPr algn="ctr" fontAlgn="ctr">
                        <a:buNone/>
                      </a:pPr>
                      <a:r>
                        <a:rPr lang="fr-FR" sz="1000" b="0" i="1" u="none" strike="noStrike">
                          <a:solidFill>
                            <a:srgbClr val="000000"/>
                          </a:solidFill>
                          <a:effectLst/>
                          <a:latin typeface="Times New Roman" panose="02020603050405020304" pitchFamily="18" charset="0"/>
                        </a:rPr>
                        <a:t>16-août-25</a:t>
                      </a:r>
                    </a:p>
                  </a:txBody>
                  <a:tcPr marL="7554" marR="7554" marT="755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55979846"/>
                  </a:ext>
                </a:extLst>
              </a:tr>
              <a:tr h="173751">
                <a:tc>
                  <a:txBody>
                    <a:bodyPr/>
                    <a:lstStyle/>
                    <a:p>
                      <a:pPr algn="ctr" fontAlgn="b">
                        <a:buNone/>
                      </a:pPr>
                      <a:r>
                        <a:rPr lang="fr-FR" sz="1100" b="0" i="0" u="none" strike="noStrike">
                          <a:solidFill>
                            <a:srgbClr val="000000"/>
                          </a:solidFill>
                          <a:effectLst/>
                          <a:latin typeface="Times New Roman" panose="02020603050405020304" pitchFamily="18" charset="0"/>
                        </a:rPr>
                        <a:t>6</a:t>
                      </a:r>
                    </a:p>
                  </a:txBody>
                  <a:tcPr marL="7554" marR="7554" marT="7554"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100" b="0" i="0" u="none" strike="noStrike">
                          <a:solidFill>
                            <a:srgbClr val="000000"/>
                          </a:solidFill>
                          <a:effectLst/>
                          <a:latin typeface="Times New Roman" panose="02020603050405020304" pitchFamily="18" charset="0"/>
                        </a:rPr>
                        <a:t>Kenge</a:t>
                      </a:r>
                    </a:p>
                  </a:txBody>
                  <a:tcPr marL="7554" marR="7554" marT="755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fr-FR" sz="1100" b="0" i="0" u="none" strike="noStrike">
                          <a:solidFill>
                            <a:srgbClr val="000000"/>
                          </a:solidFill>
                          <a:effectLst/>
                          <a:latin typeface="Times New Roman" panose="02020603050405020304" pitchFamily="18" charset="0"/>
                        </a:rPr>
                        <a:t> </a:t>
                      </a:r>
                    </a:p>
                  </a:txBody>
                  <a:tcPr marL="7554" marR="7554" marT="755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fr-FR" sz="1000" b="0" i="1" u="none" strike="noStrike">
                          <a:solidFill>
                            <a:srgbClr val="000000"/>
                          </a:solidFill>
                          <a:effectLst/>
                          <a:latin typeface="Times New Roman" panose="02020603050405020304" pitchFamily="18" charset="0"/>
                        </a:rPr>
                        <a:t>02-sept-25</a:t>
                      </a:r>
                    </a:p>
                  </a:txBody>
                  <a:tcPr marL="7554" marR="7554" marT="755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10133995"/>
                  </a:ext>
                </a:extLst>
              </a:tr>
              <a:tr h="173751">
                <a:tc>
                  <a:txBody>
                    <a:bodyPr/>
                    <a:lstStyle/>
                    <a:p>
                      <a:pPr algn="ctr" fontAlgn="b">
                        <a:buNone/>
                      </a:pPr>
                      <a:r>
                        <a:rPr lang="fr-FR" sz="1100" b="0" i="0" u="none" strike="noStrike">
                          <a:solidFill>
                            <a:srgbClr val="000000"/>
                          </a:solidFill>
                          <a:effectLst/>
                          <a:latin typeface="Times New Roman" panose="02020603050405020304" pitchFamily="18" charset="0"/>
                        </a:rPr>
                        <a:t>7</a:t>
                      </a:r>
                    </a:p>
                  </a:txBody>
                  <a:tcPr marL="7554" marR="7554" marT="7554"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100" b="0" i="0" u="none" strike="noStrike" dirty="0">
                          <a:solidFill>
                            <a:srgbClr val="000000"/>
                          </a:solidFill>
                          <a:effectLst/>
                          <a:latin typeface="Times New Roman" panose="02020603050405020304" pitchFamily="18" charset="0"/>
                        </a:rPr>
                        <a:t>Boma</a:t>
                      </a:r>
                    </a:p>
                  </a:txBody>
                  <a:tcPr marL="7554" marR="7554" marT="755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fr-FR" sz="1100" b="0" i="0" u="none" strike="noStrike">
                          <a:solidFill>
                            <a:srgbClr val="000000"/>
                          </a:solidFill>
                          <a:effectLst/>
                          <a:latin typeface="Times New Roman" panose="02020603050405020304" pitchFamily="18" charset="0"/>
                        </a:rPr>
                        <a:t> </a:t>
                      </a:r>
                    </a:p>
                  </a:txBody>
                  <a:tcPr marL="7554" marR="7554" marT="755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48235"/>
                    </a:solidFill>
                  </a:tcPr>
                </a:tc>
                <a:tc>
                  <a:txBody>
                    <a:bodyPr/>
                    <a:lstStyle/>
                    <a:p>
                      <a:pPr algn="ctr" fontAlgn="ctr">
                        <a:buNone/>
                      </a:pPr>
                      <a:r>
                        <a:rPr lang="fr-FR" sz="1000" b="0" i="1" u="none" strike="noStrike">
                          <a:solidFill>
                            <a:srgbClr val="000000"/>
                          </a:solidFill>
                          <a:effectLst/>
                          <a:latin typeface="Times New Roman" panose="02020603050405020304" pitchFamily="18" charset="0"/>
                        </a:rPr>
                        <a:t>14-déc-25</a:t>
                      </a:r>
                    </a:p>
                  </a:txBody>
                  <a:tcPr marL="7554" marR="7554" marT="755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6688279"/>
                  </a:ext>
                </a:extLst>
              </a:tr>
              <a:tr h="173751">
                <a:tc>
                  <a:txBody>
                    <a:bodyPr/>
                    <a:lstStyle/>
                    <a:p>
                      <a:pPr algn="ctr" fontAlgn="b">
                        <a:buNone/>
                      </a:pPr>
                      <a:r>
                        <a:rPr lang="fr-FR" sz="1100" b="0" i="0" u="none" strike="noStrike">
                          <a:solidFill>
                            <a:srgbClr val="000000"/>
                          </a:solidFill>
                          <a:effectLst/>
                          <a:latin typeface="Times New Roman" panose="02020603050405020304" pitchFamily="18" charset="0"/>
                        </a:rPr>
                        <a:t>8</a:t>
                      </a:r>
                    </a:p>
                  </a:txBody>
                  <a:tcPr marL="7554" marR="7554" marT="7554"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100" b="0" i="0" u="none" strike="noStrike">
                          <a:solidFill>
                            <a:srgbClr val="000000"/>
                          </a:solidFill>
                          <a:effectLst/>
                          <a:latin typeface="Times New Roman" panose="02020603050405020304" pitchFamily="18" charset="0"/>
                        </a:rPr>
                        <a:t>Matadi</a:t>
                      </a:r>
                    </a:p>
                  </a:txBody>
                  <a:tcPr marL="7554" marR="7554" marT="755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fr-FR" sz="1100" b="0" i="0" u="none" strike="noStrike">
                          <a:solidFill>
                            <a:srgbClr val="000000"/>
                          </a:solidFill>
                          <a:effectLst/>
                          <a:latin typeface="Times New Roman" panose="02020603050405020304" pitchFamily="18" charset="0"/>
                        </a:rPr>
                        <a:t> </a:t>
                      </a:r>
                    </a:p>
                  </a:txBody>
                  <a:tcPr marL="7554" marR="7554" marT="755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48235"/>
                    </a:solidFill>
                  </a:tcPr>
                </a:tc>
                <a:tc>
                  <a:txBody>
                    <a:bodyPr/>
                    <a:lstStyle/>
                    <a:p>
                      <a:pPr algn="ctr" fontAlgn="ctr">
                        <a:buNone/>
                      </a:pPr>
                      <a:r>
                        <a:rPr lang="fr-FR" sz="1000" b="0" i="1" u="none" strike="noStrike">
                          <a:solidFill>
                            <a:srgbClr val="000000"/>
                          </a:solidFill>
                          <a:effectLst/>
                          <a:latin typeface="Times New Roman" panose="02020603050405020304" pitchFamily="18" charset="0"/>
                        </a:rPr>
                        <a:t>09-déc-25</a:t>
                      </a:r>
                    </a:p>
                  </a:txBody>
                  <a:tcPr marL="7554" marR="7554" marT="755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52652397"/>
                  </a:ext>
                </a:extLst>
              </a:tr>
              <a:tr h="173751">
                <a:tc>
                  <a:txBody>
                    <a:bodyPr/>
                    <a:lstStyle/>
                    <a:p>
                      <a:pPr algn="ctr" fontAlgn="b">
                        <a:buNone/>
                      </a:pPr>
                      <a:r>
                        <a:rPr lang="fr-FR" sz="1100" b="0" i="0" u="none" strike="noStrike">
                          <a:solidFill>
                            <a:srgbClr val="000000"/>
                          </a:solidFill>
                          <a:effectLst/>
                          <a:latin typeface="Times New Roman" panose="02020603050405020304" pitchFamily="18" charset="0"/>
                        </a:rPr>
                        <a:t>9</a:t>
                      </a:r>
                    </a:p>
                  </a:txBody>
                  <a:tcPr marL="7554" marR="7554" marT="7554"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100" b="0" i="0" u="none" strike="noStrike">
                          <a:solidFill>
                            <a:srgbClr val="000000"/>
                          </a:solidFill>
                          <a:effectLst/>
                          <a:latin typeface="Times New Roman" panose="02020603050405020304" pitchFamily="18" charset="0"/>
                        </a:rPr>
                        <a:t>Mbanza Ngungu</a:t>
                      </a:r>
                    </a:p>
                  </a:txBody>
                  <a:tcPr marL="7554" marR="7554" marT="755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fr-FR" sz="1100" b="0" i="0" u="none" strike="noStrike">
                          <a:solidFill>
                            <a:srgbClr val="000000"/>
                          </a:solidFill>
                          <a:effectLst/>
                          <a:latin typeface="Times New Roman" panose="02020603050405020304" pitchFamily="18" charset="0"/>
                        </a:rPr>
                        <a:t> </a:t>
                      </a:r>
                    </a:p>
                  </a:txBody>
                  <a:tcPr marL="7554" marR="7554" marT="755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48235"/>
                    </a:solidFill>
                  </a:tcPr>
                </a:tc>
                <a:tc>
                  <a:txBody>
                    <a:bodyPr/>
                    <a:lstStyle/>
                    <a:p>
                      <a:pPr algn="ctr" fontAlgn="ctr">
                        <a:buNone/>
                      </a:pPr>
                      <a:r>
                        <a:rPr lang="fr-FR" sz="1000" b="0" i="1" u="none" strike="noStrike">
                          <a:solidFill>
                            <a:srgbClr val="000000"/>
                          </a:solidFill>
                          <a:effectLst/>
                          <a:latin typeface="Times New Roman" panose="02020603050405020304" pitchFamily="18" charset="0"/>
                        </a:rPr>
                        <a:t>10-déc-24</a:t>
                      </a:r>
                    </a:p>
                  </a:txBody>
                  <a:tcPr marL="7554" marR="7554" marT="755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03462484"/>
                  </a:ext>
                </a:extLst>
              </a:tr>
              <a:tr h="173751">
                <a:tc>
                  <a:txBody>
                    <a:bodyPr/>
                    <a:lstStyle/>
                    <a:p>
                      <a:pPr algn="ctr" fontAlgn="b">
                        <a:buNone/>
                      </a:pPr>
                      <a:r>
                        <a:rPr lang="fr-FR" sz="1100" b="0" i="0" u="none" strike="noStrike">
                          <a:solidFill>
                            <a:srgbClr val="000000"/>
                          </a:solidFill>
                          <a:effectLst/>
                          <a:latin typeface="Times New Roman" panose="02020603050405020304" pitchFamily="18" charset="0"/>
                        </a:rPr>
                        <a:t>10</a:t>
                      </a:r>
                    </a:p>
                  </a:txBody>
                  <a:tcPr marL="7554" marR="7554" marT="7554"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100" b="0" i="0" u="none" strike="noStrike" dirty="0" err="1">
                          <a:solidFill>
                            <a:srgbClr val="000000"/>
                          </a:solidFill>
                          <a:effectLst/>
                          <a:latin typeface="Times New Roman" panose="02020603050405020304" pitchFamily="18" charset="0"/>
                        </a:rPr>
                        <a:t>Boende</a:t>
                      </a:r>
                      <a:endParaRPr lang="fr-FR" sz="1100" b="0" i="0" u="none" strike="noStrike" dirty="0">
                        <a:solidFill>
                          <a:srgbClr val="000000"/>
                        </a:solidFill>
                        <a:effectLst/>
                        <a:latin typeface="Times New Roman" panose="02020603050405020304" pitchFamily="18" charset="0"/>
                      </a:endParaRPr>
                    </a:p>
                  </a:txBody>
                  <a:tcPr marL="7554" marR="7554" marT="755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fr-FR" sz="1100" b="0" i="0" u="none" strike="noStrike">
                          <a:solidFill>
                            <a:srgbClr val="000000"/>
                          </a:solidFill>
                          <a:effectLst/>
                          <a:latin typeface="Times New Roman" panose="02020603050405020304" pitchFamily="18" charset="0"/>
                        </a:rPr>
                        <a:t> </a:t>
                      </a:r>
                    </a:p>
                  </a:txBody>
                  <a:tcPr marL="7554" marR="7554" marT="755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fr-FR" sz="1000" b="0" i="1" u="none" strike="noStrike">
                          <a:solidFill>
                            <a:srgbClr val="000000"/>
                          </a:solidFill>
                          <a:effectLst/>
                          <a:latin typeface="Times New Roman" panose="02020603050405020304" pitchFamily="18" charset="0"/>
                        </a:rPr>
                        <a:t>08-nov-25</a:t>
                      </a:r>
                    </a:p>
                  </a:txBody>
                  <a:tcPr marL="7554" marR="7554" marT="755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94188662"/>
                  </a:ext>
                </a:extLst>
              </a:tr>
              <a:tr h="173751">
                <a:tc>
                  <a:txBody>
                    <a:bodyPr/>
                    <a:lstStyle/>
                    <a:p>
                      <a:pPr algn="ctr" fontAlgn="b">
                        <a:buNone/>
                      </a:pPr>
                      <a:r>
                        <a:rPr lang="fr-FR" sz="1100" b="0" i="0" u="none" strike="noStrike">
                          <a:solidFill>
                            <a:srgbClr val="000000"/>
                          </a:solidFill>
                          <a:effectLst/>
                          <a:latin typeface="Times New Roman" panose="02020603050405020304" pitchFamily="18" charset="0"/>
                        </a:rPr>
                        <a:t>11</a:t>
                      </a:r>
                    </a:p>
                  </a:txBody>
                  <a:tcPr marL="7554" marR="7554" marT="7554"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100" b="0" i="0" u="none" strike="noStrike" dirty="0" err="1">
                          <a:solidFill>
                            <a:srgbClr val="000000"/>
                          </a:solidFill>
                          <a:effectLst/>
                          <a:latin typeface="Times New Roman" panose="02020603050405020304" pitchFamily="18" charset="0"/>
                        </a:rPr>
                        <a:t>Bokungu</a:t>
                      </a:r>
                      <a:endParaRPr lang="fr-FR" sz="1100" b="0" i="0" u="none" strike="noStrike" dirty="0">
                        <a:solidFill>
                          <a:srgbClr val="000000"/>
                        </a:solidFill>
                        <a:effectLst/>
                        <a:latin typeface="Times New Roman" panose="02020603050405020304" pitchFamily="18" charset="0"/>
                      </a:endParaRPr>
                    </a:p>
                  </a:txBody>
                  <a:tcPr marL="7554" marR="7554" marT="755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fr-FR" sz="1100" b="0" i="0" u="none" strike="noStrike">
                          <a:solidFill>
                            <a:srgbClr val="000000"/>
                          </a:solidFill>
                          <a:effectLst/>
                          <a:latin typeface="Times New Roman" panose="02020603050405020304" pitchFamily="18" charset="0"/>
                        </a:rPr>
                        <a:t> </a:t>
                      </a:r>
                    </a:p>
                  </a:txBody>
                  <a:tcPr marL="7554" marR="7554" marT="755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48235"/>
                    </a:solidFill>
                  </a:tcPr>
                </a:tc>
                <a:tc>
                  <a:txBody>
                    <a:bodyPr/>
                    <a:lstStyle/>
                    <a:p>
                      <a:pPr algn="ctr" fontAlgn="ctr">
                        <a:buNone/>
                      </a:pPr>
                      <a:r>
                        <a:rPr lang="fr-FR" sz="1000" b="0" i="1" u="none" strike="noStrike">
                          <a:solidFill>
                            <a:srgbClr val="000000"/>
                          </a:solidFill>
                          <a:effectLst/>
                          <a:latin typeface="Times New Roman" panose="02020603050405020304" pitchFamily="18" charset="0"/>
                        </a:rPr>
                        <a:t>09-déc-25</a:t>
                      </a:r>
                    </a:p>
                  </a:txBody>
                  <a:tcPr marL="7554" marR="7554" marT="755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7419691"/>
                  </a:ext>
                </a:extLst>
              </a:tr>
              <a:tr h="173751">
                <a:tc>
                  <a:txBody>
                    <a:bodyPr/>
                    <a:lstStyle/>
                    <a:p>
                      <a:pPr algn="ctr" fontAlgn="b">
                        <a:buNone/>
                      </a:pPr>
                      <a:r>
                        <a:rPr lang="fr-FR" sz="1100" b="0" i="0" u="none" strike="noStrike">
                          <a:solidFill>
                            <a:srgbClr val="000000"/>
                          </a:solidFill>
                          <a:effectLst/>
                          <a:latin typeface="Times New Roman" panose="02020603050405020304" pitchFamily="18" charset="0"/>
                        </a:rPr>
                        <a:t>12</a:t>
                      </a:r>
                    </a:p>
                  </a:txBody>
                  <a:tcPr marL="7554" marR="7554" marT="7554"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1100" b="0" i="0" u="none" strike="noStrike">
                          <a:solidFill>
                            <a:srgbClr val="000000"/>
                          </a:solidFill>
                          <a:effectLst/>
                          <a:latin typeface="Times New Roman" panose="02020603050405020304" pitchFamily="18" charset="0"/>
                        </a:rPr>
                        <a:t>Bumba</a:t>
                      </a:r>
                    </a:p>
                  </a:txBody>
                  <a:tcPr marL="7554" marR="7554" marT="755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fr-FR" sz="1100" b="0" i="0" u="none" strike="noStrike">
                          <a:solidFill>
                            <a:srgbClr val="000000"/>
                          </a:solidFill>
                          <a:effectLst/>
                          <a:latin typeface="Times New Roman" panose="02020603050405020304" pitchFamily="18" charset="0"/>
                        </a:rPr>
                        <a:t> </a:t>
                      </a:r>
                    </a:p>
                  </a:txBody>
                  <a:tcPr marL="7554" marR="7554" marT="755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fr-FR" sz="1000" b="0" i="1" u="none" strike="noStrike">
                          <a:solidFill>
                            <a:srgbClr val="000000"/>
                          </a:solidFill>
                          <a:effectLst/>
                          <a:latin typeface="Times New Roman" panose="02020603050405020304" pitchFamily="18" charset="0"/>
                        </a:rPr>
                        <a:t>14-oct-24</a:t>
                      </a:r>
                    </a:p>
                  </a:txBody>
                  <a:tcPr marL="7554" marR="7554" marT="755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74176334"/>
                  </a:ext>
                </a:extLst>
              </a:tr>
              <a:tr h="173751">
                <a:tc>
                  <a:txBody>
                    <a:bodyPr/>
                    <a:lstStyle/>
                    <a:p>
                      <a:pPr algn="ctr" fontAlgn="b">
                        <a:buNone/>
                      </a:pPr>
                      <a:r>
                        <a:rPr lang="fr-FR" sz="1100" b="0" i="0" u="none" strike="noStrike">
                          <a:solidFill>
                            <a:srgbClr val="000000"/>
                          </a:solidFill>
                          <a:effectLst/>
                          <a:latin typeface="Times New Roman" panose="02020603050405020304" pitchFamily="18" charset="0"/>
                        </a:rPr>
                        <a:t>13</a:t>
                      </a:r>
                    </a:p>
                  </a:txBody>
                  <a:tcPr marL="7554" marR="7554" marT="7554"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100" b="0" i="0" u="none" strike="noStrike" dirty="0">
                          <a:solidFill>
                            <a:srgbClr val="000000"/>
                          </a:solidFill>
                          <a:effectLst/>
                          <a:latin typeface="Times New Roman" panose="02020603050405020304" pitchFamily="18" charset="0"/>
                        </a:rPr>
                        <a:t>Lisala</a:t>
                      </a:r>
                    </a:p>
                  </a:txBody>
                  <a:tcPr marL="7554" marR="7554" marT="755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fr-FR" sz="1100" b="0" i="0" u="none" strike="noStrike">
                          <a:solidFill>
                            <a:srgbClr val="000000"/>
                          </a:solidFill>
                          <a:effectLst/>
                          <a:latin typeface="Times New Roman" panose="02020603050405020304" pitchFamily="18" charset="0"/>
                        </a:rPr>
                        <a:t> </a:t>
                      </a:r>
                    </a:p>
                  </a:txBody>
                  <a:tcPr marL="7554" marR="7554" marT="755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48235"/>
                    </a:solidFill>
                  </a:tcPr>
                </a:tc>
                <a:tc>
                  <a:txBody>
                    <a:bodyPr/>
                    <a:lstStyle/>
                    <a:p>
                      <a:pPr algn="ctr" fontAlgn="ctr">
                        <a:buNone/>
                      </a:pPr>
                      <a:r>
                        <a:rPr lang="fr-FR" sz="1000" b="0" i="1" u="none" strike="noStrike">
                          <a:solidFill>
                            <a:srgbClr val="000000"/>
                          </a:solidFill>
                          <a:effectLst/>
                          <a:latin typeface="Times New Roman" panose="02020603050405020304" pitchFamily="18" charset="0"/>
                        </a:rPr>
                        <a:t>01-déc-25</a:t>
                      </a:r>
                    </a:p>
                  </a:txBody>
                  <a:tcPr marL="7554" marR="7554" marT="755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51999915"/>
                  </a:ext>
                </a:extLst>
              </a:tr>
              <a:tr h="173751">
                <a:tc>
                  <a:txBody>
                    <a:bodyPr/>
                    <a:lstStyle/>
                    <a:p>
                      <a:pPr algn="ctr" fontAlgn="b">
                        <a:buNone/>
                      </a:pPr>
                      <a:r>
                        <a:rPr lang="fr-FR" sz="1100" b="0" i="0" u="none" strike="noStrike">
                          <a:solidFill>
                            <a:srgbClr val="000000"/>
                          </a:solidFill>
                          <a:effectLst/>
                          <a:latin typeface="Times New Roman" panose="02020603050405020304" pitchFamily="18" charset="0"/>
                        </a:rPr>
                        <a:t>14</a:t>
                      </a:r>
                    </a:p>
                  </a:txBody>
                  <a:tcPr marL="7554" marR="7554" marT="7554"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1100" b="0" i="0" u="none" strike="noStrike" dirty="0" err="1">
                          <a:solidFill>
                            <a:srgbClr val="000000"/>
                          </a:solidFill>
                          <a:effectLst/>
                          <a:latin typeface="Times New Roman" panose="02020603050405020304" pitchFamily="18" charset="0"/>
                        </a:rPr>
                        <a:t>Gbadolite</a:t>
                      </a:r>
                      <a:endParaRPr lang="fr-FR" sz="1100" b="0" i="0" u="none" strike="noStrike" dirty="0">
                        <a:solidFill>
                          <a:srgbClr val="000000"/>
                        </a:solidFill>
                        <a:effectLst/>
                        <a:latin typeface="Times New Roman" panose="02020603050405020304" pitchFamily="18" charset="0"/>
                      </a:endParaRPr>
                    </a:p>
                  </a:txBody>
                  <a:tcPr marL="7554" marR="7554" marT="755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fr-FR" sz="1100" b="0" i="0" u="none" strike="noStrike">
                          <a:solidFill>
                            <a:srgbClr val="000000"/>
                          </a:solidFill>
                          <a:effectLst/>
                          <a:latin typeface="Times New Roman" panose="02020603050405020304" pitchFamily="18" charset="0"/>
                        </a:rPr>
                        <a:t> </a:t>
                      </a:r>
                    </a:p>
                  </a:txBody>
                  <a:tcPr marL="7554" marR="7554" marT="755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fr-FR" sz="1000" b="0" i="1" u="none" strike="noStrike">
                          <a:solidFill>
                            <a:srgbClr val="000000"/>
                          </a:solidFill>
                          <a:effectLst/>
                          <a:latin typeface="Times New Roman" panose="02020603050405020304" pitchFamily="18" charset="0"/>
                        </a:rPr>
                        <a:t>30-sept-24</a:t>
                      </a:r>
                    </a:p>
                  </a:txBody>
                  <a:tcPr marL="7554" marR="7554" marT="755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01330707"/>
                  </a:ext>
                </a:extLst>
              </a:tr>
              <a:tr h="173751">
                <a:tc>
                  <a:txBody>
                    <a:bodyPr/>
                    <a:lstStyle/>
                    <a:p>
                      <a:pPr algn="ctr" fontAlgn="b">
                        <a:buNone/>
                      </a:pPr>
                      <a:r>
                        <a:rPr lang="fr-FR" sz="1100" b="0" i="0" u="none" strike="noStrike">
                          <a:solidFill>
                            <a:srgbClr val="000000"/>
                          </a:solidFill>
                          <a:effectLst/>
                          <a:latin typeface="Times New Roman" panose="02020603050405020304" pitchFamily="18" charset="0"/>
                        </a:rPr>
                        <a:t>15</a:t>
                      </a:r>
                    </a:p>
                  </a:txBody>
                  <a:tcPr marL="7554" marR="7554" marT="7554"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1100" b="0" i="0" u="none" strike="noStrike" dirty="0">
                          <a:solidFill>
                            <a:srgbClr val="000000"/>
                          </a:solidFill>
                          <a:effectLst/>
                          <a:latin typeface="Times New Roman" panose="02020603050405020304" pitchFamily="18" charset="0"/>
                        </a:rPr>
                        <a:t>Gemena</a:t>
                      </a:r>
                    </a:p>
                  </a:txBody>
                  <a:tcPr marL="7554" marR="7554" marT="755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fr-FR" sz="1100" b="0" i="0" u="none" strike="noStrike">
                          <a:solidFill>
                            <a:srgbClr val="000000"/>
                          </a:solidFill>
                          <a:effectLst/>
                          <a:latin typeface="Times New Roman" panose="02020603050405020304" pitchFamily="18" charset="0"/>
                        </a:rPr>
                        <a:t> </a:t>
                      </a:r>
                    </a:p>
                  </a:txBody>
                  <a:tcPr marL="7554" marR="7554" marT="755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fr-FR" sz="1000" b="0" i="1" u="none" strike="noStrike">
                          <a:solidFill>
                            <a:srgbClr val="000000"/>
                          </a:solidFill>
                          <a:effectLst/>
                          <a:latin typeface="Times New Roman" panose="02020603050405020304" pitchFamily="18" charset="0"/>
                        </a:rPr>
                        <a:t>13-oct-24</a:t>
                      </a:r>
                    </a:p>
                  </a:txBody>
                  <a:tcPr marL="7554" marR="7554" marT="755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64128304"/>
                  </a:ext>
                </a:extLst>
              </a:tr>
              <a:tr h="173751">
                <a:tc>
                  <a:txBody>
                    <a:bodyPr/>
                    <a:lstStyle/>
                    <a:p>
                      <a:pPr algn="ctr" fontAlgn="b">
                        <a:buNone/>
                      </a:pPr>
                      <a:r>
                        <a:rPr lang="fr-FR" sz="1100" b="0" i="0" u="none" strike="noStrike">
                          <a:solidFill>
                            <a:srgbClr val="000000"/>
                          </a:solidFill>
                          <a:effectLst/>
                          <a:latin typeface="Times New Roman" panose="02020603050405020304" pitchFamily="18" charset="0"/>
                        </a:rPr>
                        <a:t>16</a:t>
                      </a:r>
                    </a:p>
                  </a:txBody>
                  <a:tcPr marL="7554" marR="7554" marT="7554"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1100" b="0" i="0" u="none" strike="noStrike" dirty="0">
                          <a:solidFill>
                            <a:srgbClr val="000000"/>
                          </a:solidFill>
                          <a:effectLst/>
                          <a:latin typeface="Times New Roman" panose="02020603050405020304" pitchFamily="18" charset="0"/>
                        </a:rPr>
                        <a:t>Mbandaka</a:t>
                      </a:r>
                    </a:p>
                  </a:txBody>
                  <a:tcPr marL="7554" marR="7554" marT="755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fr-FR" sz="1100" b="0" i="0" u="none" strike="noStrike">
                          <a:solidFill>
                            <a:srgbClr val="000000"/>
                          </a:solidFill>
                          <a:effectLst/>
                          <a:latin typeface="Times New Roman" panose="02020603050405020304" pitchFamily="18" charset="0"/>
                        </a:rPr>
                        <a:t> </a:t>
                      </a:r>
                    </a:p>
                  </a:txBody>
                  <a:tcPr marL="7554" marR="7554" marT="755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fr-FR" sz="1000" b="0" i="1" u="none" strike="noStrike">
                          <a:solidFill>
                            <a:srgbClr val="000000"/>
                          </a:solidFill>
                          <a:effectLst/>
                          <a:latin typeface="Times New Roman" panose="02020603050405020304" pitchFamily="18" charset="0"/>
                        </a:rPr>
                        <a:t>07-sept-24</a:t>
                      </a:r>
                    </a:p>
                  </a:txBody>
                  <a:tcPr marL="7554" marR="7554" marT="755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83962002"/>
                  </a:ext>
                </a:extLst>
              </a:tr>
              <a:tr h="173751">
                <a:tc>
                  <a:txBody>
                    <a:bodyPr/>
                    <a:lstStyle/>
                    <a:p>
                      <a:pPr algn="ctr" fontAlgn="b">
                        <a:buNone/>
                      </a:pPr>
                      <a:r>
                        <a:rPr lang="fr-FR" sz="1100" b="0" i="0" u="none" strike="noStrike">
                          <a:solidFill>
                            <a:srgbClr val="000000"/>
                          </a:solidFill>
                          <a:effectLst/>
                          <a:latin typeface="Times New Roman" panose="02020603050405020304" pitchFamily="18" charset="0"/>
                        </a:rPr>
                        <a:t>17</a:t>
                      </a:r>
                    </a:p>
                  </a:txBody>
                  <a:tcPr marL="7554" marR="7554" marT="7554"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1100" b="0" i="0" u="none" strike="noStrike" dirty="0">
                          <a:solidFill>
                            <a:srgbClr val="000000"/>
                          </a:solidFill>
                          <a:effectLst/>
                          <a:latin typeface="Times New Roman" panose="02020603050405020304" pitchFamily="18" charset="0"/>
                        </a:rPr>
                        <a:t>Kananga</a:t>
                      </a:r>
                    </a:p>
                  </a:txBody>
                  <a:tcPr marL="7554" marR="7554" marT="755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fr-FR" sz="1100" b="0" i="0" u="none" strike="noStrike">
                          <a:solidFill>
                            <a:srgbClr val="000000"/>
                          </a:solidFill>
                          <a:effectLst/>
                          <a:latin typeface="Times New Roman" panose="02020603050405020304" pitchFamily="18" charset="0"/>
                        </a:rPr>
                        <a:t> </a:t>
                      </a:r>
                    </a:p>
                  </a:txBody>
                  <a:tcPr marL="7554" marR="7554" marT="755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48235"/>
                    </a:solidFill>
                  </a:tcPr>
                </a:tc>
                <a:tc>
                  <a:txBody>
                    <a:bodyPr/>
                    <a:lstStyle/>
                    <a:p>
                      <a:pPr algn="ctr" fontAlgn="ctr">
                        <a:buNone/>
                      </a:pPr>
                      <a:r>
                        <a:rPr lang="fr-FR" sz="1000" b="0" i="1" u="none" strike="noStrike">
                          <a:solidFill>
                            <a:srgbClr val="000000"/>
                          </a:solidFill>
                          <a:effectLst/>
                          <a:latin typeface="Times New Roman" panose="02020603050405020304" pitchFamily="18" charset="0"/>
                        </a:rPr>
                        <a:t>09-déc-25</a:t>
                      </a:r>
                    </a:p>
                  </a:txBody>
                  <a:tcPr marL="7554" marR="7554" marT="755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56202704"/>
                  </a:ext>
                </a:extLst>
              </a:tr>
              <a:tr h="173751">
                <a:tc>
                  <a:txBody>
                    <a:bodyPr/>
                    <a:lstStyle/>
                    <a:p>
                      <a:pPr algn="ctr" fontAlgn="b">
                        <a:buNone/>
                      </a:pPr>
                      <a:r>
                        <a:rPr lang="fr-FR" sz="1100" b="0" i="0" u="none" strike="noStrike">
                          <a:solidFill>
                            <a:srgbClr val="000000"/>
                          </a:solidFill>
                          <a:effectLst/>
                          <a:latin typeface="Times New Roman" panose="02020603050405020304" pitchFamily="18" charset="0"/>
                        </a:rPr>
                        <a:t>18</a:t>
                      </a:r>
                    </a:p>
                  </a:txBody>
                  <a:tcPr marL="7554" marR="7554" marT="7554"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1100" b="0" i="0" u="none" strike="noStrike" dirty="0" err="1">
                          <a:solidFill>
                            <a:srgbClr val="000000"/>
                          </a:solidFill>
                          <a:effectLst/>
                          <a:latin typeface="Times New Roman" panose="02020603050405020304" pitchFamily="18" charset="0"/>
                        </a:rPr>
                        <a:t>Luiza</a:t>
                      </a:r>
                      <a:endParaRPr lang="fr-FR" sz="1100" b="0" i="0" u="none" strike="noStrike" dirty="0">
                        <a:solidFill>
                          <a:srgbClr val="000000"/>
                        </a:solidFill>
                        <a:effectLst/>
                        <a:latin typeface="Times New Roman" panose="02020603050405020304" pitchFamily="18" charset="0"/>
                      </a:endParaRPr>
                    </a:p>
                  </a:txBody>
                  <a:tcPr marL="7554" marR="7554" marT="755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fr-FR" sz="1100" b="0" i="0" u="none" strike="noStrike">
                          <a:solidFill>
                            <a:srgbClr val="000000"/>
                          </a:solidFill>
                          <a:effectLst/>
                          <a:latin typeface="Times New Roman" panose="02020603050405020304" pitchFamily="18" charset="0"/>
                        </a:rPr>
                        <a:t> </a:t>
                      </a:r>
                    </a:p>
                  </a:txBody>
                  <a:tcPr marL="7554" marR="7554" marT="755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fr-FR" sz="1000" b="0" i="1" u="none" strike="noStrike">
                          <a:solidFill>
                            <a:srgbClr val="000000"/>
                          </a:solidFill>
                          <a:effectLst/>
                          <a:latin typeface="Times New Roman" panose="02020603050405020304" pitchFamily="18" charset="0"/>
                        </a:rPr>
                        <a:t>30-sept-24</a:t>
                      </a:r>
                    </a:p>
                  </a:txBody>
                  <a:tcPr marL="7554" marR="7554" marT="755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02908802"/>
                  </a:ext>
                </a:extLst>
              </a:tr>
              <a:tr h="173751">
                <a:tc>
                  <a:txBody>
                    <a:bodyPr/>
                    <a:lstStyle/>
                    <a:p>
                      <a:pPr algn="ctr" fontAlgn="b">
                        <a:buNone/>
                      </a:pPr>
                      <a:r>
                        <a:rPr lang="fr-FR" sz="1100" b="0" i="0" u="none" strike="noStrike">
                          <a:solidFill>
                            <a:srgbClr val="000000"/>
                          </a:solidFill>
                          <a:effectLst/>
                          <a:latin typeface="Times New Roman" panose="02020603050405020304" pitchFamily="18" charset="0"/>
                        </a:rPr>
                        <a:t>19</a:t>
                      </a:r>
                    </a:p>
                  </a:txBody>
                  <a:tcPr marL="7554" marR="7554" marT="7554"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100" b="0" i="0" u="none" strike="noStrike" dirty="0" err="1">
                          <a:solidFill>
                            <a:srgbClr val="000000"/>
                          </a:solidFill>
                          <a:effectLst/>
                          <a:latin typeface="Times New Roman" panose="02020603050405020304" pitchFamily="18" charset="0"/>
                        </a:rPr>
                        <a:t>Mweka</a:t>
                      </a:r>
                      <a:endParaRPr lang="fr-FR" sz="1100" b="0" i="0" u="none" strike="noStrike" dirty="0">
                        <a:solidFill>
                          <a:srgbClr val="000000"/>
                        </a:solidFill>
                        <a:effectLst/>
                        <a:latin typeface="Times New Roman" panose="02020603050405020304" pitchFamily="18" charset="0"/>
                      </a:endParaRPr>
                    </a:p>
                  </a:txBody>
                  <a:tcPr marL="7554" marR="7554" marT="755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fr-FR" sz="1100" b="0" i="0" u="none" strike="noStrike">
                          <a:solidFill>
                            <a:srgbClr val="000000"/>
                          </a:solidFill>
                          <a:effectLst/>
                          <a:latin typeface="Times New Roman" panose="02020603050405020304" pitchFamily="18" charset="0"/>
                        </a:rPr>
                        <a:t> </a:t>
                      </a:r>
                    </a:p>
                  </a:txBody>
                  <a:tcPr marL="7554" marR="7554" marT="755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fr-FR" sz="1000" b="0" i="1" u="none" strike="noStrike">
                          <a:solidFill>
                            <a:srgbClr val="000000"/>
                          </a:solidFill>
                          <a:effectLst/>
                          <a:latin typeface="Times New Roman" panose="02020603050405020304" pitchFamily="18" charset="0"/>
                        </a:rPr>
                        <a:t>17-sept-24</a:t>
                      </a:r>
                    </a:p>
                  </a:txBody>
                  <a:tcPr marL="7554" marR="7554" marT="755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65139997"/>
                  </a:ext>
                </a:extLst>
              </a:tr>
              <a:tr h="173751">
                <a:tc>
                  <a:txBody>
                    <a:bodyPr/>
                    <a:lstStyle/>
                    <a:p>
                      <a:pPr algn="ctr" fontAlgn="b">
                        <a:buNone/>
                      </a:pPr>
                      <a:r>
                        <a:rPr lang="fr-FR" sz="1100" b="0" i="0" u="none" strike="noStrike">
                          <a:solidFill>
                            <a:srgbClr val="000000"/>
                          </a:solidFill>
                          <a:effectLst/>
                          <a:latin typeface="Times New Roman" panose="02020603050405020304" pitchFamily="18" charset="0"/>
                        </a:rPr>
                        <a:t>20</a:t>
                      </a:r>
                    </a:p>
                  </a:txBody>
                  <a:tcPr marL="7554" marR="7554" marT="7554"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100" b="0" i="0" u="none" strike="noStrike" dirty="0">
                          <a:solidFill>
                            <a:srgbClr val="000000"/>
                          </a:solidFill>
                          <a:effectLst/>
                          <a:latin typeface="Times New Roman" panose="02020603050405020304" pitchFamily="18" charset="0"/>
                        </a:rPr>
                        <a:t>Tshikapa</a:t>
                      </a:r>
                    </a:p>
                  </a:txBody>
                  <a:tcPr marL="7554" marR="7554" marT="755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fr-FR" sz="1100" b="0" i="0" u="none" strike="noStrike">
                          <a:solidFill>
                            <a:srgbClr val="000000"/>
                          </a:solidFill>
                          <a:effectLst/>
                          <a:latin typeface="Times New Roman" panose="02020603050405020304" pitchFamily="18" charset="0"/>
                        </a:rPr>
                        <a:t> </a:t>
                      </a:r>
                    </a:p>
                  </a:txBody>
                  <a:tcPr marL="7554" marR="7554" marT="755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fr-FR" sz="1000" b="0" i="1" u="none" strike="noStrike">
                          <a:solidFill>
                            <a:srgbClr val="000000"/>
                          </a:solidFill>
                          <a:effectLst/>
                          <a:latin typeface="Times New Roman" panose="02020603050405020304" pitchFamily="18" charset="0"/>
                        </a:rPr>
                        <a:t>27-juin-25</a:t>
                      </a:r>
                    </a:p>
                  </a:txBody>
                  <a:tcPr marL="7554" marR="7554" marT="755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09907959"/>
                  </a:ext>
                </a:extLst>
              </a:tr>
              <a:tr h="173751">
                <a:tc>
                  <a:txBody>
                    <a:bodyPr/>
                    <a:lstStyle/>
                    <a:p>
                      <a:pPr algn="ctr" fontAlgn="b">
                        <a:buNone/>
                      </a:pPr>
                      <a:r>
                        <a:rPr lang="fr-FR" sz="1100" b="0" i="0" u="none" strike="noStrike">
                          <a:solidFill>
                            <a:srgbClr val="000000"/>
                          </a:solidFill>
                          <a:effectLst/>
                          <a:latin typeface="Times New Roman" panose="02020603050405020304" pitchFamily="18" charset="0"/>
                        </a:rPr>
                        <a:t>21</a:t>
                      </a:r>
                    </a:p>
                  </a:txBody>
                  <a:tcPr marL="7554" marR="7554" marT="7554"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100" b="0" i="0" u="none" strike="noStrike" dirty="0" err="1">
                          <a:solidFill>
                            <a:srgbClr val="000000"/>
                          </a:solidFill>
                          <a:effectLst/>
                          <a:latin typeface="Times New Roman" panose="02020603050405020304" pitchFamily="18" charset="0"/>
                        </a:rPr>
                        <a:t>Kin</a:t>
                      </a:r>
                      <a:r>
                        <a:rPr lang="fr-FR" sz="1100" b="0" i="0" u="none" strike="noStrike" dirty="0">
                          <a:solidFill>
                            <a:srgbClr val="000000"/>
                          </a:solidFill>
                          <a:effectLst/>
                          <a:latin typeface="Times New Roman" panose="02020603050405020304" pitchFamily="18" charset="0"/>
                        </a:rPr>
                        <a:t> Centre</a:t>
                      </a:r>
                    </a:p>
                  </a:txBody>
                  <a:tcPr marL="7554" marR="7554" marT="755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fr-FR" sz="1100" b="0" i="0" u="none" strike="noStrike">
                          <a:solidFill>
                            <a:srgbClr val="000000"/>
                          </a:solidFill>
                          <a:effectLst/>
                          <a:latin typeface="Times New Roman" panose="02020603050405020304" pitchFamily="18" charset="0"/>
                        </a:rPr>
                        <a:t> </a:t>
                      </a:r>
                    </a:p>
                  </a:txBody>
                  <a:tcPr marL="7554" marR="7554" marT="755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fr-FR" sz="1000" b="0" i="1" u="none" strike="noStrike">
                          <a:solidFill>
                            <a:srgbClr val="000000"/>
                          </a:solidFill>
                          <a:effectLst/>
                          <a:latin typeface="Times New Roman" panose="02020603050405020304" pitchFamily="18" charset="0"/>
                        </a:rPr>
                        <a:t>15-août-25</a:t>
                      </a:r>
                    </a:p>
                  </a:txBody>
                  <a:tcPr marL="7554" marR="7554" marT="755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1322707"/>
                  </a:ext>
                </a:extLst>
              </a:tr>
              <a:tr h="173751">
                <a:tc>
                  <a:txBody>
                    <a:bodyPr/>
                    <a:lstStyle/>
                    <a:p>
                      <a:pPr algn="ctr" fontAlgn="b">
                        <a:buNone/>
                      </a:pPr>
                      <a:r>
                        <a:rPr lang="fr-FR" sz="1100" b="0" i="0" u="none" strike="noStrike">
                          <a:solidFill>
                            <a:srgbClr val="000000"/>
                          </a:solidFill>
                          <a:effectLst/>
                          <a:latin typeface="Times New Roman" panose="02020603050405020304" pitchFamily="18" charset="0"/>
                        </a:rPr>
                        <a:t>22</a:t>
                      </a:r>
                    </a:p>
                  </a:txBody>
                  <a:tcPr marL="7554" marR="7554" marT="7554"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100" b="0" i="0" u="none" strike="noStrike" dirty="0" err="1">
                          <a:solidFill>
                            <a:srgbClr val="000000"/>
                          </a:solidFill>
                          <a:effectLst/>
                          <a:latin typeface="Times New Roman" panose="02020603050405020304" pitchFamily="18" charset="0"/>
                        </a:rPr>
                        <a:t>Kin</a:t>
                      </a:r>
                      <a:r>
                        <a:rPr lang="fr-FR" sz="1100" b="0" i="0" u="none" strike="noStrike" dirty="0">
                          <a:solidFill>
                            <a:srgbClr val="000000"/>
                          </a:solidFill>
                          <a:effectLst/>
                          <a:latin typeface="Times New Roman" panose="02020603050405020304" pitchFamily="18" charset="0"/>
                        </a:rPr>
                        <a:t> Est</a:t>
                      </a:r>
                    </a:p>
                  </a:txBody>
                  <a:tcPr marL="7554" marR="7554" marT="7554"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fr-FR" sz="1100" b="0" i="0" u="none" strike="noStrike">
                          <a:solidFill>
                            <a:srgbClr val="000000"/>
                          </a:solidFill>
                          <a:effectLst/>
                          <a:latin typeface="Times New Roman" panose="02020603050405020304" pitchFamily="18" charset="0"/>
                        </a:rPr>
                        <a:t> </a:t>
                      </a:r>
                    </a:p>
                  </a:txBody>
                  <a:tcPr marL="7554" marR="7554" marT="75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48235"/>
                    </a:solidFill>
                  </a:tcPr>
                </a:tc>
                <a:tc>
                  <a:txBody>
                    <a:bodyPr/>
                    <a:lstStyle/>
                    <a:p>
                      <a:pPr algn="ctr" fontAlgn="ctr">
                        <a:buNone/>
                      </a:pPr>
                      <a:r>
                        <a:rPr lang="fr-FR" sz="1000" b="0" i="1" u="none" strike="noStrike" dirty="0">
                          <a:solidFill>
                            <a:srgbClr val="000000"/>
                          </a:solidFill>
                          <a:effectLst/>
                          <a:latin typeface="Times New Roman" panose="02020603050405020304" pitchFamily="18" charset="0"/>
                        </a:rPr>
                        <a:t>09-déc-25</a:t>
                      </a:r>
                    </a:p>
                  </a:txBody>
                  <a:tcPr marL="7554" marR="7554" marT="7554"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59770209"/>
                  </a:ext>
                </a:extLst>
              </a:tr>
            </a:tbl>
          </a:graphicData>
        </a:graphic>
      </p:graphicFrame>
      <p:graphicFrame>
        <p:nvGraphicFramePr>
          <p:cNvPr id="10" name="Tableau 9">
            <a:extLst>
              <a:ext uri="{FF2B5EF4-FFF2-40B4-BE49-F238E27FC236}">
                <a16:creationId xmlns:a16="http://schemas.microsoft.com/office/drawing/2014/main" id="{8F11B8E0-760D-4E13-D020-71E24F1352CE}"/>
              </a:ext>
            </a:extLst>
          </p:cNvPr>
          <p:cNvGraphicFramePr>
            <a:graphicFrameLocks noGrp="1"/>
          </p:cNvGraphicFramePr>
          <p:nvPr>
            <p:extLst>
              <p:ext uri="{D42A27DB-BD31-4B8C-83A1-F6EECF244321}">
                <p14:modId xmlns:p14="http://schemas.microsoft.com/office/powerpoint/2010/main" val="4010045098"/>
              </p:ext>
            </p:extLst>
          </p:nvPr>
        </p:nvGraphicFramePr>
        <p:xfrm>
          <a:off x="9020680" y="794691"/>
          <a:ext cx="3087250" cy="4452431"/>
        </p:xfrm>
        <a:graphic>
          <a:graphicData uri="http://schemas.openxmlformats.org/drawingml/2006/table">
            <a:tbl>
              <a:tblPr/>
              <a:tblGrid>
                <a:gridCol w="246980">
                  <a:extLst>
                    <a:ext uri="{9D8B030D-6E8A-4147-A177-3AD203B41FA5}">
                      <a16:colId xmlns:a16="http://schemas.microsoft.com/office/drawing/2014/main" val="1973459385"/>
                    </a:ext>
                  </a:extLst>
                </a:gridCol>
                <a:gridCol w="1055278">
                  <a:extLst>
                    <a:ext uri="{9D8B030D-6E8A-4147-A177-3AD203B41FA5}">
                      <a16:colId xmlns:a16="http://schemas.microsoft.com/office/drawing/2014/main" val="3876436308"/>
                    </a:ext>
                  </a:extLst>
                </a:gridCol>
                <a:gridCol w="886883">
                  <a:extLst>
                    <a:ext uri="{9D8B030D-6E8A-4147-A177-3AD203B41FA5}">
                      <a16:colId xmlns:a16="http://schemas.microsoft.com/office/drawing/2014/main" val="2441351354"/>
                    </a:ext>
                  </a:extLst>
                </a:gridCol>
                <a:gridCol w="898109">
                  <a:extLst>
                    <a:ext uri="{9D8B030D-6E8A-4147-A177-3AD203B41FA5}">
                      <a16:colId xmlns:a16="http://schemas.microsoft.com/office/drawing/2014/main" val="185556031"/>
                    </a:ext>
                  </a:extLst>
                </a:gridCol>
              </a:tblGrid>
              <a:tr h="471507">
                <a:tc>
                  <a:txBody>
                    <a:bodyPr/>
                    <a:lstStyle/>
                    <a:p>
                      <a:pPr algn="ctr" fontAlgn="ctr">
                        <a:buNone/>
                      </a:pPr>
                      <a:r>
                        <a:rPr lang="fr-FR" sz="1000" b="1" i="0" u="none" strike="noStrike">
                          <a:solidFill>
                            <a:srgbClr val="000000"/>
                          </a:solidFill>
                          <a:effectLst/>
                          <a:latin typeface="Times New Roman" panose="02020603050405020304" pitchFamily="18" charset="0"/>
                        </a:rPr>
                        <a:t>N°</a:t>
                      </a:r>
                    </a:p>
                  </a:txBody>
                  <a:tcPr marL="6736" marR="6736" marT="67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r>
                        <a:rPr lang="fr-FR" sz="1000" b="1" i="0" u="none" strike="noStrike">
                          <a:solidFill>
                            <a:srgbClr val="000000"/>
                          </a:solidFill>
                          <a:effectLst/>
                          <a:latin typeface="Times New Roman" panose="02020603050405020304" pitchFamily="18" charset="0"/>
                        </a:rPr>
                        <a:t>Antenne/Coordination</a:t>
                      </a:r>
                    </a:p>
                  </a:txBody>
                  <a:tcPr marL="6736" marR="6736" marT="67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r>
                        <a:rPr lang="fr-FR" sz="1000" b="1" i="0" u="none" strike="noStrike">
                          <a:solidFill>
                            <a:srgbClr val="000000"/>
                          </a:solidFill>
                          <a:effectLst/>
                          <a:latin typeface="Times New Roman" panose="02020603050405020304" pitchFamily="18" charset="0"/>
                        </a:rPr>
                        <a:t>Stock eSMT à jour Antenne</a:t>
                      </a:r>
                    </a:p>
                  </a:txBody>
                  <a:tcPr marL="6736" marR="6736" marT="67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r>
                        <a:rPr lang="fr-FR" sz="1000" b="1" i="0" u="none" strike="noStrike">
                          <a:solidFill>
                            <a:srgbClr val="000000"/>
                          </a:solidFill>
                          <a:effectLst/>
                          <a:latin typeface="Times New Roman" panose="02020603050405020304" pitchFamily="18" charset="0"/>
                        </a:rPr>
                        <a:t>Date de la dernière connexion</a:t>
                      </a:r>
                    </a:p>
                  </a:txBody>
                  <a:tcPr marL="6736" marR="6736" marT="67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569625110"/>
                  </a:ext>
                </a:extLst>
              </a:tr>
              <a:tr h="154924">
                <a:tc>
                  <a:txBody>
                    <a:bodyPr/>
                    <a:lstStyle/>
                    <a:p>
                      <a:pPr algn="ctr" fontAlgn="b">
                        <a:buNone/>
                      </a:pPr>
                      <a:r>
                        <a:rPr lang="fr-FR" sz="1000" b="0" i="0" u="none" strike="noStrike">
                          <a:solidFill>
                            <a:srgbClr val="000000"/>
                          </a:solidFill>
                          <a:effectLst/>
                          <a:latin typeface="Times New Roman" panose="02020603050405020304" pitchFamily="18" charset="0"/>
                        </a:rPr>
                        <a:t>23</a:t>
                      </a:r>
                    </a:p>
                  </a:txBody>
                  <a:tcPr marL="6736" marR="6736" marT="67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000" b="0" i="0" u="none" strike="noStrike" dirty="0" err="1">
                          <a:solidFill>
                            <a:srgbClr val="000000"/>
                          </a:solidFill>
                          <a:effectLst/>
                          <a:latin typeface="Times New Roman" panose="02020603050405020304" pitchFamily="18" charset="0"/>
                        </a:rPr>
                        <a:t>Kin</a:t>
                      </a:r>
                      <a:r>
                        <a:rPr lang="fr-FR" sz="1000" b="0" i="0" u="none" strike="noStrike" dirty="0">
                          <a:solidFill>
                            <a:srgbClr val="000000"/>
                          </a:solidFill>
                          <a:effectLst/>
                          <a:latin typeface="Times New Roman" panose="02020603050405020304" pitchFamily="18" charset="0"/>
                        </a:rPr>
                        <a:t> Ouest</a:t>
                      </a:r>
                    </a:p>
                  </a:txBody>
                  <a:tcPr marL="6736" marR="6736" marT="67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fr-FR" sz="1000" b="0" i="0" u="none" strike="noStrike">
                          <a:solidFill>
                            <a:srgbClr val="000000"/>
                          </a:solidFill>
                          <a:effectLst/>
                          <a:latin typeface="Times New Roman" panose="02020603050405020304" pitchFamily="18" charset="0"/>
                        </a:rPr>
                        <a:t> </a:t>
                      </a:r>
                    </a:p>
                  </a:txBody>
                  <a:tcPr marL="6736" marR="6736" marT="67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fr-FR" sz="900" b="0" i="1" u="none" strike="noStrike">
                          <a:solidFill>
                            <a:srgbClr val="000000"/>
                          </a:solidFill>
                          <a:effectLst/>
                          <a:latin typeface="Times New Roman" panose="02020603050405020304" pitchFamily="18" charset="0"/>
                        </a:rPr>
                        <a:t>30-août-25</a:t>
                      </a:r>
                    </a:p>
                  </a:txBody>
                  <a:tcPr marL="6736" marR="6736" marT="67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63164278"/>
                  </a:ext>
                </a:extLst>
              </a:tr>
              <a:tr h="154924">
                <a:tc>
                  <a:txBody>
                    <a:bodyPr/>
                    <a:lstStyle/>
                    <a:p>
                      <a:pPr algn="ctr" fontAlgn="b">
                        <a:buNone/>
                      </a:pPr>
                      <a:r>
                        <a:rPr lang="fr-FR" sz="1000" b="0" i="0" u="none" strike="noStrike">
                          <a:solidFill>
                            <a:srgbClr val="000000"/>
                          </a:solidFill>
                          <a:effectLst/>
                          <a:latin typeface="Times New Roman" panose="02020603050405020304" pitchFamily="18" charset="0"/>
                        </a:rPr>
                        <a:t>24</a:t>
                      </a:r>
                    </a:p>
                  </a:txBody>
                  <a:tcPr marL="6736" marR="6736" marT="67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000" b="0" i="0" u="none" strike="noStrike">
                          <a:solidFill>
                            <a:srgbClr val="000000"/>
                          </a:solidFill>
                          <a:effectLst/>
                          <a:latin typeface="Times New Roman" panose="02020603050405020304" pitchFamily="18" charset="0"/>
                        </a:rPr>
                        <a:t>Aru</a:t>
                      </a:r>
                    </a:p>
                  </a:txBody>
                  <a:tcPr marL="6736" marR="6736" marT="673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fr-FR" sz="1000" b="0" i="0" u="none" strike="noStrike">
                          <a:solidFill>
                            <a:srgbClr val="000000"/>
                          </a:solidFill>
                          <a:effectLst/>
                          <a:latin typeface="Times New Roman" panose="02020603050405020304" pitchFamily="18" charset="0"/>
                        </a:rPr>
                        <a:t> </a:t>
                      </a:r>
                    </a:p>
                  </a:txBody>
                  <a:tcPr marL="6736" marR="6736" marT="6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48235"/>
                    </a:solidFill>
                  </a:tcPr>
                </a:tc>
                <a:tc>
                  <a:txBody>
                    <a:bodyPr/>
                    <a:lstStyle/>
                    <a:p>
                      <a:pPr algn="ctr" fontAlgn="ctr">
                        <a:buNone/>
                      </a:pPr>
                      <a:r>
                        <a:rPr lang="fr-FR" sz="900" b="0" i="1" u="none" strike="noStrike">
                          <a:solidFill>
                            <a:srgbClr val="000000"/>
                          </a:solidFill>
                          <a:effectLst/>
                          <a:latin typeface="Times New Roman" panose="02020603050405020304" pitchFamily="18" charset="0"/>
                        </a:rPr>
                        <a:t>02-déc-25</a:t>
                      </a:r>
                    </a:p>
                  </a:txBody>
                  <a:tcPr marL="6736" marR="6736" marT="67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99235556"/>
                  </a:ext>
                </a:extLst>
              </a:tr>
              <a:tr h="154924">
                <a:tc>
                  <a:txBody>
                    <a:bodyPr/>
                    <a:lstStyle/>
                    <a:p>
                      <a:pPr algn="ctr" fontAlgn="b">
                        <a:buNone/>
                      </a:pPr>
                      <a:r>
                        <a:rPr lang="fr-FR" sz="1000" b="0" i="0" u="none" strike="noStrike">
                          <a:solidFill>
                            <a:srgbClr val="000000"/>
                          </a:solidFill>
                          <a:effectLst/>
                          <a:latin typeface="Times New Roman" panose="02020603050405020304" pitchFamily="18" charset="0"/>
                        </a:rPr>
                        <a:t>25</a:t>
                      </a:r>
                    </a:p>
                  </a:txBody>
                  <a:tcPr marL="6736" marR="6736" marT="67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000" b="0" i="0" u="none" strike="noStrike">
                          <a:solidFill>
                            <a:srgbClr val="000000"/>
                          </a:solidFill>
                          <a:effectLst/>
                          <a:latin typeface="Times New Roman" panose="02020603050405020304" pitchFamily="18" charset="0"/>
                        </a:rPr>
                        <a:t>Bunia</a:t>
                      </a:r>
                    </a:p>
                  </a:txBody>
                  <a:tcPr marL="6736" marR="6736" marT="67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fr-FR" sz="1000" b="0" i="0" u="none" strike="noStrike">
                          <a:solidFill>
                            <a:srgbClr val="000000"/>
                          </a:solidFill>
                          <a:effectLst/>
                          <a:latin typeface="Times New Roman" panose="02020603050405020304" pitchFamily="18" charset="0"/>
                        </a:rPr>
                        <a:t> </a:t>
                      </a:r>
                    </a:p>
                  </a:txBody>
                  <a:tcPr marL="6736" marR="6736" marT="67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fr-FR" sz="900" b="0" i="1" u="none" strike="noStrike">
                          <a:solidFill>
                            <a:srgbClr val="000000"/>
                          </a:solidFill>
                          <a:effectLst/>
                          <a:latin typeface="Times New Roman" panose="02020603050405020304" pitchFamily="18" charset="0"/>
                        </a:rPr>
                        <a:t>06-sept-25</a:t>
                      </a:r>
                    </a:p>
                  </a:txBody>
                  <a:tcPr marL="6736" marR="6736" marT="67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93587034"/>
                  </a:ext>
                </a:extLst>
              </a:tr>
              <a:tr h="154924">
                <a:tc>
                  <a:txBody>
                    <a:bodyPr/>
                    <a:lstStyle/>
                    <a:p>
                      <a:pPr algn="ctr" fontAlgn="b">
                        <a:buNone/>
                      </a:pPr>
                      <a:r>
                        <a:rPr lang="fr-FR" sz="1000" b="0" i="0" u="none" strike="noStrike">
                          <a:solidFill>
                            <a:srgbClr val="000000"/>
                          </a:solidFill>
                          <a:effectLst/>
                          <a:latin typeface="Times New Roman" panose="02020603050405020304" pitchFamily="18" charset="0"/>
                        </a:rPr>
                        <a:t>26</a:t>
                      </a:r>
                    </a:p>
                  </a:txBody>
                  <a:tcPr marL="6736" marR="6736" marT="67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000" b="0" i="0" u="none" strike="noStrike" dirty="0">
                          <a:solidFill>
                            <a:srgbClr val="000000"/>
                          </a:solidFill>
                          <a:effectLst/>
                          <a:latin typeface="Times New Roman" panose="02020603050405020304" pitchFamily="18" charset="0"/>
                        </a:rPr>
                        <a:t>Buta</a:t>
                      </a:r>
                    </a:p>
                  </a:txBody>
                  <a:tcPr marL="6736" marR="6736" marT="67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fr-FR" sz="1000" b="0" i="0" u="none" strike="noStrike">
                          <a:solidFill>
                            <a:srgbClr val="000000"/>
                          </a:solidFill>
                          <a:effectLst/>
                          <a:latin typeface="Times New Roman" panose="02020603050405020304" pitchFamily="18" charset="0"/>
                        </a:rPr>
                        <a:t> </a:t>
                      </a:r>
                    </a:p>
                  </a:txBody>
                  <a:tcPr marL="6736" marR="6736" marT="67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fr-FR" sz="900" b="0" i="1" u="none" strike="noStrike">
                          <a:solidFill>
                            <a:srgbClr val="000000"/>
                          </a:solidFill>
                          <a:effectLst/>
                          <a:latin typeface="Times New Roman" panose="02020603050405020304" pitchFamily="18" charset="0"/>
                        </a:rPr>
                        <a:t>06-sept-25</a:t>
                      </a:r>
                    </a:p>
                  </a:txBody>
                  <a:tcPr marL="6736" marR="6736" marT="67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43848323"/>
                  </a:ext>
                </a:extLst>
              </a:tr>
              <a:tr h="154924">
                <a:tc>
                  <a:txBody>
                    <a:bodyPr/>
                    <a:lstStyle/>
                    <a:p>
                      <a:pPr algn="ctr" fontAlgn="b">
                        <a:buNone/>
                      </a:pPr>
                      <a:r>
                        <a:rPr lang="fr-FR" sz="1000" b="0" i="0" u="none" strike="noStrike">
                          <a:solidFill>
                            <a:srgbClr val="000000"/>
                          </a:solidFill>
                          <a:effectLst/>
                          <a:latin typeface="Times New Roman" panose="02020603050405020304" pitchFamily="18" charset="0"/>
                        </a:rPr>
                        <a:t>27</a:t>
                      </a:r>
                    </a:p>
                  </a:txBody>
                  <a:tcPr marL="6736" marR="6736" marT="67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000" b="0" i="0" u="none" strike="noStrike">
                          <a:solidFill>
                            <a:srgbClr val="000000"/>
                          </a:solidFill>
                          <a:effectLst/>
                          <a:latin typeface="Times New Roman" panose="02020603050405020304" pitchFamily="18" charset="0"/>
                        </a:rPr>
                        <a:t>Isiro</a:t>
                      </a:r>
                    </a:p>
                  </a:txBody>
                  <a:tcPr marL="6736" marR="6736" marT="67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fr-FR" sz="1000" b="0" i="0" u="none" strike="noStrike">
                          <a:solidFill>
                            <a:srgbClr val="000000"/>
                          </a:solidFill>
                          <a:effectLst/>
                          <a:latin typeface="Times New Roman" panose="02020603050405020304" pitchFamily="18" charset="0"/>
                        </a:rPr>
                        <a:t> </a:t>
                      </a:r>
                    </a:p>
                  </a:txBody>
                  <a:tcPr marL="6736" marR="6736" marT="67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fr-FR" sz="900" b="0" i="1" u="none" strike="noStrike">
                          <a:solidFill>
                            <a:srgbClr val="000000"/>
                          </a:solidFill>
                          <a:effectLst/>
                          <a:latin typeface="Times New Roman" panose="02020603050405020304" pitchFamily="18" charset="0"/>
                        </a:rPr>
                        <a:t>14-mars-25</a:t>
                      </a:r>
                    </a:p>
                  </a:txBody>
                  <a:tcPr marL="6736" marR="6736" marT="67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49799471"/>
                  </a:ext>
                </a:extLst>
              </a:tr>
              <a:tr h="154924">
                <a:tc>
                  <a:txBody>
                    <a:bodyPr/>
                    <a:lstStyle/>
                    <a:p>
                      <a:pPr algn="ctr" fontAlgn="b">
                        <a:buNone/>
                      </a:pPr>
                      <a:r>
                        <a:rPr lang="fr-FR" sz="1000" b="0" i="0" u="none" strike="noStrike">
                          <a:solidFill>
                            <a:srgbClr val="000000"/>
                          </a:solidFill>
                          <a:effectLst/>
                          <a:latin typeface="Times New Roman" panose="02020603050405020304" pitchFamily="18" charset="0"/>
                        </a:rPr>
                        <a:t>28</a:t>
                      </a:r>
                    </a:p>
                  </a:txBody>
                  <a:tcPr marL="6736" marR="6736" marT="67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000" b="0" i="0" u="none" strike="noStrike" dirty="0" err="1">
                          <a:solidFill>
                            <a:srgbClr val="000000"/>
                          </a:solidFill>
                          <a:effectLst/>
                          <a:latin typeface="Times New Roman" panose="02020603050405020304" pitchFamily="18" charset="0"/>
                        </a:rPr>
                        <a:t>Kabalo</a:t>
                      </a:r>
                      <a:endParaRPr lang="fr-FR" sz="1000" b="0" i="0" u="none" strike="noStrike" dirty="0">
                        <a:solidFill>
                          <a:srgbClr val="000000"/>
                        </a:solidFill>
                        <a:effectLst/>
                        <a:latin typeface="Times New Roman" panose="02020603050405020304" pitchFamily="18" charset="0"/>
                      </a:endParaRPr>
                    </a:p>
                  </a:txBody>
                  <a:tcPr marL="6736" marR="6736" marT="67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fr-FR" sz="1000" b="0" i="0" u="none" strike="noStrike">
                          <a:solidFill>
                            <a:srgbClr val="000000"/>
                          </a:solidFill>
                          <a:effectLst/>
                          <a:latin typeface="Times New Roman" panose="02020603050405020304" pitchFamily="18" charset="0"/>
                        </a:rPr>
                        <a:t> </a:t>
                      </a:r>
                    </a:p>
                  </a:txBody>
                  <a:tcPr marL="6736" marR="6736" marT="67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fr-FR" sz="900" b="0" i="1" u="none" strike="noStrike">
                          <a:solidFill>
                            <a:srgbClr val="000000"/>
                          </a:solidFill>
                          <a:effectLst/>
                          <a:latin typeface="Times New Roman" panose="02020603050405020304" pitchFamily="18" charset="0"/>
                        </a:rPr>
                        <a:t>29-août-25</a:t>
                      </a:r>
                    </a:p>
                  </a:txBody>
                  <a:tcPr marL="6736" marR="6736" marT="67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90369192"/>
                  </a:ext>
                </a:extLst>
              </a:tr>
              <a:tr h="154924">
                <a:tc>
                  <a:txBody>
                    <a:bodyPr/>
                    <a:lstStyle/>
                    <a:p>
                      <a:pPr algn="ctr" fontAlgn="b">
                        <a:buNone/>
                      </a:pPr>
                      <a:r>
                        <a:rPr lang="fr-FR" sz="1000" b="0" i="0" u="none" strike="noStrike">
                          <a:solidFill>
                            <a:srgbClr val="000000"/>
                          </a:solidFill>
                          <a:effectLst/>
                          <a:latin typeface="Times New Roman" panose="02020603050405020304" pitchFamily="18" charset="0"/>
                        </a:rPr>
                        <a:t>29</a:t>
                      </a:r>
                    </a:p>
                  </a:txBody>
                  <a:tcPr marL="6736" marR="6736" marT="67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000" b="0" i="0" u="none" strike="noStrike" dirty="0">
                          <a:solidFill>
                            <a:srgbClr val="000000"/>
                          </a:solidFill>
                          <a:effectLst/>
                          <a:latin typeface="Times New Roman" panose="02020603050405020304" pitchFamily="18" charset="0"/>
                        </a:rPr>
                        <a:t>Kabinda</a:t>
                      </a:r>
                    </a:p>
                  </a:txBody>
                  <a:tcPr marL="6736" marR="6736" marT="67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fr-FR" sz="1000" b="0" i="0" u="none" strike="noStrike">
                          <a:solidFill>
                            <a:srgbClr val="000000"/>
                          </a:solidFill>
                          <a:effectLst/>
                          <a:latin typeface="Times New Roman" panose="02020603050405020304" pitchFamily="18" charset="0"/>
                        </a:rPr>
                        <a:t> </a:t>
                      </a:r>
                    </a:p>
                  </a:txBody>
                  <a:tcPr marL="6736" marR="6736" marT="67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48235"/>
                    </a:solidFill>
                  </a:tcPr>
                </a:tc>
                <a:tc>
                  <a:txBody>
                    <a:bodyPr/>
                    <a:lstStyle/>
                    <a:p>
                      <a:pPr algn="ctr" fontAlgn="ctr">
                        <a:buNone/>
                      </a:pPr>
                      <a:r>
                        <a:rPr lang="fr-FR" sz="900" b="0" i="1" u="none" strike="noStrike">
                          <a:solidFill>
                            <a:srgbClr val="000000"/>
                          </a:solidFill>
                          <a:effectLst/>
                          <a:latin typeface="Times New Roman" panose="02020603050405020304" pitchFamily="18" charset="0"/>
                        </a:rPr>
                        <a:t>05-déc-25</a:t>
                      </a:r>
                    </a:p>
                  </a:txBody>
                  <a:tcPr marL="6736" marR="6736" marT="67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77125078"/>
                  </a:ext>
                </a:extLst>
              </a:tr>
              <a:tr h="154924">
                <a:tc>
                  <a:txBody>
                    <a:bodyPr/>
                    <a:lstStyle/>
                    <a:p>
                      <a:pPr algn="ctr" fontAlgn="b">
                        <a:buNone/>
                      </a:pPr>
                      <a:r>
                        <a:rPr lang="fr-FR" sz="1000" b="0" i="0" u="none" strike="noStrike">
                          <a:solidFill>
                            <a:srgbClr val="000000"/>
                          </a:solidFill>
                          <a:effectLst/>
                          <a:latin typeface="Times New Roman" panose="02020603050405020304" pitchFamily="18" charset="0"/>
                        </a:rPr>
                        <a:t>30</a:t>
                      </a:r>
                    </a:p>
                  </a:txBody>
                  <a:tcPr marL="6736" marR="6736" marT="67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000" b="0" i="0" u="none" strike="noStrike" dirty="0" err="1">
                          <a:solidFill>
                            <a:srgbClr val="000000"/>
                          </a:solidFill>
                          <a:effectLst/>
                          <a:latin typeface="Times New Roman" panose="02020603050405020304" pitchFamily="18" charset="0"/>
                        </a:rPr>
                        <a:t>Kabondo</a:t>
                      </a:r>
                      <a:r>
                        <a:rPr lang="fr-FR" sz="1000" b="0" i="0" u="none" strike="noStrike" dirty="0">
                          <a:solidFill>
                            <a:srgbClr val="000000"/>
                          </a:solidFill>
                          <a:effectLst/>
                          <a:latin typeface="Times New Roman" panose="02020603050405020304" pitchFamily="18" charset="0"/>
                        </a:rPr>
                        <a:t> </a:t>
                      </a:r>
                      <a:r>
                        <a:rPr lang="fr-FR" sz="1000" b="0" i="0" u="none" strike="noStrike" dirty="0" err="1">
                          <a:solidFill>
                            <a:srgbClr val="000000"/>
                          </a:solidFill>
                          <a:effectLst/>
                          <a:latin typeface="Times New Roman" panose="02020603050405020304" pitchFamily="18" charset="0"/>
                        </a:rPr>
                        <a:t>dianda</a:t>
                      </a:r>
                      <a:endParaRPr lang="fr-FR" sz="1000" b="0" i="0" u="none" strike="noStrike" dirty="0">
                        <a:solidFill>
                          <a:srgbClr val="000000"/>
                        </a:solidFill>
                        <a:effectLst/>
                        <a:latin typeface="Times New Roman" panose="02020603050405020304" pitchFamily="18" charset="0"/>
                      </a:endParaRPr>
                    </a:p>
                  </a:txBody>
                  <a:tcPr marL="6736" marR="6736" marT="67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fr-FR" sz="1000" b="0" i="0" u="none" strike="noStrike">
                          <a:solidFill>
                            <a:srgbClr val="000000"/>
                          </a:solidFill>
                          <a:effectLst/>
                          <a:latin typeface="Times New Roman" panose="02020603050405020304" pitchFamily="18" charset="0"/>
                        </a:rPr>
                        <a:t> </a:t>
                      </a:r>
                    </a:p>
                  </a:txBody>
                  <a:tcPr marL="6736" marR="6736" marT="67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fr-FR" sz="900" b="0" i="1" u="none" strike="noStrike">
                          <a:solidFill>
                            <a:srgbClr val="000000"/>
                          </a:solidFill>
                          <a:effectLst/>
                          <a:latin typeface="Times New Roman" panose="02020603050405020304" pitchFamily="18" charset="0"/>
                        </a:rPr>
                        <a:t>31-août-25</a:t>
                      </a:r>
                    </a:p>
                  </a:txBody>
                  <a:tcPr marL="6736" marR="6736" marT="67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48536266"/>
                  </a:ext>
                </a:extLst>
              </a:tr>
              <a:tr h="154924">
                <a:tc>
                  <a:txBody>
                    <a:bodyPr/>
                    <a:lstStyle/>
                    <a:p>
                      <a:pPr algn="ctr" fontAlgn="b">
                        <a:buNone/>
                      </a:pPr>
                      <a:r>
                        <a:rPr lang="fr-FR" sz="1000" b="0" i="0" u="none" strike="noStrike">
                          <a:solidFill>
                            <a:srgbClr val="000000"/>
                          </a:solidFill>
                          <a:effectLst/>
                          <a:latin typeface="Times New Roman" panose="02020603050405020304" pitchFamily="18" charset="0"/>
                        </a:rPr>
                        <a:t>31</a:t>
                      </a:r>
                    </a:p>
                  </a:txBody>
                  <a:tcPr marL="6736" marR="6736" marT="67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000" b="0" i="0" u="none" strike="noStrike">
                          <a:solidFill>
                            <a:srgbClr val="000000"/>
                          </a:solidFill>
                          <a:effectLst/>
                          <a:latin typeface="Times New Roman" panose="02020603050405020304" pitchFamily="18" charset="0"/>
                        </a:rPr>
                        <a:t>Kalemie</a:t>
                      </a:r>
                    </a:p>
                  </a:txBody>
                  <a:tcPr marL="6736" marR="6736" marT="67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fr-FR" sz="1000" b="0" i="0" u="none" strike="noStrike">
                          <a:solidFill>
                            <a:srgbClr val="000000"/>
                          </a:solidFill>
                          <a:effectLst/>
                          <a:latin typeface="Times New Roman" panose="02020603050405020304" pitchFamily="18" charset="0"/>
                        </a:rPr>
                        <a:t> </a:t>
                      </a:r>
                    </a:p>
                  </a:txBody>
                  <a:tcPr marL="6736" marR="6736" marT="67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48235"/>
                    </a:solidFill>
                  </a:tcPr>
                </a:tc>
                <a:tc>
                  <a:txBody>
                    <a:bodyPr/>
                    <a:lstStyle/>
                    <a:p>
                      <a:pPr algn="ctr" fontAlgn="ctr">
                        <a:buNone/>
                      </a:pPr>
                      <a:r>
                        <a:rPr lang="fr-FR" sz="900" b="0" i="1" u="none" strike="noStrike">
                          <a:solidFill>
                            <a:srgbClr val="000000"/>
                          </a:solidFill>
                          <a:effectLst/>
                          <a:latin typeface="Times New Roman" panose="02020603050405020304" pitchFamily="18" charset="0"/>
                        </a:rPr>
                        <a:t>08-déc-25</a:t>
                      </a:r>
                    </a:p>
                  </a:txBody>
                  <a:tcPr marL="6736" marR="6736" marT="67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89434297"/>
                  </a:ext>
                </a:extLst>
              </a:tr>
              <a:tr h="154924">
                <a:tc>
                  <a:txBody>
                    <a:bodyPr/>
                    <a:lstStyle/>
                    <a:p>
                      <a:pPr algn="ctr" fontAlgn="b">
                        <a:buNone/>
                      </a:pPr>
                      <a:r>
                        <a:rPr lang="fr-FR" sz="1000" b="0" i="0" u="none" strike="noStrike">
                          <a:solidFill>
                            <a:srgbClr val="000000"/>
                          </a:solidFill>
                          <a:effectLst/>
                          <a:latin typeface="Times New Roman" panose="02020603050405020304" pitchFamily="18" charset="0"/>
                        </a:rPr>
                        <a:t>32</a:t>
                      </a:r>
                    </a:p>
                  </a:txBody>
                  <a:tcPr marL="6736" marR="6736" marT="67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000" b="0" i="0" u="none" strike="noStrike" dirty="0">
                          <a:solidFill>
                            <a:srgbClr val="000000"/>
                          </a:solidFill>
                          <a:effectLst/>
                          <a:latin typeface="Times New Roman" panose="02020603050405020304" pitchFamily="18" charset="0"/>
                        </a:rPr>
                        <a:t>Kamina</a:t>
                      </a:r>
                    </a:p>
                  </a:txBody>
                  <a:tcPr marL="6736" marR="6736" marT="67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fr-FR" sz="1000" b="0" i="0" u="none" strike="noStrike">
                          <a:solidFill>
                            <a:srgbClr val="000000"/>
                          </a:solidFill>
                          <a:effectLst/>
                          <a:latin typeface="Times New Roman" panose="02020603050405020304" pitchFamily="18" charset="0"/>
                        </a:rPr>
                        <a:t> </a:t>
                      </a:r>
                    </a:p>
                  </a:txBody>
                  <a:tcPr marL="6736" marR="6736" marT="67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fr-FR" sz="900" b="0" i="1" u="none" strike="noStrike">
                          <a:solidFill>
                            <a:srgbClr val="000000"/>
                          </a:solidFill>
                          <a:effectLst/>
                          <a:latin typeface="Times New Roman" panose="02020603050405020304" pitchFamily="18" charset="0"/>
                        </a:rPr>
                        <a:t>18-août-25</a:t>
                      </a:r>
                    </a:p>
                  </a:txBody>
                  <a:tcPr marL="6736" marR="6736" marT="67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98218896"/>
                  </a:ext>
                </a:extLst>
              </a:tr>
              <a:tr h="154924">
                <a:tc>
                  <a:txBody>
                    <a:bodyPr/>
                    <a:lstStyle/>
                    <a:p>
                      <a:pPr algn="ctr" fontAlgn="b">
                        <a:buNone/>
                      </a:pPr>
                      <a:r>
                        <a:rPr lang="fr-FR" sz="1000" b="0" i="0" u="none" strike="noStrike">
                          <a:solidFill>
                            <a:srgbClr val="000000"/>
                          </a:solidFill>
                          <a:effectLst/>
                          <a:latin typeface="Times New Roman" panose="02020603050405020304" pitchFamily="18" charset="0"/>
                        </a:rPr>
                        <a:t>33</a:t>
                      </a:r>
                    </a:p>
                  </a:txBody>
                  <a:tcPr marL="6736" marR="6736" marT="67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000" b="0" i="0" u="none" strike="noStrike">
                          <a:solidFill>
                            <a:srgbClr val="000000"/>
                          </a:solidFill>
                          <a:effectLst/>
                          <a:latin typeface="Times New Roman" panose="02020603050405020304" pitchFamily="18" charset="0"/>
                        </a:rPr>
                        <a:t>Kasongo</a:t>
                      </a:r>
                    </a:p>
                  </a:txBody>
                  <a:tcPr marL="6736" marR="6736" marT="67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fr-FR" sz="1000" b="0" i="0" u="none" strike="noStrike">
                          <a:solidFill>
                            <a:srgbClr val="000000"/>
                          </a:solidFill>
                          <a:effectLst/>
                          <a:latin typeface="Times New Roman" panose="02020603050405020304" pitchFamily="18" charset="0"/>
                        </a:rPr>
                        <a:t> </a:t>
                      </a:r>
                    </a:p>
                  </a:txBody>
                  <a:tcPr marL="6736" marR="6736" marT="67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fr-FR" sz="900" b="0" i="1" u="none" strike="noStrike">
                          <a:solidFill>
                            <a:srgbClr val="000000"/>
                          </a:solidFill>
                          <a:effectLst/>
                          <a:latin typeface="Times New Roman" panose="02020603050405020304" pitchFamily="18" charset="0"/>
                        </a:rPr>
                        <a:t>06-août-25</a:t>
                      </a:r>
                    </a:p>
                  </a:txBody>
                  <a:tcPr marL="6736" marR="6736" marT="67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93340933"/>
                  </a:ext>
                </a:extLst>
              </a:tr>
              <a:tr h="154924">
                <a:tc>
                  <a:txBody>
                    <a:bodyPr/>
                    <a:lstStyle/>
                    <a:p>
                      <a:pPr algn="ctr" fontAlgn="b">
                        <a:buNone/>
                      </a:pPr>
                      <a:r>
                        <a:rPr lang="fr-FR" sz="1000" b="0" i="0" u="none" strike="noStrike">
                          <a:solidFill>
                            <a:srgbClr val="000000"/>
                          </a:solidFill>
                          <a:effectLst/>
                          <a:latin typeface="Times New Roman" panose="02020603050405020304" pitchFamily="18" charset="0"/>
                        </a:rPr>
                        <a:t>34</a:t>
                      </a:r>
                    </a:p>
                  </a:txBody>
                  <a:tcPr marL="6736" marR="6736" marT="67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000" b="0" i="0" u="none" strike="noStrike">
                          <a:solidFill>
                            <a:srgbClr val="000000"/>
                          </a:solidFill>
                          <a:effectLst/>
                          <a:latin typeface="Times New Roman" panose="02020603050405020304" pitchFamily="18" charset="0"/>
                        </a:rPr>
                        <a:t>Kindu</a:t>
                      </a:r>
                    </a:p>
                  </a:txBody>
                  <a:tcPr marL="6736" marR="6736" marT="67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fr-FR" sz="1000" b="0" i="0" u="none" strike="noStrike">
                          <a:solidFill>
                            <a:srgbClr val="000000"/>
                          </a:solidFill>
                          <a:effectLst/>
                          <a:latin typeface="Times New Roman" panose="02020603050405020304" pitchFamily="18" charset="0"/>
                        </a:rPr>
                        <a:t> </a:t>
                      </a:r>
                    </a:p>
                  </a:txBody>
                  <a:tcPr marL="6736" marR="6736" marT="67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fr-FR" sz="900" b="0" i="1" u="none" strike="noStrike">
                          <a:solidFill>
                            <a:srgbClr val="000000"/>
                          </a:solidFill>
                          <a:effectLst/>
                          <a:latin typeface="Times New Roman" panose="02020603050405020304" pitchFamily="18" charset="0"/>
                        </a:rPr>
                        <a:t>02-sept-25</a:t>
                      </a:r>
                    </a:p>
                  </a:txBody>
                  <a:tcPr marL="6736" marR="6736" marT="67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58095704"/>
                  </a:ext>
                </a:extLst>
              </a:tr>
              <a:tr h="154924">
                <a:tc>
                  <a:txBody>
                    <a:bodyPr/>
                    <a:lstStyle/>
                    <a:p>
                      <a:pPr algn="ctr" fontAlgn="b">
                        <a:buNone/>
                      </a:pPr>
                      <a:r>
                        <a:rPr lang="fr-FR" sz="1000" b="0" i="0" u="none" strike="noStrike">
                          <a:solidFill>
                            <a:srgbClr val="000000"/>
                          </a:solidFill>
                          <a:effectLst/>
                          <a:latin typeface="Times New Roman" panose="02020603050405020304" pitchFamily="18" charset="0"/>
                        </a:rPr>
                        <a:t>35</a:t>
                      </a:r>
                    </a:p>
                  </a:txBody>
                  <a:tcPr marL="6736" marR="6736" marT="67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000" b="0" i="0" u="none" strike="noStrike" dirty="0">
                          <a:solidFill>
                            <a:srgbClr val="000000"/>
                          </a:solidFill>
                          <a:effectLst/>
                          <a:latin typeface="Times New Roman" panose="02020603050405020304" pitchFamily="18" charset="0"/>
                        </a:rPr>
                        <a:t>Kisangani</a:t>
                      </a:r>
                    </a:p>
                  </a:txBody>
                  <a:tcPr marL="6736" marR="6736" marT="67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fr-FR" sz="1000" b="0" i="0" u="none" strike="noStrike">
                          <a:solidFill>
                            <a:srgbClr val="000000"/>
                          </a:solidFill>
                          <a:effectLst/>
                          <a:latin typeface="Times New Roman" panose="02020603050405020304" pitchFamily="18" charset="0"/>
                        </a:rPr>
                        <a:t> </a:t>
                      </a:r>
                    </a:p>
                  </a:txBody>
                  <a:tcPr marL="6736" marR="6736" marT="67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fr-FR" sz="900" b="0" i="1" u="none" strike="noStrike">
                          <a:solidFill>
                            <a:srgbClr val="000000"/>
                          </a:solidFill>
                          <a:effectLst/>
                          <a:latin typeface="Times New Roman" panose="02020603050405020304" pitchFamily="18" charset="0"/>
                        </a:rPr>
                        <a:t>10-mars-25</a:t>
                      </a:r>
                    </a:p>
                  </a:txBody>
                  <a:tcPr marL="6736" marR="6736" marT="67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21359054"/>
                  </a:ext>
                </a:extLst>
              </a:tr>
              <a:tr h="154924">
                <a:tc>
                  <a:txBody>
                    <a:bodyPr/>
                    <a:lstStyle/>
                    <a:p>
                      <a:pPr algn="ctr" fontAlgn="b">
                        <a:buNone/>
                      </a:pPr>
                      <a:r>
                        <a:rPr lang="fr-FR" sz="1000" b="0" i="0" u="none" strike="noStrike">
                          <a:solidFill>
                            <a:srgbClr val="000000"/>
                          </a:solidFill>
                          <a:effectLst/>
                          <a:latin typeface="Times New Roman" panose="02020603050405020304" pitchFamily="18" charset="0"/>
                        </a:rPr>
                        <a:t>36</a:t>
                      </a:r>
                    </a:p>
                  </a:txBody>
                  <a:tcPr marL="6736" marR="6736" marT="67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000" b="0" i="0" u="none" strike="noStrike">
                          <a:solidFill>
                            <a:srgbClr val="000000"/>
                          </a:solidFill>
                          <a:effectLst/>
                          <a:latin typeface="Times New Roman" panose="02020603050405020304" pitchFamily="18" charset="0"/>
                        </a:rPr>
                        <a:t>Kolwezi</a:t>
                      </a:r>
                    </a:p>
                  </a:txBody>
                  <a:tcPr marL="6736" marR="6736" marT="67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fr-FR" sz="1000" b="0" i="0" u="none" strike="noStrike">
                          <a:solidFill>
                            <a:srgbClr val="000000"/>
                          </a:solidFill>
                          <a:effectLst/>
                          <a:latin typeface="Times New Roman" panose="02020603050405020304" pitchFamily="18" charset="0"/>
                        </a:rPr>
                        <a:t> </a:t>
                      </a:r>
                    </a:p>
                  </a:txBody>
                  <a:tcPr marL="6736" marR="6736" marT="67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fr-FR" sz="900" b="0" i="1" u="none" strike="noStrike">
                          <a:solidFill>
                            <a:srgbClr val="000000"/>
                          </a:solidFill>
                          <a:effectLst/>
                          <a:latin typeface="Times New Roman" panose="02020603050405020304" pitchFamily="18" charset="0"/>
                        </a:rPr>
                        <a:t>10-sept-25</a:t>
                      </a:r>
                    </a:p>
                  </a:txBody>
                  <a:tcPr marL="6736" marR="6736" marT="67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60665906"/>
                  </a:ext>
                </a:extLst>
              </a:tr>
              <a:tr h="154924">
                <a:tc>
                  <a:txBody>
                    <a:bodyPr/>
                    <a:lstStyle/>
                    <a:p>
                      <a:pPr algn="ctr" fontAlgn="b">
                        <a:buNone/>
                      </a:pPr>
                      <a:r>
                        <a:rPr lang="fr-FR" sz="1000" b="0" i="0" u="none" strike="noStrike">
                          <a:solidFill>
                            <a:srgbClr val="000000"/>
                          </a:solidFill>
                          <a:effectLst/>
                          <a:latin typeface="Times New Roman" panose="02020603050405020304" pitchFamily="18" charset="0"/>
                        </a:rPr>
                        <a:t>37</a:t>
                      </a:r>
                    </a:p>
                  </a:txBody>
                  <a:tcPr marL="6736" marR="6736" marT="67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000" b="0" i="0" u="none" strike="noStrike">
                          <a:solidFill>
                            <a:srgbClr val="000000"/>
                          </a:solidFill>
                          <a:effectLst/>
                          <a:latin typeface="Times New Roman" panose="02020603050405020304" pitchFamily="18" charset="0"/>
                        </a:rPr>
                        <a:t>Likasi</a:t>
                      </a:r>
                    </a:p>
                  </a:txBody>
                  <a:tcPr marL="6736" marR="6736" marT="67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fr-FR" sz="1000" b="0" i="0" u="none" strike="noStrike">
                          <a:solidFill>
                            <a:srgbClr val="000000"/>
                          </a:solidFill>
                          <a:effectLst/>
                          <a:latin typeface="Times New Roman" panose="02020603050405020304" pitchFamily="18" charset="0"/>
                        </a:rPr>
                        <a:t> </a:t>
                      </a:r>
                    </a:p>
                  </a:txBody>
                  <a:tcPr marL="6736" marR="6736" marT="67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fr-FR" sz="900" b="0" i="1" u="none" strike="noStrike">
                          <a:solidFill>
                            <a:srgbClr val="000000"/>
                          </a:solidFill>
                          <a:effectLst/>
                          <a:latin typeface="Times New Roman" panose="02020603050405020304" pitchFamily="18" charset="0"/>
                        </a:rPr>
                        <a:t>09-sept-25</a:t>
                      </a:r>
                    </a:p>
                  </a:txBody>
                  <a:tcPr marL="6736" marR="6736" marT="67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17013034"/>
                  </a:ext>
                </a:extLst>
              </a:tr>
              <a:tr h="154924">
                <a:tc>
                  <a:txBody>
                    <a:bodyPr/>
                    <a:lstStyle/>
                    <a:p>
                      <a:pPr algn="ctr" fontAlgn="b">
                        <a:buNone/>
                      </a:pPr>
                      <a:r>
                        <a:rPr lang="fr-FR" sz="1000" b="0" i="0" u="none" strike="noStrike">
                          <a:solidFill>
                            <a:srgbClr val="000000"/>
                          </a:solidFill>
                          <a:effectLst/>
                          <a:latin typeface="Times New Roman" panose="02020603050405020304" pitchFamily="18" charset="0"/>
                        </a:rPr>
                        <a:t>38</a:t>
                      </a:r>
                    </a:p>
                  </a:txBody>
                  <a:tcPr marL="6736" marR="6736" marT="67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000" b="0" i="0" u="none" strike="noStrike" dirty="0" err="1">
                          <a:solidFill>
                            <a:srgbClr val="000000"/>
                          </a:solidFill>
                          <a:effectLst/>
                          <a:latin typeface="Times New Roman" panose="02020603050405020304" pitchFamily="18" charset="0"/>
                        </a:rPr>
                        <a:t>Lodja</a:t>
                      </a:r>
                      <a:endParaRPr lang="fr-FR" sz="1000" b="0" i="0" u="none" strike="noStrike" dirty="0">
                        <a:solidFill>
                          <a:srgbClr val="000000"/>
                        </a:solidFill>
                        <a:effectLst/>
                        <a:latin typeface="Times New Roman" panose="02020603050405020304" pitchFamily="18" charset="0"/>
                      </a:endParaRPr>
                    </a:p>
                  </a:txBody>
                  <a:tcPr marL="6736" marR="6736" marT="67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fr-FR" sz="1000" b="0" i="0" u="none" strike="noStrike">
                          <a:solidFill>
                            <a:srgbClr val="000000"/>
                          </a:solidFill>
                          <a:effectLst/>
                          <a:latin typeface="Times New Roman" panose="02020603050405020304" pitchFamily="18" charset="0"/>
                        </a:rPr>
                        <a:t> </a:t>
                      </a:r>
                    </a:p>
                  </a:txBody>
                  <a:tcPr marL="6736" marR="6736" marT="67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48235"/>
                    </a:solidFill>
                  </a:tcPr>
                </a:tc>
                <a:tc>
                  <a:txBody>
                    <a:bodyPr/>
                    <a:lstStyle/>
                    <a:p>
                      <a:pPr algn="ctr" fontAlgn="ctr">
                        <a:buNone/>
                      </a:pPr>
                      <a:r>
                        <a:rPr lang="fr-FR" sz="900" b="0" i="1" u="none" strike="noStrike">
                          <a:solidFill>
                            <a:srgbClr val="000000"/>
                          </a:solidFill>
                          <a:effectLst/>
                          <a:latin typeface="Times New Roman" panose="02020603050405020304" pitchFamily="18" charset="0"/>
                        </a:rPr>
                        <a:t>10-déc-25</a:t>
                      </a:r>
                    </a:p>
                  </a:txBody>
                  <a:tcPr marL="6736" marR="6736" marT="67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79503391"/>
                  </a:ext>
                </a:extLst>
              </a:tr>
              <a:tr h="154924">
                <a:tc>
                  <a:txBody>
                    <a:bodyPr/>
                    <a:lstStyle/>
                    <a:p>
                      <a:pPr algn="ctr" fontAlgn="b">
                        <a:buNone/>
                      </a:pPr>
                      <a:r>
                        <a:rPr lang="fr-FR" sz="1000" b="0" i="0" u="none" strike="noStrike">
                          <a:solidFill>
                            <a:srgbClr val="000000"/>
                          </a:solidFill>
                          <a:effectLst/>
                          <a:latin typeface="Times New Roman" panose="02020603050405020304" pitchFamily="18" charset="0"/>
                        </a:rPr>
                        <a:t>39</a:t>
                      </a:r>
                    </a:p>
                  </a:txBody>
                  <a:tcPr marL="6736" marR="6736" marT="67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000" b="0" i="0" u="none" strike="noStrike">
                          <a:solidFill>
                            <a:srgbClr val="000000"/>
                          </a:solidFill>
                          <a:effectLst/>
                          <a:latin typeface="Times New Roman" panose="02020603050405020304" pitchFamily="18" charset="0"/>
                        </a:rPr>
                        <a:t>Lokutu</a:t>
                      </a:r>
                    </a:p>
                  </a:txBody>
                  <a:tcPr marL="6736" marR="6736" marT="67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fr-FR" sz="1000" b="0" i="0" u="none" strike="noStrike">
                          <a:solidFill>
                            <a:srgbClr val="000000"/>
                          </a:solidFill>
                          <a:effectLst/>
                          <a:latin typeface="Times New Roman" panose="02020603050405020304" pitchFamily="18" charset="0"/>
                        </a:rPr>
                        <a:t> </a:t>
                      </a:r>
                    </a:p>
                  </a:txBody>
                  <a:tcPr marL="6736" marR="6736" marT="67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fr-FR" sz="900" b="0" i="1" u="none" strike="noStrike">
                          <a:solidFill>
                            <a:srgbClr val="000000"/>
                          </a:solidFill>
                          <a:effectLst/>
                          <a:latin typeface="Times New Roman" panose="02020603050405020304" pitchFamily="18" charset="0"/>
                        </a:rPr>
                        <a:t>12-mai-25</a:t>
                      </a:r>
                    </a:p>
                  </a:txBody>
                  <a:tcPr marL="6736" marR="6736" marT="67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56195570"/>
                  </a:ext>
                </a:extLst>
              </a:tr>
              <a:tr h="154924">
                <a:tc>
                  <a:txBody>
                    <a:bodyPr/>
                    <a:lstStyle/>
                    <a:p>
                      <a:pPr algn="ctr" fontAlgn="b">
                        <a:buNone/>
                      </a:pPr>
                      <a:r>
                        <a:rPr lang="fr-FR" sz="1000" b="0" i="0" u="none" strike="noStrike">
                          <a:solidFill>
                            <a:srgbClr val="000000"/>
                          </a:solidFill>
                          <a:effectLst/>
                          <a:latin typeface="Times New Roman" panose="02020603050405020304" pitchFamily="18" charset="0"/>
                        </a:rPr>
                        <a:t>40</a:t>
                      </a:r>
                    </a:p>
                  </a:txBody>
                  <a:tcPr marL="6736" marR="6736" marT="67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000" b="0" i="0" u="none" strike="noStrike" dirty="0">
                          <a:solidFill>
                            <a:srgbClr val="000000"/>
                          </a:solidFill>
                          <a:effectLst/>
                          <a:latin typeface="Times New Roman" panose="02020603050405020304" pitchFamily="18" charset="0"/>
                        </a:rPr>
                        <a:t>Lubumbashi</a:t>
                      </a:r>
                    </a:p>
                  </a:txBody>
                  <a:tcPr marL="6736" marR="6736" marT="67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fr-FR" sz="1000" b="0" i="0" u="none" strike="noStrike">
                          <a:solidFill>
                            <a:srgbClr val="000000"/>
                          </a:solidFill>
                          <a:effectLst/>
                          <a:latin typeface="Times New Roman" panose="02020603050405020304" pitchFamily="18" charset="0"/>
                        </a:rPr>
                        <a:t> </a:t>
                      </a:r>
                    </a:p>
                  </a:txBody>
                  <a:tcPr marL="6736" marR="6736" marT="67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fr-FR" sz="900" b="0" i="1" u="none" strike="noStrike">
                          <a:solidFill>
                            <a:srgbClr val="000000"/>
                          </a:solidFill>
                          <a:effectLst/>
                          <a:latin typeface="Times New Roman" panose="02020603050405020304" pitchFamily="18" charset="0"/>
                        </a:rPr>
                        <a:t>13-août-25</a:t>
                      </a:r>
                    </a:p>
                  </a:txBody>
                  <a:tcPr marL="6736" marR="6736" marT="67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48749522"/>
                  </a:ext>
                </a:extLst>
              </a:tr>
              <a:tr h="154924">
                <a:tc>
                  <a:txBody>
                    <a:bodyPr/>
                    <a:lstStyle/>
                    <a:p>
                      <a:pPr algn="ctr" fontAlgn="b">
                        <a:buNone/>
                      </a:pPr>
                      <a:r>
                        <a:rPr lang="fr-FR" sz="1000" b="0" i="0" u="none" strike="noStrike">
                          <a:solidFill>
                            <a:srgbClr val="000000"/>
                          </a:solidFill>
                          <a:effectLst/>
                          <a:latin typeface="Times New Roman" panose="02020603050405020304" pitchFamily="18" charset="0"/>
                        </a:rPr>
                        <a:t>41</a:t>
                      </a:r>
                    </a:p>
                  </a:txBody>
                  <a:tcPr marL="6736" marR="6736" marT="67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000" b="0" i="0" u="none" strike="noStrike" dirty="0" err="1">
                          <a:solidFill>
                            <a:srgbClr val="000000"/>
                          </a:solidFill>
                          <a:effectLst/>
                          <a:latin typeface="Times New Roman" panose="02020603050405020304" pitchFamily="18" charset="0"/>
                        </a:rPr>
                        <a:t>Lubutu</a:t>
                      </a:r>
                      <a:endParaRPr lang="fr-FR" sz="1000" b="0" i="0" u="none" strike="noStrike" dirty="0">
                        <a:solidFill>
                          <a:srgbClr val="000000"/>
                        </a:solidFill>
                        <a:effectLst/>
                        <a:latin typeface="Times New Roman" panose="02020603050405020304" pitchFamily="18" charset="0"/>
                      </a:endParaRPr>
                    </a:p>
                  </a:txBody>
                  <a:tcPr marL="6736" marR="6736" marT="67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fr-FR" sz="1000" b="0" i="0" u="none" strike="noStrike">
                          <a:solidFill>
                            <a:srgbClr val="000000"/>
                          </a:solidFill>
                          <a:effectLst/>
                          <a:latin typeface="Times New Roman" panose="02020603050405020304" pitchFamily="18" charset="0"/>
                        </a:rPr>
                        <a:t> </a:t>
                      </a:r>
                    </a:p>
                  </a:txBody>
                  <a:tcPr marL="6736" marR="6736" marT="67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fr-FR" sz="900" b="0" i="1" u="none" strike="noStrike">
                          <a:solidFill>
                            <a:srgbClr val="000000"/>
                          </a:solidFill>
                          <a:effectLst/>
                          <a:latin typeface="Times New Roman" panose="02020603050405020304" pitchFamily="18" charset="0"/>
                        </a:rPr>
                        <a:t>05-sept-25</a:t>
                      </a:r>
                    </a:p>
                  </a:txBody>
                  <a:tcPr marL="6736" marR="6736" marT="67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432075"/>
                  </a:ext>
                </a:extLst>
              </a:tr>
              <a:tr h="154924">
                <a:tc>
                  <a:txBody>
                    <a:bodyPr/>
                    <a:lstStyle/>
                    <a:p>
                      <a:pPr algn="ctr" fontAlgn="b">
                        <a:buNone/>
                      </a:pPr>
                      <a:r>
                        <a:rPr lang="fr-FR" sz="1000" b="0" i="0" u="none" strike="noStrike">
                          <a:solidFill>
                            <a:srgbClr val="000000"/>
                          </a:solidFill>
                          <a:effectLst/>
                          <a:latin typeface="Times New Roman" panose="02020603050405020304" pitchFamily="18" charset="0"/>
                        </a:rPr>
                        <a:t>42</a:t>
                      </a:r>
                    </a:p>
                  </a:txBody>
                  <a:tcPr marL="6736" marR="6736" marT="67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000" b="0" i="0" u="none" strike="noStrike" dirty="0" err="1">
                          <a:solidFill>
                            <a:srgbClr val="000000"/>
                          </a:solidFill>
                          <a:effectLst/>
                          <a:latin typeface="Times New Roman" panose="02020603050405020304" pitchFamily="18" charset="0"/>
                        </a:rPr>
                        <a:t>Lusambo</a:t>
                      </a:r>
                      <a:endParaRPr lang="fr-FR" sz="1000" b="0" i="0" u="none" strike="noStrike" dirty="0">
                        <a:solidFill>
                          <a:srgbClr val="000000"/>
                        </a:solidFill>
                        <a:effectLst/>
                        <a:latin typeface="Times New Roman" panose="02020603050405020304" pitchFamily="18" charset="0"/>
                      </a:endParaRPr>
                    </a:p>
                  </a:txBody>
                  <a:tcPr marL="6736" marR="6736" marT="67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fr-FR" sz="1000" b="0" i="0" u="none" strike="noStrike">
                          <a:solidFill>
                            <a:srgbClr val="000000"/>
                          </a:solidFill>
                          <a:effectLst/>
                          <a:latin typeface="Times New Roman" panose="02020603050405020304" pitchFamily="18" charset="0"/>
                        </a:rPr>
                        <a:t> </a:t>
                      </a:r>
                    </a:p>
                  </a:txBody>
                  <a:tcPr marL="6736" marR="6736" marT="67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fr-FR" sz="900" b="0" i="1" u="none" strike="noStrike">
                          <a:solidFill>
                            <a:srgbClr val="000000"/>
                          </a:solidFill>
                          <a:effectLst/>
                          <a:latin typeface="Times New Roman" panose="02020603050405020304" pitchFamily="18" charset="0"/>
                        </a:rPr>
                        <a:t>10-mars-25</a:t>
                      </a:r>
                    </a:p>
                  </a:txBody>
                  <a:tcPr marL="6736" marR="6736" marT="67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83993650"/>
                  </a:ext>
                </a:extLst>
              </a:tr>
              <a:tr h="154924">
                <a:tc>
                  <a:txBody>
                    <a:bodyPr/>
                    <a:lstStyle/>
                    <a:p>
                      <a:pPr algn="ctr" fontAlgn="b">
                        <a:buNone/>
                      </a:pPr>
                      <a:r>
                        <a:rPr lang="fr-FR" sz="1000" b="0" i="0" u="none" strike="noStrike">
                          <a:solidFill>
                            <a:srgbClr val="000000"/>
                          </a:solidFill>
                          <a:effectLst/>
                          <a:latin typeface="Times New Roman" panose="02020603050405020304" pitchFamily="18" charset="0"/>
                        </a:rPr>
                        <a:t>43</a:t>
                      </a:r>
                    </a:p>
                  </a:txBody>
                  <a:tcPr marL="6736" marR="6736" marT="67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000" b="0" i="0" u="none" strike="noStrike" dirty="0">
                          <a:solidFill>
                            <a:srgbClr val="000000"/>
                          </a:solidFill>
                          <a:effectLst/>
                          <a:latin typeface="Times New Roman" panose="02020603050405020304" pitchFamily="18" charset="0"/>
                        </a:rPr>
                        <a:t>Mbujimayi</a:t>
                      </a:r>
                    </a:p>
                  </a:txBody>
                  <a:tcPr marL="6736" marR="6736" marT="67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fr-FR" sz="1000" b="0" i="0" u="none" strike="noStrike">
                          <a:solidFill>
                            <a:srgbClr val="000000"/>
                          </a:solidFill>
                          <a:effectLst/>
                          <a:latin typeface="Times New Roman" panose="02020603050405020304" pitchFamily="18" charset="0"/>
                        </a:rPr>
                        <a:t> </a:t>
                      </a:r>
                    </a:p>
                  </a:txBody>
                  <a:tcPr marL="6736" marR="6736" marT="67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fr-FR" sz="900" b="0" i="1" u="none" strike="noStrike">
                          <a:solidFill>
                            <a:srgbClr val="000000"/>
                          </a:solidFill>
                          <a:effectLst/>
                          <a:latin typeface="Times New Roman" panose="02020603050405020304" pitchFamily="18" charset="0"/>
                        </a:rPr>
                        <a:t>02-juin-25</a:t>
                      </a:r>
                    </a:p>
                  </a:txBody>
                  <a:tcPr marL="6736" marR="6736" marT="67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35033702"/>
                  </a:ext>
                </a:extLst>
              </a:tr>
              <a:tr h="154924">
                <a:tc>
                  <a:txBody>
                    <a:bodyPr/>
                    <a:lstStyle/>
                    <a:p>
                      <a:pPr algn="ctr" fontAlgn="b">
                        <a:buNone/>
                      </a:pPr>
                      <a:r>
                        <a:rPr lang="fr-FR" sz="1000" b="0" i="0" u="none" strike="noStrike">
                          <a:solidFill>
                            <a:srgbClr val="000000"/>
                          </a:solidFill>
                          <a:effectLst/>
                          <a:latin typeface="Times New Roman" panose="02020603050405020304" pitchFamily="18" charset="0"/>
                        </a:rPr>
                        <a:t>44</a:t>
                      </a:r>
                    </a:p>
                  </a:txBody>
                  <a:tcPr marL="6736" marR="6736" marT="67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000" b="0" i="0" u="none" strike="noStrike" dirty="0" err="1">
                          <a:solidFill>
                            <a:srgbClr val="000000"/>
                          </a:solidFill>
                          <a:effectLst/>
                          <a:latin typeface="Times New Roman" panose="02020603050405020304" pitchFamily="18" charset="0"/>
                        </a:rPr>
                        <a:t>Mweka</a:t>
                      </a:r>
                      <a:endParaRPr lang="fr-FR" sz="1000" b="0" i="0" u="none" strike="noStrike" dirty="0">
                        <a:solidFill>
                          <a:srgbClr val="000000"/>
                        </a:solidFill>
                        <a:effectLst/>
                        <a:latin typeface="Times New Roman" panose="02020603050405020304" pitchFamily="18" charset="0"/>
                      </a:endParaRPr>
                    </a:p>
                  </a:txBody>
                  <a:tcPr marL="6736" marR="6736" marT="67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fr-FR" sz="1000" b="0" i="0" u="none" strike="noStrike">
                          <a:solidFill>
                            <a:srgbClr val="000000"/>
                          </a:solidFill>
                          <a:effectLst/>
                          <a:latin typeface="Times New Roman" panose="02020603050405020304" pitchFamily="18" charset="0"/>
                        </a:rPr>
                        <a:t> </a:t>
                      </a:r>
                    </a:p>
                  </a:txBody>
                  <a:tcPr marL="6736" marR="6736" marT="67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fr-FR" sz="900" b="0" i="1" u="none" strike="noStrike">
                          <a:solidFill>
                            <a:srgbClr val="000000"/>
                          </a:solidFill>
                          <a:effectLst/>
                          <a:latin typeface="Times New Roman" panose="02020603050405020304" pitchFamily="18" charset="0"/>
                        </a:rPr>
                        <a:t>05-sept-25</a:t>
                      </a:r>
                    </a:p>
                  </a:txBody>
                  <a:tcPr marL="6736" marR="6736" marT="67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30937054"/>
                  </a:ext>
                </a:extLst>
              </a:tr>
              <a:tr h="154924">
                <a:tc>
                  <a:txBody>
                    <a:bodyPr/>
                    <a:lstStyle/>
                    <a:p>
                      <a:pPr algn="ctr" fontAlgn="b">
                        <a:buNone/>
                      </a:pPr>
                      <a:r>
                        <a:rPr lang="fr-FR" sz="1000" b="0" i="0" u="none" strike="noStrike">
                          <a:solidFill>
                            <a:srgbClr val="000000"/>
                          </a:solidFill>
                          <a:effectLst/>
                          <a:latin typeface="Times New Roman" panose="02020603050405020304" pitchFamily="18" charset="0"/>
                        </a:rPr>
                        <a:t>45</a:t>
                      </a:r>
                    </a:p>
                  </a:txBody>
                  <a:tcPr marL="6736" marR="6736" marT="67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000" b="0" i="0" u="none" strike="noStrike" dirty="0" err="1">
                          <a:solidFill>
                            <a:srgbClr val="000000"/>
                          </a:solidFill>
                          <a:effectLst/>
                          <a:latin typeface="Times New Roman" panose="02020603050405020304" pitchFamily="18" charset="0"/>
                        </a:rPr>
                        <a:t>Mweneditu</a:t>
                      </a:r>
                      <a:endParaRPr lang="fr-FR" sz="1000" b="0" i="0" u="none" strike="noStrike" dirty="0">
                        <a:solidFill>
                          <a:srgbClr val="000000"/>
                        </a:solidFill>
                        <a:effectLst/>
                        <a:latin typeface="Times New Roman" panose="02020603050405020304" pitchFamily="18" charset="0"/>
                      </a:endParaRPr>
                    </a:p>
                  </a:txBody>
                  <a:tcPr marL="6736" marR="6736" marT="67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fr-FR" sz="1000" b="0" i="0" u="none" strike="noStrike">
                          <a:solidFill>
                            <a:srgbClr val="000000"/>
                          </a:solidFill>
                          <a:effectLst/>
                          <a:latin typeface="Times New Roman" panose="02020603050405020304" pitchFamily="18" charset="0"/>
                        </a:rPr>
                        <a:t> </a:t>
                      </a:r>
                    </a:p>
                  </a:txBody>
                  <a:tcPr marL="6736" marR="6736" marT="67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fr-FR" sz="900" b="0" i="1" u="none" strike="noStrike">
                          <a:solidFill>
                            <a:srgbClr val="000000"/>
                          </a:solidFill>
                          <a:effectLst/>
                          <a:latin typeface="Times New Roman" panose="02020603050405020304" pitchFamily="18" charset="0"/>
                        </a:rPr>
                        <a:t>05-juin-25</a:t>
                      </a:r>
                    </a:p>
                  </a:txBody>
                  <a:tcPr marL="6736" marR="6736" marT="67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00580396"/>
                  </a:ext>
                </a:extLst>
              </a:tr>
              <a:tr h="154924">
                <a:tc>
                  <a:txBody>
                    <a:bodyPr/>
                    <a:lstStyle/>
                    <a:p>
                      <a:pPr algn="ctr" fontAlgn="b">
                        <a:buNone/>
                      </a:pPr>
                      <a:r>
                        <a:rPr lang="fr-FR" sz="1000" b="0" i="0" u="none" strike="noStrike">
                          <a:solidFill>
                            <a:srgbClr val="000000"/>
                          </a:solidFill>
                          <a:effectLst/>
                          <a:latin typeface="Times New Roman" panose="02020603050405020304" pitchFamily="18" charset="0"/>
                        </a:rPr>
                        <a:t>46</a:t>
                      </a:r>
                    </a:p>
                  </a:txBody>
                  <a:tcPr marL="6736" marR="6736" marT="67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000" b="0" i="0" u="none" strike="noStrike" dirty="0" err="1">
                          <a:solidFill>
                            <a:srgbClr val="000000"/>
                          </a:solidFill>
                          <a:effectLst/>
                          <a:latin typeface="Times New Roman" panose="02020603050405020304" pitchFamily="18" charset="0"/>
                        </a:rPr>
                        <a:t>Tshumbe</a:t>
                      </a:r>
                      <a:endParaRPr lang="fr-FR" sz="1000" b="0" i="0" u="none" strike="noStrike" dirty="0">
                        <a:solidFill>
                          <a:srgbClr val="000000"/>
                        </a:solidFill>
                        <a:effectLst/>
                        <a:latin typeface="Times New Roman" panose="02020603050405020304" pitchFamily="18" charset="0"/>
                      </a:endParaRPr>
                    </a:p>
                  </a:txBody>
                  <a:tcPr marL="6736" marR="6736" marT="67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fr-FR" sz="1000" b="0" i="0" u="none" strike="noStrike">
                          <a:solidFill>
                            <a:srgbClr val="000000"/>
                          </a:solidFill>
                          <a:effectLst/>
                          <a:latin typeface="Times New Roman" panose="02020603050405020304" pitchFamily="18" charset="0"/>
                        </a:rPr>
                        <a:t> </a:t>
                      </a:r>
                    </a:p>
                  </a:txBody>
                  <a:tcPr marL="6736" marR="6736" marT="67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48235"/>
                    </a:solidFill>
                  </a:tcPr>
                </a:tc>
                <a:tc>
                  <a:txBody>
                    <a:bodyPr/>
                    <a:lstStyle/>
                    <a:p>
                      <a:pPr algn="ctr" fontAlgn="ctr">
                        <a:buNone/>
                      </a:pPr>
                      <a:r>
                        <a:rPr lang="fr-FR" sz="900" b="0" i="1" u="none" strike="noStrike">
                          <a:solidFill>
                            <a:srgbClr val="000000"/>
                          </a:solidFill>
                          <a:effectLst/>
                          <a:latin typeface="Times New Roman" panose="02020603050405020304" pitchFamily="18" charset="0"/>
                        </a:rPr>
                        <a:t>08-déc-25</a:t>
                      </a:r>
                    </a:p>
                  </a:txBody>
                  <a:tcPr marL="6736" marR="6736" marT="67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83863298"/>
                  </a:ext>
                </a:extLst>
              </a:tr>
              <a:tr h="161660">
                <a:tc>
                  <a:txBody>
                    <a:bodyPr/>
                    <a:lstStyle/>
                    <a:p>
                      <a:pPr algn="ctr" fontAlgn="b">
                        <a:buNone/>
                      </a:pPr>
                      <a:r>
                        <a:rPr lang="fr-FR" sz="1000" b="0" i="0" u="none" strike="noStrike">
                          <a:solidFill>
                            <a:srgbClr val="000000"/>
                          </a:solidFill>
                          <a:effectLst/>
                          <a:latin typeface="Times New Roman" panose="02020603050405020304" pitchFamily="18" charset="0"/>
                        </a:rPr>
                        <a:t>47</a:t>
                      </a:r>
                    </a:p>
                  </a:txBody>
                  <a:tcPr marL="6736" marR="6736" marT="67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000" b="0" i="0" u="none" strike="noStrike" dirty="0">
                          <a:solidFill>
                            <a:srgbClr val="000000"/>
                          </a:solidFill>
                          <a:effectLst/>
                          <a:latin typeface="Times New Roman" panose="02020603050405020304" pitchFamily="18" charset="0"/>
                        </a:rPr>
                        <a:t>Watsa</a:t>
                      </a:r>
                    </a:p>
                  </a:txBody>
                  <a:tcPr marL="6736" marR="6736" marT="67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fr-FR" sz="1000" b="0" i="0" u="none" strike="noStrike">
                          <a:solidFill>
                            <a:srgbClr val="000000"/>
                          </a:solidFill>
                          <a:effectLst/>
                          <a:latin typeface="Times New Roman" panose="02020603050405020304" pitchFamily="18" charset="0"/>
                        </a:rPr>
                        <a:t> </a:t>
                      </a:r>
                    </a:p>
                  </a:txBody>
                  <a:tcPr marL="6736" marR="6736" marT="67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fr-FR" sz="900" b="0" i="1" u="none" strike="noStrike" dirty="0">
                          <a:solidFill>
                            <a:srgbClr val="000000"/>
                          </a:solidFill>
                          <a:effectLst/>
                          <a:latin typeface="Times New Roman" panose="02020603050405020304" pitchFamily="18" charset="0"/>
                        </a:rPr>
                        <a:t>16-juil-25</a:t>
                      </a:r>
                    </a:p>
                  </a:txBody>
                  <a:tcPr marL="6736" marR="6736" marT="67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51081771"/>
                  </a:ext>
                </a:extLst>
              </a:tr>
            </a:tbl>
          </a:graphicData>
        </a:graphic>
      </p:graphicFrame>
    </p:spTree>
    <p:extLst>
      <p:ext uri="{BB962C8B-B14F-4D97-AF65-F5344CB8AC3E}">
        <p14:creationId xmlns:p14="http://schemas.microsoft.com/office/powerpoint/2010/main" val="20482090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1978" y="549990"/>
            <a:ext cx="11906053" cy="400110"/>
          </a:xfrm>
          <a:prstGeom prst="rect">
            <a:avLst/>
          </a:prstGeom>
          <a:noFill/>
        </p:spPr>
        <p:txBody>
          <a:bodyPr wrap="square">
            <a:spAutoFit/>
          </a:bodyPr>
          <a:lstStyle/>
          <a:p>
            <a:pPr>
              <a:defRPr sz="3600" b="1"/>
            </a:pPr>
            <a:r>
              <a:rPr lang="fr-FR" sz="2000" dirty="0">
                <a:solidFill>
                  <a:schemeClr val="accent1">
                    <a:lumMod val="75000"/>
                  </a:schemeClr>
                </a:solidFill>
                <a:latin typeface="Times New Roman" panose="02020603050405020304" pitchFamily="18" charset="0"/>
                <a:cs typeface="Times New Roman" panose="02020603050405020304" pitchFamily="18" charset="0"/>
              </a:rPr>
              <a:t>Objectif : doter le pays d’un système  d’information transactionnel pour la visibilité des données logistiques</a:t>
            </a:r>
            <a:endParaRPr sz="2000" dirty="0">
              <a:solidFill>
                <a:schemeClr val="accent1">
                  <a:lumMod val="75000"/>
                </a:schemeClr>
              </a:solidFill>
              <a:latin typeface="Times New Roman" panose="02020603050405020304" pitchFamily="18" charset="0"/>
              <a:cs typeface="Times New Roman" panose="02020603050405020304" pitchFamily="18" charset="0"/>
            </a:endParaRPr>
          </a:p>
        </p:txBody>
      </p:sp>
      <p:graphicFrame>
        <p:nvGraphicFramePr>
          <p:cNvPr id="8" name="Table 7"/>
          <p:cNvGraphicFramePr>
            <a:graphicFrameLocks noGrp="1"/>
          </p:cNvGraphicFramePr>
          <p:nvPr/>
        </p:nvGraphicFramePr>
        <p:xfrm>
          <a:off x="169682" y="2228016"/>
          <a:ext cx="11906054" cy="4512150"/>
        </p:xfrm>
        <a:graphic>
          <a:graphicData uri="http://schemas.openxmlformats.org/drawingml/2006/table">
            <a:tbl>
              <a:tblPr firstRow="1" bandRow="1">
                <a:tableStyleId>{5C22544A-7EE6-4342-B048-85BDC9FD1C3A}</a:tableStyleId>
              </a:tblPr>
              <a:tblGrid>
                <a:gridCol w="716438">
                  <a:extLst>
                    <a:ext uri="{9D8B030D-6E8A-4147-A177-3AD203B41FA5}">
                      <a16:colId xmlns:a16="http://schemas.microsoft.com/office/drawing/2014/main" val="20000"/>
                    </a:ext>
                  </a:extLst>
                </a:gridCol>
                <a:gridCol w="5522998">
                  <a:extLst>
                    <a:ext uri="{9D8B030D-6E8A-4147-A177-3AD203B41FA5}">
                      <a16:colId xmlns:a16="http://schemas.microsoft.com/office/drawing/2014/main" val="20001"/>
                    </a:ext>
                  </a:extLst>
                </a:gridCol>
                <a:gridCol w="1928563">
                  <a:extLst>
                    <a:ext uri="{9D8B030D-6E8A-4147-A177-3AD203B41FA5}">
                      <a16:colId xmlns:a16="http://schemas.microsoft.com/office/drawing/2014/main" val="20002"/>
                    </a:ext>
                  </a:extLst>
                </a:gridCol>
                <a:gridCol w="1616496">
                  <a:extLst>
                    <a:ext uri="{9D8B030D-6E8A-4147-A177-3AD203B41FA5}">
                      <a16:colId xmlns:a16="http://schemas.microsoft.com/office/drawing/2014/main" val="20003"/>
                    </a:ext>
                  </a:extLst>
                </a:gridCol>
                <a:gridCol w="2121559">
                  <a:extLst>
                    <a:ext uri="{9D8B030D-6E8A-4147-A177-3AD203B41FA5}">
                      <a16:colId xmlns:a16="http://schemas.microsoft.com/office/drawing/2014/main" val="20004"/>
                    </a:ext>
                  </a:extLst>
                </a:gridCol>
              </a:tblGrid>
              <a:tr h="602114">
                <a:tc>
                  <a:txBody>
                    <a:bodyPr/>
                    <a:lstStyle/>
                    <a:p>
                      <a:pPr algn="ctr">
                        <a:defRPr sz="1600" b="1">
                          <a:solidFill>
                            <a:srgbClr val="000000"/>
                          </a:solidFill>
                        </a:defRPr>
                      </a:pPr>
                      <a:r>
                        <a:rPr sz="1800" dirty="0">
                          <a:latin typeface="Times New Roman" panose="02020603050405020304" pitchFamily="18" charset="0"/>
                          <a:cs typeface="Times New Roman" panose="02020603050405020304" pitchFamily="18" charset="0"/>
                        </a:rPr>
                        <a:t>Lot</a:t>
                      </a:r>
                      <a:r>
                        <a:rPr lang="fr-FR" sz="1800" dirty="0">
                          <a:latin typeface="Times New Roman" panose="02020603050405020304" pitchFamily="18" charset="0"/>
                          <a:cs typeface="Times New Roman" panose="02020603050405020304" pitchFamily="18" charset="0"/>
                        </a:rPr>
                        <a:t>s</a:t>
                      </a:r>
                      <a:endParaRPr sz="1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defRPr sz="1600" b="1">
                          <a:solidFill>
                            <a:srgbClr val="000000"/>
                          </a:solidFill>
                        </a:defRPr>
                      </a:pPr>
                      <a:r>
                        <a:rPr sz="1800" dirty="0" err="1">
                          <a:latin typeface="Times New Roman" panose="02020603050405020304" pitchFamily="18" charset="0"/>
                          <a:cs typeface="Times New Roman" panose="02020603050405020304" pitchFamily="18" charset="0"/>
                        </a:rPr>
                        <a:t>Activités</a:t>
                      </a:r>
                      <a:r>
                        <a:rPr sz="1800" dirty="0">
                          <a:latin typeface="Times New Roman" panose="02020603050405020304" pitchFamily="18" charset="0"/>
                          <a:cs typeface="Times New Roman" panose="02020603050405020304" pitchFamily="18" charset="0"/>
                        </a:rPr>
                        <a:t> </a:t>
                      </a:r>
                      <a:r>
                        <a:rPr sz="1800" dirty="0" err="1">
                          <a:latin typeface="Times New Roman" panose="02020603050405020304" pitchFamily="18" charset="0"/>
                          <a:cs typeface="Times New Roman" panose="02020603050405020304" pitchFamily="18" charset="0"/>
                        </a:rPr>
                        <a:t>clés</a:t>
                      </a:r>
                      <a:endParaRPr sz="1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defRPr sz="1600" b="1">
                          <a:solidFill>
                            <a:srgbClr val="000000"/>
                          </a:solidFill>
                        </a:defRPr>
                      </a:pPr>
                      <a:r>
                        <a:rPr sz="1800" dirty="0" err="1">
                          <a:latin typeface="Times New Roman" panose="02020603050405020304" pitchFamily="18" charset="0"/>
                          <a:cs typeface="Times New Roman" panose="02020603050405020304" pitchFamily="18" charset="0"/>
                        </a:rPr>
                        <a:t>Statut</a:t>
                      </a:r>
                      <a:endParaRPr sz="1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defRPr sz="1600" b="1">
                          <a:solidFill>
                            <a:srgbClr val="000000"/>
                          </a:solidFill>
                        </a:defRPr>
                      </a:pPr>
                      <a:r>
                        <a:rPr sz="1800" dirty="0">
                          <a:latin typeface="Times New Roman" panose="02020603050405020304" pitchFamily="18" charset="0"/>
                          <a:cs typeface="Times New Roman" panose="02020603050405020304" pitchFamily="18" charset="0"/>
                        </a:rPr>
                        <a:t>%</a:t>
                      </a:r>
                      <a:r>
                        <a:rPr lang="fr-FR" sz="1800" dirty="0">
                          <a:latin typeface="Times New Roman" panose="02020603050405020304" pitchFamily="18" charset="0"/>
                          <a:cs typeface="Times New Roman" panose="02020603050405020304" pitchFamily="18" charset="0"/>
                        </a:rPr>
                        <a:t> de réalisation</a:t>
                      </a:r>
                      <a:endParaRPr sz="1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defRPr sz="1600" b="1">
                          <a:solidFill>
                            <a:srgbClr val="000000"/>
                          </a:solidFill>
                        </a:defRPr>
                      </a:pPr>
                      <a:r>
                        <a:rPr lang="fr-FR" sz="1800" dirty="0">
                          <a:latin typeface="Times New Roman" panose="02020603050405020304" pitchFamily="18" charset="0"/>
                          <a:cs typeface="Times New Roman" panose="02020603050405020304" pitchFamily="18" charset="0"/>
                        </a:rPr>
                        <a:t>Date fin ciblée</a:t>
                      </a:r>
                      <a:endParaRPr sz="1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772974">
                <a:tc>
                  <a:txBody>
                    <a:bodyPr/>
                    <a:lstStyle/>
                    <a:p>
                      <a:pPr algn="ctr">
                        <a:defRPr sz="1400">
                          <a:solidFill>
                            <a:srgbClr val="000000"/>
                          </a:solidFill>
                        </a:defRPr>
                      </a:pPr>
                      <a:r>
                        <a:rPr sz="1600" dirty="0">
                          <a:latin typeface="Times New Roman" panose="02020603050405020304" pitchFamily="18" charset="0"/>
                          <a:cs typeface="Times New Roman" panose="02020603050405020304" pitchFamily="18" charset="0"/>
                        </a:rPr>
                        <a:t>Lot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defRPr sz="1400">
                          <a:solidFill>
                            <a:srgbClr val="000000"/>
                          </a:solidFill>
                        </a:defRPr>
                      </a:pPr>
                      <a:r>
                        <a:rPr sz="1600" dirty="0">
                          <a:latin typeface="Times New Roman" panose="02020603050405020304" pitchFamily="18" charset="0"/>
                          <a:cs typeface="Times New Roman" panose="02020603050405020304" pitchFamily="18" charset="0"/>
                        </a:rPr>
                        <a:t>Réunion </a:t>
                      </a:r>
                      <a:r>
                        <a:rPr lang="fr-FR" sz="1600" dirty="0">
                          <a:latin typeface="Times New Roman" panose="02020603050405020304" pitchFamily="18" charset="0"/>
                          <a:cs typeface="Times New Roman" panose="02020603050405020304" pitchFamily="18" charset="0"/>
                        </a:rPr>
                        <a:t>de </a:t>
                      </a:r>
                      <a:r>
                        <a:rPr sz="1600" dirty="0" err="1">
                          <a:latin typeface="Times New Roman" panose="02020603050405020304" pitchFamily="18" charset="0"/>
                          <a:cs typeface="Times New Roman" panose="02020603050405020304" pitchFamily="18" charset="0"/>
                        </a:rPr>
                        <a:t>lancement</a:t>
                      </a:r>
                      <a:r>
                        <a:rPr sz="1600" dirty="0">
                          <a:latin typeface="Times New Roman" panose="02020603050405020304" pitchFamily="18" charset="0"/>
                          <a:cs typeface="Times New Roman" panose="02020603050405020304" pitchFamily="18" charset="0"/>
                        </a:rPr>
                        <a:t>, </a:t>
                      </a:r>
                      <a:r>
                        <a:rPr lang="fr-FR" sz="1600" dirty="0">
                          <a:latin typeface="Times New Roman" panose="02020603050405020304" pitchFamily="18" charset="0"/>
                          <a:cs typeface="Times New Roman" panose="02020603050405020304" pitchFamily="18" charset="0"/>
                        </a:rPr>
                        <a:t> Réunion Technique de  </a:t>
                      </a:r>
                      <a:r>
                        <a:rPr sz="1600" dirty="0" err="1">
                          <a:latin typeface="Times New Roman" panose="02020603050405020304" pitchFamily="18" charset="0"/>
                          <a:cs typeface="Times New Roman" panose="02020603050405020304" pitchFamily="18" charset="0"/>
                        </a:rPr>
                        <a:t>cadrage</a:t>
                      </a:r>
                      <a:r>
                        <a:rPr lang="fr-FR" sz="1600" dirty="0">
                          <a:latin typeface="Times New Roman" panose="02020603050405020304" pitchFamily="18" charset="0"/>
                          <a:cs typeface="Times New Roman" panose="02020603050405020304" pitchFamily="18" charset="0"/>
                        </a:rPr>
                        <a:t> des spécifications,  Validation livrable 1 – Plan projet détaillé et  portée du  travail</a:t>
                      </a:r>
                      <a:endParaRPr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defRPr sz="1400">
                          <a:solidFill>
                            <a:srgbClr val="000000"/>
                          </a:solidFill>
                        </a:defRPr>
                      </a:pPr>
                      <a:r>
                        <a:rPr sz="1600" dirty="0">
                          <a:latin typeface="Times New Roman" panose="02020603050405020304" pitchFamily="18" charset="0"/>
                          <a:cs typeface="Times New Roman" panose="02020603050405020304" pitchFamily="18" charset="0"/>
                        </a:rPr>
                        <a:t>✅ </a:t>
                      </a:r>
                      <a:r>
                        <a:rPr sz="1600" dirty="0" err="1">
                          <a:latin typeface="Times New Roman" panose="02020603050405020304" pitchFamily="18" charset="0"/>
                          <a:cs typeface="Times New Roman" panose="02020603050405020304" pitchFamily="18" charset="0"/>
                        </a:rPr>
                        <a:t>Terminé</a:t>
                      </a:r>
                      <a:endParaRPr sz="16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defRPr sz="1400">
                          <a:solidFill>
                            <a:srgbClr val="000000"/>
                          </a:solidFill>
                        </a:defRPr>
                      </a:pPr>
                      <a:r>
                        <a:rPr sz="1600" dirty="0">
                          <a:latin typeface="Times New Roman" panose="02020603050405020304" pitchFamily="18" charset="0"/>
                          <a:cs typeface="Times New Roman" panose="02020603050405020304" pitchFamily="18" charset="0"/>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defRPr sz="1400">
                          <a:solidFill>
                            <a:srgbClr val="000000"/>
                          </a:solidFill>
                        </a:defRPr>
                      </a:pPr>
                      <a:r>
                        <a:rPr sz="1600" dirty="0">
                          <a:latin typeface="Times New Roman" panose="02020603050405020304" pitchFamily="18" charset="0"/>
                          <a:cs typeface="Times New Roman" panose="02020603050405020304" pitchFamily="18" charset="0"/>
                        </a:rPr>
                        <a:t>03 </a:t>
                      </a:r>
                      <a:r>
                        <a:rPr sz="1600" dirty="0" err="1">
                          <a:latin typeface="Times New Roman" panose="02020603050405020304" pitchFamily="18" charset="0"/>
                          <a:cs typeface="Times New Roman" panose="02020603050405020304" pitchFamily="18" charset="0"/>
                        </a:rPr>
                        <a:t>Décembre</a:t>
                      </a:r>
                      <a:r>
                        <a:rPr lang="fr-FR" sz="1600" dirty="0">
                          <a:latin typeface="Times New Roman" panose="02020603050405020304" pitchFamily="18" charset="0"/>
                          <a:cs typeface="Times New Roman" panose="02020603050405020304" pitchFamily="18" charset="0"/>
                        </a:rPr>
                        <a:t> 2025</a:t>
                      </a:r>
                      <a:endParaRPr sz="16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98425">
                <a:tc>
                  <a:txBody>
                    <a:bodyPr/>
                    <a:lstStyle/>
                    <a:p>
                      <a:pPr algn="ctr">
                        <a:defRPr sz="1400">
                          <a:solidFill>
                            <a:srgbClr val="000000"/>
                          </a:solidFill>
                        </a:defRPr>
                      </a:pPr>
                      <a:r>
                        <a:rPr sz="1600" dirty="0">
                          <a:latin typeface="Times New Roman" panose="02020603050405020304" pitchFamily="18" charset="0"/>
                          <a:cs typeface="Times New Roman" panose="02020603050405020304" pitchFamily="18" charset="0"/>
                        </a:rPr>
                        <a:t>Lot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defRPr sz="1400">
                          <a:solidFill>
                            <a:srgbClr val="000000"/>
                          </a:solidFill>
                        </a:defRPr>
                      </a:pPr>
                      <a:r>
                        <a:rPr sz="1600" dirty="0" err="1">
                          <a:latin typeface="Times New Roman" panose="02020603050405020304" pitchFamily="18" charset="0"/>
                          <a:cs typeface="Times New Roman" panose="02020603050405020304" pitchFamily="18" charset="0"/>
                        </a:rPr>
                        <a:t>Déploiement</a:t>
                      </a:r>
                      <a:r>
                        <a:rPr sz="1600" dirty="0">
                          <a:latin typeface="Times New Roman" panose="02020603050405020304" pitchFamily="18" charset="0"/>
                          <a:cs typeface="Times New Roman" panose="02020603050405020304" pitchFamily="18" charset="0"/>
                        </a:rPr>
                        <a:t> </a:t>
                      </a:r>
                      <a:r>
                        <a:rPr lang="fr-FR" sz="1600" dirty="0">
                          <a:latin typeface="Times New Roman" panose="02020603050405020304" pitchFamily="18" charset="0"/>
                          <a:cs typeface="Times New Roman" panose="02020603050405020304" pitchFamily="18" charset="0"/>
                        </a:rPr>
                        <a:t> et Configuration des </a:t>
                      </a:r>
                      <a:r>
                        <a:rPr sz="1600" dirty="0" err="1">
                          <a:latin typeface="Times New Roman" panose="02020603050405020304" pitchFamily="18" charset="0"/>
                          <a:cs typeface="Times New Roman" panose="02020603050405020304" pitchFamily="18" charset="0"/>
                        </a:rPr>
                        <a:t>serveurs</a:t>
                      </a:r>
                      <a:r>
                        <a:rPr lang="fr-FR" sz="1600" dirty="0">
                          <a:latin typeface="Times New Roman" panose="02020603050405020304" pitchFamily="18" charset="0"/>
                          <a:cs typeface="Times New Roman" panose="02020603050405020304" pitchFamily="18" charset="0"/>
                        </a:rPr>
                        <a:t> sur Amazon Cloud Services, Installation initiale de l’instance OpenLMIS , </a:t>
                      </a:r>
                      <a:r>
                        <a:rPr sz="1600" dirty="0">
                          <a:latin typeface="Times New Roman" panose="02020603050405020304" pitchFamily="18" charset="0"/>
                          <a:cs typeface="Times New Roman" panose="02020603050405020304" pitchFamily="18" charset="0"/>
                        </a:rPr>
                        <a:t> </a:t>
                      </a:r>
                      <a:r>
                        <a:rPr lang="fr-FR" sz="1600" dirty="0">
                          <a:latin typeface="Times New Roman" panose="02020603050405020304" pitchFamily="18" charset="0"/>
                          <a:cs typeface="Times New Roman" panose="02020603050405020304" pitchFamily="18" charset="0"/>
                        </a:rPr>
                        <a:t>Collecte/Vérification/Validation et  </a:t>
                      </a:r>
                      <a:r>
                        <a:rPr sz="1600" dirty="0">
                          <a:latin typeface="Times New Roman" panose="02020603050405020304" pitchFamily="18" charset="0"/>
                          <a:cs typeface="Times New Roman" panose="02020603050405020304" pitchFamily="18" charset="0"/>
                        </a:rPr>
                        <a:t>import</a:t>
                      </a:r>
                      <a:r>
                        <a:rPr lang="fr-FR" sz="1600" dirty="0">
                          <a:latin typeface="Times New Roman" panose="02020603050405020304" pitchFamily="18" charset="0"/>
                          <a:cs typeface="Times New Roman" panose="02020603050405020304" pitchFamily="18" charset="0"/>
                        </a:rPr>
                        <a:t> des </a:t>
                      </a:r>
                      <a:r>
                        <a:rPr sz="1600" dirty="0" err="1">
                          <a:latin typeface="Times New Roman" panose="02020603050405020304" pitchFamily="18" charset="0"/>
                          <a:cs typeface="Times New Roman" panose="02020603050405020304" pitchFamily="18" charset="0"/>
                        </a:rPr>
                        <a:t>métadonnées</a:t>
                      </a:r>
                      <a:r>
                        <a:rPr lang="fr-FR" sz="1600" dirty="0">
                          <a:latin typeface="Times New Roman" panose="02020603050405020304" pitchFamily="18" charset="0"/>
                          <a:cs typeface="Times New Roman" panose="02020603050405020304" pitchFamily="18" charset="0"/>
                        </a:rPr>
                        <a:t>. Test unitaires  du système</a:t>
                      </a:r>
                      <a:endParaRPr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defRPr sz="1400">
                          <a:solidFill>
                            <a:srgbClr val="000000"/>
                          </a:solidFill>
                        </a:defRPr>
                      </a:pPr>
                      <a:r>
                        <a:rPr sz="1600" dirty="0">
                          <a:latin typeface="Times New Roman" panose="02020603050405020304" pitchFamily="18" charset="0"/>
                          <a:cs typeface="Times New Roman" panose="02020603050405020304" pitchFamily="18" charset="0"/>
                        </a:rPr>
                        <a:t>⏳ En </a:t>
                      </a:r>
                      <a:r>
                        <a:rPr sz="1600" dirty="0" err="1">
                          <a:latin typeface="Times New Roman" panose="02020603050405020304" pitchFamily="18" charset="0"/>
                          <a:cs typeface="Times New Roman" panose="02020603050405020304" pitchFamily="18" charset="0"/>
                        </a:rPr>
                        <a:t>cours</a:t>
                      </a:r>
                      <a:endParaRPr sz="16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defRPr sz="1400">
                          <a:solidFill>
                            <a:srgbClr val="000000"/>
                          </a:solidFill>
                        </a:defRPr>
                      </a:pPr>
                      <a:r>
                        <a:rPr sz="1600" dirty="0">
                          <a:latin typeface="Times New Roman" panose="02020603050405020304" pitchFamily="18" charset="0"/>
                          <a:cs typeface="Times New Roman" panose="02020603050405020304" pitchFamily="18" charset="0"/>
                        </a:rPr>
                        <a:t>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defRPr sz="1400">
                          <a:solidFill>
                            <a:srgbClr val="000000"/>
                          </a:solidFill>
                        </a:defRPr>
                      </a:pPr>
                      <a:r>
                        <a:rPr sz="1600" dirty="0">
                          <a:latin typeface="Times New Roman" panose="02020603050405020304" pitchFamily="18" charset="0"/>
                          <a:cs typeface="Times New Roman" panose="02020603050405020304" pitchFamily="18" charset="0"/>
                        </a:rPr>
                        <a:t>31 </a:t>
                      </a:r>
                      <a:r>
                        <a:rPr sz="1600" dirty="0" err="1">
                          <a:latin typeface="Times New Roman" panose="02020603050405020304" pitchFamily="18" charset="0"/>
                          <a:cs typeface="Times New Roman" panose="02020603050405020304" pitchFamily="18" charset="0"/>
                        </a:rPr>
                        <a:t>Décembre</a:t>
                      </a:r>
                      <a:r>
                        <a:rPr lang="fr-FR" sz="1600" dirty="0">
                          <a:latin typeface="Times New Roman" panose="02020603050405020304" pitchFamily="18" charset="0"/>
                          <a:cs typeface="Times New Roman" panose="02020603050405020304" pitchFamily="18" charset="0"/>
                        </a:rPr>
                        <a:t> 2025</a:t>
                      </a:r>
                      <a:endParaRPr sz="16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2974">
                <a:tc>
                  <a:txBody>
                    <a:bodyPr/>
                    <a:lstStyle/>
                    <a:p>
                      <a:pPr algn="ctr">
                        <a:defRPr sz="1400">
                          <a:solidFill>
                            <a:srgbClr val="000000"/>
                          </a:solidFill>
                        </a:defRPr>
                      </a:pPr>
                      <a:r>
                        <a:rPr sz="1600" dirty="0">
                          <a:latin typeface="Times New Roman" panose="02020603050405020304" pitchFamily="18" charset="0"/>
                          <a:cs typeface="Times New Roman" panose="02020603050405020304" pitchFamily="18" charset="0"/>
                        </a:rPr>
                        <a:t>Lot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defRPr sz="1400">
                          <a:solidFill>
                            <a:srgbClr val="000000"/>
                          </a:solidFill>
                        </a:defRPr>
                      </a:pPr>
                      <a:r>
                        <a:rPr sz="1600" dirty="0">
                          <a:latin typeface="Times New Roman" panose="02020603050405020304" pitchFamily="18" charset="0"/>
                          <a:cs typeface="Times New Roman" panose="02020603050405020304" pitchFamily="18" charset="0"/>
                        </a:rPr>
                        <a:t>Configuration</a:t>
                      </a:r>
                      <a:r>
                        <a:rPr lang="fr-FR" sz="1600" dirty="0">
                          <a:latin typeface="Times New Roman" panose="02020603050405020304" pitchFamily="18" charset="0"/>
                          <a:cs typeface="Times New Roman" panose="02020603050405020304" pitchFamily="18" charset="0"/>
                        </a:rPr>
                        <a:t> des </a:t>
                      </a:r>
                      <a:r>
                        <a:rPr sz="1600" dirty="0">
                          <a:latin typeface="Times New Roman" panose="02020603050405020304" pitchFamily="18" charset="0"/>
                          <a:cs typeface="Times New Roman" panose="02020603050405020304" pitchFamily="18" charset="0"/>
                        </a:rPr>
                        <a:t> API</a:t>
                      </a:r>
                      <a:r>
                        <a:rPr lang="fr-FR" sz="1600" dirty="0">
                          <a:latin typeface="Times New Roman" panose="02020603050405020304" pitchFamily="18" charset="0"/>
                          <a:cs typeface="Times New Roman" panose="02020603050405020304" pitchFamily="18" charset="0"/>
                        </a:rPr>
                        <a:t> d’intégration</a:t>
                      </a:r>
                      <a:r>
                        <a:rPr sz="1600" dirty="0">
                          <a:latin typeface="Times New Roman" panose="02020603050405020304" pitchFamily="18" charset="0"/>
                          <a:cs typeface="Times New Roman" panose="02020603050405020304" pitchFamily="18" charset="0"/>
                        </a:rPr>
                        <a:t>,</a:t>
                      </a:r>
                      <a:r>
                        <a:rPr lang="fr-FR" sz="1600" dirty="0">
                          <a:latin typeface="Times New Roman" panose="02020603050405020304" pitchFamily="18" charset="0"/>
                          <a:cs typeface="Times New Roman" panose="02020603050405020304" pitchFamily="18" charset="0"/>
                        </a:rPr>
                        <a:t> Personnalisation des  rapports et tableaux de bord , Tests d’acceptance de bout en bout</a:t>
                      </a:r>
                      <a:endParaRPr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defRPr sz="1400">
                          <a:solidFill>
                            <a:srgbClr val="000000"/>
                          </a:solidFill>
                        </a:defRPr>
                      </a:pPr>
                      <a:r>
                        <a:rPr sz="1600" dirty="0">
                          <a:latin typeface="Times New Roman" panose="02020603050405020304" pitchFamily="18" charset="0"/>
                          <a:cs typeface="Times New Roman" panose="02020603050405020304" pitchFamily="18" charset="0"/>
                        </a:rPr>
                        <a:t>⏳ En </a:t>
                      </a:r>
                      <a:r>
                        <a:rPr sz="1600" dirty="0" err="1">
                          <a:latin typeface="Times New Roman" panose="02020603050405020304" pitchFamily="18" charset="0"/>
                          <a:cs typeface="Times New Roman" panose="02020603050405020304" pitchFamily="18" charset="0"/>
                        </a:rPr>
                        <a:t>cours</a:t>
                      </a:r>
                      <a:endParaRPr sz="16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defRPr sz="1400">
                          <a:solidFill>
                            <a:srgbClr val="000000"/>
                          </a:solidFill>
                        </a:defRPr>
                      </a:pPr>
                      <a:r>
                        <a:rPr sz="1600">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defRPr sz="1400">
                          <a:solidFill>
                            <a:srgbClr val="000000"/>
                          </a:solidFill>
                        </a:defRPr>
                      </a:pPr>
                      <a:r>
                        <a:rPr sz="1600" dirty="0">
                          <a:latin typeface="Times New Roman" panose="02020603050405020304" pitchFamily="18" charset="0"/>
                          <a:cs typeface="Times New Roman" panose="02020603050405020304" pitchFamily="18" charset="0"/>
                        </a:rPr>
                        <a:t>31 Janvier</a:t>
                      </a:r>
                      <a:r>
                        <a:rPr lang="fr-FR" sz="1600" dirty="0">
                          <a:latin typeface="Times New Roman" panose="02020603050405020304" pitchFamily="18" charset="0"/>
                          <a:cs typeface="Times New Roman" panose="02020603050405020304" pitchFamily="18" charset="0"/>
                        </a:rPr>
                        <a:t> 2026</a:t>
                      </a:r>
                      <a:endParaRPr sz="16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72974">
                <a:tc>
                  <a:txBody>
                    <a:bodyPr/>
                    <a:lstStyle/>
                    <a:p>
                      <a:pPr algn="ctr">
                        <a:defRPr sz="1400">
                          <a:solidFill>
                            <a:srgbClr val="000000"/>
                          </a:solidFill>
                        </a:defRPr>
                      </a:pPr>
                      <a:r>
                        <a:rPr sz="1600" dirty="0">
                          <a:latin typeface="Times New Roman" panose="02020603050405020304" pitchFamily="18" charset="0"/>
                          <a:cs typeface="Times New Roman" panose="02020603050405020304" pitchFamily="18" charset="0"/>
                        </a:rPr>
                        <a:t>Lot 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defRPr sz="1400">
                          <a:solidFill>
                            <a:srgbClr val="000000"/>
                          </a:solidFill>
                        </a:defRPr>
                      </a:pPr>
                      <a:r>
                        <a:rPr sz="1600" dirty="0">
                          <a:latin typeface="Times New Roman" panose="02020603050405020304" pitchFamily="18" charset="0"/>
                          <a:cs typeface="Times New Roman" panose="02020603050405020304" pitchFamily="18" charset="0"/>
                        </a:rPr>
                        <a:t>Formation</a:t>
                      </a:r>
                      <a:r>
                        <a:rPr lang="fr-FR" sz="1600" dirty="0">
                          <a:latin typeface="Times New Roman" panose="02020603050405020304" pitchFamily="18" charset="0"/>
                          <a:cs typeface="Times New Roman" panose="02020603050405020304" pitchFamily="18" charset="0"/>
                        </a:rPr>
                        <a:t>s</a:t>
                      </a:r>
                      <a:r>
                        <a:rPr sz="1600" dirty="0">
                          <a:latin typeface="Times New Roman" panose="02020603050405020304" pitchFamily="18" charset="0"/>
                          <a:cs typeface="Times New Roman" panose="02020603050405020304" pitchFamily="18" charset="0"/>
                        </a:rPr>
                        <a:t>,</a:t>
                      </a:r>
                      <a:r>
                        <a:rPr lang="fr-FR" sz="1600" dirty="0">
                          <a:latin typeface="Times New Roman" panose="02020603050405020304" pitchFamily="18" charset="0"/>
                          <a:cs typeface="Times New Roman" panose="02020603050405020304" pitchFamily="18" charset="0"/>
                        </a:rPr>
                        <a:t>Inventaires et </a:t>
                      </a:r>
                      <a:r>
                        <a:rPr sz="1600" dirty="0">
                          <a:latin typeface="Times New Roman" panose="02020603050405020304" pitchFamily="18" charset="0"/>
                          <a:cs typeface="Times New Roman" panose="02020603050405020304" pitchFamily="18" charset="0"/>
                        </a:rPr>
                        <a:t> </a:t>
                      </a:r>
                      <a:r>
                        <a:rPr sz="1600" dirty="0" err="1">
                          <a:latin typeface="Times New Roman" panose="02020603050405020304" pitchFamily="18" charset="0"/>
                          <a:cs typeface="Times New Roman" panose="02020603050405020304" pitchFamily="18" charset="0"/>
                        </a:rPr>
                        <a:t>initiali</a:t>
                      </a:r>
                      <a:r>
                        <a:rPr lang="fr-FR" sz="1600" dirty="0" err="1">
                          <a:latin typeface="Times New Roman" panose="02020603050405020304" pitchFamily="18" charset="0"/>
                          <a:cs typeface="Times New Roman" panose="02020603050405020304" pitchFamily="18" charset="0"/>
                        </a:rPr>
                        <a:t>sation</a:t>
                      </a:r>
                      <a:r>
                        <a:rPr lang="fr-FR" sz="1600" dirty="0">
                          <a:latin typeface="Times New Roman" panose="02020603050405020304" pitchFamily="18" charset="0"/>
                          <a:cs typeface="Times New Roman" panose="02020603050405020304" pitchFamily="18" charset="0"/>
                        </a:rPr>
                        <a:t>  des</a:t>
                      </a:r>
                      <a:r>
                        <a:rPr sz="1600" dirty="0">
                          <a:latin typeface="Times New Roman" panose="02020603050405020304" pitchFamily="18" charset="0"/>
                          <a:cs typeface="Times New Roman" panose="02020603050405020304" pitchFamily="18" charset="0"/>
                        </a:rPr>
                        <a:t> stocks</a:t>
                      </a:r>
                      <a:r>
                        <a:rPr lang="fr-FR" sz="1600" dirty="0">
                          <a:latin typeface="Times New Roman" panose="02020603050405020304" pitchFamily="18" charset="0"/>
                          <a:cs typeface="Times New Roman" panose="02020603050405020304" pitchFamily="18" charset="0"/>
                        </a:rPr>
                        <a:t> dans le  système</a:t>
                      </a:r>
                      <a:r>
                        <a:rPr sz="1600" dirty="0">
                          <a:latin typeface="Times New Roman" panose="02020603050405020304" pitchFamily="18" charset="0"/>
                          <a:cs typeface="Times New Roman" panose="02020603050405020304" pitchFamily="18" charset="0"/>
                        </a:rPr>
                        <a:t>, </a:t>
                      </a:r>
                      <a:r>
                        <a:rPr lang="fr-FR" sz="1600" dirty="0">
                          <a:latin typeface="Times New Roman" panose="02020603050405020304" pitchFamily="18" charset="0"/>
                          <a:cs typeface="Times New Roman" panose="02020603050405020304" pitchFamily="18" charset="0"/>
                        </a:rPr>
                        <a:t>lancement d’ utilisation pilote ( Kinshasa/Maniema dans les Zones de santé et ESS retenues)</a:t>
                      </a:r>
                      <a:endParaRPr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defRPr sz="1400">
                          <a:solidFill>
                            <a:srgbClr val="000000"/>
                          </a:solidFill>
                        </a:defRPr>
                      </a:pPr>
                      <a:r>
                        <a:rPr sz="1600" dirty="0">
                          <a:latin typeface="Times New Roman" panose="02020603050405020304" pitchFamily="18" charset="0"/>
                          <a:cs typeface="Times New Roman" panose="02020603050405020304" pitchFamily="18" charset="0"/>
                        </a:rPr>
                        <a:t>➡ À </a:t>
                      </a:r>
                      <a:r>
                        <a:rPr sz="1600" dirty="0" err="1">
                          <a:latin typeface="Times New Roman" panose="02020603050405020304" pitchFamily="18" charset="0"/>
                          <a:cs typeface="Times New Roman" panose="02020603050405020304" pitchFamily="18" charset="0"/>
                        </a:rPr>
                        <a:t>venir</a:t>
                      </a:r>
                      <a:endParaRPr sz="16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defRPr sz="1400">
                          <a:solidFill>
                            <a:srgbClr val="000000"/>
                          </a:solidFill>
                        </a:defRPr>
                      </a:pPr>
                      <a:r>
                        <a:rPr sz="1600">
                          <a:latin typeface="Times New Roman" panose="02020603050405020304" pitchFamily="18" charset="0"/>
                          <a:cs typeface="Times New Roman" panose="02020603050405020304" pitchFamily="18" charset="0"/>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defRPr sz="1400">
                          <a:solidFill>
                            <a:srgbClr val="000000"/>
                          </a:solidFill>
                        </a:defRPr>
                      </a:pPr>
                      <a:r>
                        <a:rPr sz="1600" dirty="0">
                          <a:latin typeface="Times New Roman" panose="02020603050405020304" pitchFamily="18" charset="0"/>
                          <a:cs typeface="Times New Roman" panose="02020603050405020304" pitchFamily="18" charset="0"/>
                        </a:rPr>
                        <a:t>31 Mars</a:t>
                      </a:r>
                      <a:r>
                        <a:rPr lang="fr-FR" sz="1600" dirty="0">
                          <a:latin typeface="Times New Roman" panose="02020603050405020304" pitchFamily="18" charset="0"/>
                          <a:cs typeface="Times New Roman" panose="02020603050405020304" pitchFamily="18" charset="0"/>
                        </a:rPr>
                        <a:t> 2026</a:t>
                      </a:r>
                      <a:endParaRPr sz="16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6376">
                <a:tc>
                  <a:txBody>
                    <a:bodyPr/>
                    <a:lstStyle/>
                    <a:p>
                      <a:pPr algn="ctr">
                        <a:defRPr sz="1400">
                          <a:solidFill>
                            <a:srgbClr val="000000"/>
                          </a:solidFill>
                        </a:defRPr>
                      </a:pPr>
                      <a:r>
                        <a:rPr sz="1600" dirty="0">
                          <a:latin typeface="Times New Roman" panose="02020603050405020304" pitchFamily="18" charset="0"/>
                          <a:cs typeface="Times New Roman" panose="02020603050405020304" pitchFamily="18" charset="0"/>
                        </a:rPr>
                        <a:t>Lot 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defRPr sz="1400">
                          <a:solidFill>
                            <a:srgbClr val="000000"/>
                          </a:solidFill>
                        </a:defRPr>
                      </a:pPr>
                      <a:r>
                        <a:rPr sz="1600" dirty="0">
                          <a:latin typeface="Times New Roman" panose="02020603050405020304" pitchFamily="18" charset="0"/>
                          <a:cs typeface="Times New Roman" panose="02020603050405020304" pitchFamily="18" charset="0"/>
                        </a:rPr>
                        <a:t>Rapport </a:t>
                      </a:r>
                      <a:r>
                        <a:rPr lang="fr-FR" sz="1600" dirty="0">
                          <a:latin typeface="Times New Roman" panose="02020603050405020304" pitchFamily="18" charset="0"/>
                          <a:cs typeface="Times New Roman" panose="02020603050405020304" pitchFamily="18" charset="0"/>
                        </a:rPr>
                        <a:t> final du </a:t>
                      </a:r>
                      <a:r>
                        <a:rPr sz="1600" dirty="0" err="1">
                          <a:latin typeface="Times New Roman" panose="02020603050405020304" pitchFamily="18" charset="0"/>
                          <a:cs typeface="Times New Roman" panose="02020603050405020304" pitchFamily="18" charset="0"/>
                        </a:rPr>
                        <a:t>projet</a:t>
                      </a:r>
                      <a:r>
                        <a:rPr sz="1600" dirty="0">
                          <a:latin typeface="Times New Roman" panose="02020603050405020304" pitchFamily="18" charset="0"/>
                          <a:cs typeface="Times New Roman" panose="02020603050405020304" pitchFamily="18" charset="0"/>
                        </a:rPr>
                        <a:t>, plan</a:t>
                      </a:r>
                      <a:r>
                        <a:rPr lang="fr-FR" sz="1600" dirty="0">
                          <a:latin typeface="Times New Roman" panose="02020603050405020304" pitchFamily="18" charset="0"/>
                          <a:cs typeface="Times New Roman" panose="02020603050405020304" pitchFamily="18" charset="0"/>
                        </a:rPr>
                        <a:t> d’extension et pérennisation</a:t>
                      </a:r>
                      <a:endParaRPr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defRPr sz="1400">
                          <a:solidFill>
                            <a:srgbClr val="000000"/>
                          </a:solidFill>
                        </a:defRPr>
                      </a:pPr>
                      <a:r>
                        <a:rPr sz="1600" dirty="0">
                          <a:latin typeface="Times New Roman" panose="02020603050405020304" pitchFamily="18" charset="0"/>
                          <a:cs typeface="Times New Roman" panose="02020603050405020304" pitchFamily="18" charset="0"/>
                        </a:rPr>
                        <a:t>➡ À </a:t>
                      </a:r>
                      <a:r>
                        <a:rPr sz="1600" dirty="0" err="1">
                          <a:latin typeface="Times New Roman" panose="02020603050405020304" pitchFamily="18" charset="0"/>
                          <a:cs typeface="Times New Roman" panose="02020603050405020304" pitchFamily="18" charset="0"/>
                        </a:rPr>
                        <a:t>venir</a:t>
                      </a:r>
                      <a:endParaRPr sz="16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defRPr sz="1400">
                          <a:solidFill>
                            <a:srgbClr val="000000"/>
                          </a:solidFill>
                        </a:defRPr>
                      </a:pPr>
                      <a:r>
                        <a:rPr sz="1600" dirty="0">
                          <a:latin typeface="Times New Roman" panose="02020603050405020304" pitchFamily="18" charset="0"/>
                          <a:cs typeface="Times New Roman" panose="02020603050405020304" pitchFamily="18" charset="0"/>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defRPr sz="1400">
                          <a:solidFill>
                            <a:srgbClr val="000000"/>
                          </a:solidFill>
                        </a:defRPr>
                      </a:pPr>
                      <a:r>
                        <a:rPr sz="1600" dirty="0">
                          <a:latin typeface="Times New Roman" panose="02020603050405020304" pitchFamily="18" charset="0"/>
                          <a:cs typeface="Times New Roman" panose="02020603050405020304" pitchFamily="18" charset="0"/>
                        </a:rPr>
                        <a:t>31 Mars</a:t>
                      </a:r>
                      <a:r>
                        <a:rPr lang="fr-FR" sz="1600" dirty="0">
                          <a:latin typeface="Times New Roman" panose="02020603050405020304" pitchFamily="18" charset="0"/>
                          <a:cs typeface="Times New Roman" panose="02020603050405020304" pitchFamily="18" charset="0"/>
                        </a:rPr>
                        <a:t> 2026</a:t>
                      </a:r>
                      <a:endParaRPr sz="16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9" name="Chevron 2">
            <a:extLst>
              <a:ext uri="{FF2B5EF4-FFF2-40B4-BE49-F238E27FC236}">
                <a16:creationId xmlns:a16="http://schemas.microsoft.com/office/drawing/2014/main" id="{813575EF-2F1C-394A-E517-9652AFA79277}"/>
              </a:ext>
            </a:extLst>
          </p:cNvPr>
          <p:cNvSpPr/>
          <p:nvPr/>
        </p:nvSpPr>
        <p:spPr>
          <a:xfrm>
            <a:off x="159740" y="1097280"/>
            <a:ext cx="2475780" cy="914400"/>
          </a:xfrm>
          <a:prstGeom prst="chevron">
            <a:avLst/>
          </a:prstGeom>
          <a:solidFill>
            <a:srgbClr val="00B0F0"/>
          </a:solidFill>
        </p:spPr>
        <p:style>
          <a:lnRef idx="1">
            <a:schemeClr val="accent1"/>
          </a:lnRef>
          <a:fillRef idx="3">
            <a:schemeClr val="accent1"/>
          </a:fillRef>
          <a:effectRef idx="2">
            <a:schemeClr val="accent1"/>
          </a:effectRef>
          <a:fontRef idx="minor">
            <a:schemeClr val="lt1"/>
          </a:fontRef>
        </p:style>
        <p:txBody>
          <a:bodyPr rtlCol="0" anchor="ctr"/>
          <a:lstStyle/>
          <a:p>
            <a:pPr>
              <a:defRPr sz="1400"/>
            </a:pPr>
            <a:r>
              <a:rPr sz="1600" b="1" dirty="0">
                <a:latin typeface="Times New Roman" panose="02020603050405020304" pitchFamily="18" charset="0"/>
                <a:cs typeface="Times New Roman" panose="02020603050405020304" pitchFamily="18" charset="0"/>
              </a:rPr>
              <a:t>Lot 1</a:t>
            </a:r>
            <a:r>
              <a:rPr lang="fr-FR" sz="1600" b="1" dirty="0">
                <a:latin typeface="Times New Roman" panose="02020603050405020304" pitchFamily="18" charset="0"/>
                <a:cs typeface="Times New Roman" panose="02020603050405020304" pitchFamily="18" charset="0"/>
              </a:rPr>
              <a:t>: </a:t>
            </a:r>
            <a:r>
              <a:rPr sz="1600" b="1" dirty="0">
                <a:latin typeface="Times New Roman" panose="02020603050405020304" pitchFamily="18" charset="0"/>
                <a:cs typeface="Times New Roman" panose="02020603050405020304" pitchFamily="18" charset="0"/>
              </a:rPr>
              <a:t>Plan de travail </a:t>
            </a:r>
            <a:r>
              <a:rPr sz="1600" b="1" dirty="0" err="1">
                <a:latin typeface="Times New Roman" panose="02020603050405020304" pitchFamily="18" charset="0"/>
                <a:cs typeface="Times New Roman" panose="02020603050405020304" pitchFamily="18" charset="0"/>
              </a:rPr>
              <a:t>détaillé</a:t>
            </a:r>
            <a:endParaRPr sz="1600" b="1" dirty="0">
              <a:latin typeface="Times New Roman" panose="02020603050405020304" pitchFamily="18" charset="0"/>
              <a:cs typeface="Times New Roman" panose="02020603050405020304" pitchFamily="18" charset="0"/>
            </a:endParaRPr>
          </a:p>
          <a:p>
            <a:r>
              <a:rPr dirty="0">
                <a:latin typeface="Times New Roman" panose="02020603050405020304" pitchFamily="18" charset="0"/>
                <a:cs typeface="Times New Roman" panose="02020603050405020304" pitchFamily="18" charset="0"/>
              </a:rPr>
              <a:t>✅</a:t>
            </a:r>
          </a:p>
        </p:txBody>
      </p:sp>
      <p:sp>
        <p:nvSpPr>
          <p:cNvPr id="20" name="Chevron 3">
            <a:extLst>
              <a:ext uri="{FF2B5EF4-FFF2-40B4-BE49-F238E27FC236}">
                <a16:creationId xmlns:a16="http://schemas.microsoft.com/office/drawing/2014/main" id="{1398285A-53B1-D76C-D59D-C80E8D0E8782}"/>
              </a:ext>
            </a:extLst>
          </p:cNvPr>
          <p:cNvSpPr/>
          <p:nvPr/>
        </p:nvSpPr>
        <p:spPr>
          <a:xfrm>
            <a:off x="2300526" y="1100730"/>
            <a:ext cx="2582174" cy="914400"/>
          </a:xfrm>
          <a:prstGeom prst="chevron">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defRPr sz="1400"/>
            </a:pPr>
            <a:endParaRPr lang="fr-FR" sz="1600" b="1" dirty="0">
              <a:latin typeface="Times New Roman" panose="02020603050405020304" pitchFamily="18" charset="0"/>
              <a:cs typeface="Times New Roman" panose="02020603050405020304" pitchFamily="18" charset="0"/>
            </a:endParaRPr>
          </a:p>
          <a:p>
            <a:pPr>
              <a:defRPr sz="1400"/>
            </a:pPr>
            <a:r>
              <a:rPr sz="1600" b="1" dirty="0">
                <a:latin typeface="Times New Roman" panose="02020603050405020304" pitchFamily="18" charset="0"/>
                <a:cs typeface="Times New Roman" panose="02020603050405020304" pitchFamily="18" charset="0"/>
              </a:rPr>
              <a:t>Lot 2</a:t>
            </a:r>
            <a:r>
              <a:rPr lang="fr-FR" sz="1600" b="1" dirty="0">
                <a:latin typeface="Times New Roman" panose="02020603050405020304" pitchFamily="18" charset="0"/>
                <a:cs typeface="Times New Roman" panose="02020603050405020304" pitchFamily="18" charset="0"/>
              </a:rPr>
              <a:t> :</a:t>
            </a:r>
            <a:r>
              <a:rPr sz="1600" b="1" dirty="0">
                <a:latin typeface="Times New Roman" panose="02020603050405020304" pitchFamily="18" charset="0"/>
                <a:cs typeface="Times New Roman" panose="02020603050405020304" pitchFamily="18" charset="0"/>
              </a:rPr>
              <a:t>Installation et Configuration</a:t>
            </a:r>
            <a:r>
              <a:rPr lang="fr-FR" sz="1600" b="1" dirty="0">
                <a:latin typeface="Times New Roman" panose="02020603050405020304" pitchFamily="18" charset="0"/>
                <a:cs typeface="Times New Roman" panose="02020603050405020304" pitchFamily="18" charset="0"/>
              </a:rPr>
              <a:t> de base</a:t>
            </a:r>
            <a:endParaRPr sz="1600" b="1" dirty="0">
              <a:latin typeface="Times New Roman" panose="02020603050405020304" pitchFamily="18" charset="0"/>
              <a:cs typeface="Times New Roman" panose="02020603050405020304" pitchFamily="18" charset="0"/>
            </a:endParaRPr>
          </a:p>
          <a:p>
            <a:r>
              <a:rPr dirty="0">
                <a:latin typeface="Times New Roman" panose="02020603050405020304" pitchFamily="18" charset="0"/>
                <a:cs typeface="Times New Roman" panose="02020603050405020304" pitchFamily="18" charset="0"/>
              </a:rPr>
              <a:t>⏳</a:t>
            </a:r>
          </a:p>
        </p:txBody>
      </p:sp>
      <p:sp>
        <p:nvSpPr>
          <p:cNvPr id="22" name="Chevron 3">
            <a:extLst>
              <a:ext uri="{FF2B5EF4-FFF2-40B4-BE49-F238E27FC236}">
                <a16:creationId xmlns:a16="http://schemas.microsoft.com/office/drawing/2014/main" id="{1A59A19A-37BB-FB55-E0E9-33F2B292DBEA}"/>
              </a:ext>
            </a:extLst>
          </p:cNvPr>
          <p:cNvSpPr/>
          <p:nvPr/>
        </p:nvSpPr>
        <p:spPr>
          <a:xfrm>
            <a:off x="4562803" y="1104755"/>
            <a:ext cx="2582174" cy="914400"/>
          </a:xfrm>
          <a:prstGeom prst="chevron">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defRPr sz="1400"/>
            </a:pPr>
            <a:endParaRPr lang="fr-FR" sz="1600" b="1" dirty="0">
              <a:latin typeface="Times New Roman" panose="02020603050405020304" pitchFamily="18" charset="0"/>
              <a:cs typeface="Times New Roman" panose="02020603050405020304" pitchFamily="18" charset="0"/>
            </a:endParaRPr>
          </a:p>
          <a:p>
            <a:pPr>
              <a:defRPr sz="1400"/>
            </a:pPr>
            <a:r>
              <a:rPr sz="1600" b="1" dirty="0">
                <a:latin typeface="Times New Roman" panose="02020603050405020304" pitchFamily="18" charset="0"/>
                <a:cs typeface="Times New Roman" panose="02020603050405020304" pitchFamily="18" charset="0"/>
              </a:rPr>
              <a:t>Lot </a:t>
            </a:r>
            <a:r>
              <a:rPr lang="fr-FR" sz="1600" b="1" dirty="0">
                <a:latin typeface="Times New Roman" panose="02020603050405020304" pitchFamily="18" charset="0"/>
                <a:cs typeface="Times New Roman" panose="02020603050405020304" pitchFamily="18" charset="0"/>
              </a:rPr>
              <a:t>3: </a:t>
            </a:r>
            <a:r>
              <a:rPr sz="1600" b="1" dirty="0">
                <a:latin typeface="Times New Roman" panose="02020603050405020304" pitchFamily="18" charset="0"/>
                <a:cs typeface="Times New Roman" panose="02020603050405020304" pitchFamily="18" charset="0"/>
              </a:rPr>
              <a:t>In</a:t>
            </a:r>
            <a:r>
              <a:rPr lang="fr-FR" sz="1600" b="1" dirty="0" err="1">
                <a:latin typeface="Times New Roman" panose="02020603050405020304" pitchFamily="18" charset="0"/>
                <a:cs typeface="Times New Roman" panose="02020603050405020304" pitchFamily="18" charset="0"/>
              </a:rPr>
              <a:t>tégration</a:t>
            </a:r>
            <a:r>
              <a:rPr lang="fr-FR" sz="1600" b="1" dirty="0">
                <a:latin typeface="Times New Roman" panose="02020603050405020304" pitchFamily="18" charset="0"/>
                <a:cs typeface="Times New Roman" panose="02020603050405020304" pitchFamily="18" charset="0"/>
              </a:rPr>
              <a:t> DHIS2 et Tests Acceptances</a:t>
            </a:r>
            <a:endParaRPr sz="1600" b="1" dirty="0">
              <a:latin typeface="Times New Roman" panose="02020603050405020304" pitchFamily="18" charset="0"/>
              <a:cs typeface="Times New Roman" panose="02020603050405020304" pitchFamily="18" charset="0"/>
            </a:endParaRPr>
          </a:p>
          <a:p>
            <a:r>
              <a:rPr dirty="0">
                <a:latin typeface="Times New Roman" panose="02020603050405020304" pitchFamily="18" charset="0"/>
                <a:cs typeface="Times New Roman" panose="02020603050405020304" pitchFamily="18" charset="0"/>
              </a:rPr>
              <a:t>⏳</a:t>
            </a:r>
          </a:p>
        </p:txBody>
      </p:sp>
      <p:sp>
        <p:nvSpPr>
          <p:cNvPr id="24" name="Chevron 5">
            <a:extLst>
              <a:ext uri="{FF2B5EF4-FFF2-40B4-BE49-F238E27FC236}">
                <a16:creationId xmlns:a16="http://schemas.microsoft.com/office/drawing/2014/main" id="{6872802D-B47A-36E7-FE08-D98EE26BED9B}"/>
              </a:ext>
            </a:extLst>
          </p:cNvPr>
          <p:cNvSpPr/>
          <p:nvPr/>
        </p:nvSpPr>
        <p:spPr>
          <a:xfrm>
            <a:off x="6809984" y="1104756"/>
            <a:ext cx="2856783" cy="916125"/>
          </a:xfrm>
          <a:prstGeom prst="chevron">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defRPr sz="1400"/>
            </a:pPr>
            <a:r>
              <a:rPr sz="1600" b="1" dirty="0">
                <a:latin typeface="Times New Roman" panose="02020603050405020304" pitchFamily="18" charset="0"/>
                <a:cs typeface="Times New Roman" panose="02020603050405020304" pitchFamily="18" charset="0"/>
              </a:rPr>
              <a:t>Lot 4</a:t>
            </a:r>
            <a:r>
              <a:rPr lang="fr-FR" sz="1600" b="1" dirty="0">
                <a:latin typeface="Times New Roman" panose="02020603050405020304" pitchFamily="18" charset="0"/>
                <a:cs typeface="Times New Roman" panose="02020603050405020304" pitchFamily="18" charset="0"/>
              </a:rPr>
              <a:t>: </a:t>
            </a:r>
          </a:p>
          <a:p>
            <a:pPr>
              <a:defRPr sz="1400"/>
            </a:pPr>
            <a:r>
              <a:rPr sz="1600" b="1" dirty="0" err="1">
                <a:latin typeface="Times New Roman" panose="02020603050405020304" pitchFamily="18" charset="0"/>
                <a:cs typeface="Times New Roman" panose="02020603050405020304" pitchFamily="18" charset="0"/>
              </a:rPr>
              <a:t>Pilote</a:t>
            </a:r>
            <a:r>
              <a:rPr sz="1600" b="1" dirty="0">
                <a:latin typeface="Times New Roman" panose="02020603050405020304" pitchFamily="18" charset="0"/>
                <a:cs typeface="Times New Roman" panose="02020603050405020304" pitchFamily="18" charset="0"/>
              </a:rPr>
              <a:t> Kinshasa </a:t>
            </a:r>
            <a:endParaRPr lang="fr-FR" sz="1600" b="1" dirty="0">
              <a:latin typeface="Times New Roman" panose="02020603050405020304" pitchFamily="18" charset="0"/>
              <a:cs typeface="Times New Roman" panose="02020603050405020304" pitchFamily="18" charset="0"/>
            </a:endParaRPr>
          </a:p>
          <a:p>
            <a:pPr>
              <a:defRPr sz="1400"/>
            </a:pPr>
            <a:r>
              <a:rPr sz="1600" b="1" dirty="0">
                <a:latin typeface="Times New Roman" panose="02020603050405020304" pitchFamily="18" charset="0"/>
                <a:cs typeface="Times New Roman" panose="02020603050405020304" pitchFamily="18" charset="0"/>
              </a:rPr>
              <a:t>et</a:t>
            </a:r>
            <a:r>
              <a:rPr lang="fr-FR" sz="1600" b="1" dirty="0">
                <a:latin typeface="Times New Roman" panose="02020603050405020304" pitchFamily="18" charset="0"/>
                <a:cs typeface="Times New Roman" panose="02020603050405020304" pitchFamily="18" charset="0"/>
              </a:rPr>
              <a:t> </a:t>
            </a:r>
            <a:r>
              <a:rPr sz="1600" b="1" dirty="0">
                <a:latin typeface="Times New Roman" panose="02020603050405020304" pitchFamily="18" charset="0"/>
                <a:cs typeface="Times New Roman" panose="02020603050405020304" pitchFamily="18" charset="0"/>
              </a:rPr>
              <a:t>Maniema</a:t>
            </a:r>
          </a:p>
          <a:p>
            <a:r>
              <a:rPr dirty="0">
                <a:latin typeface="Times New Roman" panose="02020603050405020304" pitchFamily="18" charset="0"/>
                <a:cs typeface="Times New Roman" panose="02020603050405020304" pitchFamily="18" charset="0"/>
              </a:rPr>
              <a:t>➡</a:t>
            </a:r>
          </a:p>
        </p:txBody>
      </p:sp>
      <p:sp>
        <p:nvSpPr>
          <p:cNvPr id="25" name="Chevron 5">
            <a:extLst>
              <a:ext uri="{FF2B5EF4-FFF2-40B4-BE49-F238E27FC236}">
                <a16:creationId xmlns:a16="http://schemas.microsoft.com/office/drawing/2014/main" id="{E0EC0AD9-FFB4-8062-A09E-D7D0ECAE4561}"/>
              </a:ext>
            </a:extLst>
          </p:cNvPr>
          <p:cNvSpPr/>
          <p:nvPr/>
        </p:nvSpPr>
        <p:spPr>
          <a:xfrm>
            <a:off x="9456138" y="1104756"/>
            <a:ext cx="2657305" cy="916125"/>
          </a:xfrm>
          <a:prstGeom prst="chevron">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defRPr sz="1400"/>
            </a:pPr>
            <a:endParaRPr lang="fr-FR" sz="1600" b="1" dirty="0">
              <a:latin typeface="Times New Roman" panose="02020603050405020304" pitchFamily="18" charset="0"/>
              <a:cs typeface="Times New Roman" panose="02020603050405020304" pitchFamily="18" charset="0"/>
            </a:endParaRPr>
          </a:p>
          <a:p>
            <a:pPr>
              <a:defRPr sz="1400"/>
            </a:pPr>
            <a:r>
              <a:rPr sz="1600" b="1" dirty="0">
                <a:latin typeface="Times New Roman" panose="02020603050405020304" pitchFamily="18" charset="0"/>
                <a:cs typeface="Times New Roman" panose="02020603050405020304" pitchFamily="18" charset="0"/>
              </a:rPr>
              <a:t>Lot </a:t>
            </a:r>
            <a:r>
              <a:rPr lang="fr-FR" sz="1600" b="1" dirty="0">
                <a:latin typeface="Times New Roman" panose="02020603050405020304" pitchFamily="18" charset="0"/>
                <a:cs typeface="Times New Roman" panose="02020603050405020304" pitchFamily="18" charset="0"/>
              </a:rPr>
              <a:t>5: </a:t>
            </a:r>
          </a:p>
          <a:p>
            <a:pPr>
              <a:defRPr sz="1400"/>
            </a:pPr>
            <a:r>
              <a:rPr lang="fr-FR" sz="1600" b="1" dirty="0" err="1">
                <a:latin typeface="Times New Roman" panose="02020603050405020304" pitchFamily="18" charset="0"/>
                <a:cs typeface="Times New Roman" panose="02020603050405020304" pitchFamily="18" charset="0"/>
              </a:rPr>
              <a:t>Rappot</a:t>
            </a:r>
            <a:r>
              <a:rPr lang="fr-FR" sz="1600" b="1" dirty="0">
                <a:latin typeface="Times New Roman" panose="02020603050405020304" pitchFamily="18" charset="0"/>
                <a:cs typeface="Times New Roman" panose="02020603050405020304" pitchFamily="18" charset="0"/>
              </a:rPr>
              <a:t> final et plan maintenance</a:t>
            </a:r>
            <a:endParaRPr sz="1600" b="1" dirty="0">
              <a:latin typeface="Times New Roman" panose="02020603050405020304" pitchFamily="18" charset="0"/>
              <a:cs typeface="Times New Roman" panose="02020603050405020304" pitchFamily="18" charset="0"/>
            </a:endParaRPr>
          </a:p>
          <a:p>
            <a:r>
              <a:rPr dirty="0">
                <a:latin typeface="Times New Roman" panose="02020603050405020304" pitchFamily="18" charset="0"/>
                <a:cs typeface="Times New Roman" panose="02020603050405020304" pitchFamily="18" charset="0"/>
              </a:rPr>
              <a:t>➡</a:t>
            </a:r>
          </a:p>
        </p:txBody>
      </p:sp>
      <p:sp>
        <p:nvSpPr>
          <p:cNvPr id="30" name="ZoneTexte 29">
            <a:extLst>
              <a:ext uri="{FF2B5EF4-FFF2-40B4-BE49-F238E27FC236}">
                <a16:creationId xmlns:a16="http://schemas.microsoft.com/office/drawing/2014/main" id="{DF1A4066-EBDE-BBA0-75F2-990CCB69C031}"/>
              </a:ext>
            </a:extLst>
          </p:cNvPr>
          <p:cNvSpPr txBox="1"/>
          <p:nvPr/>
        </p:nvSpPr>
        <p:spPr>
          <a:xfrm>
            <a:off x="246184" y="17624"/>
            <a:ext cx="11300604" cy="523220"/>
          </a:xfrm>
          <a:prstGeom prst="rect">
            <a:avLst/>
          </a:prstGeom>
          <a:noFill/>
        </p:spPr>
        <p:txBody>
          <a:bodyPr wrap="square" rtlCol="0">
            <a:spAutoFit/>
          </a:bodyPr>
          <a:lstStyle/>
          <a:p>
            <a:r>
              <a:rPr lang="fr-FR" sz="2800" b="1" dirty="0">
                <a:solidFill>
                  <a:schemeClr val="accent1">
                    <a:lumMod val="75000"/>
                  </a:schemeClr>
                </a:solidFill>
                <a:latin typeface="Times New Roman" panose="02020603050405020304" pitchFamily="18" charset="0"/>
                <a:cs typeface="Times New Roman" panose="02020603050405020304" pitchFamily="18" charset="0"/>
              </a:rPr>
              <a:t>Projet  OpenLMIS RDC -  Etat d’avancement</a:t>
            </a:r>
            <a:endParaRPr lang="en-GB" sz="28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Google Shape;192;p14">
            <a:extLst>
              <a:ext uri="{FF2B5EF4-FFF2-40B4-BE49-F238E27FC236}">
                <a16:creationId xmlns:a16="http://schemas.microsoft.com/office/drawing/2014/main" id="{CE8BDE5A-43D7-95D0-9EF1-57230E3BDF5A}"/>
              </a:ext>
            </a:extLst>
          </p:cNvPr>
          <p:cNvSpPr/>
          <p:nvPr/>
        </p:nvSpPr>
        <p:spPr>
          <a:xfrm>
            <a:off x="0" y="0"/>
            <a:ext cx="176700" cy="491400"/>
          </a:xfrm>
          <a:prstGeom prst="rect">
            <a:avLst/>
          </a:prstGeom>
          <a:solidFill>
            <a:schemeClr val="accent1">
              <a:lumMod val="75000"/>
            </a:schemeClr>
          </a:solidFill>
          <a:ln>
            <a:noFill/>
          </a:ln>
        </p:spPr>
        <p:txBody>
          <a:bodyPr spcFirstLastPara="1" wrap="square" lIns="68550" tIns="68550" rIns="68550" bIns="68550" anchor="ctr" anchorCtr="0">
            <a:noAutofit/>
          </a:bodyPr>
          <a:lstStyle/>
          <a:p>
            <a:pPr marL="0" marR="0" lvl="0" indent="0" algn="l" rtl="0">
              <a:spcBef>
                <a:spcPts val="0"/>
              </a:spcBef>
              <a:spcAft>
                <a:spcPts val="0"/>
              </a:spcAft>
              <a:buNone/>
            </a:pPr>
            <a:endParaRPr sz="1400">
              <a:solidFill>
                <a:schemeClr val="dk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
          <p:cNvSpPr txBox="1">
            <a:spLocks noGrp="1"/>
          </p:cNvSpPr>
          <p:nvPr>
            <p:ph type="sldNum" idx="12"/>
          </p:nvPr>
        </p:nvSpPr>
        <p:spPr>
          <a:xfrm>
            <a:off x="11296611" y="6217623"/>
            <a:ext cx="731600" cy="524800"/>
          </a:xfrm>
          <a:prstGeom prst="rect">
            <a:avLst/>
          </a:prstGeom>
          <a:noFill/>
          <a:ln>
            <a:noFill/>
          </a:ln>
        </p:spPr>
        <p:txBody>
          <a:bodyPr spcFirstLastPara="1" wrap="square" lIns="121900" tIns="121900" rIns="121900" bIns="121900" anchor="ctr" anchorCtr="0">
            <a:normAutofit/>
          </a:bodyPr>
          <a:lstStyle/>
          <a:p>
            <a:pPr marL="0" lvl="0" indent="0" algn="r" rtl="0">
              <a:lnSpc>
                <a:spcPct val="100000"/>
              </a:lnSpc>
              <a:spcBef>
                <a:spcPts val="0"/>
              </a:spcBef>
              <a:spcAft>
                <a:spcPts val="0"/>
              </a:spcAft>
              <a:buSzPts val="1000"/>
              <a:buNone/>
            </a:pPr>
            <a:fld id="{00000000-1234-1234-1234-123412341234}" type="slidenum">
              <a:rPr lang="en-GB" sz="1600"/>
              <a:t>28</a:t>
            </a:fld>
            <a:endParaRPr lang="en-GB" sz="1600"/>
          </a:p>
        </p:txBody>
      </p:sp>
      <p:sp>
        <p:nvSpPr>
          <p:cNvPr id="167" name="Google Shape;167;p1"/>
          <p:cNvSpPr txBox="1"/>
          <p:nvPr/>
        </p:nvSpPr>
        <p:spPr>
          <a:xfrm>
            <a:off x="295033" y="5920417"/>
            <a:ext cx="3302000" cy="34861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700"/>
              <a:buFont typeface="Arial" panose="020B0604020202020204"/>
              <a:buNone/>
            </a:pPr>
            <a:r>
              <a:rPr lang="en-GB" sz="2265" b="0" i="0" u="none" strike="noStrike" cap="none">
                <a:solidFill>
                  <a:srgbClr val="FFFFFF"/>
                </a:solidFill>
                <a:latin typeface="Arial" panose="020B0604020202020204"/>
                <a:ea typeface="Arial" panose="020B0604020202020204"/>
                <a:cs typeface="Arial" panose="020B0604020202020204"/>
                <a:sym typeface="Arial" panose="020B0604020202020204"/>
              </a:rPr>
              <a:t>October 2024</a:t>
            </a:r>
            <a:endParaRPr sz="2265"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pic>
        <p:nvPicPr>
          <p:cNvPr id="168" name="Google Shape;168;p1"/>
          <p:cNvPicPr preferRelativeResize="0"/>
          <p:nvPr/>
        </p:nvPicPr>
        <p:blipFill rotWithShape="1">
          <a:blip r:embed="rId3"/>
          <a:srcRect l="-17785"/>
          <a:stretch>
            <a:fillRect/>
          </a:stretch>
        </p:blipFill>
        <p:spPr>
          <a:xfrm>
            <a:off x="-683503" y="1646443"/>
            <a:ext cx="4526453" cy="3703151"/>
          </a:xfrm>
          <a:prstGeom prst="rect">
            <a:avLst/>
          </a:prstGeom>
          <a:noFill/>
          <a:ln>
            <a:noFill/>
          </a:ln>
        </p:spPr>
      </p:pic>
      <p:sp>
        <p:nvSpPr>
          <p:cNvPr id="170" name="Google Shape;170;p1"/>
          <p:cNvSpPr/>
          <p:nvPr/>
        </p:nvSpPr>
        <p:spPr>
          <a:xfrm>
            <a:off x="3660828" y="1516400"/>
            <a:ext cx="373600" cy="1867200"/>
          </a:xfrm>
          <a:prstGeom prst="rect">
            <a:avLst/>
          </a:prstGeom>
          <a:solidFill>
            <a:srgbClr val="145ABE"/>
          </a:solidFill>
          <a:ln>
            <a:noFill/>
          </a:ln>
        </p:spPr>
        <p:txBody>
          <a:bodyPr spcFirstLastPara="1" wrap="square" lIns="91433" tIns="91433" rIns="91433" bIns="91433" anchor="ctr" anchorCtr="0">
            <a:noAutofit/>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Google Shape;169;p1"/>
          <p:cNvSpPr txBox="1"/>
          <p:nvPr/>
        </p:nvSpPr>
        <p:spPr>
          <a:xfrm>
            <a:off x="4719955" y="2761615"/>
            <a:ext cx="7215505" cy="106426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500"/>
              <a:buFont typeface="Arial" panose="020B0604020202020204"/>
              <a:buNone/>
            </a:pPr>
            <a:r>
              <a:rPr lang="fr-FR" sz="3600" b="1">
                <a:solidFill>
                  <a:srgbClr val="00B0F0"/>
                </a:solidFill>
                <a:latin typeface="Times New Roman" panose="02020603050405020304"/>
                <a:ea typeface="Times New Roman" panose="02020603050405020304"/>
                <a:cs typeface="Times New Roman" panose="02020603050405020304"/>
                <a:sym typeface="Times New Roman" panose="02020603050405020304"/>
              </a:rPr>
              <a:t>Inventaire et fonctionalité chaine de froid</a:t>
            </a:r>
            <a:r>
              <a:rPr lang="fr-FR" sz="3600" b="1" i="0" u="none" strike="noStrike" cap="none" dirty="0" err="1">
                <a:solidFill>
                  <a:srgbClr val="145ABE"/>
                </a:solidFill>
                <a:latin typeface="Times New Roman" panose="02020603050405020304"/>
                <a:ea typeface="Times New Roman" panose="02020603050405020304"/>
                <a:cs typeface="Times New Roman" panose="02020603050405020304"/>
                <a:sym typeface="Times New Roman" panose="02020603050405020304"/>
              </a:rPr>
              <a:t> </a:t>
            </a:r>
            <a:r>
              <a:rPr lang="fr-FR" sz="2000" b="1" i="0" u="none" strike="noStrike" cap="none" dirty="0" err="1">
                <a:solidFill>
                  <a:srgbClr val="145ABE"/>
                </a:solidFill>
                <a:latin typeface="Times New Roman" panose="02020603050405020304"/>
                <a:ea typeface="Times New Roman" panose="02020603050405020304"/>
                <a:cs typeface="Times New Roman" panose="02020603050405020304"/>
                <a:sym typeface="Times New Roman" panose="02020603050405020304"/>
              </a:rPr>
              <a:t>  </a:t>
            </a:r>
            <a:endParaRPr sz="1400" b="1" i="0"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000000"/>
              </a:buClr>
              <a:buSzPts val="1500"/>
              <a:buFont typeface="Arial" panose="020B0604020202020204"/>
              <a:buNone/>
            </a:pPr>
            <a:endParaRPr sz="1400" b="1" i="0"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000000"/>
              </a:buClr>
              <a:buSzPts val="1500"/>
              <a:buFont typeface="Arial" panose="020B0604020202020204"/>
              <a:buNone/>
            </a:pPr>
            <a:r>
              <a:rPr lang="en-GB" sz="1400" b="1" i="0"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rPr>
              <a:t> </a:t>
            </a:r>
            <a:endParaRPr sz="10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500"/>
              <a:buFont typeface="Arial" panose="020B0604020202020204"/>
              <a:buNone/>
            </a:pPr>
            <a:endParaRPr lang="fr-FR" altLang="en-GB" sz="10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842">
          <a:extLst>
            <a:ext uri="{FF2B5EF4-FFF2-40B4-BE49-F238E27FC236}">
              <a16:creationId xmlns:a16="http://schemas.microsoft.com/office/drawing/2014/main" id="{B377AA9E-30BE-EDED-BC06-FCFD38E2D551}"/>
            </a:ext>
          </a:extLst>
        </p:cNvPr>
        <p:cNvGrpSpPr/>
        <p:nvPr/>
      </p:nvGrpSpPr>
      <p:grpSpPr>
        <a:xfrm>
          <a:off x="0" y="0"/>
          <a:ext cx="0" cy="0"/>
          <a:chOff x="0" y="0"/>
          <a:chExt cx="0" cy="0"/>
        </a:xfrm>
      </p:grpSpPr>
      <p:sp>
        <p:nvSpPr>
          <p:cNvPr id="1848" name="Google Shape;1848;p20">
            <a:extLst>
              <a:ext uri="{FF2B5EF4-FFF2-40B4-BE49-F238E27FC236}">
                <a16:creationId xmlns:a16="http://schemas.microsoft.com/office/drawing/2014/main" id="{AE5D0F09-5DB7-8F3C-0548-1623764A0368}"/>
              </a:ext>
            </a:extLst>
          </p:cNvPr>
          <p:cNvSpPr txBox="1"/>
          <p:nvPr/>
        </p:nvSpPr>
        <p:spPr>
          <a:xfrm>
            <a:off x="458600" y="227293"/>
            <a:ext cx="11274800" cy="731600"/>
          </a:xfrm>
          <a:prstGeom prst="rect">
            <a:avLst/>
          </a:prstGeom>
          <a:noFill/>
          <a:ln>
            <a:noFill/>
          </a:ln>
        </p:spPr>
        <p:txBody>
          <a:bodyPr spcFirstLastPara="1" wrap="square" lIns="0" tIns="0" rIns="0" bIns="0" anchor="t" anchorCtr="0">
            <a:noAutofit/>
          </a:bodyPr>
          <a:lstStyle/>
          <a:p>
            <a:pPr>
              <a:buClr>
                <a:schemeClr val="dk1"/>
              </a:buClr>
              <a:buSzPts val="2200"/>
            </a:pPr>
            <a:r>
              <a:rPr lang="en-GB" sz="2933" b="1" dirty="0" err="1">
                <a:solidFill>
                  <a:srgbClr val="0070C0"/>
                </a:solidFill>
                <a:latin typeface="Times New Roman"/>
                <a:ea typeface="Times New Roman"/>
                <a:cs typeface="Times New Roman"/>
                <a:sym typeface="Times New Roman"/>
              </a:rPr>
              <a:t>Fonctionnalité</a:t>
            </a:r>
            <a:r>
              <a:rPr lang="en-GB" sz="2933" b="1" dirty="0">
                <a:solidFill>
                  <a:srgbClr val="0070C0"/>
                </a:solidFill>
                <a:latin typeface="Times New Roman"/>
                <a:ea typeface="Times New Roman"/>
                <a:cs typeface="Times New Roman"/>
                <a:sym typeface="Times New Roman"/>
              </a:rPr>
              <a:t> des </a:t>
            </a:r>
            <a:r>
              <a:rPr lang="en-GB" sz="2933" b="1" dirty="0" err="1">
                <a:solidFill>
                  <a:srgbClr val="0070C0"/>
                </a:solidFill>
                <a:latin typeface="Times New Roman"/>
                <a:ea typeface="Times New Roman"/>
                <a:cs typeface="Times New Roman"/>
                <a:sym typeface="Times New Roman"/>
              </a:rPr>
              <a:t>chambres</a:t>
            </a:r>
            <a:r>
              <a:rPr lang="en-GB" sz="2933" b="1" dirty="0">
                <a:solidFill>
                  <a:srgbClr val="0070C0"/>
                </a:solidFill>
                <a:latin typeface="Times New Roman"/>
                <a:ea typeface="Times New Roman"/>
                <a:cs typeface="Times New Roman"/>
                <a:sym typeface="Times New Roman"/>
              </a:rPr>
              <a:t> </a:t>
            </a:r>
            <a:r>
              <a:rPr lang="en-GB" sz="2933" b="1" dirty="0" err="1">
                <a:solidFill>
                  <a:srgbClr val="0070C0"/>
                </a:solidFill>
                <a:latin typeface="Times New Roman"/>
                <a:ea typeface="Times New Roman"/>
                <a:cs typeface="Times New Roman"/>
                <a:sym typeface="Times New Roman"/>
              </a:rPr>
              <a:t>froides</a:t>
            </a:r>
            <a:r>
              <a:rPr lang="en-GB" sz="2933" b="1" dirty="0">
                <a:solidFill>
                  <a:srgbClr val="0070C0"/>
                </a:solidFill>
                <a:latin typeface="Times New Roman"/>
                <a:ea typeface="Times New Roman"/>
                <a:cs typeface="Times New Roman"/>
                <a:sym typeface="Times New Roman"/>
              </a:rPr>
              <a:t> (</a:t>
            </a:r>
            <a:r>
              <a:rPr lang="en-GB" sz="2933" b="1" dirty="0" err="1">
                <a:solidFill>
                  <a:srgbClr val="0070C0"/>
                </a:solidFill>
                <a:latin typeface="Times New Roman"/>
                <a:ea typeface="Times New Roman"/>
                <a:cs typeface="Times New Roman"/>
                <a:sym typeface="Times New Roman"/>
              </a:rPr>
              <a:t>niveau</a:t>
            </a:r>
            <a:r>
              <a:rPr lang="en-GB" sz="2933" b="1" dirty="0">
                <a:solidFill>
                  <a:srgbClr val="0070C0"/>
                </a:solidFill>
                <a:latin typeface="Times New Roman"/>
                <a:ea typeface="Times New Roman"/>
                <a:cs typeface="Times New Roman"/>
                <a:sym typeface="Times New Roman"/>
              </a:rPr>
              <a:t> central) </a:t>
            </a:r>
            <a:endParaRPr sz="2933" dirty="0">
              <a:solidFill>
                <a:srgbClr val="FF0000"/>
              </a:solidFill>
              <a:latin typeface="Times New Roman"/>
              <a:ea typeface="Times New Roman"/>
              <a:cs typeface="Times New Roman"/>
              <a:sym typeface="Times New Roman"/>
            </a:endParaRPr>
          </a:p>
        </p:txBody>
      </p:sp>
      <p:graphicFrame>
        <p:nvGraphicFramePr>
          <p:cNvPr id="5" name="Tableau 4">
            <a:extLst>
              <a:ext uri="{FF2B5EF4-FFF2-40B4-BE49-F238E27FC236}">
                <a16:creationId xmlns:a16="http://schemas.microsoft.com/office/drawing/2014/main" id="{4D87E5E6-CD0F-6036-C309-387DC4A3A1DF}"/>
              </a:ext>
            </a:extLst>
          </p:cNvPr>
          <p:cNvGraphicFramePr>
            <a:graphicFrameLocks noGrp="1"/>
          </p:cNvGraphicFramePr>
          <p:nvPr>
            <p:extLst>
              <p:ext uri="{D42A27DB-BD31-4B8C-83A1-F6EECF244321}">
                <p14:modId xmlns:p14="http://schemas.microsoft.com/office/powerpoint/2010/main" val="2839206531"/>
              </p:ext>
            </p:extLst>
          </p:nvPr>
        </p:nvGraphicFramePr>
        <p:xfrm>
          <a:off x="67247" y="1901870"/>
          <a:ext cx="2323526" cy="2193881"/>
        </p:xfrm>
        <a:graphic>
          <a:graphicData uri="http://schemas.openxmlformats.org/drawingml/2006/table">
            <a:tbl>
              <a:tblPr>
                <a:tableStyleId>{B301B821-A1FF-4177-AEE7-76D212191A09}</a:tableStyleId>
              </a:tblPr>
              <a:tblGrid>
                <a:gridCol w="990405">
                  <a:extLst>
                    <a:ext uri="{9D8B030D-6E8A-4147-A177-3AD203B41FA5}">
                      <a16:colId xmlns:a16="http://schemas.microsoft.com/office/drawing/2014/main" val="3461876048"/>
                    </a:ext>
                  </a:extLst>
                </a:gridCol>
                <a:gridCol w="1333121">
                  <a:extLst>
                    <a:ext uri="{9D8B030D-6E8A-4147-A177-3AD203B41FA5}">
                      <a16:colId xmlns:a16="http://schemas.microsoft.com/office/drawing/2014/main" val="1375970334"/>
                    </a:ext>
                  </a:extLst>
                </a:gridCol>
              </a:tblGrid>
              <a:tr h="687305">
                <a:tc>
                  <a:txBody>
                    <a:bodyPr/>
                    <a:lstStyle/>
                    <a:p>
                      <a:pPr algn="ctr" fontAlgn="ctr"/>
                      <a:r>
                        <a:rPr lang="fr-CD" sz="1500" b="1" u="none" strike="noStrike" dirty="0">
                          <a:effectLst/>
                          <a:latin typeface="Times New Roman" panose="02020603050405020304" pitchFamily="18" charset="0"/>
                          <a:cs typeface="Times New Roman" panose="02020603050405020304" pitchFamily="18" charset="0"/>
                        </a:rPr>
                        <a:t>Types</a:t>
                      </a:r>
                      <a:endParaRPr lang="fr-CD" sz="15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fr-CD" sz="1500" b="1" u="none" strike="noStrike" dirty="0">
                          <a:effectLst/>
                          <a:latin typeface="Times New Roman" panose="02020603050405020304" pitchFamily="18" charset="0"/>
                          <a:cs typeface="Times New Roman" panose="02020603050405020304" pitchFamily="18" charset="0"/>
                        </a:rPr>
                        <a:t>Nbre d’équipement</a:t>
                      </a:r>
                      <a:endParaRPr lang="fr-CD" sz="15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1116085863"/>
                  </a:ext>
                </a:extLst>
              </a:tr>
              <a:tr h="502192">
                <a:tc>
                  <a:txBody>
                    <a:bodyPr/>
                    <a:lstStyle/>
                    <a:p>
                      <a:pPr algn="ctr" fontAlgn="ctr"/>
                      <a:r>
                        <a:rPr lang="fr-CD" sz="1500" b="1" u="none" strike="noStrike" dirty="0" err="1">
                          <a:effectLst/>
                          <a:latin typeface="Times New Roman" panose="02020603050405020304" pitchFamily="18" charset="0"/>
                          <a:cs typeface="Times New Roman" panose="02020603050405020304" pitchFamily="18" charset="0"/>
                        </a:rPr>
                        <a:t>ChF</a:t>
                      </a:r>
                      <a:r>
                        <a:rPr lang="fr-CD" sz="1500" b="1" u="none" strike="noStrike" dirty="0">
                          <a:effectLst/>
                          <a:latin typeface="Times New Roman" panose="02020603050405020304" pitchFamily="18" charset="0"/>
                          <a:cs typeface="Times New Roman" panose="02020603050405020304" pitchFamily="18" charset="0"/>
                        </a:rPr>
                        <a:t>+</a:t>
                      </a:r>
                      <a:endParaRPr lang="fr-CD" sz="15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fr-CD" sz="2400" b="1" u="none" strike="noStrike" dirty="0">
                          <a:effectLst/>
                          <a:latin typeface="Times New Roman" panose="02020603050405020304" pitchFamily="18" charset="0"/>
                          <a:cs typeface="Times New Roman" panose="02020603050405020304" pitchFamily="18" charset="0"/>
                        </a:rPr>
                        <a:t>20</a:t>
                      </a:r>
                      <a:endParaRPr lang="fr-CD" sz="2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127743948"/>
                  </a:ext>
                </a:extLst>
              </a:tr>
              <a:tr h="502192">
                <a:tc>
                  <a:txBody>
                    <a:bodyPr/>
                    <a:lstStyle/>
                    <a:p>
                      <a:pPr algn="ctr" fontAlgn="ctr"/>
                      <a:r>
                        <a:rPr lang="fr-CD" sz="1500" b="1" u="none" strike="noStrike" dirty="0" err="1">
                          <a:effectLst/>
                          <a:latin typeface="Times New Roman" panose="02020603050405020304" pitchFamily="18" charset="0"/>
                          <a:cs typeface="Times New Roman" panose="02020603050405020304" pitchFamily="18" charset="0"/>
                        </a:rPr>
                        <a:t>ChF</a:t>
                      </a:r>
                      <a:r>
                        <a:rPr lang="fr-CD" sz="1500" b="1" u="none" strike="noStrike" dirty="0">
                          <a:effectLst/>
                          <a:latin typeface="Times New Roman" panose="02020603050405020304" pitchFamily="18" charset="0"/>
                          <a:cs typeface="Times New Roman" panose="02020603050405020304" pitchFamily="18" charset="0"/>
                        </a:rPr>
                        <a:t>-</a:t>
                      </a:r>
                      <a:endParaRPr lang="fr-CD" sz="15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fr-CD" sz="2400" b="1" i="0" u="none" strike="noStrike" dirty="0">
                          <a:solidFill>
                            <a:srgbClr val="000000"/>
                          </a:solidFill>
                          <a:effectLst/>
                          <a:latin typeface="Times New Roman" panose="02020603050405020304" pitchFamily="18" charset="0"/>
                          <a:cs typeface="Times New Roman" panose="02020603050405020304" pitchFamily="18" charset="0"/>
                        </a:rPr>
                        <a:t>6</a:t>
                      </a:r>
                    </a:p>
                  </a:txBody>
                  <a:tcPr marL="0" marR="0" marT="0" marB="0" anchor="ctr"/>
                </a:tc>
                <a:extLst>
                  <a:ext uri="{0D108BD9-81ED-4DB2-BD59-A6C34878D82A}">
                    <a16:rowId xmlns:a16="http://schemas.microsoft.com/office/drawing/2014/main" val="679889917"/>
                  </a:ext>
                </a:extLst>
              </a:tr>
              <a:tr h="502192">
                <a:tc>
                  <a:txBody>
                    <a:bodyPr/>
                    <a:lstStyle/>
                    <a:p>
                      <a:pPr algn="ctr" fontAlgn="ctr"/>
                      <a:r>
                        <a:rPr lang="fr-CD" sz="1500" b="1" u="none" strike="noStrike">
                          <a:effectLst/>
                          <a:latin typeface="Times New Roman" panose="02020603050405020304" pitchFamily="18" charset="0"/>
                          <a:cs typeface="Times New Roman" panose="02020603050405020304" pitchFamily="18" charset="0"/>
                        </a:rPr>
                        <a:t>Total</a:t>
                      </a:r>
                      <a:endParaRPr lang="fr-CD" sz="1500" b="1" i="0" u="none" strike="noStrike">
                        <a:solidFill>
                          <a:srgbClr val="000000"/>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fr-CD" sz="2400" b="1" u="none" strike="noStrike" dirty="0">
                          <a:effectLst/>
                          <a:latin typeface="Times New Roman" panose="02020603050405020304" pitchFamily="18" charset="0"/>
                          <a:cs typeface="Times New Roman" panose="02020603050405020304" pitchFamily="18" charset="0"/>
                        </a:rPr>
                        <a:t>26</a:t>
                      </a:r>
                      <a:endParaRPr lang="fr-CD" sz="2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586166868"/>
                  </a:ext>
                </a:extLst>
              </a:tr>
            </a:tbl>
          </a:graphicData>
        </a:graphic>
      </p:graphicFrame>
      <p:grpSp>
        <p:nvGrpSpPr>
          <p:cNvPr id="2" name="Google Shape;1674;g2f1c646a89f_0_320">
            <a:extLst>
              <a:ext uri="{FF2B5EF4-FFF2-40B4-BE49-F238E27FC236}">
                <a16:creationId xmlns:a16="http://schemas.microsoft.com/office/drawing/2014/main" id="{D5D7CFED-BA46-0B74-9716-0EFE09CE57CD}"/>
              </a:ext>
            </a:extLst>
          </p:cNvPr>
          <p:cNvGrpSpPr/>
          <p:nvPr/>
        </p:nvGrpSpPr>
        <p:grpSpPr>
          <a:xfrm>
            <a:off x="117174" y="6277328"/>
            <a:ext cx="3141409" cy="430360"/>
            <a:chOff x="238125" y="2363000"/>
            <a:chExt cx="7122300" cy="975725"/>
          </a:xfrm>
        </p:grpSpPr>
        <p:sp>
          <p:nvSpPr>
            <p:cNvPr id="4" name="Google Shape;1675;g2f1c646a89f_0_320">
              <a:extLst>
                <a:ext uri="{FF2B5EF4-FFF2-40B4-BE49-F238E27FC236}">
                  <a16:creationId xmlns:a16="http://schemas.microsoft.com/office/drawing/2014/main" id="{D5CC435B-5B45-7C41-4B6F-92F34DAC5535}"/>
                </a:ext>
              </a:extLst>
            </p:cNvPr>
            <p:cNvSpPr/>
            <p:nvPr/>
          </p:nvSpPr>
          <p:spPr>
            <a:xfrm>
              <a:off x="238125" y="2363000"/>
              <a:ext cx="695275" cy="955800"/>
            </a:xfrm>
            <a:custGeom>
              <a:avLst/>
              <a:gdLst/>
              <a:ahLst/>
              <a:cxnLst/>
              <a:rect l="l" t="t" r="r" b="b"/>
              <a:pathLst>
                <a:path w="27811" h="38232" extrusionOk="0">
                  <a:moveTo>
                    <a:pt x="13895" y="0"/>
                  </a:moveTo>
                  <a:cubicBezTo>
                    <a:pt x="10626" y="0"/>
                    <a:pt x="7949" y="2656"/>
                    <a:pt x="7949" y="5946"/>
                  </a:cubicBezTo>
                  <a:cubicBezTo>
                    <a:pt x="7949" y="9236"/>
                    <a:pt x="10626" y="11893"/>
                    <a:pt x="13895" y="11893"/>
                  </a:cubicBezTo>
                  <a:cubicBezTo>
                    <a:pt x="17185" y="11893"/>
                    <a:pt x="19862" y="9236"/>
                    <a:pt x="19862" y="5946"/>
                  </a:cubicBezTo>
                  <a:cubicBezTo>
                    <a:pt x="19862" y="2656"/>
                    <a:pt x="17185" y="0"/>
                    <a:pt x="13895" y="0"/>
                  </a:cubicBezTo>
                  <a:close/>
                  <a:moveTo>
                    <a:pt x="7070" y="18738"/>
                  </a:moveTo>
                  <a:lnTo>
                    <a:pt x="7070" y="26380"/>
                  </a:lnTo>
                  <a:cubicBezTo>
                    <a:pt x="5987" y="25706"/>
                    <a:pt x="5252" y="24500"/>
                    <a:pt x="5252" y="23111"/>
                  </a:cubicBezTo>
                  <a:lnTo>
                    <a:pt x="5252" y="21987"/>
                  </a:lnTo>
                  <a:cubicBezTo>
                    <a:pt x="5252" y="20618"/>
                    <a:pt x="5987" y="19412"/>
                    <a:pt x="7070" y="18738"/>
                  </a:cubicBezTo>
                  <a:close/>
                  <a:moveTo>
                    <a:pt x="20557" y="18636"/>
                  </a:moveTo>
                  <a:cubicBezTo>
                    <a:pt x="21742" y="19269"/>
                    <a:pt x="22559" y="20536"/>
                    <a:pt x="22559" y="21987"/>
                  </a:cubicBezTo>
                  <a:lnTo>
                    <a:pt x="22559" y="23131"/>
                  </a:lnTo>
                  <a:cubicBezTo>
                    <a:pt x="22559" y="24562"/>
                    <a:pt x="21742" y="25828"/>
                    <a:pt x="20557" y="26482"/>
                  </a:cubicBezTo>
                  <a:lnTo>
                    <a:pt x="20557" y="18636"/>
                  </a:lnTo>
                  <a:close/>
                  <a:moveTo>
                    <a:pt x="9052" y="12935"/>
                  </a:moveTo>
                  <a:cubicBezTo>
                    <a:pt x="4066" y="12935"/>
                    <a:pt x="0" y="17001"/>
                    <a:pt x="0" y="21987"/>
                  </a:cubicBezTo>
                  <a:lnTo>
                    <a:pt x="0" y="23111"/>
                  </a:lnTo>
                  <a:cubicBezTo>
                    <a:pt x="0" y="27443"/>
                    <a:pt x="3024" y="31060"/>
                    <a:pt x="7070" y="31959"/>
                  </a:cubicBezTo>
                  <a:lnTo>
                    <a:pt x="7070" y="38232"/>
                  </a:lnTo>
                  <a:lnTo>
                    <a:pt x="20557" y="38232"/>
                  </a:lnTo>
                  <a:lnTo>
                    <a:pt x="20557" y="31999"/>
                  </a:lnTo>
                  <a:cubicBezTo>
                    <a:pt x="24684" y="31162"/>
                    <a:pt x="27811" y="27504"/>
                    <a:pt x="27811" y="23111"/>
                  </a:cubicBezTo>
                  <a:lnTo>
                    <a:pt x="27811" y="21987"/>
                  </a:lnTo>
                  <a:cubicBezTo>
                    <a:pt x="27811" y="17001"/>
                    <a:pt x="23744" y="12935"/>
                    <a:pt x="18738" y="12935"/>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6" name="Google Shape;1676;g2f1c646a89f_0_320">
              <a:extLst>
                <a:ext uri="{FF2B5EF4-FFF2-40B4-BE49-F238E27FC236}">
                  <a16:creationId xmlns:a16="http://schemas.microsoft.com/office/drawing/2014/main" id="{4D94DB07-B5CE-E2A5-95A6-731874832192}"/>
                </a:ext>
              </a:extLst>
            </p:cNvPr>
            <p:cNvSpPr/>
            <p:nvPr/>
          </p:nvSpPr>
          <p:spPr>
            <a:xfrm>
              <a:off x="238125" y="2791600"/>
              <a:ext cx="695275" cy="547125"/>
            </a:xfrm>
            <a:custGeom>
              <a:avLst/>
              <a:gdLst/>
              <a:ahLst/>
              <a:cxnLst/>
              <a:rect l="l" t="t" r="r" b="b"/>
              <a:pathLst>
                <a:path w="27811" h="21885" extrusionOk="0">
                  <a:moveTo>
                    <a:pt x="13895" y="0"/>
                  </a:moveTo>
                  <a:cubicBezTo>
                    <a:pt x="11443" y="0"/>
                    <a:pt x="9441" y="2003"/>
                    <a:pt x="9441" y="4475"/>
                  </a:cubicBezTo>
                  <a:cubicBezTo>
                    <a:pt x="9441" y="6927"/>
                    <a:pt x="11443" y="8930"/>
                    <a:pt x="13895" y="8930"/>
                  </a:cubicBezTo>
                  <a:cubicBezTo>
                    <a:pt x="16368" y="8930"/>
                    <a:pt x="18370" y="6927"/>
                    <a:pt x="18370" y="4475"/>
                  </a:cubicBezTo>
                  <a:cubicBezTo>
                    <a:pt x="18370" y="2003"/>
                    <a:pt x="16368" y="0"/>
                    <a:pt x="13895" y="0"/>
                  </a:cubicBezTo>
                  <a:close/>
                  <a:moveTo>
                    <a:pt x="0" y="5987"/>
                  </a:moveTo>
                  <a:cubicBezTo>
                    <a:pt x="0" y="10973"/>
                    <a:pt x="4066" y="15039"/>
                    <a:pt x="9052" y="15039"/>
                  </a:cubicBezTo>
                  <a:lnTo>
                    <a:pt x="9686" y="15039"/>
                  </a:lnTo>
                  <a:lnTo>
                    <a:pt x="9686" y="21885"/>
                  </a:lnTo>
                  <a:lnTo>
                    <a:pt x="17941" y="21885"/>
                  </a:lnTo>
                  <a:lnTo>
                    <a:pt x="17941" y="15039"/>
                  </a:lnTo>
                  <a:lnTo>
                    <a:pt x="18738" y="15039"/>
                  </a:lnTo>
                  <a:cubicBezTo>
                    <a:pt x="23744" y="15039"/>
                    <a:pt x="27811" y="10973"/>
                    <a:pt x="27811" y="5987"/>
                  </a:cubicBezTo>
                  <a:lnTo>
                    <a:pt x="22559" y="5987"/>
                  </a:lnTo>
                  <a:cubicBezTo>
                    <a:pt x="22559" y="8092"/>
                    <a:pt x="20843" y="9788"/>
                    <a:pt x="18738" y="9788"/>
                  </a:cubicBezTo>
                  <a:lnTo>
                    <a:pt x="9052" y="9788"/>
                  </a:lnTo>
                  <a:cubicBezTo>
                    <a:pt x="6948" y="9788"/>
                    <a:pt x="5252" y="8092"/>
                    <a:pt x="5252" y="5987"/>
                  </a:cubicBezTo>
                  <a:close/>
                </a:path>
              </a:pathLst>
            </a:custGeom>
            <a:solidFill>
              <a:srgbClr val="64C8FA"/>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7" name="Google Shape;1677;g2f1c646a89f_0_320">
              <a:extLst>
                <a:ext uri="{FF2B5EF4-FFF2-40B4-BE49-F238E27FC236}">
                  <a16:creationId xmlns:a16="http://schemas.microsoft.com/office/drawing/2014/main" id="{4B919A8B-5F6D-44A9-2960-1FF6FAB515FE}"/>
                </a:ext>
              </a:extLst>
            </p:cNvPr>
            <p:cNvSpPr/>
            <p:nvPr/>
          </p:nvSpPr>
          <p:spPr>
            <a:xfrm>
              <a:off x="1191350" y="2441650"/>
              <a:ext cx="614600" cy="794900"/>
            </a:xfrm>
            <a:custGeom>
              <a:avLst/>
              <a:gdLst/>
              <a:ahLst/>
              <a:cxnLst/>
              <a:rect l="l" t="t" r="r" b="b"/>
              <a:pathLst>
                <a:path w="24584" h="31796" extrusionOk="0">
                  <a:moveTo>
                    <a:pt x="12568" y="5620"/>
                  </a:moveTo>
                  <a:cubicBezTo>
                    <a:pt x="15653" y="5620"/>
                    <a:pt x="17799" y="6969"/>
                    <a:pt x="17799" y="10218"/>
                  </a:cubicBezTo>
                  <a:cubicBezTo>
                    <a:pt x="17799" y="13119"/>
                    <a:pt x="15797" y="14775"/>
                    <a:pt x="12629" y="14775"/>
                  </a:cubicBezTo>
                  <a:lnTo>
                    <a:pt x="6908" y="14775"/>
                  </a:lnTo>
                  <a:lnTo>
                    <a:pt x="6908" y="5620"/>
                  </a:lnTo>
                  <a:close/>
                  <a:moveTo>
                    <a:pt x="1" y="1"/>
                  </a:moveTo>
                  <a:lnTo>
                    <a:pt x="1" y="31796"/>
                  </a:lnTo>
                  <a:lnTo>
                    <a:pt x="6908" y="31796"/>
                  </a:lnTo>
                  <a:lnTo>
                    <a:pt x="6908" y="20333"/>
                  </a:lnTo>
                  <a:lnTo>
                    <a:pt x="13876" y="20333"/>
                  </a:lnTo>
                  <a:cubicBezTo>
                    <a:pt x="21355" y="20333"/>
                    <a:pt x="24583" y="15122"/>
                    <a:pt x="24583" y="10136"/>
                  </a:cubicBezTo>
                  <a:cubicBezTo>
                    <a:pt x="24583" y="3883"/>
                    <a:pt x="20251" y="1"/>
                    <a:pt x="13651"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8" name="Google Shape;1678;g2f1c646a89f_0_320">
              <a:extLst>
                <a:ext uri="{FF2B5EF4-FFF2-40B4-BE49-F238E27FC236}">
                  <a16:creationId xmlns:a16="http://schemas.microsoft.com/office/drawing/2014/main" id="{A18D29CE-70F4-4615-3ED4-BD912F64DC65}"/>
                </a:ext>
              </a:extLst>
            </p:cNvPr>
            <p:cNvSpPr/>
            <p:nvPr/>
          </p:nvSpPr>
          <p:spPr>
            <a:xfrm>
              <a:off x="1911675" y="2441650"/>
              <a:ext cx="571650" cy="794900"/>
            </a:xfrm>
            <a:custGeom>
              <a:avLst/>
              <a:gdLst/>
              <a:ahLst/>
              <a:cxnLst/>
              <a:rect l="l" t="t" r="r" b="b"/>
              <a:pathLst>
                <a:path w="22866" h="31796" extrusionOk="0">
                  <a:moveTo>
                    <a:pt x="0" y="1"/>
                  </a:moveTo>
                  <a:lnTo>
                    <a:pt x="0" y="31796"/>
                  </a:lnTo>
                  <a:lnTo>
                    <a:pt x="22866" y="31796"/>
                  </a:lnTo>
                  <a:lnTo>
                    <a:pt x="22866" y="25952"/>
                  </a:lnTo>
                  <a:lnTo>
                    <a:pt x="6907" y="25952"/>
                  </a:lnTo>
                  <a:lnTo>
                    <a:pt x="6907" y="18596"/>
                  </a:lnTo>
                  <a:lnTo>
                    <a:pt x="20598" y="18596"/>
                  </a:lnTo>
                  <a:lnTo>
                    <a:pt x="20598" y="12752"/>
                  </a:lnTo>
                  <a:lnTo>
                    <a:pt x="6907" y="12752"/>
                  </a:lnTo>
                  <a:lnTo>
                    <a:pt x="6907" y="5845"/>
                  </a:lnTo>
                  <a:lnTo>
                    <a:pt x="22743" y="5845"/>
                  </a:lnTo>
                  <a:lnTo>
                    <a:pt x="22743"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9" name="Google Shape;1679;g2f1c646a89f_0_320">
              <a:extLst>
                <a:ext uri="{FF2B5EF4-FFF2-40B4-BE49-F238E27FC236}">
                  <a16:creationId xmlns:a16="http://schemas.microsoft.com/office/drawing/2014/main" id="{1B2219D6-09F0-3E02-BA63-55B989E99BD4}"/>
                </a:ext>
              </a:extLst>
            </p:cNvPr>
            <p:cNvSpPr/>
            <p:nvPr/>
          </p:nvSpPr>
          <p:spPr>
            <a:xfrm>
              <a:off x="2542575" y="2441650"/>
              <a:ext cx="692225" cy="798475"/>
            </a:xfrm>
            <a:custGeom>
              <a:avLst/>
              <a:gdLst/>
              <a:ahLst/>
              <a:cxnLst/>
              <a:rect l="l" t="t" r="r" b="b"/>
              <a:pathLst>
                <a:path w="27689" h="31939" extrusionOk="0">
                  <a:moveTo>
                    <a:pt x="0" y="1"/>
                  </a:moveTo>
                  <a:lnTo>
                    <a:pt x="10299" y="31939"/>
                  </a:lnTo>
                  <a:lnTo>
                    <a:pt x="17267" y="31939"/>
                  </a:lnTo>
                  <a:lnTo>
                    <a:pt x="27688" y="1"/>
                  </a:lnTo>
                  <a:lnTo>
                    <a:pt x="20965" y="1"/>
                  </a:lnTo>
                  <a:lnTo>
                    <a:pt x="14181" y="22928"/>
                  </a:lnTo>
                  <a:lnTo>
                    <a:pt x="14038" y="22928"/>
                  </a:lnTo>
                  <a:lnTo>
                    <a:pt x="7315"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10" name="Google Shape;1680;g2f1c646a89f_0_320">
              <a:extLst>
                <a:ext uri="{FF2B5EF4-FFF2-40B4-BE49-F238E27FC236}">
                  <a16:creationId xmlns:a16="http://schemas.microsoft.com/office/drawing/2014/main" id="{6EBBA1CF-DFEA-C20D-FF5C-3883B7C60334}"/>
                </a:ext>
              </a:extLst>
            </p:cNvPr>
            <p:cNvSpPr/>
            <p:nvPr/>
          </p:nvSpPr>
          <p:spPr>
            <a:xfrm>
              <a:off x="3487650" y="2440125"/>
              <a:ext cx="140000" cy="188025"/>
            </a:xfrm>
            <a:custGeom>
              <a:avLst/>
              <a:gdLst/>
              <a:ahLst/>
              <a:cxnLst/>
              <a:rect l="l" t="t" r="r" b="b"/>
              <a:pathLst>
                <a:path w="5600" h="7521" extrusionOk="0">
                  <a:moveTo>
                    <a:pt x="2861" y="1186"/>
                  </a:moveTo>
                  <a:cubicBezTo>
                    <a:pt x="3637" y="1186"/>
                    <a:pt x="4230" y="1472"/>
                    <a:pt x="4230" y="2350"/>
                  </a:cubicBezTo>
                  <a:cubicBezTo>
                    <a:pt x="4230" y="3127"/>
                    <a:pt x="3699" y="3515"/>
                    <a:pt x="2881" y="3515"/>
                  </a:cubicBezTo>
                  <a:lnTo>
                    <a:pt x="1390" y="3515"/>
                  </a:lnTo>
                  <a:lnTo>
                    <a:pt x="1390" y="1186"/>
                  </a:lnTo>
                  <a:close/>
                  <a:moveTo>
                    <a:pt x="0" y="1"/>
                  </a:moveTo>
                  <a:lnTo>
                    <a:pt x="0" y="7520"/>
                  </a:lnTo>
                  <a:lnTo>
                    <a:pt x="1390" y="7520"/>
                  </a:lnTo>
                  <a:lnTo>
                    <a:pt x="1390" y="4700"/>
                  </a:lnTo>
                  <a:lnTo>
                    <a:pt x="3127" y="4700"/>
                  </a:lnTo>
                  <a:cubicBezTo>
                    <a:pt x="4823" y="4700"/>
                    <a:pt x="5599" y="3515"/>
                    <a:pt x="5599" y="2371"/>
                  </a:cubicBezTo>
                  <a:cubicBezTo>
                    <a:pt x="5599" y="818"/>
                    <a:pt x="4496" y="1"/>
                    <a:pt x="3045"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11" name="Google Shape;1681;g2f1c646a89f_0_320">
              <a:extLst>
                <a:ext uri="{FF2B5EF4-FFF2-40B4-BE49-F238E27FC236}">
                  <a16:creationId xmlns:a16="http://schemas.microsoft.com/office/drawing/2014/main" id="{77AAB2C8-4878-A0DB-2144-42A06DC9C378}"/>
                </a:ext>
              </a:extLst>
            </p:cNvPr>
            <p:cNvSpPr/>
            <p:nvPr/>
          </p:nvSpPr>
          <p:spPr>
            <a:xfrm>
              <a:off x="3650100" y="2490700"/>
              <a:ext cx="86850" cy="137450"/>
            </a:xfrm>
            <a:custGeom>
              <a:avLst/>
              <a:gdLst/>
              <a:ahLst/>
              <a:cxnLst/>
              <a:rect l="l" t="t" r="r" b="b"/>
              <a:pathLst>
                <a:path w="3474" h="5498" extrusionOk="0">
                  <a:moveTo>
                    <a:pt x="3045" y="0"/>
                  </a:moveTo>
                  <a:cubicBezTo>
                    <a:pt x="2391" y="0"/>
                    <a:pt x="1594" y="430"/>
                    <a:pt x="1287" y="1002"/>
                  </a:cubicBezTo>
                  <a:lnTo>
                    <a:pt x="1267" y="1002"/>
                  </a:lnTo>
                  <a:lnTo>
                    <a:pt x="1267" y="103"/>
                  </a:lnTo>
                  <a:lnTo>
                    <a:pt x="0" y="103"/>
                  </a:lnTo>
                  <a:lnTo>
                    <a:pt x="0" y="5497"/>
                  </a:lnTo>
                  <a:lnTo>
                    <a:pt x="1287" y="5497"/>
                  </a:lnTo>
                  <a:lnTo>
                    <a:pt x="1287" y="2739"/>
                  </a:lnTo>
                  <a:cubicBezTo>
                    <a:pt x="1287" y="1737"/>
                    <a:pt x="2023" y="1165"/>
                    <a:pt x="2984" y="1165"/>
                  </a:cubicBezTo>
                  <a:cubicBezTo>
                    <a:pt x="3167" y="1165"/>
                    <a:pt x="3310" y="1165"/>
                    <a:pt x="3474" y="1206"/>
                  </a:cubicBezTo>
                  <a:lnTo>
                    <a:pt x="3474" y="21"/>
                  </a:lnTo>
                  <a:cubicBezTo>
                    <a:pt x="3331" y="0"/>
                    <a:pt x="3188" y="0"/>
                    <a:pt x="3045"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12" name="Google Shape;1682;g2f1c646a89f_0_320">
              <a:extLst>
                <a:ext uri="{FF2B5EF4-FFF2-40B4-BE49-F238E27FC236}">
                  <a16:creationId xmlns:a16="http://schemas.microsoft.com/office/drawing/2014/main" id="{2A0187BB-65AD-D07E-5A74-6FA5751161C9}"/>
                </a:ext>
              </a:extLst>
            </p:cNvPr>
            <p:cNvSpPr/>
            <p:nvPr/>
          </p:nvSpPr>
          <p:spPr>
            <a:xfrm>
              <a:off x="3752775" y="2490700"/>
              <a:ext cx="122625" cy="140500"/>
            </a:xfrm>
            <a:custGeom>
              <a:avLst/>
              <a:gdLst/>
              <a:ahLst/>
              <a:cxnLst/>
              <a:rect l="l" t="t" r="r" b="b"/>
              <a:pathLst>
                <a:path w="4905" h="5620" extrusionOk="0">
                  <a:moveTo>
                    <a:pt x="2432" y="1104"/>
                  </a:moveTo>
                  <a:cubicBezTo>
                    <a:pt x="3106" y="1104"/>
                    <a:pt x="3597" y="1472"/>
                    <a:pt x="3597" y="2126"/>
                  </a:cubicBezTo>
                  <a:lnTo>
                    <a:pt x="3597" y="3474"/>
                  </a:lnTo>
                  <a:cubicBezTo>
                    <a:pt x="3597" y="4251"/>
                    <a:pt x="3025" y="4537"/>
                    <a:pt x="2473" y="4537"/>
                  </a:cubicBezTo>
                  <a:cubicBezTo>
                    <a:pt x="1819" y="4537"/>
                    <a:pt x="1308" y="4149"/>
                    <a:pt x="1308" y="3495"/>
                  </a:cubicBezTo>
                  <a:lnTo>
                    <a:pt x="1308" y="2166"/>
                  </a:lnTo>
                  <a:cubicBezTo>
                    <a:pt x="1308" y="1390"/>
                    <a:pt x="1901" y="1104"/>
                    <a:pt x="2432" y="1104"/>
                  </a:cubicBezTo>
                  <a:close/>
                  <a:moveTo>
                    <a:pt x="2432" y="0"/>
                  </a:moveTo>
                  <a:cubicBezTo>
                    <a:pt x="1247" y="0"/>
                    <a:pt x="0" y="797"/>
                    <a:pt x="0" y="2269"/>
                  </a:cubicBezTo>
                  <a:lnTo>
                    <a:pt x="0" y="3495"/>
                  </a:lnTo>
                  <a:cubicBezTo>
                    <a:pt x="0" y="4884"/>
                    <a:pt x="1165" y="5620"/>
                    <a:pt x="2473" y="5620"/>
                  </a:cubicBezTo>
                  <a:cubicBezTo>
                    <a:pt x="3679" y="5620"/>
                    <a:pt x="4905" y="4823"/>
                    <a:pt x="4905" y="3352"/>
                  </a:cubicBezTo>
                  <a:lnTo>
                    <a:pt x="4905" y="2248"/>
                  </a:lnTo>
                  <a:cubicBezTo>
                    <a:pt x="4905" y="859"/>
                    <a:pt x="3740" y="0"/>
                    <a:pt x="2432"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13" name="Google Shape;1683;g2f1c646a89f_0_320">
              <a:extLst>
                <a:ext uri="{FF2B5EF4-FFF2-40B4-BE49-F238E27FC236}">
                  <a16:creationId xmlns:a16="http://schemas.microsoft.com/office/drawing/2014/main" id="{F659ED7F-60AA-AF21-9B7A-9DF459B04B96}"/>
                </a:ext>
              </a:extLst>
            </p:cNvPr>
            <p:cNvSpPr/>
            <p:nvPr/>
          </p:nvSpPr>
          <p:spPr>
            <a:xfrm>
              <a:off x="3897850" y="2490700"/>
              <a:ext cx="121100" cy="189050"/>
            </a:xfrm>
            <a:custGeom>
              <a:avLst/>
              <a:gdLst/>
              <a:ahLst/>
              <a:cxnLst/>
              <a:rect l="l" t="t" r="r" b="b"/>
              <a:pathLst>
                <a:path w="4844" h="7562" extrusionOk="0">
                  <a:moveTo>
                    <a:pt x="2432" y="1104"/>
                  </a:moveTo>
                  <a:cubicBezTo>
                    <a:pt x="3086" y="1104"/>
                    <a:pt x="3597" y="1472"/>
                    <a:pt x="3597" y="2126"/>
                  </a:cubicBezTo>
                  <a:lnTo>
                    <a:pt x="3597" y="3331"/>
                  </a:lnTo>
                  <a:cubicBezTo>
                    <a:pt x="3597" y="4108"/>
                    <a:pt x="3004" y="4394"/>
                    <a:pt x="2473" y="4394"/>
                  </a:cubicBezTo>
                  <a:cubicBezTo>
                    <a:pt x="1799" y="4394"/>
                    <a:pt x="1308" y="4006"/>
                    <a:pt x="1308" y="3352"/>
                  </a:cubicBezTo>
                  <a:lnTo>
                    <a:pt x="1308" y="2166"/>
                  </a:lnTo>
                  <a:cubicBezTo>
                    <a:pt x="1308" y="1390"/>
                    <a:pt x="1901" y="1104"/>
                    <a:pt x="2432" y="1104"/>
                  </a:cubicBezTo>
                  <a:close/>
                  <a:moveTo>
                    <a:pt x="2105" y="0"/>
                  </a:moveTo>
                  <a:cubicBezTo>
                    <a:pt x="920" y="0"/>
                    <a:pt x="1" y="797"/>
                    <a:pt x="1" y="2269"/>
                  </a:cubicBezTo>
                  <a:lnTo>
                    <a:pt x="1" y="3290"/>
                  </a:lnTo>
                  <a:cubicBezTo>
                    <a:pt x="1" y="4680"/>
                    <a:pt x="818" y="5415"/>
                    <a:pt x="2126" y="5415"/>
                  </a:cubicBezTo>
                  <a:cubicBezTo>
                    <a:pt x="2739" y="5415"/>
                    <a:pt x="3229" y="5191"/>
                    <a:pt x="3577" y="4721"/>
                  </a:cubicBezTo>
                  <a:lnTo>
                    <a:pt x="3597" y="4721"/>
                  </a:lnTo>
                  <a:lnTo>
                    <a:pt x="3597" y="5272"/>
                  </a:lnTo>
                  <a:cubicBezTo>
                    <a:pt x="3597" y="6049"/>
                    <a:pt x="3168" y="6539"/>
                    <a:pt x="2391" y="6539"/>
                  </a:cubicBezTo>
                  <a:cubicBezTo>
                    <a:pt x="1921" y="6539"/>
                    <a:pt x="1554" y="6335"/>
                    <a:pt x="1308" y="5824"/>
                  </a:cubicBezTo>
                  <a:lnTo>
                    <a:pt x="82" y="6253"/>
                  </a:lnTo>
                  <a:cubicBezTo>
                    <a:pt x="348" y="7152"/>
                    <a:pt x="1390" y="7561"/>
                    <a:pt x="2269" y="7561"/>
                  </a:cubicBezTo>
                  <a:cubicBezTo>
                    <a:pt x="4128" y="7561"/>
                    <a:pt x="4844" y="6294"/>
                    <a:pt x="4844" y="5048"/>
                  </a:cubicBezTo>
                  <a:lnTo>
                    <a:pt x="4844" y="103"/>
                  </a:lnTo>
                  <a:lnTo>
                    <a:pt x="3617" y="103"/>
                  </a:lnTo>
                  <a:lnTo>
                    <a:pt x="3617" y="736"/>
                  </a:lnTo>
                  <a:lnTo>
                    <a:pt x="3597" y="736"/>
                  </a:lnTo>
                  <a:cubicBezTo>
                    <a:pt x="3311" y="327"/>
                    <a:pt x="2739" y="0"/>
                    <a:pt x="2105"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14" name="Google Shape;1684;g2f1c646a89f_0_320">
              <a:extLst>
                <a:ext uri="{FF2B5EF4-FFF2-40B4-BE49-F238E27FC236}">
                  <a16:creationId xmlns:a16="http://schemas.microsoft.com/office/drawing/2014/main" id="{1FB0358A-07C8-290D-7E3B-AF94A81992CB}"/>
                </a:ext>
              </a:extLst>
            </p:cNvPr>
            <p:cNvSpPr/>
            <p:nvPr/>
          </p:nvSpPr>
          <p:spPr>
            <a:xfrm>
              <a:off x="4051100" y="2490700"/>
              <a:ext cx="86875" cy="137450"/>
            </a:xfrm>
            <a:custGeom>
              <a:avLst/>
              <a:gdLst/>
              <a:ahLst/>
              <a:cxnLst/>
              <a:rect l="l" t="t" r="r" b="b"/>
              <a:pathLst>
                <a:path w="3475" h="5498" extrusionOk="0">
                  <a:moveTo>
                    <a:pt x="3046" y="0"/>
                  </a:moveTo>
                  <a:cubicBezTo>
                    <a:pt x="2392" y="0"/>
                    <a:pt x="1595" y="430"/>
                    <a:pt x="1288" y="1002"/>
                  </a:cubicBezTo>
                  <a:lnTo>
                    <a:pt x="1268" y="1002"/>
                  </a:lnTo>
                  <a:lnTo>
                    <a:pt x="1268" y="103"/>
                  </a:lnTo>
                  <a:lnTo>
                    <a:pt x="1" y="103"/>
                  </a:lnTo>
                  <a:lnTo>
                    <a:pt x="1" y="5497"/>
                  </a:lnTo>
                  <a:lnTo>
                    <a:pt x="1288" y="5497"/>
                  </a:lnTo>
                  <a:lnTo>
                    <a:pt x="1288" y="2739"/>
                  </a:lnTo>
                  <a:cubicBezTo>
                    <a:pt x="1288" y="1737"/>
                    <a:pt x="2024" y="1165"/>
                    <a:pt x="2984" y="1165"/>
                  </a:cubicBezTo>
                  <a:cubicBezTo>
                    <a:pt x="3168" y="1165"/>
                    <a:pt x="3311" y="1165"/>
                    <a:pt x="3475" y="1206"/>
                  </a:cubicBezTo>
                  <a:lnTo>
                    <a:pt x="3475" y="21"/>
                  </a:lnTo>
                  <a:cubicBezTo>
                    <a:pt x="3332" y="0"/>
                    <a:pt x="3189" y="0"/>
                    <a:pt x="3046"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15" name="Google Shape;1685;g2f1c646a89f_0_320">
              <a:extLst>
                <a:ext uri="{FF2B5EF4-FFF2-40B4-BE49-F238E27FC236}">
                  <a16:creationId xmlns:a16="http://schemas.microsoft.com/office/drawing/2014/main" id="{03077E2B-32AB-64E2-7417-5BD578D0C9E3}"/>
                </a:ext>
              </a:extLst>
            </p:cNvPr>
            <p:cNvSpPr/>
            <p:nvPr/>
          </p:nvSpPr>
          <p:spPr>
            <a:xfrm>
              <a:off x="4149700" y="2490200"/>
              <a:ext cx="120600" cy="140500"/>
            </a:xfrm>
            <a:custGeom>
              <a:avLst/>
              <a:gdLst/>
              <a:ahLst/>
              <a:cxnLst/>
              <a:rect l="l" t="t" r="r" b="b"/>
              <a:pathLst>
                <a:path w="4824" h="5620" extrusionOk="0">
                  <a:moveTo>
                    <a:pt x="3434" y="3269"/>
                  </a:moveTo>
                  <a:lnTo>
                    <a:pt x="3434" y="3515"/>
                  </a:lnTo>
                  <a:cubicBezTo>
                    <a:pt x="3434" y="4107"/>
                    <a:pt x="3270" y="4598"/>
                    <a:pt x="2228" y="4618"/>
                  </a:cubicBezTo>
                  <a:cubicBezTo>
                    <a:pt x="1635" y="4618"/>
                    <a:pt x="1268" y="4373"/>
                    <a:pt x="1268" y="3923"/>
                  </a:cubicBezTo>
                  <a:cubicBezTo>
                    <a:pt x="1268" y="3453"/>
                    <a:pt x="1615" y="3269"/>
                    <a:pt x="2167" y="3269"/>
                  </a:cubicBezTo>
                  <a:close/>
                  <a:moveTo>
                    <a:pt x="2412" y="0"/>
                  </a:moveTo>
                  <a:cubicBezTo>
                    <a:pt x="1390" y="0"/>
                    <a:pt x="266" y="409"/>
                    <a:pt x="266" y="1594"/>
                  </a:cubicBezTo>
                  <a:lnTo>
                    <a:pt x="266" y="1737"/>
                  </a:lnTo>
                  <a:lnTo>
                    <a:pt x="1431" y="1737"/>
                  </a:lnTo>
                  <a:lnTo>
                    <a:pt x="1431" y="1553"/>
                  </a:lnTo>
                  <a:cubicBezTo>
                    <a:pt x="1431" y="1206"/>
                    <a:pt x="1840" y="1022"/>
                    <a:pt x="2412" y="1022"/>
                  </a:cubicBezTo>
                  <a:cubicBezTo>
                    <a:pt x="3045" y="1022"/>
                    <a:pt x="3434" y="1247"/>
                    <a:pt x="3434" y="1819"/>
                  </a:cubicBezTo>
                  <a:lnTo>
                    <a:pt x="3434" y="2330"/>
                  </a:lnTo>
                  <a:lnTo>
                    <a:pt x="2003" y="2330"/>
                  </a:lnTo>
                  <a:cubicBezTo>
                    <a:pt x="961" y="2330"/>
                    <a:pt x="1" y="2943"/>
                    <a:pt x="1" y="3985"/>
                  </a:cubicBezTo>
                  <a:cubicBezTo>
                    <a:pt x="1" y="5006"/>
                    <a:pt x="757" y="5619"/>
                    <a:pt x="1881" y="5619"/>
                  </a:cubicBezTo>
                  <a:cubicBezTo>
                    <a:pt x="2575" y="5619"/>
                    <a:pt x="2984" y="5517"/>
                    <a:pt x="3474" y="5006"/>
                  </a:cubicBezTo>
                  <a:lnTo>
                    <a:pt x="3495" y="5006"/>
                  </a:lnTo>
                  <a:cubicBezTo>
                    <a:pt x="3495" y="5109"/>
                    <a:pt x="3515" y="5435"/>
                    <a:pt x="3536" y="5517"/>
                  </a:cubicBezTo>
                  <a:lnTo>
                    <a:pt x="4823" y="5517"/>
                  </a:lnTo>
                  <a:cubicBezTo>
                    <a:pt x="4762" y="5395"/>
                    <a:pt x="4721" y="4598"/>
                    <a:pt x="4721" y="4352"/>
                  </a:cubicBezTo>
                  <a:lnTo>
                    <a:pt x="4721" y="1737"/>
                  </a:lnTo>
                  <a:cubicBezTo>
                    <a:pt x="4721" y="409"/>
                    <a:pt x="3617" y="0"/>
                    <a:pt x="2412"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16" name="Google Shape;1686;g2f1c646a89f_0_320">
              <a:extLst>
                <a:ext uri="{FF2B5EF4-FFF2-40B4-BE49-F238E27FC236}">
                  <a16:creationId xmlns:a16="http://schemas.microsoft.com/office/drawing/2014/main" id="{462B8689-134A-D2C6-7DF6-FE2E027E45FF}"/>
                </a:ext>
              </a:extLst>
            </p:cNvPr>
            <p:cNvSpPr/>
            <p:nvPr/>
          </p:nvSpPr>
          <p:spPr>
            <a:xfrm>
              <a:off x="4300925" y="2490700"/>
              <a:ext cx="197200" cy="137450"/>
            </a:xfrm>
            <a:custGeom>
              <a:avLst/>
              <a:gdLst/>
              <a:ahLst/>
              <a:cxnLst/>
              <a:rect l="l" t="t" r="r" b="b"/>
              <a:pathLst>
                <a:path w="7888" h="5498" extrusionOk="0">
                  <a:moveTo>
                    <a:pt x="2800" y="0"/>
                  </a:moveTo>
                  <a:cubicBezTo>
                    <a:pt x="2166" y="0"/>
                    <a:pt x="1635" y="246"/>
                    <a:pt x="1267" y="757"/>
                  </a:cubicBezTo>
                  <a:lnTo>
                    <a:pt x="1247" y="757"/>
                  </a:lnTo>
                  <a:lnTo>
                    <a:pt x="1247" y="103"/>
                  </a:lnTo>
                  <a:lnTo>
                    <a:pt x="0" y="103"/>
                  </a:lnTo>
                  <a:lnTo>
                    <a:pt x="0" y="5497"/>
                  </a:lnTo>
                  <a:lnTo>
                    <a:pt x="1287" y="5497"/>
                  </a:lnTo>
                  <a:lnTo>
                    <a:pt x="1287" y="2330"/>
                  </a:lnTo>
                  <a:cubicBezTo>
                    <a:pt x="1287" y="1431"/>
                    <a:pt x="1880" y="1124"/>
                    <a:pt x="2330" y="1124"/>
                  </a:cubicBezTo>
                  <a:cubicBezTo>
                    <a:pt x="3106" y="1124"/>
                    <a:pt x="3310" y="1696"/>
                    <a:pt x="3310" y="2371"/>
                  </a:cubicBezTo>
                  <a:lnTo>
                    <a:pt x="3310" y="5497"/>
                  </a:lnTo>
                  <a:lnTo>
                    <a:pt x="4598" y="5497"/>
                  </a:lnTo>
                  <a:lnTo>
                    <a:pt x="4598" y="2371"/>
                  </a:lnTo>
                  <a:cubicBezTo>
                    <a:pt x="4598" y="1676"/>
                    <a:pt x="4904" y="1124"/>
                    <a:pt x="5620" y="1124"/>
                  </a:cubicBezTo>
                  <a:cubicBezTo>
                    <a:pt x="6355" y="1124"/>
                    <a:pt x="6600" y="1615"/>
                    <a:pt x="6600" y="2350"/>
                  </a:cubicBezTo>
                  <a:lnTo>
                    <a:pt x="6600" y="5497"/>
                  </a:lnTo>
                  <a:lnTo>
                    <a:pt x="7888" y="5497"/>
                  </a:lnTo>
                  <a:lnTo>
                    <a:pt x="7888" y="1901"/>
                  </a:lnTo>
                  <a:cubicBezTo>
                    <a:pt x="7888" y="573"/>
                    <a:pt x="7009" y="0"/>
                    <a:pt x="6008" y="0"/>
                  </a:cubicBezTo>
                  <a:cubicBezTo>
                    <a:pt x="5272" y="0"/>
                    <a:pt x="4720" y="307"/>
                    <a:pt x="4332" y="797"/>
                  </a:cubicBezTo>
                  <a:cubicBezTo>
                    <a:pt x="3985" y="287"/>
                    <a:pt x="3515" y="0"/>
                    <a:pt x="2800"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17" name="Google Shape;1687;g2f1c646a89f_0_320">
              <a:extLst>
                <a:ext uri="{FF2B5EF4-FFF2-40B4-BE49-F238E27FC236}">
                  <a16:creationId xmlns:a16="http://schemas.microsoft.com/office/drawing/2014/main" id="{D9E22BAA-A971-C470-D37E-CD22E3C9881F}"/>
                </a:ext>
              </a:extLst>
            </p:cNvPr>
            <p:cNvSpPr/>
            <p:nvPr/>
          </p:nvSpPr>
          <p:spPr>
            <a:xfrm>
              <a:off x="4532325" y="2490700"/>
              <a:ext cx="197725" cy="137450"/>
            </a:xfrm>
            <a:custGeom>
              <a:avLst/>
              <a:gdLst/>
              <a:ahLst/>
              <a:cxnLst/>
              <a:rect l="l" t="t" r="r" b="b"/>
              <a:pathLst>
                <a:path w="7909" h="5498" extrusionOk="0">
                  <a:moveTo>
                    <a:pt x="2800" y="0"/>
                  </a:moveTo>
                  <a:cubicBezTo>
                    <a:pt x="2167" y="0"/>
                    <a:pt x="1636" y="246"/>
                    <a:pt x="1268" y="757"/>
                  </a:cubicBezTo>
                  <a:lnTo>
                    <a:pt x="1247" y="757"/>
                  </a:lnTo>
                  <a:lnTo>
                    <a:pt x="1247" y="103"/>
                  </a:lnTo>
                  <a:lnTo>
                    <a:pt x="1" y="103"/>
                  </a:lnTo>
                  <a:lnTo>
                    <a:pt x="1" y="5497"/>
                  </a:lnTo>
                  <a:lnTo>
                    <a:pt x="1288" y="5497"/>
                  </a:lnTo>
                  <a:lnTo>
                    <a:pt x="1288" y="2330"/>
                  </a:lnTo>
                  <a:cubicBezTo>
                    <a:pt x="1288" y="1431"/>
                    <a:pt x="1881" y="1124"/>
                    <a:pt x="2330" y="1124"/>
                  </a:cubicBezTo>
                  <a:cubicBezTo>
                    <a:pt x="3127" y="1124"/>
                    <a:pt x="3311" y="1696"/>
                    <a:pt x="3311" y="2371"/>
                  </a:cubicBezTo>
                  <a:lnTo>
                    <a:pt x="3311" y="5497"/>
                  </a:lnTo>
                  <a:lnTo>
                    <a:pt x="4598" y="5497"/>
                  </a:lnTo>
                  <a:lnTo>
                    <a:pt x="4598" y="2371"/>
                  </a:lnTo>
                  <a:cubicBezTo>
                    <a:pt x="4598" y="1676"/>
                    <a:pt x="4905" y="1124"/>
                    <a:pt x="5641" y="1124"/>
                  </a:cubicBezTo>
                  <a:cubicBezTo>
                    <a:pt x="6356" y="1124"/>
                    <a:pt x="6621" y="1615"/>
                    <a:pt x="6621" y="2350"/>
                  </a:cubicBezTo>
                  <a:lnTo>
                    <a:pt x="6621" y="5497"/>
                  </a:lnTo>
                  <a:lnTo>
                    <a:pt x="7909" y="5497"/>
                  </a:lnTo>
                  <a:lnTo>
                    <a:pt x="7909" y="1901"/>
                  </a:lnTo>
                  <a:cubicBezTo>
                    <a:pt x="7909" y="573"/>
                    <a:pt x="7010" y="0"/>
                    <a:pt x="6008" y="0"/>
                  </a:cubicBezTo>
                  <a:cubicBezTo>
                    <a:pt x="5273" y="0"/>
                    <a:pt x="4721" y="307"/>
                    <a:pt x="4353" y="797"/>
                  </a:cubicBezTo>
                  <a:lnTo>
                    <a:pt x="4333" y="797"/>
                  </a:lnTo>
                  <a:cubicBezTo>
                    <a:pt x="4006" y="287"/>
                    <a:pt x="3515" y="0"/>
                    <a:pt x="2800"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18" name="Google Shape;1688;g2f1c646a89f_0_320">
              <a:extLst>
                <a:ext uri="{FF2B5EF4-FFF2-40B4-BE49-F238E27FC236}">
                  <a16:creationId xmlns:a16="http://schemas.microsoft.com/office/drawing/2014/main" id="{8E05E370-30A5-207A-E2C9-BDDC0F626455}"/>
                </a:ext>
              </a:extLst>
            </p:cNvPr>
            <p:cNvSpPr/>
            <p:nvPr/>
          </p:nvSpPr>
          <p:spPr>
            <a:xfrm>
              <a:off x="4758125" y="2490700"/>
              <a:ext cx="120075" cy="140500"/>
            </a:xfrm>
            <a:custGeom>
              <a:avLst/>
              <a:gdLst/>
              <a:ahLst/>
              <a:cxnLst/>
              <a:rect l="l" t="t" r="r" b="b"/>
              <a:pathLst>
                <a:path w="4803" h="5620" extrusionOk="0">
                  <a:moveTo>
                    <a:pt x="2473" y="1083"/>
                  </a:moveTo>
                  <a:cubicBezTo>
                    <a:pt x="3004" y="1083"/>
                    <a:pt x="3515" y="1390"/>
                    <a:pt x="3515" y="2126"/>
                  </a:cubicBezTo>
                  <a:lnTo>
                    <a:pt x="3515" y="2269"/>
                  </a:lnTo>
                  <a:lnTo>
                    <a:pt x="1329" y="2269"/>
                  </a:lnTo>
                  <a:lnTo>
                    <a:pt x="1329" y="2187"/>
                  </a:lnTo>
                  <a:cubicBezTo>
                    <a:pt x="1329" y="1390"/>
                    <a:pt x="1921" y="1083"/>
                    <a:pt x="2473" y="1083"/>
                  </a:cubicBezTo>
                  <a:close/>
                  <a:moveTo>
                    <a:pt x="2473" y="0"/>
                  </a:moveTo>
                  <a:cubicBezTo>
                    <a:pt x="1145" y="0"/>
                    <a:pt x="1" y="838"/>
                    <a:pt x="1" y="2371"/>
                  </a:cubicBezTo>
                  <a:lnTo>
                    <a:pt x="1" y="3413"/>
                  </a:lnTo>
                  <a:cubicBezTo>
                    <a:pt x="1" y="4884"/>
                    <a:pt x="1186" y="5620"/>
                    <a:pt x="2514" y="5620"/>
                  </a:cubicBezTo>
                  <a:cubicBezTo>
                    <a:pt x="3474" y="5620"/>
                    <a:pt x="4333" y="5252"/>
                    <a:pt x="4741" y="4414"/>
                  </a:cubicBezTo>
                  <a:lnTo>
                    <a:pt x="3761" y="3842"/>
                  </a:lnTo>
                  <a:cubicBezTo>
                    <a:pt x="3474" y="4271"/>
                    <a:pt x="3025" y="4537"/>
                    <a:pt x="2575" y="4537"/>
                  </a:cubicBezTo>
                  <a:cubicBezTo>
                    <a:pt x="1901" y="4537"/>
                    <a:pt x="1349" y="4149"/>
                    <a:pt x="1349" y="3454"/>
                  </a:cubicBezTo>
                  <a:lnTo>
                    <a:pt x="1349" y="3168"/>
                  </a:lnTo>
                  <a:lnTo>
                    <a:pt x="4803" y="3168"/>
                  </a:lnTo>
                  <a:lnTo>
                    <a:pt x="4803" y="2126"/>
                  </a:lnTo>
                  <a:cubicBezTo>
                    <a:pt x="4803" y="695"/>
                    <a:pt x="3638" y="0"/>
                    <a:pt x="2473"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19" name="Google Shape;1689;g2f1c646a89f_0_320">
              <a:extLst>
                <a:ext uri="{FF2B5EF4-FFF2-40B4-BE49-F238E27FC236}">
                  <a16:creationId xmlns:a16="http://schemas.microsoft.com/office/drawing/2014/main" id="{7E73E25D-C9CC-7C92-ED9B-F42097B3F62A}"/>
                </a:ext>
              </a:extLst>
            </p:cNvPr>
            <p:cNvSpPr/>
            <p:nvPr/>
          </p:nvSpPr>
          <p:spPr>
            <a:xfrm>
              <a:off x="3487650" y="2756350"/>
              <a:ext cx="131300" cy="188000"/>
            </a:xfrm>
            <a:custGeom>
              <a:avLst/>
              <a:gdLst/>
              <a:ahLst/>
              <a:cxnLst/>
              <a:rect l="l" t="t" r="r" b="b"/>
              <a:pathLst>
                <a:path w="5252" h="7520" extrusionOk="0">
                  <a:moveTo>
                    <a:pt x="0" y="0"/>
                  </a:moveTo>
                  <a:lnTo>
                    <a:pt x="0" y="7520"/>
                  </a:lnTo>
                  <a:lnTo>
                    <a:pt x="5252" y="7520"/>
                  </a:lnTo>
                  <a:lnTo>
                    <a:pt x="5252" y="6294"/>
                  </a:lnTo>
                  <a:lnTo>
                    <a:pt x="1390" y="6294"/>
                  </a:lnTo>
                  <a:lnTo>
                    <a:pt x="1390" y="4312"/>
                  </a:lnTo>
                  <a:lnTo>
                    <a:pt x="4782" y="4312"/>
                  </a:lnTo>
                  <a:lnTo>
                    <a:pt x="4782" y="3065"/>
                  </a:lnTo>
                  <a:lnTo>
                    <a:pt x="1390" y="3065"/>
                  </a:lnTo>
                  <a:lnTo>
                    <a:pt x="1390" y="1226"/>
                  </a:lnTo>
                  <a:lnTo>
                    <a:pt x="5211" y="1226"/>
                  </a:lnTo>
                  <a:lnTo>
                    <a:pt x="5211" y="0"/>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0" name="Google Shape;1690;g2f1c646a89f_0_320">
              <a:extLst>
                <a:ext uri="{FF2B5EF4-FFF2-40B4-BE49-F238E27FC236}">
                  <a16:creationId xmlns:a16="http://schemas.microsoft.com/office/drawing/2014/main" id="{E0792E5B-66BC-154E-1080-8AC6CD4D2F01}"/>
                </a:ext>
              </a:extLst>
            </p:cNvPr>
            <p:cNvSpPr/>
            <p:nvPr/>
          </p:nvSpPr>
          <p:spPr>
            <a:xfrm>
              <a:off x="3650600" y="2756350"/>
              <a:ext cx="58275" cy="189550"/>
            </a:xfrm>
            <a:custGeom>
              <a:avLst/>
              <a:gdLst/>
              <a:ahLst/>
              <a:cxnLst/>
              <a:rect l="l" t="t" r="r" b="b"/>
              <a:pathLst>
                <a:path w="2331" h="7582" extrusionOk="0">
                  <a:moveTo>
                    <a:pt x="1" y="0"/>
                  </a:moveTo>
                  <a:lnTo>
                    <a:pt x="1" y="6069"/>
                  </a:lnTo>
                  <a:cubicBezTo>
                    <a:pt x="1" y="6559"/>
                    <a:pt x="21" y="7581"/>
                    <a:pt x="1308" y="7581"/>
                  </a:cubicBezTo>
                  <a:cubicBezTo>
                    <a:pt x="1635" y="7581"/>
                    <a:pt x="2064" y="7520"/>
                    <a:pt x="2330" y="7438"/>
                  </a:cubicBezTo>
                  <a:lnTo>
                    <a:pt x="2330" y="6457"/>
                  </a:lnTo>
                  <a:cubicBezTo>
                    <a:pt x="2105" y="6478"/>
                    <a:pt x="1983" y="6498"/>
                    <a:pt x="1758" y="6498"/>
                  </a:cubicBezTo>
                  <a:cubicBezTo>
                    <a:pt x="1390" y="6498"/>
                    <a:pt x="1288" y="6294"/>
                    <a:pt x="1288" y="6069"/>
                  </a:cubicBezTo>
                  <a:lnTo>
                    <a:pt x="1288" y="0"/>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1" name="Google Shape;1691;g2f1c646a89f_0_320">
              <a:extLst>
                <a:ext uri="{FF2B5EF4-FFF2-40B4-BE49-F238E27FC236}">
                  <a16:creationId xmlns:a16="http://schemas.microsoft.com/office/drawing/2014/main" id="{82858B99-A76D-5212-C971-802FCC72663F}"/>
                </a:ext>
              </a:extLst>
            </p:cNvPr>
            <p:cNvSpPr/>
            <p:nvPr/>
          </p:nvSpPr>
          <p:spPr>
            <a:xfrm>
              <a:off x="3723150" y="2806400"/>
              <a:ext cx="120075" cy="140500"/>
            </a:xfrm>
            <a:custGeom>
              <a:avLst/>
              <a:gdLst/>
              <a:ahLst/>
              <a:cxnLst/>
              <a:rect l="l" t="t" r="r" b="b"/>
              <a:pathLst>
                <a:path w="4803" h="5620" extrusionOk="0">
                  <a:moveTo>
                    <a:pt x="3413" y="3250"/>
                  </a:moveTo>
                  <a:lnTo>
                    <a:pt x="3413" y="3515"/>
                  </a:lnTo>
                  <a:cubicBezTo>
                    <a:pt x="3413" y="4108"/>
                    <a:pt x="3249" y="4598"/>
                    <a:pt x="2228" y="4598"/>
                  </a:cubicBezTo>
                  <a:cubicBezTo>
                    <a:pt x="1615" y="4598"/>
                    <a:pt x="1247" y="4373"/>
                    <a:pt x="1247" y="3924"/>
                  </a:cubicBezTo>
                  <a:cubicBezTo>
                    <a:pt x="1247" y="3454"/>
                    <a:pt x="1615" y="3250"/>
                    <a:pt x="2146" y="3250"/>
                  </a:cubicBezTo>
                  <a:close/>
                  <a:moveTo>
                    <a:pt x="2391" y="1"/>
                  </a:moveTo>
                  <a:cubicBezTo>
                    <a:pt x="1390" y="1"/>
                    <a:pt x="266" y="409"/>
                    <a:pt x="266" y="1594"/>
                  </a:cubicBezTo>
                  <a:lnTo>
                    <a:pt x="266" y="1737"/>
                  </a:lnTo>
                  <a:lnTo>
                    <a:pt x="1410" y="1737"/>
                  </a:lnTo>
                  <a:lnTo>
                    <a:pt x="1410" y="1554"/>
                  </a:lnTo>
                  <a:cubicBezTo>
                    <a:pt x="1410" y="1206"/>
                    <a:pt x="1819" y="1022"/>
                    <a:pt x="2391" y="1022"/>
                  </a:cubicBezTo>
                  <a:cubicBezTo>
                    <a:pt x="3045" y="1022"/>
                    <a:pt x="3413" y="1247"/>
                    <a:pt x="3413" y="1819"/>
                  </a:cubicBezTo>
                  <a:lnTo>
                    <a:pt x="3413" y="2330"/>
                  </a:lnTo>
                  <a:lnTo>
                    <a:pt x="1982" y="2330"/>
                  </a:lnTo>
                  <a:cubicBezTo>
                    <a:pt x="940" y="2330"/>
                    <a:pt x="0" y="2943"/>
                    <a:pt x="0" y="3985"/>
                  </a:cubicBezTo>
                  <a:cubicBezTo>
                    <a:pt x="0" y="5007"/>
                    <a:pt x="756" y="5620"/>
                    <a:pt x="1880" y="5620"/>
                  </a:cubicBezTo>
                  <a:cubicBezTo>
                    <a:pt x="2575" y="5620"/>
                    <a:pt x="2984" y="5518"/>
                    <a:pt x="3454" y="5007"/>
                  </a:cubicBezTo>
                  <a:lnTo>
                    <a:pt x="3474" y="5007"/>
                  </a:lnTo>
                  <a:cubicBezTo>
                    <a:pt x="3494" y="5109"/>
                    <a:pt x="3515" y="5436"/>
                    <a:pt x="3535" y="5518"/>
                  </a:cubicBezTo>
                  <a:lnTo>
                    <a:pt x="4802" y="5518"/>
                  </a:lnTo>
                  <a:cubicBezTo>
                    <a:pt x="4741" y="5395"/>
                    <a:pt x="4700" y="4598"/>
                    <a:pt x="4700" y="4353"/>
                  </a:cubicBezTo>
                  <a:lnTo>
                    <a:pt x="4700" y="1737"/>
                  </a:lnTo>
                  <a:cubicBezTo>
                    <a:pt x="4700" y="409"/>
                    <a:pt x="3597" y="1"/>
                    <a:pt x="2391"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 name="Google Shape;1692;g2f1c646a89f_0_320">
              <a:extLst>
                <a:ext uri="{FF2B5EF4-FFF2-40B4-BE49-F238E27FC236}">
                  <a16:creationId xmlns:a16="http://schemas.microsoft.com/office/drawing/2014/main" id="{D078B7B0-BC08-14B7-9406-E2F4AF5BF257}"/>
                </a:ext>
              </a:extLst>
            </p:cNvPr>
            <p:cNvSpPr/>
            <p:nvPr/>
          </p:nvSpPr>
          <p:spPr>
            <a:xfrm>
              <a:off x="3872825" y="2806925"/>
              <a:ext cx="86350" cy="137425"/>
            </a:xfrm>
            <a:custGeom>
              <a:avLst/>
              <a:gdLst/>
              <a:ahLst/>
              <a:cxnLst/>
              <a:rect l="l" t="t" r="r" b="b"/>
              <a:pathLst>
                <a:path w="3454" h="5497" extrusionOk="0">
                  <a:moveTo>
                    <a:pt x="3025" y="0"/>
                  </a:moveTo>
                  <a:cubicBezTo>
                    <a:pt x="2391" y="0"/>
                    <a:pt x="1594" y="429"/>
                    <a:pt x="1267" y="1001"/>
                  </a:cubicBezTo>
                  <a:lnTo>
                    <a:pt x="1247" y="1001"/>
                  </a:lnTo>
                  <a:lnTo>
                    <a:pt x="1247" y="102"/>
                  </a:lnTo>
                  <a:lnTo>
                    <a:pt x="0" y="102"/>
                  </a:lnTo>
                  <a:lnTo>
                    <a:pt x="0" y="5497"/>
                  </a:lnTo>
                  <a:lnTo>
                    <a:pt x="1288" y="5497"/>
                  </a:lnTo>
                  <a:lnTo>
                    <a:pt x="1288" y="2738"/>
                  </a:lnTo>
                  <a:cubicBezTo>
                    <a:pt x="1288" y="1737"/>
                    <a:pt x="2003" y="1165"/>
                    <a:pt x="2984" y="1165"/>
                  </a:cubicBezTo>
                  <a:cubicBezTo>
                    <a:pt x="3147" y="1165"/>
                    <a:pt x="3290" y="1165"/>
                    <a:pt x="3454" y="1206"/>
                  </a:cubicBezTo>
                  <a:lnTo>
                    <a:pt x="3454" y="20"/>
                  </a:lnTo>
                  <a:cubicBezTo>
                    <a:pt x="3331" y="0"/>
                    <a:pt x="3168" y="0"/>
                    <a:pt x="3025"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 name="Google Shape;1693;g2f1c646a89f_0_320">
              <a:extLst>
                <a:ext uri="{FF2B5EF4-FFF2-40B4-BE49-F238E27FC236}">
                  <a16:creationId xmlns:a16="http://schemas.microsoft.com/office/drawing/2014/main" id="{132EAA1B-FE9A-7825-D108-809D25F753FC}"/>
                </a:ext>
              </a:extLst>
            </p:cNvPr>
            <p:cNvSpPr/>
            <p:nvPr/>
          </p:nvSpPr>
          <p:spPr>
            <a:xfrm>
              <a:off x="3975000" y="2806925"/>
              <a:ext cx="121600" cy="189025"/>
            </a:xfrm>
            <a:custGeom>
              <a:avLst/>
              <a:gdLst/>
              <a:ahLst/>
              <a:cxnLst/>
              <a:rect l="l" t="t" r="r" b="b"/>
              <a:pathLst>
                <a:path w="4864" h="7561" extrusionOk="0">
                  <a:moveTo>
                    <a:pt x="2452" y="1103"/>
                  </a:moveTo>
                  <a:cubicBezTo>
                    <a:pt x="3106" y="1103"/>
                    <a:pt x="3617" y="1471"/>
                    <a:pt x="3617" y="2125"/>
                  </a:cubicBezTo>
                  <a:lnTo>
                    <a:pt x="3617" y="3331"/>
                  </a:lnTo>
                  <a:cubicBezTo>
                    <a:pt x="3617" y="4107"/>
                    <a:pt x="3024" y="4393"/>
                    <a:pt x="2493" y="4393"/>
                  </a:cubicBezTo>
                  <a:cubicBezTo>
                    <a:pt x="1819" y="4393"/>
                    <a:pt x="1308" y="4005"/>
                    <a:pt x="1308" y="3351"/>
                  </a:cubicBezTo>
                  <a:lnTo>
                    <a:pt x="1308" y="2166"/>
                  </a:lnTo>
                  <a:cubicBezTo>
                    <a:pt x="1308" y="1390"/>
                    <a:pt x="1901" y="1103"/>
                    <a:pt x="2452" y="1103"/>
                  </a:cubicBezTo>
                  <a:close/>
                  <a:moveTo>
                    <a:pt x="2125" y="0"/>
                  </a:moveTo>
                  <a:cubicBezTo>
                    <a:pt x="940" y="0"/>
                    <a:pt x="0" y="797"/>
                    <a:pt x="0" y="2268"/>
                  </a:cubicBezTo>
                  <a:lnTo>
                    <a:pt x="0" y="3290"/>
                  </a:lnTo>
                  <a:cubicBezTo>
                    <a:pt x="0" y="4679"/>
                    <a:pt x="838" y="5415"/>
                    <a:pt x="2146" y="5415"/>
                  </a:cubicBezTo>
                  <a:cubicBezTo>
                    <a:pt x="2759" y="5415"/>
                    <a:pt x="3249" y="5190"/>
                    <a:pt x="3597" y="4720"/>
                  </a:cubicBezTo>
                  <a:lnTo>
                    <a:pt x="3617" y="4720"/>
                  </a:lnTo>
                  <a:lnTo>
                    <a:pt x="3617" y="5272"/>
                  </a:lnTo>
                  <a:cubicBezTo>
                    <a:pt x="3617" y="6048"/>
                    <a:pt x="3188" y="6539"/>
                    <a:pt x="2391" y="6539"/>
                  </a:cubicBezTo>
                  <a:cubicBezTo>
                    <a:pt x="1941" y="6539"/>
                    <a:pt x="1574" y="6335"/>
                    <a:pt x="1308" y="5824"/>
                  </a:cubicBezTo>
                  <a:lnTo>
                    <a:pt x="82" y="6253"/>
                  </a:lnTo>
                  <a:cubicBezTo>
                    <a:pt x="368" y="7152"/>
                    <a:pt x="1410" y="7561"/>
                    <a:pt x="2289" y="7561"/>
                  </a:cubicBezTo>
                  <a:cubicBezTo>
                    <a:pt x="4148" y="7561"/>
                    <a:pt x="4864" y="6294"/>
                    <a:pt x="4864" y="5047"/>
                  </a:cubicBezTo>
                  <a:lnTo>
                    <a:pt x="4864" y="102"/>
                  </a:lnTo>
                  <a:lnTo>
                    <a:pt x="3637" y="102"/>
                  </a:lnTo>
                  <a:lnTo>
                    <a:pt x="3637" y="736"/>
                  </a:lnTo>
                  <a:lnTo>
                    <a:pt x="3617" y="736"/>
                  </a:lnTo>
                  <a:cubicBezTo>
                    <a:pt x="3331" y="327"/>
                    <a:pt x="2759" y="0"/>
                    <a:pt x="2125"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4" name="Google Shape;1694;g2f1c646a89f_0_320">
              <a:extLst>
                <a:ext uri="{FF2B5EF4-FFF2-40B4-BE49-F238E27FC236}">
                  <a16:creationId xmlns:a16="http://schemas.microsoft.com/office/drawing/2014/main" id="{0B269306-78CB-E9D7-D24C-2CEF60942EC5}"/>
                </a:ext>
              </a:extLst>
            </p:cNvPr>
            <p:cNvSpPr/>
            <p:nvPr/>
          </p:nvSpPr>
          <p:spPr>
            <a:xfrm>
              <a:off x="4130300" y="2754800"/>
              <a:ext cx="32200" cy="189550"/>
            </a:xfrm>
            <a:custGeom>
              <a:avLst/>
              <a:gdLst/>
              <a:ahLst/>
              <a:cxnLst/>
              <a:rect l="l" t="t" r="r" b="b"/>
              <a:pathLst>
                <a:path w="1288" h="7582" extrusionOk="0">
                  <a:moveTo>
                    <a:pt x="0" y="1"/>
                  </a:moveTo>
                  <a:lnTo>
                    <a:pt x="0" y="1370"/>
                  </a:lnTo>
                  <a:lnTo>
                    <a:pt x="1288" y="1370"/>
                  </a:lnTo>
                  <a:lnTo>
                    <a:pt x="1288" y="1"/>
                  </a:lnTo>
                  <a:close/>
                  <a:moveTo>
                    <a:pt x="0" y="2187"/>
                  </a:moveTo>
                  <a:lnTo>
                    <a:pt x="0" y="7582"/>
                  </a:lnTo>
                  <a:lnTo>
                    <a:pt x="1288" y="7582"/>
                  </a:lnTo>
                  <a:lnTo>
                    <a:pt x="1288" y="2187"/>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5" name="Google Shape;1695;g2f1c646a89f_0_320">
              <a:extLst>
                <a:ext uri="{FF2B5EF4-FFF2-40B4-BE49-F238E27FC236}">
                  <a16:creationId xmlns:a16="http://schemas.microsoft.com/office/drawing/2014/main" id="{99592CC1-D362-6715-A181-051B1C762A8E}"/>
                </a:ext>
              </a:extLst>
            </p:cNvPr>
            <p:cNvSpPr/>
            <p:nvPr/>
          </p:nvSpPr>
          <p:spPr>
            <a:xfrm>
              <a:off x="3479475" y="3072550"/>
              <a:ext cx="122625" cy="191075"/>
            </a:xfrm>
            <a:custGeom>
              <a:avLst/>
              <a:gdLst/>
              <a:ahLst/>
              <a:cxnLst/>
              <a:rect l="l" t="t" r="r" b="b"/>
              <a:pathLst>
                <a:path w="4905" h="7643" extrusionOk="0">
                  <a:moveTo>
                    <a:pt x="2432" y="3107"/>
                  </a:moveTo>
                  <a:cubicBezTo>
                    <a:pt x="3106" y="3107"/>
                    <a:pt x="3617" y="3495"/>
                    <a:pt x="3617" y="4149"/>
                  </a:cubicBezTo>
                  <a:lnTo>
                    <a:pt x="3617" y="5477"/>
                  </a:lnTo>
                  <a:cubicBezTo>
                    <a:pt x="3617" y="6253"/>
                    <a:pt x="3024" y="6540"/>
                    <a:pt x="2473" y="6540"/>
                  </a:cubicBezTo>
                  <a:cubicBezTo>
                    <a:pt x="1819" y="6540"/>
                    <a:pt x="1308" y="6151"/>
                    <a:pt x="1308" y="5497"/>
                  </a:cubicBezTo>
                  <a:lnTo>
                    <a:pt x="1308" y="4169"/>
                  </a:lnTo>
                  <a:cubicBezTo>
                    <a:pt x="1308" y="3393"/>
                    <a:pt x="1901" y="3107"/>
                    <a:pt x="2432" y="3107"/>
                  </a:cubicBezTo>
                  <a:close/>
                  <a:moveTo>
                    <a:pt x="3637" y="1"/>
                  </a:moveTo>
                  <a:lnTo>
                    <a:pt x="3637" y="2678"/>
                  </a:lnTo>
                  <a:lnTo>
                    <a:pt x="3597" y="2678"/>
                  </a:lnTo>
                  <a:cubicBezTo>
                    <a:pt x="3331" y="2310"/>
                    <a:pt x="2820" y="2003"/>
                    <a:pt x="2227" y="2003"/>
                  </a:cubicBezTo>
                  <a:cubicBezTo>
                    <a:pt x="1022" y="2003"/>
                    <a:pt x="0" y="2739"/>
                    <a:pt x="0" y="4210"/>
                  </a:cubicBezTo>
                  <a:lnTo>
                    <a:pt x="0" y="5518"/>
                  </a:lnTo>
                  <a:cubicBezTo>
                    <a:pt x="0" y="6887"/>
                    <a:pt x="961" y="7643"/>
                    <a:pt x="2125" y="7643"/>
                  </a:cubicBezTo>
                  <a:cubicBezTo>
                    <a:pt x="2616" y="7643"/>
                    <a:pt x="3351" y="7336"/>
                    <a:pt x="3658" y="6907"/>
                  </a:cubicBezTo>
                  <a:lnTo>
                    <a:pt x="3658" y="7520"/>
                  </a:lnTo>
                  <a:lnTo>
                    <a:pt x="4904" y="7520"/>
                  </a:lnTo>
                  <a:lnTo>
                    <a:pt x="4904"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6" name="Google Shape;1696;g2f1c646a89f_0_320">
              <a:extLst>
                <a:ext uri="{FF2B5EF4-FFF2-40B4-BE49-F238E27FC236}">
                  <a16:creationId xmlns:a16="http://schemas.microsoft.com/office/drawing/2014/main" id="{3DB03857-35C2-762F-3052-F92C3CF78086}"/>
                </a:ext>
              </a:extLst>
            </p:cNvPr>
            <p:cNvSpPr/>
            <p:nvPr/>
          </p:nvSpPr>
          <p:spPr>
            <a:xfrm>
              <a:off x="3630675" y="3123125"/>
              <a:ext cx="120075" cy="140500"/>
            </a:xfrm>
            <a:custGeom>
              <a:avLst/>
              <a:gdLst/>
              <a:ahLst/>
              <a:cxnLst/>
              <a:rect l="l" t="t" r="r" b="b"/>
              <a:pathLst>
                <a:path w="4803" h="5620" extrusionOk="0">
                  <a:moveTo>
                    <a:pt x="2494" y="1084"/>
                  </a:moveTo>
                  <a:cubicBezTo>
                    <a:pt x="3004" y="1084"/>
                    <a:pt x="3536" y="1390"/>
                    <a:pt x="3536" y="2126"/>
                  </a:cubicBezTo>
                  <a:lnTo>
                    <a:pt x="3536" y="2269"/>
                  </a:lnTo>
                  <a:lnTo>
                    <a:pt x="1349" y="2269"/>
                  </a:lnTo>
                  <a:lnTo>
                    <a:pt x="1349" y="2187"/>
                  </a:lnTo>
                  <a:cubicBezTo>
                    <a:pt x="1349" y="1390"/>
                    <a:pt x="1942" y="1084"/>
                    <a:pt x="2494" y="1084"/>
                  </a:cubicBezTo>
                  <a:close/>
                  <a:moveTo>
                    <a:pt x="2473" y="1"/>
                  </a:moveTo>
                  <a:cubicBezTo>
                    <a:pt x="1145" y="1"/>
                    <a:pt x="1" y="838"/>
                    <a:pt x="1" y="2371"/>
                  </a:cubicBezTo>
                  <a:lnTo>
                    <a:pt x="1" y="3413"/>
                  </a:lnTo>
                  <a:cubicBezTo>
                    <a:pt x="1" y="4884"/>
                    <a:pt x="1206" y="5620"/>
                    <a:pt x="2534" y="5620"/>
                  </a:cubicBezTo>
                  <a:cubicBezTo>
                    <a:pt x="3474" y="5620"/>
                    <a:pt x="4333" y="5252"/>
                    <a:pt x="4741" y="4414"/>
                  </a:cubicBezTo>
                  <a:lnTo>
                    <a:pt x="3761" y="3842"/>
                  </a:lnTo>
                  <a:cubicBezTo>
                    <a:pt x="3474" y="4251"/>
                    <a:pt x="3025" y="4537"/>
                    <a:pt x="2596" y="4537"/>
                  </a:cubicBezTo>
                  <a:cubicBezTo>
                    <a:pt x="1901" y="4537"/>
                    <a:pt x="1349" y="4149"/>
                    <a:pt x="1349" y="3454"/>
                  </a:cubicBezTo>
                  <a:lnTo>
                    <a:pt x="1349" y="3168"/>
                  </a:lnTo>
                  <a:lnTo>
                    <a:pt x="4803" y="3168"/>
                  </a:lnTo>
                  <a:lnTo>
                    <a:pt x="4803" y="2126"/>
                  </a:lnTo>
                  <a:cubicBezTo>
                    <a:pt x="4803" y="695"/>
                    <a:pt x="3658" y="1"/>
                    <a:pt x="2473"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7" name="Google Shape;1697;g2f1c646a89f_0_320">
              <a:extLst>
                <a:ext uri="{FF2B5EF4-FFF2-40B4-BE49-F238E27FC236}">
                  <a16:creationId xmlns:a16="http://schemas.microsoft.com/office/drawing/2014/main" id="{6CB3F877-6738-E437-1876-A4CFA088EB7E}"/>
                </a:ext>
              </a:extLst>
            </p:cNvPr>
            <p:cNvSpPr/>
            <p:nvPr/>
          </p:nvSpPr>
          <p:spPr>
            <a:xfrm>
              <a:off x="3828375" y="3072550"/>
              <a:ext cx="158400" cy="188525"/>
            </a:xfrm>
            <a:custGeom>
              <a:avLst/>
              <a:gdLst/>
              <a:ahLst/>
              <a:cxnLst/>
              <a:rect l="l" t="t" r="r" b="b"/>
              <a:pathLst>
                <a:path w="6336" h="7541" extrusionOk="0">
                  <a:moveTo>
                    <a:pt x="1" y="1"/>
                  </a:moveTo>
                  <a:lnTo>
                    <a:pt x="2473" y="7541"/>
                  </a:lnTo>
                  <a:lnTo>
                    <a:pt x="3842" y="7541"/>
                  </a:lnTo>
                  <a:lnTo>
                    <a:pt x="6335" y="1"/>
                  </a:lnTo>
                  <a:lnTo>
                    <a:pt x="4925" y="1"/>
                  </a:lnTo>
                  <a:lnTo>
                    <a:pt x="3229" y="5538"/>
                  </a:lnTo>
                  <a:lnTo>
                    <a:pt x="3209" y="5538"/>
                  </a:lnTo>
                  <a:lnTo>
                    <a:pt x="1513"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8" name="Google Shape;1698;g2f1c646a89f_0_320">
              <a:extLst>
                <a:ext uri="{FF2B5EF4-FFF2-40B4-BE49-F238E27FC236}">
                  <a16:creationId xmlns:a16="http://schemas.microsoft.com/office/drawing/2014/main" id="{C0115C01-F0DA-4D4E-FA14-D9B4041A994F}"/>
                </a:ext>
              </a:extLst>
            </p:cNvPr>
            <p:cNvSpPr/>
            <p:nvPr/>
          </p:nvSpPr>
          <p:spPr>
            <a:xfrm>
              <a:off x="3982150" y="3122625"/>
              <a:ext cx="120075" cy="140500"/>
            </a:xfrm>
            <a:custGeom>
              <a:avLst/>
              <a:gdLst/>
              <a:ahLst/>
              <a:cxnLst/>
              <a:rect l="l" t="t" r="r" b="b"/>
              <a:pathLst>
                <a:path w="4803" h="5620" extrusionOk="0">
                  <a:moveTo>
                    <a:pt x="3413" y="3249"/>
                  </a:moveTo>
                  <a:lnTo>
                    <a:pt x="3413" y="3515"/>
                  </a:lnTo>
                  <a:cubicBezTo>
                    <a:pt x="3413" y="4107"/>
                    <a:pt x="3249" y="4598"/>
                    <a:pt x="2228" y="4598"/>
                  </a:cubicBezTo>
                  <a:cubicBezTo>
                    <a:pt x="1615" y="4598"/>
                    <a:pt x="1247" y="4373"/>
                    <a:pt x="1247" y="3923"/>
                  </a:cubicBezTo>
                  <a:cubicBezTo>
                    <a:pt x="1247" y="3454"/>
                    <a:pt x="1615" y="3249"/>
                    <a:pt x="2166" y="3249"/>
                  </a:cubicBezTo>
                  <a:close/>
                  <a:moveTo>
                    <a:pt x="2391" y="0"/>
                  </a:moveTo>
                  <a:cubicBezTo>
                    <a:pt x="1390" y="0"/>
                    <a:pt x="266" y="409"/>
                    <a:pt x="266" y="1594"/>
                  </a:cubicBezTo>
                  <a:lnTo>
                    <a:pt x="266" y="1737"/>
                  </a:lnTo>
                  <a:lnTo>
                    <a:pt x="1410" y="1737"/>
                  </a:lnTo>
                  <a:lnTo>
                    <a:pt x="1410" y="1553"/>
                  </a:lnTo>
                  <a:cubicBezTo>
                    <a:pt x="1410" y="1206"/>
                    <a:pt x="1819" y="1001"/>
                    <a:pt x="2391" y="1001"/>
                  </a:cubicBezTo>
                  <a:cubicBezTo>
                    <a:pt x="3045" y="1001"/>
                    <a:pt x="3413" y="1247"/>
                    <a:pt x="3413" y="1819"/>
                  </a:cubicBezTo>
                  <a:lnTo>
                    <a:pt x="3413" y="2330"/>
                  </a:lnTo>
                  <a:lnTo>
                    <a:pt x="1982" y="2330"/>
                  </a:lnTo>
                  <a:cubicBezTo>
                    <a:pt x="940" y="2330"/>
                    <a:pt x="0" y="2943"/>
                    <a:pt x="0" y="3985"/>
                  </a:cubicBezTo>
                  <a:cubicBezTo>
                    <a:pt x="0" y="5006"/>
                    <a:pt x="756" y="5620"/>
                    <a:pt x="1880" y="5620"/>
                  </a:cubicBezTo>
                  <a:cubicBezTo>
                    <a:pt x="2575" y="5620"/>
                    <a:pt x="2984" y="5517"/>
                    <a:pt x="3454" y="5027"/>
                  </a:cubicBezTo>
                  <a:lnTo>
                    <a:pt x="3474" y="5027"/>
                  </a:lnTo>
                  <a:cubicBezTo>
                    <a:pt x="3495" y="5109"/>
                    <a:pt x="3515" y="5436"/>
                    <a:pt x="3535" y="5517"/>
                  </a:cubicBezTo>
                  <a:lnTo>
                    <a:pt x="4802" y="5517"/>
                  </a:lnTo>
                  <a:cubicBezTo>
                    <a:pt x="4741" y="5395"/>
                    <a:pt x="4700" y="4598"/>
                    <a:pt x="4700" y="4353"/>
                  </a:cubicBezTo>
                  <a:lnTo>
                    <a:pt x="4700" y="1717"/>
                  </a:lnTo>
                  <a:cubicBezTo>
                    <a:pt x="4700" y="409"/>
                    <a:pt x="3597" y="0"/>
                    <a:pt x="2391"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9" name="Google Shape;1699;g2f1c646a89f_0_320">
              <a:extLst>
                <a:ext uri="{FF2B5EF4-FFF2-40B4-BE49-F238E27FC236}">
                  <a16:creationId xmlns:a16="http://schemas.microsoft.com/office/drawing/2014/main" id="{8C2E69F4-F0CD-12F8-1414-D50541C1A7F3}"/>
                </a:ext>
              </a:extLst>
            </p:cNvPr>
            <p:cNvSpPr/>
            <p:nvPr/>
          </p:nvSpPr>
          <p:spPr>
            <a:xfrm>
              <a:off x="4127225" y="3123125"/>
              <a:ext cx="120575" cy="140500"/>
            </a:xfrm>
            <a:custGeom>
              <a:avLst/>
              <a:gdLst/>
              <a:ahLst/>
              <a:cxnLst/>
              <a:rect l="l" t="t" r="r" b="b"/>
              <a:pathLst>
                <a:path w="4823" h="5620" extrusionOk="0">
                  <a:moveTo>
                    <a:pt x="2473" y="1"/>
                  </a:moveTo>
                  <a:cubicBezTo>
                    <a:pt x="1124" y="1"/>
                    <a:pt x="1" y="838"/>
                    <a:pt x="1" y="2371"/>
                  </a:cubicBezTo>
                  <a:lnTo>
                    <a:pt x="1" y="3413"/>
                  </a:lnTo>
                  <a:cubicBezTo>
                    <a:pt x="1" y="4843"/>
                    <a:pt x="1186" y="5620"/>
                    <a:pt x="2514" y="5620"/>
                  </a:cubicBezTo>
                  <a:cubicBezTo>
                    <a:pt x="3679" y="5620"/>
                    <a:pt x="4823" y="4946"/>
                    <a:pt x="4823" y="3515"/>
                  </a:cubicBezTo>
                  <a:lnTo>
                    <a:pt x="4823" y="3454"/>
                  </a:lnTo>
                  <a:lnTo>
                    <a:pt x="3577" y="3454"/>
                  </a:lnTo>
                  <a:lnTo>
                    <a:pt x="3577" y="3515"/>
                  </a:lnTo>
                  <a:cubicBezTo>
                    <a:pt x="3577" y="4251"/>
                    <a:pt x="3025" y="4537"/>
                    <a:pt x="2514" y="4537"/>
                  </a:cubicBezTo>
                  <a:cubicBezTo>
                    <a:pt x="1819" y="4537"/>
                    <a:pt x="1329" y="4149"/>
                    <a:pt x="1329" y="3454"/>
                  </a:cubicBezTo>
                  <a:lnTo>
                    <a:pt x="1329" y="2187"/>
                  </a:lnTo>
                  <a:cubicBezTo>
                    <a:pt x="1329" y="1390"/>
                    <a:pt x="1921" y="1084"/>
                    <a:pt x="2473" y="1084"/>
                  </a:cubicBezTo>
                  <a:cubicBezTo>
                    <a:pt x="3004" y="1084"/>
                    <a:pt x="3577" y="1390"/>
                    <a:pt x="3577" y="2126"/>
                  </a:cubicBezTo>
                  <a:lnTo>
                    <a:pt x="3577" y="2228"/>
                  </a:lnTo>
                  <a:lnTo>
                    <a:pt x="4823" y="2228"/>
                  </a:lnTo>
                  <a:lnTo>
                    <a:pt x="4823" y="2126"/>
                  </a:lnTo>
                  <a:cubicBezTo>
                    <a:pt x="4823" y="695"/>
                    <a:pt x="3638" y="1"/>
                    <a:pt x="2473"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30" name="Google Shape;1700;g2f1c646a89f_0_320">
              <a:extLst>
                <a:ext uri="{FF2B5EF4-FFF2-40B4-BE49-F238E27FC236}">
                  <a16:creationId xmlns:a16="http://schemas.microsoft.com/office/drawing/2014/main" id="{5B5459FC-AFBD-2CC5-5EEF-484738D4DD00}"/>
                </a:ext>
              </a:extLst>
            </p:cNvPr>
            <p:cNvSpPr/>
            <p:nvPr/>
          </p:nvSpPr>
          <p:spPr>
            <a:xfrm>
              <a:off x="4265675" y="3123125"/>
              <a:ext cx="121100" cy="140500"/>
            </a:xfrm>
            <a:custGeom>
              <a:avLst/>
              <a:gdLst/>
              <a:ahLst/>
              <a:cxnLst/>
              <a:rect l="l" t="t" r="r" b="b"/>
              <a:pathLst>
                <a:path w="4844" h="5620" extrusionOk="0">
                  <a:moveTo>
                    <a:pt x="2473" y="1"/>
                  </a:moveTo>
                  <a:cubicBezTo>
                    <a:pt x="1145" y="1"/>
                    <a:pt x="0" y="838"/>
                    <a:pt x="0" y="2371"/>
                  </a:cubicBezTo>
                  <a:lnTo>
                    <a:pt x="0" y="3413"/>
                  </a:lnTo>
                  <a:cubicBezTo>
                    <a:pt x="0" y="4843"/>
                    <a:pt x="1185" y="5620"/>
                    <a:pt x="2514" y="5620"/>
                  </a:cubicBezTo>
                  <a:cubicBezTo>
                    <a:pt x="3678" y="5620"/>
                    <a:pt x="4843" y="4946"/>
                    <a:pt x="4843" y="3515"/>
                  </a:cubicBezTo>
                  <a:lnTo>
                    <a:pt x="4843" y="3454"/>
                  </a:lnTo>
                  <a:lnTo>
                    <a:pt x="3576" y="3454"/>
                  </a:lnTo>
                  <a:lnTo>
                    <a:pt x="3576" y="3515"/>
                  </a:lnTo>
                  <a:cubicBezTo>
                    <a:pt x="3576" y="4251"/>
                    <a:pt x="3045" y="4537"/>
                    <a:pt x="2514" y="4537"/>
                  </a:cubicBezTo>
                  <a:cubicBezTo>
                    <a:pt x="1839" y="4537"/>
                    <a:pt x="1328" y="4149"/>
                    <a:pt x="1328" y="3454"/>
                  </a:cubicBezTo>
                  <a:lnTo>
                    <a:pt x="1328" y="2187"/>
                  </a:lnTo>
                  <a:cubicBezTo>
                    <a:pt x="1328" y="1390"/>
                    <a:pt x="1921" y="1084"/>
                    <a:pt x="2473" y="1084"/>
                  </a:cubicBezTo>
                  <a:cubicBezTo>
                    <a:pt x="3004" y="1084"/>
                    <a:pt x="3576" y="1390"/>
                    <a:pt x="3576" y="2126"/>
                  </a:cubicBezTo>
                  <a:lnTo>
                    <a:pt x="3576" y="2228"/>
                  </a:lnTo>
                  <a:lnTo>
                    <a:pt x="4843" y="2228"/>
                  </a:lnTo>
                  <a:lnTo>
                    <a:pt x="4843" y="2126"/>
                  </a:lnTo>
                  <a:cubicBezTo>
                    <a:pt x="4843" y="695"/>
                    <a:pt x="3637" y="1"/>
                    <a:pt x="2473"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31" name="Google Shape;1701;g2f1c646a89f_0_320">
              <a:extLst>
                <a:ext uri="{FF2B5EF4-FFF2-40B4-BE49-F238E27FC236}">
                  <a16:creationId xmlns:a16="http://schemas.microsoft.com/office/drawing/2014/main" id="{9B60E47B-2549-8856-7DF8-87AB3E890273}"/>
                </a:ext>
              </a:extLst>
            </p:cNvPr>
            <p:cNvSpPr/>
            <p:nvPr/>
          </p:nvSpPr>
          <p:spPr>
            <a:xfrm>
              <a:off x="4410750" y="3070500"/>
              <a:ext cx="31700" cy="190075"/>
            </a:xfrm>
            <a:custGeom>
              <a:avLst/>
              <a:gdLst/>
              <a:ahLst/>
              <a:cxnLst/>
              <a:rect l="l" t="t" r="r" b="b"/>
              <a:pathLst>
                <a:path w="1268" h="7603" extrusionOk="0">
                  <a:moveTo>
                    <a:pt x="0" y="1"/>
                  </a:moveTo>
                  <a:lnTo>
                    <a:pt x="0" y="1370"/>
                  </a:lnTo>
                  <a:lnTo>
                    <a:pt x="1267" y="1370"/>
                  </a:lnTo>
                  <a:lnTo>
                    <a:pt x="1267" y="1"/>
                  </a:lnTo>
                  <a:close/>
                  <a:moveTo>
                    <a:pt x="0" y="2208"/>
                  </a:moveTo>
                  <a:lnTo>
                    <a:pt x="0" y="7602"/>
                  </a:lnTo>
                  <a:lnTo>
                    <a:pt x="1267" y="7602"/>
                  </a:lnTo>
                  <a:lnTo>
                    <a:pt x="1267" y="2208"/>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1824" name="Google Shape;1702;g2f1c646a89f_0_320">
              <a:extLst>
                <a:ext uri="{FF2B5EF4-FFF2-40B4-BE49-F238E27FC236}">
                  <a16:creationId xmlns:a16="http://schemas.microsoft.com/office/drawing/2014/main" id="{121C2237-7991-D3C4-44B8-6ED7B473376C}"/>
                </a:ext>
              </a:extLst>
            </p:cNvPr>
            <p:cNvSpPr/>
            <p:nvPr/>
          </p:nvSpPr>
          <p:spPr>
            <a:xfrm>
              <a:off x="4477675" y="3123125"/>
              <a:ext cx="117000" cy="137450"/>
            </a:xfrm>
            <a:custGeom>
              <a:avLst/>
              <a:gdLst/>
              <a:ahLst/>
              <a:cxnLst/>
              <a:rect l="l" t="t" r="r" b="b"/>
              <a:pathLst>
                <a:path w="4680" h="5498" extrusionOk="0">
                  <a:moveTo>
                    <a:pt x="2800" y="1"/>
                  </a:moveTo>
                  <a:cubicBezTo>
                    <a:pt x="2187" y="1"/>
                    <a:pt x="1615" y="246"/>
                    <a:pt x="1267" y="757"/>
                  </a:cubicBezTo>
                  <a:lnTo>
                    <a:pt x="1247" y="757"/>
                  </a:lnTo>
                  <a:lnTo>
                    <a:pt x="1247" y="103"/>
                  </a:lnTo>
                  <a:lnTo>
                    <a:pt x="0" y="103"/>
                  </a:lnTo>
                  <a:lnTo>
                    <a:pt x="0" y="5497"/>
                  </a:lnTo>
                  <a:lnTo>
                    <a:pt x="1288" y="5497"/>
                  </a:lnTo>
                  <a:lnTo>
                    <a:pt x="1288" y="2473"/>
                  </a:lnTo>
                  <a:cubicBezTo>
                    <a:pt x="1288" y="1554"/>
                    <a:pt x="1696" y="1124"/>
                    <a:pt x="2391" y="1124"/>
                  </a:cubicBezTo>
                  <a:cubicBezTo>
                    <a:pt x="3045" y="1124"/>
                    <a:pt x="3392" y="1554"/>
                    <a:pt x="3392" y="2371"/>
                  </a:cubicBezTo>
                  <a:lnTo>
                    <a:pt x="3392" y="5497"/>
                  </a:lnTo>
                  <a:lnTo>
                    <a:pt x="4680" y="5497"/>
                  </a:lnTo>
                  <a:lnTo>
                    <a:pt x="4680" y="2044"/>
                  </a:lnTo>
                  <a:cubicBezTo>
                    <a:pt x="4680" y="757"/>
                    <a:pt x="4005" y="1"/>
                    <a:pt x="2800"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1825" name="Google Shape;1703;g2f1c646a89f_0_320">
              <a:extLst>
                <a:ext uri="{FF2B5EF4-FFF2-40B4-BE49-F238E27FC236}">
                  <a16:creationId xmlns:a16="http://schemas.microsoft.com/office/drawing/2014/main" id="{083EAE3C-98F6-672A-7F7A-21EE4F2EB52F}"/>
                </a:ext>
              </a:extLst>
            </p:cNvPr>
            <p:cNvSpPr/>
            <p:nvPr/>
          </p:nvSpPr>
          <p:spPr>
            <a:xfrm>
              <a:off x="4619175" y="3122625"/>
              <a:ext cx="120075" cy="140500"/>
            </a:xfrm>
            <a:custGeom>
              <a:avLst/>
              <a:gdLst/>
              <a:ahLst/>
              <a:cxnLst/>
              <a:rect l="l" t="t" r="r" b="b"/>
              <a:pathLst>
                <a:path w="4803" h="5620" extrusionOk="0">
                  <a:moveTo>
                    <a:pt x="3433" y="3249"/>
                  </a:moveTo>
                  <a:lnTo>
                    <a:pt x="3433" y="3515"/>
                  </a:lnTo>
                  <a:cubicBezTo>
                    <a:pt x="3433" y="4107"/>
                    <a:pt x="3250" y="4598"/>
                    <a:pt x="2228" y="4598"/>
                  </a:cubicBezTo>
                  <a:cubicBezTo>
                    <a:pt x="1615" y="4598"/>
                    <a:pt x="1247" y="4373"/>
                    <a:pt x="1247" y="3923"/>
                  </a:cubicBezTo>
                  <a:cubicBezTo>
                    <a:pt x="1247" y="3454"/>
                    <a:pt x="1615" y="3249"/>
                    <a:pt x="2167" y="3249"/>
                  </a:cubicBezTo>
                  <a:close/>
                  <a:moveTo>
                    <a:pt x="2412" y="0"/>
                  </a:moveTo>
                  <a:cubicBezTo>
                    <a:pt x="1390" y="0"/>
                    <a:pt x="266" y="409"/>
                    <a:pt x="266" y="1594"/>
                  </a:cubicBezTo>
                  <a:lnTo>
                    <a:pt x="266" y="1737"/>
                  </a:lnTo>
                  <a:lnTo>
                    <a:pt x="1431" y="1737"/>
                  </a:lnTo>
                  <a:lnTo>
                    <a:pt x="1431" y="1553"/>
                  </a:lnTo>
                  <a:cubicBezTo>
                    <a:pt x="1431" y="1206"/>
                    <a:pt x="1840" y="1001"/>
                    <a:pt x="2391" y="1001"/>
                  </a:cubicBezTo>
                  <a:cubicBezTo>
                    <a:pt x="3045" y="1001"/>
                    <a:pt x="3433" y="1247"/>
                    <a:pt x="3433" y="1819"/>
                  </a:cubicBezTo>
                  <a:lnTo>
                    <a:pt x="3433" y="2330"/>
                  </a:lnTo>
                  <a:lnTo>
                    <a:pt x="2003" y="2330"/>
                  </a:lnTo>
                  <a:cubicBezTo>
                    <a:pt x="941" y="2330"/>
                    <a:pt x="1" y="2943"/>
                    <a:pt x="1" y="3985"/>
                  </a:cubicBezTo>
                  <a:cubicBezTo>
                    <a:pt x="1" y="5006"/>
                    <a:pt x="757" y="5620"/>
                    <a:pt x="1881" y="5620"/>
                  </a:cubicBezTo>
                  <a:cubicBezTo>
                    <a:pt x="2575" y="5620"/>
                    <a:pt x="2984" y="5517"/>
                    <a:pt x="3454" y="5027"/>
                  </a:cubicBezTo>
                  <a:lnTo>
                    <a:pt x="3474" y="5027"/>
                  </a:lnTo>
                  <a:cubicBezTo>
                    <a:pt x="3495" y="5109"/>
                    <a:pt x="3515" y="5436"/>
                    <a:pt x="3536" y="5517"/>
                  </a:cubicBezTo>
                  <a:lnTo>
                    <a:pt x="4803" y="5517"/>
                  </a:lnTo>
                  <a:cubicBezTo>
                    <a:pt x="4741" y="5395"/>
                    <a:pt x="4721" y="4598"/>
                    <a:pt x="4721" y="4353"/>
                  </a:cubicBezTo>
                  <a:lnTo>
                    <a:pt x="4721" y="1717"/>
                  </a:lnTo>
                  <a:cubicBezTo>
                    <a:pt x="4721" y="409"/>
                    <a:pt x="3597" y="0"/>
                    <a:pt x="2412"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1826" name="Google Shape;1704;g2f1c646a89f_0_320">
              <a:extLst>
                <a:ext uri="{FF2B5EF4-FFF2-40B4-BE49-F238E27FC236}">
                  <a16:creationId xmlns:a16="http://schemas.microsoft.com/office/drawing/2014/main" id="{18796D9E-9AB2-D0FB-2055-5721E33AB878}"/>
                </a:ext>
              </a:extLst>
            </p:cNvPr>
            <p:cNvSpPr/>
            <p:nvPr/>
          </p:nvSpPr>
          <p:spPr>
            <a:xfrm>
              <a:off x="4756600" y="3084825"/>
              <a:ext cx="79725" cy="177800"/>
            </a:xfrm>
            <a:custGeom>
              <a:avLst/>
              <a:gdLst/>
              <a:ahLst/>
              <a:cxnLst/>
              <a:rect l="l" t="t" r="r" b="b"/>
              <a:pathLst>
                <a:path w="3189" h="7112" extrusionOk="0">
                  <a:moveTo>
                    <a:pt x="736" y="0"/>
                  </a:moveTo>
                  <a:lnTo>
                    <a:pt x="736" y="1635"/>
                  </a:lnTo>
                  <a:lnTo>
                    <a:pt x="0" y="1635"/>
                  </a:lnTo>
                  <a:lnTo>
                    <a:pt x="0" y="2656"/>
                  </a:lnTo>
                  <a:lnTo>
                    <a:pt x="736" y="2656"/>
                  </a:lnTo>
                  <a:lnTo>
                    <a:pt x="736" y="5742"/>
                  </a:lnTo>
                  <a:cubicBezTo>
                    <a:pt x="736" y="6702"/>
                    <a:pt x="1410" y="7111"/>
                    <a:pt x="2248" y="7111"/>
                  </a:cubicBezTo>
                  <a:cubicBezTo>
                    <a:pt x="2432" y="7111"/>
                    <a:pt x="2902" y="7070"/>
                    <a:pt x="3188" y="7009"/>
                  </a:cubicBezTo>
                  <a:lnTo>
                    <a:pt x="3188" y="5905"/>
                  </a:lnTo>
                  <a:cubicBezTo>
                    <a:pt x="2943" y="5946"/>
                    <a:pt x="2779" y="5967"/>
                    <a:pt x="2534" y="5967"/>
                  </a:cubicBezTo>
                  <a:cubicBezTo>
                    <a:pt x="2228" y="5967"/>
                    <a:pt x="2023" y="5844"/>
                    <a:pt x="2023" y="5435"/>
                  </a:cubicBezTo>
                  <a:lnTo>
                    <a:pt x="2023" y="2656"/>
                  </a:lnTo>
                  <a:lnTo>
                    <a:pt x="3188" y="2656"/>
                  </a:lnTo>
                  <a:lnTo>
                    <a:pt x="3188" y="1635"/>
                  </a:lnTo>
                  <a:lnTo>
                    <a:pt x="2023" y="1635"/>
                  </a:lnTo>
                  <a:lnTo>
                    <a:pt x="2023" y="0"/>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1827" name="Google Shape;1705;g2f1c646a89f_0_320">
              <a:extLst>
                <a:ext uri="{FF2B5EF4-FFF2-40B4-BE49-F238E27FC236}">
                  <a16:creationId xmlns:a16="http://schemas.microsoft.com/office/drawing/2014/main" id="{837A238E-53F7-906F-B9BC-EEB1808769DD}"/>
                </a:ext>
              </a:extLst>
            </p:cNvPr>
            <p:cNvSpPr/>
            <p:nvPr/>
          </p:nvSpPr>
          <p:spPr>
            <a:xfrm>
              <a:off x="4857750" y="3070500"/>
              <a:ext cx="32200" cy="190075"/>
            </a:xfrm>
            <a:custGeom>
              <a:avLst/>
              <a:gdLst/>
              <a:ahLst/>
              <a:cxnLst/>
              <a:rect l="l" t="t" r="r" b="b"/>
              <a:pathLst>
                <a:path w="1288" h="7603" extrusionOk="0">
                  <a:moveTo>
                    <a:pt x="0" y="1"/>
                  </a:moveTo>
                  <a:lnTo>
                    <a:pt x="0" y="1370"/>
                  </a:lnTo>
                  <a:lnTo>
                    <a:pt x="1288" y="1370"/>
                  </a:lnTo>
                  <a:lnTo>
                    <a:pt x="1288" y="1"/>
                  </a:lnTo>
                  <a:close/>
                  <a:moveTo>
                    <a:pt x="0" y="2208"/>
                  </a:moveTo>
                  <a:lnTo>
                    <a:pt x="0" y="7602"/>
                  </a:lnTo>
                  <a:lnTo>
                    <a:pt x="1288" y="7602"/>
                  </a:lnTo>
                  <a:lnTo>
                    <a:pt x="1288" y="2208"/>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1828" name="Google Shape;1706;g2f1c646a89f_0_320">
              <a:extLst>
                <a:ext uri="{FF2B5EF4-FFF2-40B4-BE49-F238E27FC236}">
                  <a16:creationId xmlns:a16="http://schemas.microsoft.com/office/drawing/2014/main" id="{8D24A8EE-178E-23AA-157A-D0956DC8CB62}"/>
                </a:ext>
              </a:extLst>
            </p:cNvPr>
            <p:cNvSpPr/>
            <p:nvPr/>
          </p:nvSpPr>
          <p:spPr>
            <a:xfrm>
              <a:off x="4918525" y="3123125"/>
              <a:ext cx="122650" cy="140500"/>
            </a:xfrm>
            <a:custGeom>
              <a:avLst/>
              <a:gdLst/>
              <a:ahLst/>
              <a:cxnLst/>
              <a:rect l="l" t="t" r="r" b="b"/>
              <a:pathLst>
                <a:path w="4906" h="5620" extrusionOk="0">
                  <a:moveTo>
                    <a:pt x="2433" y="1104"/>
                  </a:moveTo>
                  <a:cubicBezTo>
                    <a:pt x="3107" y="1104"/>
                    <a:pt x="3597" y="1472"/>
                    <a:pt x="3597" y="2126"/>
                  </a:cubicBezTo>
                  <a:lnTo>
                    <a:pt x="3597" y="3474"/>
                  </a:lnTo>
                  <a:cubicBezTo>
                    <a:pt x="3597" y="4251"/>
                    <a:pt x="3025" y="4537"/>
                    <a:pt x="2473" y="4537"/>
                  </a:cubicBezTo>
                  <a:cubicBezTo>
                    <a:pt x="1820" y="4537"/>
                    <a:pt x="1309" y="4149"/>
                    <a:pt x="1309" y="3495"/>
                  </a:cubicBezTo>
                  <a:lnTo>
                    <a:pt x="1309" y="2167"/>
                  </a:lnTo>
                  <a:cubicBezTo>
                    <a:pt x="1309" y="1390"/>
                    <a:pt x="1901" y="1104"/>
                    <a:pt x="2433" y="1104"/>
                  </a:cubicBezTo>
                  <a:close/>
                  <a:moveTo>
                    <a:pt x="2433" y="1"/>
                  </a:moveTo>
                  <a:cubicBezTo>
                    <a:pt x="1247" y="1"/>
                    <a:pt x="1" y="798"/>
                    <a:pt x="1" y="2269"/>
                  </a:cubicBezTo>
                  <a:lnTo>
                    <a:pt x="1" y="3495"/>
                  </a:lnTo>
                  <a:cubicBezTo>
                    <a:pt x="1" y="4884"/>
                    <a:pt x="1166" y="5620"/>
                    <a:pt x="2473" y="5620"/>
                  </a:cubicBezTo>
                  <a:cubicBezTo>
                    <a:pt x="3679" y="5620"/>
                    <a:pt x="4905" y="4823"/>
                    <a:pt x="4905" y="3352"/>
                  </a:cubicBezTo>
                  <a:lnTo>
                    <a:pt x="4905" y="2248"/>
                  </a:lnTo>
                  <a:cubicBezTo>
                    <a:pt x="4905" y="859"/>
                    <a:pt x="3740" y="1"/>
                    <a:pt x="2433"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1829" name="Google Shape;1707;g2f1c646a89f_0_320">
              <a:extLst>
                <a:ext uri="{FF2B5EF4-FFF2-40B4-BE49-F238E27FC236}">
                  <a16:creationId xmlns:a16="http://schemas.microsoft.com/office/drawing/2014/main" id="{4495DB27-DD77-6BFA-5E10-277856A58509}"/>
                </a:ext>
              </a:extLst>
            </p:cNvPr>
            <p:cNvSpPr/>
            <p:nvPr/>
          </p:nvSpPr>
          <p:spPr>
            <a:xfrm>
              <a:off x="5069750" y="3123125"/>
              <a:ext cx="117525" cy="137450"/>
            </a:xfrm>
            <a:custGeom>
              <a:avLst/>
              <a:gdLst/>
              <a:ahLst/>
              <a:cxnLst/>
              <a:rect l="l" t="t" r="r" b="b"/>
              <a:pathLst>
                <a:path w="4701" h="5498" extrusionOk="0">
                  <a:moveTo>
                    <a:pt x="2800" y="1"/>
                  </a:moveTo>
                  <a:cubicBezTo>
                    <a:pt x="2207" y="1"/>
                    <a:pt x="1635" y="246"/>
                    <a:pt x="1267" y="757"/>
                  </a:cubicBezTo>
                  <a:lnTo>
                    <a:pt x="1247" y="757"/>
                  </a:lnTo>
                  <a:lnTo>
                    <a:pt x="1247" y="103"/>
                  </a:lnTo>
                  <a:lnTo>
                    <a:pt x="0" y="103"/>
                  </a:lnTo>
                  <a:lnTo>
                    <a:pt x="0" y="5497"/>
                  </a:lnTo>
                  <a:lnTo>
                    <a:pt x="1288" y="5497"/>
                  </a:lnTo>
                  <a:lnTo>
                    <a:pt x="1288" y="2473"/>
                  </a:lnTo>
                  <a:cubicBezTo>
                    <a:pt x="1288" y="1554"/>
                    <a:pt x="1696" y="1124"/>
                    <a:pt x="2412" y="1124"/>
                  </a:cubicBezTo>
                  <a:cubicBezTo>
                    <a:pt x="3066" y="1124"/>
                    <a:pt x="3413" y="1554"/>
                    <a:pt x="3413" y="2371"/>
                  </a:cubicBezTo>
                  <a:lnTo>
                    <a:pt x="3413" y="5497"/>
                  </a:lnTo>
                  <a:lnTo>
                    <a:pt x="4700" y="5497"/>
                  </a:lnTo>
                  <a:lnTo>
                    <a:pt x="4700" y="2044"/>
                  </a:lnTo>
                  <a:cubicBezTo>
                    <a:pt x="4700" y="757"/>
                    <a:pt x="4026" y="1"/>
                    <a:pt x="2800"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1830" name="Google Shape;1708;g2f1c646a89f_0_320">
              <a:extLst>
                <a:ext uri="{FF2B5EF4-FFF2-40B4-BE49-F238E27FC236}">
                  <a16:creationId xmlns:a16="http://schemas.microsoft.com/office/drawing/2014/main" id="{E3A0160B-AA88-45C6-960F-88086B0BDEDB}"/>
                </a:ext>
              </a:extLst>
            </p:cNvPr>
            <p:cNvSpPr/>
            <p:nvPr/>
          </p:nvSpPr>
          <p:spPr>
            <a:xfrm>
              <a:off x="5706775" y="2440125"/>
              <a:ext cx="147675" cy="188025"/>
            </a:xfrm>
            <a:custGeom>
              <a:avLst/>
              <a:gdLst/>
              <a:ahLst/>
              <a:cxnLst/>
              <a:rect l="l" t="t" r="r" b="b"/>
              <a:pathLst>
                <a:path w="5907" h="7521" extrusionOk="0">
                  <a:moveTo>
                    <a:pt x="2780" y="1186"/>
                  </a:moveTo>
                  <a:cubicBezTo>
                    <a:pt x="3577" y="1186"/>
                    <a:pt x="4149" y="1472"/>
                    <a:pt x="4149" y="2350"/>
                  </a:cubicBezTo>
                  <a:cubicBezTo>
                    <a:pt x="4149" y="3127"/>
                    <a:pt x="3618" y="3515"/>
                    <a:pt x="2800" y="3515"/>
                  </a:cubicBezTo>
                  <a:lnTo>
                    <a:pt x="1411" y="3515"/>
                  </a:lnTo>
                  <a:lnTo>
                    <a:pt x="1411" y="1186"/>
                  </a:lnTo>
                  <a:close/>
                  <a:moveTo>
                    <a:pt x="1" y="1"/>
                  </a:moveTo>
                  <a:lnTo>
                    <a:pt x="1" y="7520"/>
                  </a:lnTo>
                  <a:lnTo>
                    <a:pt x="1411" y="7520"/>
                  </a:lnTo>
                  <a:lnTo>
                    <a:pt x="1411" y="4700"/>
                  </a:lnTo>
                  <a:lnTo>
                    <a:pt x="2616" y="4700"/>
                  </a:lnTo>
                  <a:lnTo>
                    <a:pt x="4374" y="7520"/>
                  </a:lnTo>
                  <a:lnTo>
                    <a:pt x="5906" y="7520"/>
                  </a:lnTo>
                  <a:lnTo>
                    <a:pt x="4047" y="4537"/>
                  </a:lnTo>
                  <a:cubicBezTo>
                    <a:pt x="5048" y="4189"/>
                    <a:pt x="5538" y="3250"/>
                    <a:pt x="5538" y="2371"/>
                  </a:cubicBezTo>
                  <a:cubicBezTo>
                    <a:pt x="5538" y="818"/>
                    <a:pt x="4394" y="1"/>
                    <a:pt x="2984"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1831" name="Google Shape;1709;g2f1c646a89f_0_320">
              <a:extLst>
                <a:ext uri="{FF2B5EF4-FFF2-40B4-BE49-F238E27FC236}">
                  <a16:creationId xmlns:a16="http://schemas.microsoft.com/office/drawing/2014/main" id="{3288C34E-2390-EEDD-3A41-BE068DB7A7A4}"/>
                </a:ext>
              </a:extLst>
            </p:cNvPr>
            <p:cNvSpPr/>
            <p:nvPr/>
          </p:nvSpPr>
          <p:spPr>
            <a:xfrm>
              <a:off x="5868725" y="2425825"/>
              <a:ext cx="120575" cy="205375"/>
            </a:xfrm>
            <a:custGeom>
              <a:avLst/>
              <a:gdLst/>
              <a:ahLst/>
              <a:cxnLst/>
              <a:rect l="l" t="t" r="r" b="b"/>
              <a:pathLst>
                <a:path w="4823" h="8215" extrusionOk="0">
                  <a:moveTo>
                    <a:pt x="2841" y="0"/>
                  </a:moveTo>
                  <a:lnTo>
                    <a:pt x="1942" y="1839"/>
                  </a:lnTo>
                  <a:lnTo>
                    <a:pt x="2943" y="1839"/>
                  </a:lnTo>
                  <a:lnTo>
                    <a:pt x="4291" y="0"/>
                  </a:lnTo>
                  <a:close/>
                  <a:moveTo>
                    <a:pt x="2493" y="3678"/>
                  </a:moveTo>
                  <a:cubicBezTo>
                    <a:pt x="3004" y="3678"/>
                    <a:pt x="3535" y="3985"/>
                    <a:pt x="3535" y="4721"/>
                  </a:cubicBezTo>
                  <a:lnTo>
                    <a:pt x="3535" y="4864"/>
                  </a:lnTo>
                  <a:lnTo>
                    <a:pt x="1349" y="4864"/>
                  </a:lnTo>
                  <a:lnTo>
                    <a:pt x="1349" y="4782"/>
                  </a:lnTo>
                  <a:cubicBezTo>
                    <a:pt x="1349" y="3985"/>
                    <a:pt x="1942" y="3678"/>
                    <a:pt x="2493" y="3678"/>
                  </a:cubicBezTo>
                  <a:close/>
                  <a:moveTo>
                    <a:pt x="2493" y="2595"/>
                  </a:moveTo>
                  <a:cubicBezTo>
                    <a:pt x="1145" y="2595"/>
                    <a:pt x="0" y="3433"/>
                    <a:pt x="0" y="4966"/>
                  </a:cubicBezTo>
                  <a:lnTo>
                    <a:pt x="0" y="6008"/>
                  </a:lnTo>
                  <a:cubicBezTo>
                    <a:pt x="0" y="7479"/>
                    <a:pt x="1206" y="8215"/>
                    <a:pt x="2534" y="8215"/>
                  </a:cubicBezTo>
                  <a:cubicBezTo>
                    <a:pt x="3474" y="8215"/>
                    <a:pt x="4332" y="7847"/>
                    <a:pt x="4761" y="7009"/>
                  </a:cubicBezTo>
                  <a:lnTo>
                    <a:pt x="3760" y="6437"/>
                  </a:lnTo>
                  <a:cubicBezTo>
                    <a:pt x="3474" y="6866"/>
                    <a:pt x="3025" y="7132"/>
                    <a:pt x="2595" y="7132"/>
                  </a:cubicBezTo>
                  <a:cubicBezTo>
                    <a:pt x="1901" y="7132"/>
                    <a:pt x="1349" y="6744"/>
                    <a:pt x="1349" y="6049"/>
                  </a:cubicBezTo>
                  <a:lnTo>
                    <a:pt x="1349" y="5763"/>
                  </a:lnTo>
                  <a:lnTo>
                    <a:pt x="4823" y="5763"/>
                  </a:lnTo>
                  <a:lnTo>
                    <a:pt x="4823" y="4721"/>
                  </a:lnTo>
                  <a:cubicBezTo>
                    <a:pt x="4823" y="3290"/>
                    <a:pt x="3658" y="2595"/>
                    <a:pt x="2493" y="2595"/>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1832" name="Google Shape;1710;g2f1c646a89f_0_320">
              <a:extLst>
                <a:ext uri="{FF2B5EF4-FFF2-40B4-BE49-F238E27FC236}">
                  <a16:creationId xmlns:a16="http://schemas.microsoft.com/office/drawing/2014/main" id="{78ED0362-DF18-ACB2-39BC-EA57F08C33C9}"/>
                </a:ext>
              </a:extLst>
            </p:cNvPr>
            <p:cNvSpPr/>
            <p:nvPr/>
          </p:nvSpPr>
          <p:spPr>
            <a:xfrm>
              <a:off x="6017900" y="2490200"/>
              <a:ext cx="123125" cy="188525"/>
            </a:xfrm>
            <a:custGeom>
              <a:avLst/>
              <a:gdLst/>
              <a:ahLst/>
              <a:cxnLst/>
              <a:rect l="l" t="t" r="r" b="b"/>
              <a:pathLst>
                <a:path w="4925" h="7541" extrusionOk="0">
                  <a:moveTo>
                    <a:pt x="2452" y="1124"/>
                  </a:moveTo>
                  <a:cubicBezTo>
                    <a:pt x="3106" y="1124"/>
                    <a:pt x="3617" y="1492"/>
                    <a:pt x="3617" y="2146"/>
                  </a:cubicBezTo>
                  <a:lnTo>
                    <a:pt x="3617" y="3494"/>
                  </a:lnTo>
                  <a:cubicBezTo>
                    <a:pt x="3617" y="4271"/>
                    <a:pt x="3024" y="4557"/>
                    <a:pt x="2473" y="4557"/>
                  </a:cubicBezTo>
                  <a:cubicBezTo>
                    <a:pt x="1819" y="4557"/>
                    <a:pt x="1287" y="4169"/>
                    <a:pt x="1287" y="3515"/>
                  </a:cubicBezTo>
                  <a:lnTo>
                    <a:pt x="1287" y="2268"/>
                  </a:lnTo>
                  <a:cubicBezTo>
                    <a:pt x="1287" y="1471"/>
                    <a:pt x="1900" y="1124"/>
                    <a:pt x="2452" y="1124"/>
                  </a:cubicBezTo>
                  <a:close/>
                  <a:moveTo>
                    <a:pt x="2800" y="0"/>
                  </a:moveTo>
                  <a:cubicBezTo>
                    <a:pt x="2309" y="0"/>
                    <a:pt x="1696" y="225"/>
                    <a:pt x="1267" y="736"/>
                  </a:cubicBezTo>
                  <a:lnTo>
                    <a:pt x="1267" y="123"/>
                  </a:lnTo>
                  <a:lnTo>
                    <a:pt x="0" y="123"/>
                  </a:lnTo>
                  <a:lnTo>
                    <a:pt x="0" y="7540"/>
                  </a:lnTo>
                  <a:lnTo>
                    <a:pt x="1287" y="7540"/>
                  </a:lnTo>
                  <a:lnTo>
                    <a:pt x="1287" y="4965"/>
                  </a:lnTo>
                  <a:lnTo>
                    <a:pt x="1328" y="4965"/>
                  </a:lnTo>
                  <a:cubicBezTo>
                    <a:pt x="1594" y="5333"/>
                    <a:pt x="2084" y="5640"/>
                    <a:pt x="2697" y="5640"/>
                  </a:cubicBezTo>
                  <a:cubicBezTo>
                    <a:pt x="3903" y="5640"/>
                    <a:pt x="4925" y="4904"/>
                    <a:pt x="4925" y="3453"/>
                  </a:cubicBezTo>
                  <a:lnTo>
                    <a:pt x="4925" y="2146"/>
                  </a:lnTo>
                  <a:cubicBezTo>
                    <a:pt x="4925" y="756"/>
                    <a:pt x="3964" y="0"/>
                    <a:pt x="2800"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1833" name="Google Shape;1711;g2f1c646a89f_0_320">
              <a:extLst>
                <a:ext uri="{FF2B5EF4-FFF2-40B4-BE49-F238E27FC236}">
                  <a16:creationId xmlns:a16="http://schemas.microsoft.com/office/drawing/2014/main" id="{A89F27FC-CC98-5B6C-037C-E2289A0AB846}"/>
                </a:ext>
              </a:extLst>
            </p:cNvPr>
            <p:cNvSpPr/>
            <p:nvPr/>
          </p:nvSpPr>
          <p:spPr>
            <a:xfrm>
              <a:off x="6167575" y="2493250"/>
              <a:ext cx="117525" cy="137450"/>
            </a:xfrm>
            <a:custGeom>
              <a:avLst/>
              <a:gdLst/>
              <a:ahLst/>
              <a:cxnLst/>
              <a:rect l="l" t="t" r="r" b="b"/>
              <a:pathLst>
                <a:path w="4701" h="5498" extrusionOk="0">
                  <a:moveTo>
                    <a:pt x="0" y="1"/>
                  </a:moveTo>
                  <a:lnTo>
                    <a:pt x="0" y="3434"/>
                  </a:lnTo>
                  <a:cubicBezTo>
                    <a:pt x="0" y="4721"/>
                    <a:pt x="695" y="5497"/>
                    <a:pt x="1901" y="5497"/>
                  </a:cubicBezTo>
                  <a:cubicBezTo>
                    <a:pt x="2514" y="5497"/>
                    <a:pt x="3065" y="5252"/>
                    <a:pt x="3413" y="4721"/>
                  </a:cubicBezTo>
                  <a:lnTo>
                    <a:pt x="3454" y="4721"/>
                  </a:lnTo>
                  <a:lnTo>
                    <a:pt x="3454" y="5395"/>
                  </a:lnTo>
                  <a:lnTo>
                    <a:pt x="4700" y="5395"/>
                  </a:lnTo>
                  <a:lnTo>
                    <a:pt x="4700" y="1"/>
                  </a:lnTo>
                  <a:lnTo>
                    <a:pt x="3413" y="1"/>
                  </a:lnTo>
                  <a:lnTo>
                    <a:pt x="3413" y="3004"/>
                  </a:lnTo>
                  <a:cubicBezTo>
                    <a:pt x="3413" y="3924"/>
                    <a:pt x="3004" y="4373"/>
                    <a:pt x="2309" y="4373"/>
                  </a:cubicBezTo>
                  <a:cubicBezTo>
                    <a:pt x="1655" y="4373"/>
                    <a:pt x="1288" y="3944"/>
                    <a:pt x="1288" y="3127"/>
                  </a:cubicBezTo>
                  <a:lnTo>
                    <a:pt x="1288"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1834" name="Google Shape;1712;g2f1c646a89f_0_320">
              <a:extLst>
                <a:ext uri="{FF2B5EF4-FFF2-40B4-BE49-F238E27FC236}">
                  <a16:creationId xmlns:a16="http://schemas.microsoft.com/office/drawing/2014/main" id="{D2F5F2DD-84A1-98EB-15EB-6D5107BF42F9}"/>
                </a:ext>
              </a:extLst>
            </p:cNvPr>
            <p:cNvSpPr/>
            <p:nvPr/>
          </p:nvSpPr>
          <p:spPr>
            <a:xfrm>
              <a:off x="6318275" y="2440125"/>
              <a:ext cx="122625" cy="191075"/>
            </a:xfrm>
            <a:custGeom>
              <a:avLst/>
              <a:gdLst/>
              <a:ahLst/>
              <a:cxnLst/>
              <a:rect l="l" t="t" r="r" b="b"/>
              <a:pathLst>
                <a:path w="4905" h="7643" extrusionOk="0">
                  <a:moveTo>
                    <a:pt x="2432" y="3127"/>
                  </a:moveTo>
                  <a:cubicBezTo>
                    <a:pt x="3106" y="3127"/>
                    <a:pt x="3597" y="3495"/>
                    <a:pt x="3597" y="4149"/>
                  </a:cubicBezTo>
                  <a:lnTo>
                    <a:pt x="3597" y="5497"/>
                  </a:lnTo>
                  <a:cubicBezTo>
                    <a:pt x="3597" y="6274"/>
                    <a:pt x="3004" y="6560"/>
                    <a:pt x="2473" y="6560"/>
                  </a:cubicBezTo>
                  <a:cubicBezTo>
                    <a:pt x="1798" y="6560"/>
                    <a:pt x="1288" y="6172"/>
                    <a:pt x="1288" y="5518"/>
                  </a:cubicBezTo>
                  <a:lnTo>
                    <a:pt x="1288" y="4271"/>
                  </a:lnTo>
                  <a:cubicBezTo>
                    <a:pt x="1288" y="3495"/>
                    <a:pt x="1901" y="3127"/>
                    <a:pt x="2432" y="3127"/>
                  </a:cubicBezTo>
                  <a:close/>
                  <a:moveTo>
                    <a:pt x="0" y="1"/>
                  </a:moveTo>
                  <a:lnTo>
                    <a:pt x="0" y="7520"/>
                  </a:lnTo>
                  <a:lnTo>
                    <a:pt x="1226" y="7520"/>
                  </a:lnTo>
                  <a:lnTo>
                    <a:pt x="1226" y="6989"/>
                  </a:lnTo>
                  <a:lnTo>
                    <a:pt x="1267" y="6989"/>
                  </a:lnTo>
                  <a:cubicBezTo>
                    <a:pt x="1533" y="7336"/>
                    <a:pt x="2023" y="7643"/>
                    <a:pt x="2636" y="7643"/>
                  </a:cubicBezTo>
                  <a:cubicBezTo>
                    <a:pt x="3842" y="7643"/>
                    <a:pt x="4904" y="6907"/>
                    <a:pt x="4904" y="5456"/>
                  </a:cubicBezTo>
                  <a:lnTo>
                    <a:pt x="4904" y="4149"/>
                  </a:lnTo>
                  <a:cubicBezTo>
                    <a:pt x="4904" y="2759"/>
                    <a:pt x="3964" y="2023"/>
                    <a:pt x="2779" y="2023"/>
                  </a:cubicBezTo>
                  <a:cubicBezTo>
                    <a:pt x="2289" y="2023"/>
                    <a:pt x="1696" y="2207"/>
                    <a:pt x="1288" y="2739"/>
                  </a:cubicBezTo>
                  <a:lnTo>
                    <a:pt x="1288"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1835" name="Google Shape;1713;g2f1c646a89f_0_320">
              <a:extLst>
                <a:ext uri="{FF2B5EF4-FFF2-40B4-BE49-F238E27FC236}">
                  <a16:creationId xmlns:a16="http://schemas.microsoft.com/office/drawing/2014/main" id="{4BF50291-1910-4887-E7AA-E401B9961523}"/>
                </a:ext>
              </a:extLst>
            </p:cNvPr>
            <p:cNvSpPr/>
            <p:nvPr/>
          </p:nvSpPr>
          <p:spPr>
            <a:xfrm>
              <a:off x="6469475" y="2440125"/>
              <a:ext cx="58775" cy="189550"/>
            </a:xfrm>
            <a:custGeom>
              <a:avLst/>
              <a:gdLst/>
              <a:ahLst/>
              <a:cxnLst/>
              <a:rect l="l" t="t" r="r" b="b"/>
              <a:pathLst>
                <a:path w="2351" h="7582" extrusionOk="0">
                  <a:moveTo>
                    <a:pt x="1" y="1"/>
                  </a:moveTo>
                  <a:lnTo>
                    <a:pt x="1" y="6069"/>
                  </a:lnTo>
                  <a:cubicBezTo>
                    <a:pt x="1" y="6560"/>
                    <a:pt x="42" y="7581"/>
                    <a:pt x="1309" y="7581"/>
                  </a:cubicBezTo>
                  <a:cubicBezTo>
                    <a:pt x="1656" y="7581"/>
                    <a:pt x="2065" y="7520"/>
                    <a:pt x="2351" y="7438"/>
                  </a:cubicBezTo>
                  <a:lnTo>
                    <a:pt x="2351" y="6458"/>
                  </a:lnTo>
                  <a:cubicBezTo>
                    <a:pt x="2105" y="6478"/>
                    <a:pt x="1983" y="6498"/>
                    <a:pt x="1758" y="6498"/>
                  </a:cubicBezTo>
                  <a:cubicBezTo>
                    <a:pt x="1411" y="6498"/>
                    <a:pt x="1288" y="6315"/>
                    <a:pt x="1288" y="6069"/>
                  </a:cubicBezTo>
                  <a:lnTo>
                    <a:pt x="1288"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1836" name="Google Shape;1714;g2f1c646a89f_0_320">
              <a:extLst>
                <a:ext uri="{FF2B5EF4-FFF2-40B4-BE49-F238E27FC236}">
                  <a16:creationId xmlns:a16="http://schemas.microsoft.com/office/drawing/2014/main" id="{9F73DB42-0FF2-BEB5-54A7-7CB2F1347416}"/>
                </a:ext>
              </a:extLst>
            </p:cNvPr>
            <p:cNvSpPr/>
            <p:nvPr/>
          </p:nvSpPr>
          <p:spPr>
            <a:xfrm>
              <a:off x="6550700" y="2438600"/>
              <a:ext cx="32225" cy="189550"/>
            </a:xfrm>
            <a:custGeom>
              <a:avLst/>
              <a:gdLst/>
              <a:ahLst/>
              <a:cxnLst/>
              <a:rect l="l" t="t" r="r" b="b"/>
              <a:pathLst>
                <a:path w="1289" h="7582" extrusionOk="0">
                  <a:moveTo>
                    <a:pt x="1" y="0"/>
                  </a:moveTo>
                  <a:lnTo>
                    <a:pt x="1" y="1369"/>
                  </a:lnTo>
                  <a:lnTo>
                    <a:pt x="1288" y="1369"/>
                  </a:lnTo>
                  <a:lnTo>
                    <a:pt x="1288" y="0"/>
                  </a:lnTo>
                  <a:close/>
                  <a:moveTo>
                    <a:pt x="1" y="2187"/>
                  </a:moveTo>
                  <a:lnTo>
                    <a:pt x="1" y="7581"/>
                  </a:lnTo>
                  <a:lnTo>
                    <a:pt x="1288" y="7581"/>
                  </a:lnTo>
                  <a:lnTo>
                    <a:pt x="1288" y="2187"/>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1837" name="Google Shape;1715;g2f1c646a89f_0_320">
              <a:extLst>
                <a:ext uri="{FF2B5EF4-FFF2-40B4-BE49-F238E27FC236}">
                  <a16:creationId xmlns:a16="http://schemas.microsoft.com/office/drawing/2014/main" id="{CD64F939-7F07-C36E-1FBE-8BA1CD46B567}"/>
                </a:ext>
              </a:extLst>
            </p:cNvPr>
            <p:cNvSpPr/>
            <p:nvPr/>
          </p:nvSpPr>
          <p:spPr>
            <a:xfrm>
              <a:off x="6611500" y="2490700"/>
              <a:ext cx="122625" cy="188025"/>
            </a:xfrm>
            <a:custGeom>
              <a:avLst/>
              <a:gdLst/>
              <a:ahLst/>
              <a:cxnLst/>
              <a:rect l="l" t="t" r="r" b="b"/>
              <a:pathLst>
                <a:path w="4905" h="7521" extrusionOk="0">
                  <a:moveTo>
                    <a:pt x="2432" y="1083"/>
                  </a:moveTo>
                  <a:cubicBezTo>
                    <a:pt x="3086" y="1083"/>
                    <a:pt x="3617" y="1472"/>
                    <a:pt x="3617" y="2126"/>
                  </a:cubicBezTo>
                  <a:lnTo>
                    <a:pt x="3617" y="3454"/>
                  </a:lnTo>
                  <a:cubicBezTo>
                    <a:pt x="3617" y="4230"/>
                    <a:pt x="3004" y="4516"/>
                    <a:pt x="2473" y="4516"/>
                  </a:cubicBezTo>
                  <a:cubicBezTo>
                    <a:pt x="1799" y="4516"/>
                    <a:pt x="1308" y="4128"/>
                    <a:pt x="1308" y="3474"/>
                  </a:cubicBezTo>
                  <a:lnTo>
                    <a:pt x="1308" y="2146"/>
                  </a:lnTo>
                  <a:cubicBezTo>
                    <a:pt x="1308" y="1370"/>
                    <a:pt x="1880" y="1083"/>
                    <a:pt x="2432" y="1083"/>
                  </a:cubicBezTo>
                  <a:close/>
                  <a:moveTo>
                    <a:pt x="2207" y="0"/>
                  </a:moveTo>
                  <a:cubicBezTo>
                    <a:pt x="1022" y="0"/>
                    <a:pt x="0" y="716"/>
                    <a:pt x="0" y="2187"/>
                  </a:cubicBezTo>
                  <a:lnTo>
                    <a:pt x="0" y="3495"/>
                  </a:lnTo>
                  <a:cubicBezTo>
                    <a:pt x="0" y="4864"/>
                    <a:pt x="940" y="5620"/>
                    <a:pt x="2126" y="5620"/>
                  </a:cubicBezTo>
                  <a:cubicBezTo>
                    <a:pt x="2596" y="5620"/>
                    <a:pt x="3331" y="5313"/>
                    <a:pt x="3638" y="4884"/>
                  </a:cubicBezTo>
                  <a:lnTo>
                    <a:pt x="3638" y="7520"/>
                  </a:lnTo>
                  <a:lnTo>
                    <a:pt x="4905" y="7520"/>
                  </a:lnTo>
                  <a:lnTo>
                    <a:pt x="4905" y="82"/>
                  </a:lnTo>
                  <a:lnTo>
                    <a:pt x="3617" y="82"/>
                  </a:lnTo>
                  <a:lnTo>
                    <a:pt x="3617" y="654"/>
                  </a:lnTo>
                  <a:lnTo>
                    <a:pt x="3576" y="654"/>
                  </a:lnTo>
                  <a:cubicBezTo>
                    <a:pt x="3311" y="307"/>
                    <a:pt x="2820" y="0"/>
                    <a:pt x="2207"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1838" name="Google Shape;1716;g2f1c646a89f_0_320">
              <a:extLst>
                <a:ext uri="{FF2B5EF4-FFF2-40B4-BE49-F238E27FC236}">
                  <a16:creationId xmlns:a16="http://schemas.microsoft.com/office/drawing/2014/main" id="{9B78727A-97A5-5073-7E1B-3B27921CDC40}"/>
                </a:ext>
              </a:extLst>
            </p:cNvPr>
            <p:cNvSpPr/>
            <p:nvPr/>
          </p:nvSpPr>
          <p:spPr>
            <a:xfrm>
              <a:off x="6767300" y="2493250"/>
              <a:ext cx="117025" cy="137450"/>
            </a:xfrm>
            <a:custGeom>
              <a:avLst/>
              <a:gdLst/>
              <a:ahLst/>
              <a:cxnLst/>
              <a:rect l="l" t="t" r="r" b="b"/>
              <a:pathLst>
                <a:path w="4681" h="5498" extrusionOk="0">
                  <a:moveTo>
                    <a:pt x="1" y="1"/>
                  </a:moveTo>
                  <a:lnTo>
                    <a:pt x="1" y="3434"/>
                  </a:lnTo>
                  <a:cubicBezTo>
                    <a:pt x="1" y="4721"/>
                    <a:pt x="675" y="5497"/>
                    <a:pt x="1901" y="5497"/>
                  </a:cubicBezTo>
                  <a:cubicBezTo>
                    <a:pt x="2494" y="5497"/>
                    <a:pt x="3046" y="5252"/>
                    <a:pt x="3413" y="4721"/>
                  </a:cubicBezTo>
                  <a:lnTo>
                    <a:pt x="3434" y="4721"/>
                  </a:lnTo>
                  <a:lnTo>
                    <a:pt x="3434" y="5395"/>
                  </a:lnTo>
                  <a:lnTo>
                    <a:pt x="4680" y="5395"/>
                  </a:lnTo>
                  <a:lnTo>
                    <a:pt x="4680" y="1"/>
                  </a:lnTo>
                  <a:lnTo>
                    <a:pt x="3393" y="1"/>
                  </a:lnTo>
                  <a:lnTo>
                    <a:pt x="3393" y="3004"/>
                  </a:lnTo>
                  <a:cubicBezTo>
                    <a:pt x="3393" y="3924"/>
                    <a:pt x="3005" y="4373"/>
                    <a:pt x="2289" y="4373"/>
                  </a:cubicBezTo>
                  <a:cubicBezTo>
                    <a:pt x="1636" y="4373"/>
                    <a:pt x="1288" y="3944"/>
                    <a:pt x="1288" y="3127"/>
                  </a:cubicBezTo>
                  <a:lnTo>
                    <a:pt x="1288"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1839" name="Google Shape;1717;g2f1c646a89f_0_320">
              <a:extLst>
                <a:ext uri="{FF2B5EF4-FFF2-40B4-BE49-F238E27FC236}">
                  <a16:creationId xmlns:a16="http://schemas.microsoft.com/office/drawing/2014/main" id="{2646A38D-B8B2-92EE-CA27-1982B947733B}"/>
                </a:ext>
              </a:extLst>
            </p:cNvPr>
            <p:cNvSpPr/>
            <p:nvPr/>
          </p:nvSpPr>
          <p:spPr>
            <a:xfrm>
              <a:off x="6911375" y="2490700"/>
              <a:ext cx="120075" cy="140500"/>
            </a:xfrm>
            <a:custGeom>
              <a:avLst/>
              <a:gdLst/>
              <a:ahLst/>
              <a:cxnLst/>
              <a:rect l="l" t="t" r="r" b="b"/>
              <a:pathLst>
                <a:path w="4803" h="5620" extrusionOk="0">
                  <a:moveTo>
                    <a:pt x="2473" y="1083"/>
                  </a:moveTo>
                  <a:cubicBezTo>
                    <a:pt x="3004" y="1083"/>
                    <a:pt x="3515" y="1390"/>
                    <a:pt x="3515" y="2126"/>
                  </a:cubicBezTo>
                  <a:lnTo>
                    <a:pt x="3515" y="2269"/>
                  </a:lnTo>
                  <a:lnTo>
                    <a:pt x="1349" y="2269"/>
                  </a:lnTo>
                  <a:lnTo>
                    <a:pt x="1349" y="2187"/>
                  </a:lnTo>
                  <a:cubicBezTo>
                    <a:pt x="1349" y="1390"/>
                    <a:pt x="1921" y="1083"/>
                    <a:pt x="2473" y="1083"/>
                  </a:cubicBezTo>
                  <a:close/>
                  <a:moveTo>
                    <a:pt x="2473" y="0"/>
                  </a:moveTo>
                  <a:cubicBezTo>
                    <a:pt x="1145" y="0"/>
                    <a:pt x="0" y="838"/>
                    <a:pt x="0" y="2371"/>
                  </a:cubicBezTo>
                  <a:lnTo>
                    <a:pt x="0" y="3413"/>
                  </a:lnTo>
                  <a:cubicBezTo>
                    <a:pt x="0" y="4884"/>
                    <a:pt x="1185" y="5620"/>
                    <a:pt x="2514" y="5620"/>
                  </a:cubicBezTo>
                  <a:cubicBezTo>
                    <a:pt x="3474" y="5620"/>
                    <a:pt x="4332" y="5252"/>
                    <a:pt x="4741" y="4414"/>
                  </a:cubicBezTo>
                  <a:lnTo>
                    <a:pt x="3760" y="3842"/>
                  </a:lnTo>
                  <a:cubicBezTo>
                    <a:pt x="3474" y="4271"/>
                    <a:pt x="3024" y="4537"/>
                    <a:pt x="2575" y="4537"/>
                  </a:cubicBezTo>
                  <a:cubicBezTo>
                    <a:pt x="1901" y="4537"/>
                    <a:pt x="1349" y="4149"/>
                    <a:pt x="1349" y="3454"/>
                  </a:cubicBezTo>
                  <a:lnTo>
                    <a:pt x="1349" y="3168"/>
                  </a:lnTo>
                  <a:lnTo>
                    <a:pt x="4802" y="3168"/>
                  </a:lnTo>
                  <a:lnTo>
                    <a:pt x="4802" y="2126"/>
                  </a:lnTo>
                  <a:cubicBezTo>
                    <a:pt x="4802" y="695"/>
                    <a:pt x="3658" y="0"/>
                    <a:pt x="2473"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1840" name="Google Shape;1718;g2f1c646a89f_0_320">
              <a:extLst>
                <a:ext uri="{FF2B5EF4-FFF2-40B4-BE49-F238E27FC236}">
                  <a16:creationId xmlns:a16="http://schemas.microsoft.com/office/drawing/2014/main" id="{343ABA67-688A-B6F8-2B82-1A01EE8D9AD6}"/>
                </a:ext>
              </a:extLst>
            </p:cNvPr>
            <p:cNvSpPr/>
            <p:nvPr/>
          </p:nvSpPr>
          <p:spPr>
            <a:xfrm>
              <a:off x="5706775" y="2756350"/>
              <a:ext cx="147675" cy="188000"/>
            </a:xfrm>
            <a:custGeom>
              <a:avLst/>
              <a:gdLst/>
              <a:ahLst/>
              <a:cxnLst/>
              <a:rect l="l" t="t" r="r" b="b"/>
              <a:pathLst>
                <a:path w="5907" h="7520" extrusionOk="0">
                  <a:moveTo>
                    <a:pt x="2841" y="1226"/>
                  </a:moveTo>
                  <a:cubicBezTo>
                    <a:pt x="3720" y="1226"/>
                    <a:pt x="4496" y="1757"/>
                    <a:pt x="4496" y="2656"/>
                  </a:cubicBezTo>
                  <a:lnTo>
                    <a:pt x="4496" y="4822"/>
                  </a:lnTo>
                  <a:cubicBezTo>
                    <a:pt x="4496" y="5905"/>
                    <a:pt x="3618" y="6273"/>
                    <a:pt x="2902" y="6273"/>
                  </a:cubicBezTo>
                  <a:lnTo>
                    <a:pt x="1411" y="6273"/>
                  </a:lnTo>
                  <a:lnTo>
                    <a:pt x="1411" y="1226"/>
                  </a:lnTo>
                  <a:close/>
                  <a:moveTo>
                    <a:pt x="1" y="0"/>
                  </a:moveTo>
                  <a:lnTo>
                    <a:pt x="1" y="7520"/>
                  </a:lnTo>
                  <a:lnTo>
                    <a:pt x="2943" y="7520"/>
                  </a:lnTo>
                  <a:cubicBezTo>
                    <a:pt x="4435" y="7520"/>
                    <a:pt x="5906" y="6519"/>
                    <a:pt x="5906" y="4741"/>
                  </a:cubicBezTo>
                  <a:lnTo>
                    <a:pt x="5906" y="2738"/>
                  </a:lnTo>
                  <a:cubicBezTo>
                    <a:pt x="5906" y="1063"/>
                    <a:pt x="4578" y="0"/>
                    <a:pt x="2943"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1841" name="Google Shape;1719;g2f1c646a89f_0_320">
              <a:extLst>
                <a:ext uri="{FF2B5EF4-FFF2-40B4-BE49-F238E27FC236}">
                  <a16:creationId xmlns:a16="http://schemas.microsoft.com/office/drawing/2014/main" id="{AAA0A73C-DBBC-791C-72C4-D56B907B9563}"/>
                </a:ext>
              </a:extLst>
            </p:cNvPr>
            <p:cNvSpPr/>
            <p:nvPr/>
          </p:nvSpPr>
          <p:spPr>
            <a:xfrm>
              <a:off x="5879450" y="2742025"/>
              <a:ext cx="120075" cy="205400"/>
            </a:xfrm>
            <a:custGeom>
              <a:avLst/>
              <a:gdLst/>
              <a:ahLst/>
              <a:cxnLst/>
              <a:rect l="l" t="t" r="r" b="b"/>
              <a:pathLst>
                <a:path w="4803" h="8216" extrusionOk="0">
                  <a:moveTo>
                    <a:pt x="2820" y="1"/>
                  </a:moveTo>
                  <a:lnTo>
                    <a:pt x="1942" y="1840"/>
                  </a:lnTo>
                  <a:lnTo>
                    <a:pt x="2943" y="1840"/>
                  </a:lnTo>
                  <a:lnTo>
                    <a:pt x="4292" y="1"/>
                  </a:lnTo>
                  <a:close/>
                  <a:moveTo>
                    <a:pt x="2473" y="3679"/>
                  </a:moveTo>
                  <a:cubicBezTo>
                    <a:pt x="3004" y="3679"/>
                    <a:pt x="3515" y="3986"/>
                    <a:pt x="3515" y="4721"/>
                  </a:cubicBezTo>
                  <a:lnTo>
                    <a:pt x="3515" y="4864"/>
                  </a:lnTo>
                  <a:lnTo>
                    <a:pt x="1349" y="4864"/>
                  </a:lnTo>
                  <a:lnTo>
                    <a:pt x="1349" y="4782"/>
                  </a:lnTo>
                  <a:cubicBezTo>
                    <a:pt x="1349" y="3986"/>
                    <a:pt x="1942" y="3679"/>
                    <a:pt x="2473" y="3679"/>
                  </a:cubicBezTo>
                  <a:close/>
                  <a:moveTo>
                    <a:pt x="2473" y="2596"/>
                  </a:moveTo>
                  <a:cubicBezTo>
                    <a:pt x="1145" y="2596"/>
                    <a:pt x="0" y="3434"/>
                    <a:pt x="0" y="4966"/>
                  </a:cubicBezTo>
                  <a:lnTo>
                    <a:pt x="0" y="6009"/>
                  </a:lnTo>
                  <a:cubicBezTo>
                    <a:pt x="0" y="7480"/>
                    <a:pt x="1186" y="8215"/>
                    <a:pt x="2534" y="8215"/>
                  </a:cubicBezTo>
                  <a:cubicBezTo>
                    <a:pt x="3474" y="8215"/>
                    <a:pt x="4332" y="7848"/>
                    <a:pt x="4741" y="7010"/>
                  </a:cubicBezTo>
                  <a:lnTo>
                    <a:pt x="3760" y="6438"/>
                  </a:lnTo>
                  <a:cubicBezTo>
                    <a:pt x="3474" y="6846"/>
                    <a:pt x="3025" y="7132"/>
                    <a:pt x="2596" y="7132"/>
                  </a:cubicBezTo>
                  <a:cubicBezTo>
                    <a:pt x="1901" y="7132"/>
                    <a:pt x="1349" y="6744"/>
                    <a:pt x="1349" y="6049"/>
                  </a:cubicBezTo>
                  <a:lnTo>
                    <a:pt x="1349" y="5763"/>
                  </a:lnTo>
                  <a:lnTo>
                    <a:pt x="4802" y="5763"/>
                  </a:lnTo>
                  <a:lnTo>
                    <a:pt x="4802" y="4721"/>
                  </a:lnTo>
                  <a:cubicBezTo>
                    <a:pt x="4802" y="3291"/>
                    <a:pt x="3658" y="2596"/>
                    <a:pt x="2473" y="2596"/>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1842" name="Google Shape;1720;g2f1c646a89f_0_320">
              <a:extLst>
                <a:ext uri="{FF2B5EF4-FFF2-40B4-BE49-F238E27FC236}">
                  <a16:creationId xmlns:a16="http://schemas.microsoft.com/office/drawing/2014/main" id="{3C4BA8E3-457C-A50E-D5D4-EE1D3B27D3C9}"/>
                </a:ext>
              </a:extLst>
            </p:cNvPr>
            <p:cNvSpPr/>
            <p:nvPr/>
          </p:nvSpPr>
          <p:spPr>
            <a:xfrm>
              <a:off x="6028625" y="2806925"/>
              <a:ext cx="197200" cy="137425"/>
            </a:xfrm>
            <a:custGeom>
              <a:avLst/>
              <a:gdLst/>
              <a:ahLst/>
              <a:cxnLst/>
              <a:rect l="l" t="t" r="r" b="b"/>
              <a:pathLst>
                <a:path w="7888" h="5497" extrusionOk="0">
                  <a:moveTo>
                    <a:pt x="2779" y="0"/>
                  </a:moveTo>
                  <a:cubicBezTo>
                    <a:pt x="2146" y="0"/>
                    <a:pt x="1614" y="266"/>
                    <a:pt x="1247" y="756"/>
                  </a:cubicBezTo>
                  <a:lnTo>
                    <a:pt x="1226" y="756"/>
                  </a:lnTo>
                  <a:lnTo>
                    <a:pt x="1226" y="102"/>
                  </a:lnTo>
                  <a:lnTo>
                    <a:pt x="0" y="102"/>
                  </a:lnTo>
                  <a:lnTo>
                    <a:pt x="0" y="5497"/>
                  </a:lnTo>
                  <a:lnTo>
                    <a:pt x="1288" y="5497"/>
                  </a:lnTo>
                  <a:lnTo>
                    <a:pt x="1288" y="2330"/>
                  </a:lnTo>
                  <a:cubicBezTo>
                    <a:pt x="1288" y="1430"/>
                    <a:pt x="1860" y="1124"/>
                    <a:pt x="2330" y="1124"/>
                  </a:cubicBezTo>
                  <a:cubicBezTo>
                    <a:pt x="3106" y="1124"/>
                    <a:pt x="3310" y="1696"/>
                    <a:pt x="3310" y="2370"/>
                  </a:cubicBezTo>
                  <a:lnTo>
                    <a:pt x="3310" y="5497"/>
                  </a:lnTo>
                  <a:lnTo>
                    <a:pt x="4577" y="5497"/>
                  </a:lnTo>
                  <a:lnTo>
                    <a:pt x="4577" y="2391"/>
                  </a:lnTo>
                  <a:cubicBezTo>
                    <a:pt x="4577" y="1676"/>
                    <a:pt x="4884" y="1124"/>
                    <a:pt x="5620" y="1124"/>
                  </a:cubicBezTo>
                  <a:cubicBezTo>
                    <a:pt x="6355" y="1124"/>
                    <a:pt x="6600" y="1635"/>
                    <a:pt x="6600" y="2350"/>
                  </a:cubicBezTo>
                  <a:lnTo>
                    <a:pt x="6600" y="5497"/>
                  </a:lnTo>
                  <a:lnTo>
                    <a:pt x="7888" y="5497"/>
                  </a:lnTo>
                  <a:lnTo>
                    <a:pt x="7888" y="1900"/>
                  </a:lnTo>
                  <a:cubicBezTo>
                    <a:pt x="7888" y="572"/>
                    <a:pt x="6989" y="0"/>
                    <a:pt x="5987" y="0"/>
                  </a:cubicBezTo>
                  <a:cubicBezTo>
                    <a:pt x="5252" y="0"/>
                    <a:pt x="4720" y="307"/>
                    <a:pt x="4332" y="797"/>
                  </a:cubicBezTo>
                  <a:lnTo>
                    <a:pt x="4312" y="797"/>
                  </a:lnTo>
                  <a:cubicBezTo>
                    <a:pt x="3985" y="286"/>
                    <a:pt x="3494" y="0"/>
                    <a:pt x="2779"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1843" name="Google Shape;1721;g2f1c646a89f_0_320">
              <a:extLst>
                <a:ext uri="{FF2B5EF4-FFF2-40B4-BE49-F238E27FC236}">
                  <a16:creationId xmlns:a16="http://schemas.microsoft.com/office/drawing/2014/main" id="{D1605D24-5E91-E2D5-EE83-BBB9DF2D216F}"/>
                </a:ext>
              </a:extLst>
            </p:cNvPr>
            <p:cNvSpPr/>
            <p:nvPr/>
          </p:nvSpPr>
          <p:spPr>
            <a:xfrm>
              <a:off x="6253900" y="2806925"/>
              <a:ext cx="122625" cy="140500"/>
            </a:xfrm>
            <a:custGeom>
              <a:avLst/>
              <a:gdLst/>
              <a:ahLst/>
              <a:cxnLst/>
              <a:rect l="l" t="t" r="r" b="b"/>
              <a:pathLst>
                <a:path w="4905" h="5620" extrusionOk="0">
                  <a:moveTo>
                    <a:pt x="2432" y="1103"/>
                  </a:moveTo>
                  <a:cubicBezTo>
                    <a:pt x="3107" y="1103"/>
                    <a:pt x="3597" y="1471"/>
                    <a:pt x="3597" y="2125"/>
                  </a:cubicBezTo>
                  <a:lnTo>
                    <a:pt x="3597" y="3474"/>
                  </a:lnTo>
                  <a:cubicBezTo>
                    <a:pt x="3597" y="4250"/>
                    <a:pt x="3025" y="4536"/>
                    <a:pt x="2473" y="4536"/>
                  </a:cubicBezTo>
                  <a:cubicBezTo>
                    <a:pt x="1819" y="4536"/>
                    <a:pt x="1308" y="4148"/>
                    <a:pt x="1308" y="3494"/>
                  </a:cubicBezTo>
                  <a:lnTo>
                    <a:pt x="1308" y="2166"/>
                  </a:lnTo>
                  <a:cubicBezTo>
                    <a:pt x="1308" y="1390"/>
                    <a:pt x="1901" y="1103"/>
                    <a:pt x="2432" y="1103"/>
                  </a:cubicBezTo>
                  <a:close/>
                  <a:moveTo>
                    <a:pt x="2432" y="0"/>
                  </a:moveTo>
                  <a:cubicBezTo>
                    <a:pt x="1247" y="0"/>
                    <a:pt x="1" y="797"/>
                    <a:pt x="1" y="2268"/>
                  </a:cubicBezTo>
                  <a:lnTo>
                    <a:pt x="1" y="3494"/>
                  </a:lnTo>
                  <a:cubicBezTo>
                    <a:pt x="1" y="4884"/>
                    <a:pt x="1165" y="5619"/>
                    <a:pt x="2473" y="5619"/>
                  </a:cubicBezTo>
                  <a:cubicBezTo>
                    <a:pt x="3679" y="5619"/>
                    <a:pt x="4905" y="4822"/>
                    <a:pt x="4905" y="3351"/>
                  </a:cubicBezTo>
                  <a:lnTo>
                    <a:pt x="4905" y="2248"/>
                  </a:lnTo>
                  <a:cubicBezTo>
                    <a:pt x="4905" y="858"/>
                    <a:pt x="3740" y="0"/>
                    <a:pt x="2432"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1844" name="Google Shape;1722;g2f1c646a89f_0_320">
              <a:extLst>
                <a:ext uri="{FF2B5EF4-FFF2-40B4-BE49-F238E27FC236}">
                  <a16:creationId xmlns:a16="http://schemas.microsoft.com/office/drawing/2014/main" id="{F805E069-6F65-6BDD-8184-EED2E17BF6E3}"/>
                </a:ext>
              </a:extLst>
            </p:cNvPr>
            <p:cNvSpPr/>
            <p:nvPr/>
          </p:nvSpPr>
          <p:spPr>
            <a:xfrm>
              <a:off x="6398975" y="2806925"/>
              <a:ext cx="121100" cy="140500"/>
            </a:xfrm>
            <a:custGeom>
              <a:avLst/>
              <a:gdLst/>
              <a:ahLst/>
              <a:cxnLst/>
              <a:rect l="l" t="t" r="r" b="b"/>
              <a:pathLst>
                <a:path w="4844" h="5620" extrusionOk="0">
                  <a:moveTo>
                    <a:pt x="2473" y="0"/>
                  </a:moveTo>
                  <a:cubicBezTo>
                    <a:pt x="1145" y="0"/>
                    <a:pt x="1" y="838"/>
                    <a:pt x="1" y="2370"/>
                  </a:cubicBezTo>
                  <a:lnTo>
                    <a:pt x="1" y="3413"/>
                  </a:lnTo>
                  <a:cubicBezTo>
                    <a:pt x="1" y="4843"/>
                    <a:pt x="1186" y="5619"/>
                    <a:pt x="2514" y="5619"/>
                  </a:cubicBezTo>
                  <a:cubicBezTo>
                    <a:pt x="3679" y="5619"/>
                    <a:pt x="4823" y="4945"/>
                    <a:pt x="4823" y="3515"/>
                  </a:cubicBezTo>
                  <a:lnTo>
                    <a:pt x="4823" y="3453"/>
                  </a:lnTo>
                  <a:lnTo>
                    <a:pt x="3577" y="3453"/>
                  </a:lnTo>
                  <a:lnTo>
                    <a:pt x="3577" y="3515"/>
                  </a:lnTo>
                  <a:cubicBezTo>
                    <a:pt x="3577" y="4250"/>
                    <a:pt x="3046" y="4536"/>
                    <a:pt x="2514" y="4536"/>
                  </a:cubicBezTo>
                  <a:cubicBezTo>
                    <a:pt x="1840" y="4536"/>
                    <a:pt x="1329" y="4148"/>
                    <a:pt x="1329" y="3453"/>
                  </a:cubicBezTo>
                  <a:lnTo>
                    <a:pt x="1329" y="2186"/>
                  </a:lnTo>
                  <a:cubicBezTo>
                    <a:pt x="1329" y="1390"/>
                    <a:pt x="1922" y="1083"/>
                    <a:pt x="2473" y="1083"/>
                  </a:cubicBezTo>
                  <a:cubicBezTo>
                    <a:pt x="3005" y="1083"/>
                    <a:pt x="3577" y="1390"/>
                    <a:pt x="3577" y="2125"/>
                  </a:cubicBezTo>
                  <a:lnTo>
                    <a:pt x="3577" y="2227"/>
                  </a:lnTo>
                  <a:lnTo>
                    <a:pt x="4844" y="2227"/>
                  </a:lnTo>
                  <a:lnTo>
                    <a:pt x="4844" y="2125"/>
                  </a:lnTo>
                  <a:cubicBezTo>
                    <a:pt x="4844" y="695"/>
                    <a:pt x="3638" y="0"/>
                    <a:pt x="2473"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1845" name="Google Shape;1723;g2f1c646a89f_0_320">
              <a:extLst>
                <a:ext uri="{FF2B5EF4-FFF2-40B4-BE49-F238E27FC236}">
                  <a16:creationId xmlns:a16="http://schemas.microsoft.com/office/drawing/2014/main" id="{C1100C81-7243-7B0F-AF5E-D92D64EFB041}"/>
                </a:ext>
              </a:extLst>
            </p:cNvPr>
            <p:cNvSpPr/>
            <p:nvPr/>
          </p:nvSpPr>
          <p:spPr>
            <a:xfrm>
              <a:off x="6542025" y="2806925"/>
              <a:ext cx="86875" cy="137425"/>
            </a:xfrm>
            <a:custGeom>
              <a:avLst/>
              <a:gdLst/>
              <a:ahLst/>
              <a:cxnLst/>
              <a:rect l="l" t="t" r="r" b="b"/>
              <a:pathLst>
                <a:path w="3475" h="5497" extrusionOk="0">
                  <a:moveTo>
                    <a:pt x="3045" y="0"/>
                  </a:moveTo>
                  <a:cubicBezTo>
                    <a:pt x="2391" y="0"/>
                    <a:pt x="1594" y="429"/>
                    <a:pt x="1288" y="1001"/>
                  </a:cubicBezTo>
                  <a:lnTo>
                    <a:pt x="1267" y="1001"/>
                  </a:lnTo>
                  <a:lnTo>
                    <a:pt x="1267" y="102"/>
                  </a:lnTo>
                  <a:lnTo>
                    <a:pt x="0" y="102"/>
                  </a:lnTo>
                  <a:lnTo>
                    <a:pt x="0" y="5497"/>
                  </a:lnTo>
                  <a:lnTo>
                    <a:pt x="1288" y="5497"/>
                  </a:lnTo>
                  <a:lnTo>
                    <a:pt x="1288" y="2738"/>
                  </a:lnTo>
                  <a:cubicBezTo>
                    <a:pt x="1288" y="1737"/>
                    <a:pt x="2023" y="1165"/>
                    <a:pt x="2984" y="1165"/>
                  </a:cubicBezTo>
                  <a:cubicBezTo>
                    <a:pt x="3168" y="1165"/>
                    <a:pt x="3311" y="1165"/>
                    <a:pt x="3474" y="1206"/>
                  </a:cubicBezTo>
                  <a:lnTo>
                    <a:pt x="3474" y="20"/>
                  </a:lnTo>
                  <a:cubicBezTo>
                    <a:pt x="3331" y="0"/>
                    <a:pt x="3188" y="0"/>
                    <a:pt x="3045"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1846" name="Google Shape;1724;g2f1c646a89f_0_320">
              <a:extLst>
                <a:ext uri="{FF2B5EF4-FFF2-40B4-BE49-F238E27FC236}">
                  <a16:creationId xmlns:a16="http://schemas.microsoft.com/office/drawing/2014/main" id="{91EA5E21-568C-1FEE-3412-91DC0BBD7112}"/>
                </a:ext>
              </a:extLst>
            </p:cNvPr>
            <p:cNvSpPr/>
            <p:nvPr/>
          </p:nvSpPr>
          <p:spPr>
            <a:xfrm>
              <a:off x="6640625" y="2806400"/>
              <a:ext cx="120575" cy="140500"/>
            </a:xfrm>
            <a:custGeom>
              <a:avLst/>
              <a:gdLst/>
              <a:ahLst/>
              <a:cxnLst/>
              <a:rect l="l" t="t" r="r" b="b"/>
              <a:pathLst>
                <a:path w="4823" h="5620" extrusionOk="0">
                  <a:moveTo>
                    <a:pt x="3433" y="3250"/>
                  </a:moveTo>
                  <a:lnTo>
                    <a:pt x="3433" y="3515"/>
                  </a:lnTo>
                  <a:cubicBezTo>
                    <a:pt x="3433" y="4108"/>
                    <a:pt x="3270" y="4598"/>
                    <a:pt x="2227" y="4598"/>
                  </a:cubicBezTo>
                  <a:cubicBezTo>
                    <a:pt x="1635" y="4598"/>
                    <a:pt x="1267" y="4373"/>
                    <a:pt x="1267" y="3924"/>
                  </a:cubicBezTo>
                  <a:cubicBezTo>
                    <a:pt x="1267" y="3454"/>
                    <a:pt x="1614" y="3250"/>
                    <a:pt x="2166" y="3250"/>
                  </a:cubicBezTo>
                  <a:close/>
                  <a:moveTo>
                    <a:pt x="2411" y="1"/>
                  </a:moveTo>
                  <a:cubicBezTo>
                    <a:pt x="1390" y="1"/>
                    <a:pt x="266" y="409"/>
                    <a:pt x="266" y="1594"/>
                  </a:cubicBezTo>
                  <a:lnTo>
                    <a:pt x="266" y="1737"/>
                  </a:lnTo>
                  <a:lnTo>
                    <a:pt x="1431" y="1737"/>
                  </a:lnTo>
                  <a:lnTo>
                    <a:pt x="1431" y="1554"/>
                  </a:lnTo>
                  <a:cubicBezTo>
                    <a:pt x="1431" y="1206"/>
                    <a:pt x="1839" y="1022"/>
                    <a:pt x="2391" y="1022"/>
                  </a:cubicBezTo>
                  <a:cubicBezTo>
                    <a:pt x="3045" y="1022"/>
                    <a:pt x="3433" y="1247"/>
                    <a:pt x="3433" y="1819"/>
                  </a:cubicBezTo>
                  <a:lnTo>
                    <a:pt x="3433" y="2330"/>
                  </a:lnTo>
                  <a:lnTo>
                    <a:pt x="2003" y="2330"/>
                  </a:lnTo>
                  <a:cubicBezTo>
                    <a:pt x="961" y="2330"/>
                    <a:pt x="0" y="2943"/>
                    <a:pt x="0" y="3985"/>
                  </a:cubicBezTo>
                  <a:cubicBezTo>
                    <a:pt x="0" y="5007"/>
                    <a:pt x="756" y="5620"/>
                    <a:pt x="1880" y="5620"/>
                  </a:cubicBezTo>
                  <a:cubicBezTo>
                    <a:pt x="2575" y="5620"/>
                    <a:pt x="2984" y="5518"/>
                    <a:pt x="3474" y="5007"/>
                  </a:cubicBezTo>
                  <a:lnTo>
                    <a:pt x="3494" y="5007"/>
                  </a:lnTo>
                  <a:cubicBezTo>
                    <a:pt x="3494" y="5109"/>
                    <a:pt x="3515" y="5436"/>
                    <a:pt x="3535" y="5518"/>
                  </a:cubicBezTo>
                  <a:lnTo>
                    <a:pt x="4823" y="5518"/>
                  </a:lnTo>
                  <a:cubicBezTo>
                    <a:pt x="4741" y="5395"/>
                    <a:pt x="4720" y="4598"/>
                    <a:pt x="4720" y="4353"/>
                  </a:cubicBezTo>
                  <a:lnTo>
                    <a:pt x="4720" y="1737"/>
                  </a:lnTo>
                  <a:cubicBezTo>
                    <a:pt x="4720" y="409"/>
                    <a:pt x="3617" y="1"/>
                    <a:pt x="2411"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1847" name="Google Shape;1725;g2f1c646a89f_0_320">
              <a:extLst>
                <a:ext uri="{FF2B5EF4-FFF2-40B4-BE49-F238E27FC236}">
                  <a16:creationId xmlns:a16="http://schemas.microsoft.com/office/drawing/2014/main" id="{8DD96A0C-C949-291A-D0DE-A50DD64FD881}"/>
                </a:ext>
              </a:extLst>
            </p:cNvPr>
            <p:cNvSpPr/>
            <p:nvPr/>
          </p:nvSpPr>
          <p:spPr>
            <a:xfrm>
              <a:off x="6778550" y="2768600"/>
              <a:ext cx="79200" cy="177800"/>
            </a:xfrm>
            <a:custGeom>
              <a:avLst/>
              <a:gdLst/>
              <a:ahLst/>
              <a:cxnLst/>
              <a:rect l="l" t="t" r="r" b="b"/>
              <a:pathLst>
                <a:path w="3168" h="7112" extrusionOk="0">
                  <a:moveTo>
                    <a:pt x="716" y="1"/>
                  </a:moveTo>
                  <a:lnTo>
                    <a:pt x="716" y="1635"/>
                  </a:lnTo>
                  <a:lnTo>
                    <a:pt x="0" y="1635"/>
                  </a:lnTo>
                  <a:lnTo>
                    <a:pt x="0" y="2657"/>
                  </a:lnTo>
                  <a:lnTo>
                    <a:pt x="716" y="2657"/>
                  </a:lnTo>
                  <a:lnTo>
                    <a:pt x="716" y="5742"/>
                  </a:lnTo>
                  <a:cubicBezTo>
                    <a:pt x="716" y="6703"/>
                    <a:pt x="1390" y="7111"/>
                    <a:pt x="2228" y="7111"/>
                  </a:cubicBezTo>
                  <a:cubicBezTo>
                    <a:pt x="2412" y="7111"/>
                    <a:pt x="2882" y="7071"/>
                    <a:pt x="3168" y="7009"/>
                  </a:cubicBezTo>
                  <a:lnTo>
                    <a:pt x="3168" y="5906"/>
                  </a:lnTo>
                  <a:cubicBezTo>
                    <a:pt x="2922" y="5947"/>
                    <a:pt x="2779" y="5967"/>
                    <a:pt x="2514" y="5967"/>
                  </a:cubicBezTo>
                  <a:cubicBezTo>
                    <a:pt x="2207" y="5967"/>
                    <a:pt x="2003" y="5845"/>
                    <a:pt x="2003" y="5436"/>
                  </a:cubicBezTo>
                  <a:lnTo>
                    <a:pt x="2003" y="2657"/>
                  </a:lnTo>
                  <a:lnTo>
                    <a:pt x="3168" y="2657"/>
                  </a:lnTo>
                  <a:lnTo>
                    <a:pt x="3168" y="1635"/>
                  </a:lnTo>
                  <a:lnTo>
                    <a:pt x="2003" y="1635"/>
                  </a:lnTo>
                  <a:lnTo>
                    <a:pt x="2003"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1849" name="Google Shape;1726;g2f1c646a89f_0_320">
              <a:extLst>
                <a:ext uri="{FF2B5EF4-FFF2-40B4-BE49-F238E27FC236}">
                  <a16:creationId xmlns:a16="http://schemas.microsoft.com/office/drawing/2014/main" id="{A2D82C4B-2825-3A59-6039-52D69E4C56D7}"/>
                </a:ext>
              </a:extLst>
            </p:cNvPr>
            <p:cNvSpPr/>
            <p:nvPr/>
          </p:nvSpPr>
          <p:spPr>
            <a:xfrm>
              <a:off x="6879700" y="2754800"/>
              <a:ext cx="32200" cy="189550"/>
            </a:xfrm>
            <a:custGeom>
              <a:avLst/>
              <a:gdLst/>
              <a:ahLst/>
              <a:cxnLst/>
              <a:rect l="l" t="t" r="r" b="b"/>
              <a:pathLst>
                <a:path w="1288" h="7582" extrusionOk="0">
                  <a:moveTo>
                    <a:pt x="0" y="1"/>
                  </a:moveTo>
                  <a:lnTo>
                    <a:pt x="0" y="1370"/>
                  </a:lnTo>
                  <a:lnTo>
                    <a:pt x="1288" y="1370"/>
                  </a:lnTo>
                  <a:lnTo>
                    <a:pt x="1288" y="1"/>
                  </a:lnTo>
                  <a:close/>
                  <a:moveTo>
                    <a:pt x="0" y="2187"/>
                  </a:moveTo>
                  <a:lnTo>
                    <a:pt x="0" y="7582"/>
                  </a:lnTo>
                  <a:lnTo>
                    <a:pt x="1288" y="7582"/>
                  </a:lnTo>
                  <a:lnTo>
                    <a:pt x="1288" y="2187"/>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1850" name="Google Shape;1727;g2f1c646a89f_0_320">
              <a:extLst>
                <a:ext uri="{FF2B5EF4-FFF2-40B4-BE49-F238E27FC236}">
                  <a16:creationId xmlns:a16="http://schemas.microsoft.com/office/drawing/2014/main" id="{01466716-64DF-14A8-14D1-ADA08F4C8B7E}"/>
                </a:ext>
              </a:extLst>
            </p:cNvPr>
            <p:cNvSpPr/>
            <p:nvPr/>
          </p:nvSpPr>
          <p:spPr>
            <a:xfrm>
              <a:off x="6939975" y="2806925"/>
              <a:ext cx="122625" cy="188000"/>
            </a:xfrm>
            <a:custGeom>
              <a:avLst/>
              <a:gdLst/>
              <a:ahLst/>
              <a:cxnLst/>
              <a:rect l="l" t="t" r="r" b="b"/>
              <a:pathLst>
                <a:path w="4905" h="7520" extrusionOk="0">
                  <a:moveTo>
                    <a:pt x="2432" y="1083"/>
                  </a:moveTo>
                  <a:cubicBezTo>
                    <a:pt x="3107" y="1083"/>
                    <a:pt x="3638" y="1471"/>
                    <a:pt x="3638" y="2125"/>
                  </a:cubicBezTo>
                  <a:lnTo>
                    <a:pt x="3638" y="3453"/>
                  </a:lnTo>
                  <a:cubicBezTo>
                    <a:pt x="3638" y="4230"/>
                    <a:pt x="3025" y="4516"/>
                    <a:pt x="2473" y="4516"/>
                  </a:cubicBezTo>
                  <a:cubicBezTo>
                    <a:pt x="1819" y="4516"/>
                    <a:pt x="1308" y="4128"/>
                    <a:pt x="1308" y="3474"/>
                  </a:cubicBezTo>
                  <a:lnTo>
                    <a:pt x="1308" y="2146"/>
                  </a:lnTo>
                  <a:cubicBezTo>
                    <a:pt x="1308" y="1369"/>
                    <a:pt x="1901" y="1083"/>
                    <a:pt x="2432" y="1083"/>
                  </a:cubicBezTo>
                  <a:close/>
                  <a:moveTo>
                    <a:pt x="2228" y="0"/>
                  </a:moveTo>
                  <a:cubicBezTo>
                    <a:pt x="1022" y="0"/>
                    <a:pt x="1" y="715"/>
                    <a:pt x="1" y="2186"/>
                  </a:cubicBezTo>
                  <a:lnTo>
                    <a:pt x="1" y="3494"/>
                  </a:lnTo>
                  <a:cubicBezTo>
                    <a:pt x="1" y="4863"/>
                    <a:pt x="961" y="5619"/>
                    <a:pt x="2126" y="5619"/>
                  </a:cubicBezTo>
                  <a:cubicBezTo>
                    <a:pt x="2616" y="5619"/>
                    <a:pt x="3352" y="5313"/>
                    <a:pt x="3658" y="4884"/>
                  </a:cubicBezTo>
                  <a:lnTo>
                    <a:pt x="3658" y="7520"/>
                  </a:lnTo>
                  <a:lnTo>
                    <a:pt x="4905" y="7520"/>
                  </a:lnTo>
                  <a:lnTo>
                    <a:pt x="4905" y="82"/>
                  </a:lnTo>
                  <a:lnTo>
                    <a:pt x="3638" y="82"/>
                  </a:lnTo>
                  <a:lnTo>
                    <a:pt x="3638" y="654"/>
                  </a:lnTo>
                  <a:lnTo>
                    <a:pt x="3597" y="654"/>
                  </a:lnTo>
                  <a:cubicBezTo>
                    <a:pt x="3331" y="307"/>
                    <a:pt x="2820" y="0"/>
                    <a:pt x="2228"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1851" name="Google Shape;1728;g2f1c646a89f_0_320">
              <a:extLst>
                <a:ext uri="{FF2B5EF4-FFF2-40B4-BE49-F238E27FC236}">
                  <a16:creationId xmlns:a16="http://schemas.microsoft.com/office/drawing/2014/main" id="{B6275F7E-7412-0D1F-13A6-D81B89BED52B}"/>
                </a:ext>
              </a:extLst>
            </p:cNvPr>
            <p:cNvSpPr/>
            <p:nvPr/>
          </p:nvSpPr>
          <p:spPr>
            <a:xfrm>
              <a:off x="7096300" y="2809475"/>
              <a:ext cx="117000" cy="137425"/>
            </a:xfrm>
            <a:custGeom>
              <a:avLst/>
              <a:gdLst/>
              <a:ahLst/>
              <a:cxnLst/>
              <a:rect l="l" t="t" r="r" b="b"/>
              <a:pathLst>
                <a:path w="4680" h="5497" extrusionOk="0">
                  <a:moveTo>
                    <a:pt x="0" y="0"/>
                  </a:moveTo>
                  <a:lnTo>
                    <a:pt x="0" y="3433"/>
                  </a:lnTo>
                  <a:cubicBezTo>
                    <a:pt x="0" y="4720"/>
                    <a:pt x="675" y="5497"/>
                    <a:pt x="1880" y="5497"/>
                  </a:cubicBezTo>
                  <a:cubicBezTo>
                    <a:pt x="2493" y="5497"/>
                    <a:pt x="3045" y="5252"/>
                    <a:pt x="3413" y="4720"/>
                  </a:cubicBezTo>
                  <a:lnTo>
                    <a:pt x="3433" y="4720"/>
                  </a:lnTo>
                  <a:lnTo>
                    <a:pt x="3433" y="5395"/>
                  </a:lnTo>
                  <a:lnTo>
                    <a:pt x="4680" y="5395"/>
                  </a:lnTo>
                  <a:lnTo>
                    <a:pt x="4680" y="0"/>
                  </a:lnTo>
                  <a:lnTo>
                    <a:pt x="3392" y="0"/>
                  </a:lnTo>
                  <a:lnTo>
                    <a:pt x="3392" y="3004"/>
                  </a:lnTo>
                  <a:cubicBezTo>
                    <a:pt x="3392" y="3924"/>
                    <a:pt x="3004" y="4373"/>
                    <a:pt x="2289" y="4373"/>
                  </a:cubicBezTo>
                  <a:cubicBezTo>
                    <a:pt x="1635" y="4373"/>
                    <a:pt x="1288" y="3944"/>
                    <a:pt x="1288" y="3127"/>
                  </a:cubicBezTo>
                  <a:lnTo>
                    <a:pt x="1288" y="0"/>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1852" name="Google Shape;1729;g2f1c646a89f_0_320">
              <a:extLst>
                <a:ext uri="{FF2B5EF4-FFF2-40B4-BE49-F238E27FC236}">
                  <a16:creationId xmlns:a16="http://schemas.microsoft.com/office/drawing/2014/main" id="{50550F1E-531C-EEF5-5F9C-7984CD5081ED}"/>
                </a:ext>
              </a:extLst>
            </p:cNvPr>
            <p:cNvSpPr/>
            <p:nvPr/>
          </p:nvSpPr>
          <p:spPr>
            <a:xfrm>
              <a:off x="7240350" y="2806925"/>
              <a:ext cx="120075" cy="140500"/>
            </a:xfrm>
            <a:custGeom>
              <a:avLst/>
              <a:gdLst/>
              <a:ahLst/>
              <a:cxnLst/>
              <a:rect l="l" t="t" r="r" b="b"/>
              <a:pathLst>
                <a:path w="4803" h="5620" extrusionOk="0">
                  <a:moveTo>
                    <a:pt x="2473" y="1083"/>
                  </a:moveTo>
                  <a:cubicBezTo>
                    <a:pt x="3005" y="1083"/>
                    <a:pt x="3515" y="1390"/>
                    <a:pt x="3515" y="2125"/>
                  </a:cubicBezTo>
                  <a:lnTo>
                    <a:pt x="3515" y="2268"/>
                  </a:lnTo>
                  <a:lnTo>
                    <a:pt x="1329" y="2268"/>
                  </a:lnTo>
                  <a:lnTo>
                    <a:pt x="1329" y="2186"/>
                  </a:lnTo>
                  <a:cubicBezTo>
                    <a:pt x="1329" y="1390"/>
                    <a:pt x="1922" y="1083"/>
                    <a:pt x="2473" y="1083"/>
                  </a:cubicBezTo>
                  <a:close/>
                  <a:moveTo>
                    <a:pt x="2473" y="0"/>
                  </a:moveTo>
                  <a:cubicBezTo>
                    <a:pt x="1145" y="0"/>
                    <a:pt x="1" y="838"/>
                    <a:pt x="1" y="2370"/>
                  </a:cubicBezTo>
                  <a:lnTo>
                    <a:pt x="1" y="3413"/>
                  </a:lnTo>
                  <a:cubicBezTo>
                    <a:pt x="1" y="4884"/>
                    <a:pt x="1186" y="5619"/>
                    <a:pt x="2514" y="5619"/>
                  </a:cubicBezTo>
                  <a:cubicBezTo>
                    <a:pt x="3475" y="5619"/>
                    <a:pt x="4312" y="5252"/>
                    <a:pt x="4741" y="4414"/>
                  </a:cubicBezTo>
                  <a:lnTo>
                    <a:pt x="3740" y="3842"/>
                  </a:lnTo>
                  <a:cubicBezTo>
                    <a:pt x="3475" y="4250"/>
                    <a:pt x="3005" y="4536"/>
                    <a:pt x="2575" y="4536"/>
                  </a:cubicBezTo>
                  <a:cubicBezTo>
                    <a:pt x="1901" y="4536"/>
                    <a:pt x="1329" y="4148"/>
                    <a:pt x="1329" y="3453"/>
                  </a:cubicBezTo>
                  <a:lnTo>
                    <a:pt x="1329" y="3167"/>
                  </a:lnTo>
                  <a:lnTo>
                    <a:pt x="4803" y="3167"/>
                  </a:lnTo>
                  <a:lnTo>
                    <a:pt x="4803" y="2125"/>
                  </a:lnTo>
                  <a:cubicBezTo>
                    <a:pt x="4803" y="695"/>
                    <a:pt x="3638" y="0"/>
                    <a:pt x="2473"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1853" name="Google Shape;1730;g2f1c646a89f_0_320">
              <a:extLst>
                <a:ext uri="{FF2B5EF4-FFF2-40B4-BE49-F238E27FC236}">
                  <a16:creationId xmlns:a16="http://schemas.microsoft.com/office/drawing/2014/main" id="{6AF5C141-9778-9824-30B3-DA1603BB92FC}"/>
                </a:ext>
              </a:extLst>
            </p:cNvPr>
            <p:cNvSpPr/>
            <p:nvPr/>
          </p:nvSpPr>
          <p:spPr>
            <a:xfrm>
              <a:off x="5699125" y="3072550"/>
              <a:ext cx="122625" cy="191075"/>
            </a:xfrm>
            <a:custGeom>
              <a:avLst/>
              <a:gdLst/>
              <a:ahLst/>
              <a:cxnLst/>
              <a:rect l="l" t="t" r="r" b="b"/>
              <a:pathLst>
                <a:path w="4905" h="7643" extrusionOk="0">
                  <a:moveTo>
                    <a:pt x="2432" y="3107"/>
                  </a:moveTo>
                  <a:cubicBezTo>
                    <a:pt x="3086" y="3107"/>
                    <a:pt x="3617" y="3495"/>
                    <a:pt x="3617" y="4149"/>
                  </a:cubicBezTo>
                  <a:lnTo>
                    <a:pt x="3617" y="5477"/>
                  </a:lnTo>
                  <a:cubicBezTo>
                    <a:pt x="3617" y="6253"/>
                    <a:pt x="3004" y="6540"/>
                    <a:pt x="2473" y="6540"/>
                  </a:cubicBezTo>
                  <a:cubicBezTo>
                    <a:pt x="1819" y="6540"/>
                    <a:pt x="1308" y="6151"/>
                    <a:pt x="1308" y="5497"/>
                  </a:cubicBezTo>
                  <a:lnTo>
                    <a:pt x="1308" y="4169"/>
                  </a:lnTo>
                  <a:cubicBezTo>
                    <a:pt x="1308" y="3393"/>
                    <a:pt x="1901" y="3107"/>
                    <a:pt x="2432" y="3107"/>
                  </a:cubicBezTo>
                  <a:close/>
                  <a:moveTo>
                    <a:pt x="3617" y="1"/>
                  </a:moveTo>
                  <a:lnTo>
                    <a:pt x="3617" y="2678"/>
                  </a:lnTo>
                  <a:lnTo>
                    <a:pt x="3597" y="2678"/>
                  </a:lnTo>
                  <a:cubicBezTo>
                    <a:pt x="3311" y="2310"/>
                    <a:pt x="2820" y="2003"/>
                    <a:pt x="2228" y="2003"/>
                  </a:cubicBezTo>
                  <a:cubicBezTo>
                    <a:pt x="1022" y="2003"/>
                    <a:pt x="0" y="2739"/>
                    <a:pt x="0" y="4210"/>
                  </a:cubicBezTo>
                  <a:lnTo>
                    <a:pt x="0" y="5518"/>
                  </a:lnTo>
                  <a:cubicBezTo>
                    <a:pt x="0" y="6887"/>
                    <a:pt x="940" y="7643"/>
                    <a:pt x="2125" y="7643"/>
                  </a:cubicBezTo>
                  <a:cubicBezTo>
                    <a:pt x="2616" y="7643"/>
                    <a:pt x="3331" y="7336"/>
                    <a:pt x="3637" y="6907"/>
                  </a:cubicBezTo>
                  <a:lnTo>
                    <a:pt x="3658" y="6907"/>
                  </a:lnTo>
                  <a:lnTo>
                    <a:pt x="3658" y="7520"/>
                  </a:lnTo>
                  <a:lnTo>
                    <a:pt x="4904" y="7520"/>
                  </a:lnTo>
                  <a:lnTo>
                    <a:pt x="4904"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1854" name="Google Shape;1731;g2f1c646a89f_0_320">
              <a:extLst>
                <a:ext uri="{FF2B5EF4-FFF2-40B4-BE49-F238E27FC236}">
                  <a16:creationId xmlns:a16="http://schemas.microsoft.com/office/drawing/2014/main" id="{CDD3CF90-39FA-D580-1F18-D8BE20FAE428}"/>
                </a:ext>
              </a:extLst>
            </p:cNvPr>
            <p:cNvSpPr/>
            <p:nvPr/>
          </p:nvSpPr>
          <p:spPr>
            <a:xfrm>
              <a:off x="5854925" y="3125675"/>
              <a:ext cx="117525" cy="137450"/>
            </a:xfrm>
            <a:custGeom>
              <a:avLst/>
              <a:gdLst/>
              <a:ahLst/>
              <a:cxnLst/>
              <a:rect l="l" t="t" r="r" b="b"/>
              <a:pathLst>
                <a:path w="4701" h="5498" extrusionOk="0">
                  <a:moveTo>
                    <a:pt x="1" y="1"/>
                  </a:moveTo>
                  <a:lnTo>
                    <a:pt x="1" y="3434"/>
                  </a:lnTo>
                  <a:cubicBezTo>
                    <a:pt x="1" y="4721"/>
                    <a:pt x="695" y="5498"/>
                    <a:pt x="1901" y="5498"/>
                  </a:cubicBezTo>
                  <a:cubicBezTo>
                    <a:pt x="2494" y="5498"/>
                    <a:pt x="3066" y="5252"/>
                    <a:pt x="3413" y="4721"/>
                  </a:cubicBezTo>
                  <a:lnTo>
                    <a:pt x="3454" y="4721"/>
                  </a:lnTo>
                  <a:lnTo>
                    <a:pt x="3454" y="5395"/>
                  </a:lnTo>
                  <a:lnTo>
                    <a:pt x="4700" y="5395"/>
                  </a:lnTo>
                  <a:lnTo>
                    <a:pt x="4700" y="1"/>
                  </a:lnTo>
                  <a:lnTo>
                    <a:pt x="3413" y="1"/>
                  </a:lnTo>
                  <a:lnTo>
                    <a:pt x="3413" y="3005"/>
                  </a:lnTo>
                  <a:cubicBezTo>
                    <a:pt x="3413" y="3924"/>
                    <a:pt x="3004" y="4374"/>
                    <a:pt x="2310" y="4374"/>
                  </a:cubicBezTo>
                  <a:cubicBezTo>
                    <a:pt x="1656" y="4374"/>
                    <a:pt x="1288" y="3945"/>
                    <a:pt x="1288" y="3127"/>
                  </a:cubicBezTo>
                  <a:lnTo>
                    <a:pt x="1288"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1855" name="Google Shape;1732;g2f1c646a89f_0_320">
              <a:extLst>
                <a:ext uri="{FF2B5EF4-FFF2-40B4-BE49-F238E27FC236}">
                  <a16:creationId xmlns:a16="http://schemas.microsoft.com/office/drawing/2014/main" id="{CC7A293B-3288-3016-151F-CE7E9C1AE09A}"/>
                </a:ext>
              </a:extLst>
            </p:cNvPr>
            <p:cNvSpPr/>
            <p:nvPr/>
          </p:nvSpPr>
          <p:spPr>
            <a:xfrm>
              <a:off x="6067950" y="3069500"/>
              <a:ext cx="147150" cy="194125"/>
            </a:xfrm>
            <a:custGeom>
              <a:avLst/>
              <a:gdLst/>
              <a:ahLst/>
              <a:cxnLst/>
              <a:rect l="l" t="t" r="r" b="b"/>
              <a:pathLst>
                <a:path w="5886" h="7765" extrusionOk="0">
                  <a:moveTo>
                    <a:pt x="3004" y="0"/>
                  </a:moveTo>
                  <a:cubicBezTo>
                    <a:pt x="1370" y="0"/>
                    <a:pt x="1" y="981"/>
                    <a:pt x="1" y="2759"/>
                  </a:cubicBezTo>
                  <a:lnTo>
                    <a:pt x="1" y="5170"/>
                  </a:lnTo>
                  <a:cubicBezTo>
                    <a:pt x="1" y="6845"/>
                    <a:pt x="1431" y="7765"/>
                    <a:pt x="3066" y="7765"/>
                  </a:cubicBezTo>
                  <a:cubicBezTo>
                    <a:pt x="4496" y="7765"/>
                    <a:pt x="5886" y="6968"/>
                    <a:pt x="5886" y="5292"/>
                  </a:cubicBezTo>
                  <a:lnTo>
                    <a:pt x="5886" y="5068"/>
                  </a:lnTo>
                  <a:lnTo>
                    <a:pt x="4557" y="5068"/>
                  </a:lnTo>
                  <a:lnTo>
                    <a:pt x="4557" y="5170"/>
                  </a:lnTo>
                  <a:cubicBezTo>
                    <a:pt x="4557" y="6151"/>
                    <a:pt x="3760" y="6518"/>
                    <a:pt x="3066" y="6518"/>
                  </a:cubicBezTo>
                  <a:cubicBezTo>
                    <a:pt x="2187" y="6518"/>
                    <a:pt x="1411" y="6008"/>
                    <a:pt x="1411" y="5109"/>
                  </a:cubicBezTo>
                  <a:lnTo>
                    <a:pt x="1411" y="2697"/>
                  </a:lnTo>
                  <a:cubicBezTo>
                    <a:pt x="1411" y="1614"/>
                    <a:pt x="2289" y="1247"/>
                    <a:pt x="3004" y="1247"/>
                  </a:cubicBezTo>
                  <a:cubicBezTo>
                    <a:pt x="3699" y="1247"/>
                    <a:pt x="4557" y="1614"/>
                    <a:pt x="4557" y="2595"/>
                  </a:cubicBezTo>
                  <a:lnTo>
                    <a:pt x="4557" y="2718"/>
                  </a:lnTo>
                  <a:lnTo>
                    <a:pt x="5886" y="2718"/>
                  </a:lnTo>
                  <a:lnTo>
                    <a:pt x="5886" y="2473"/>
                  </a:lnTo>
                  <a:cubicBezTo>
                    <a:pt x="5886" y="797"/>
                    <a:pt x="4455" y="0"/>
                    <a:pt x="3004"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1856" name="Google Shape;1733;g2f1c646a89f_0_320">
              <a:extLst>
                <a:ext uri="{FF2B5EF4-FFF2-40B4-BE49-F238E27FC236}">
                  <a16:creationId xmlns:a16="http://schemas.microsoft.com/office/drawing/2014/main" id="{C38E721D-E70F-33CB-217A-367F95C6AB83}"/>
                </a:ext>
              </a:extLst>
            </p:cNvPr>
            <p:cNvSpPr/>
            <p:nvPr/>
          </p:nvSpPr>
          <p:spPr>
            <a:xfrm>
              <a:off x="6239075" y="3123125"/>
              <a:ext cx="122650" cy="140500"/>
            </a:xfrm>
            <a:custGeom>
              <a:avLst/>
              <a:gdLst/>
              <a:ahLst/>
              <a:cxnLst/>
              <a:rect l="l" t="t" r="r" b="b"/>
              <a:pathLst>
                <a:path w="4906" h="5620" extrusionOk="0">
                  <a:moveTo>
                    <a:pt x="2433" y="1104"/>
                  </a:moveTo>
                  <a:cubicBezTo>
                    <a:pt x="3087" y="1104"/>
                    <a:pt x="3597" y="1472"/>
                    <a:pt x="3597" y="2126"/>
                  </a:cubicBezTo>
                  <a:lnTo>
                    <a:pt x="3597" y="3474"/>
                  </a:lnTo>
                  <a:cubicBezTo>
                    <a:pt x="3597" y="4251"/>
                    <a:pt x="3005" y="4537"/>
                    <a:pt x="2474" y="4537"/>
                  </a:cubicBezTo>
                  <a:cubicBezTo>
                    <a:pt x="1799" y="4537"/>
                    <a:pt x="1309" y="4149"/>
                    <a:pt x="1309" y="3495"/>
                  </a:cubicBezTo>
                  <a:lnTo>
                    <a:pt x="1309" y="2167"/>
                  </a:lnTo>
                  <a:cubicBezTo>
                    <a:pt x="1309" y="1390"/>
                    <a:pt x="1901" y="1104"/>
                    <a:pt x="2433" y="1104"/>
                  </a:cubicBezTo>
                  <a:close/>
                  <a:moveTo>
                    <a:pt x="2433" y="1"/>
                  </a:moveTo>
                  <a:cubicBezTo>
                    <a:pt x="1247" y="1"/>
                    <a:pt x="1" y="798"/>
                    <a:pt x="1" y="2269"/>
                  </a:cubicBezTo>
                  <a:lnTo>
                    <a:pt x="1" y="3495"/>
                  </a:lnTo>
                  <a:cubicBezTo>
                    <a:pt x="1" y="4884"/>
                    <a:pt x="1166" y="5620"/>
                    <a:pt x="2474" y="5620"/>
                  </a:cubicBezTo>
                  <a:cubicBezTo>
                    <a:pt x="3659" y="5620"/>
                    <a:pt x="4905" y="4823"/>
                    <a:pt x="4905" y="3352"/>
                  </a:cubicBezTo>
                  <a:lnTo>
                    <a:pt x="4905" y="2248"/>
                  </a:lnTo>
                  <a:cubicBezTo>
                    <a:pt x="4905" y="859"/>
                    <a:pt x="3740" y="1"/>
                    <a:pt x="2433"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1857" name="Google Shape;1734;g2f1c646a89f_0_320">
              <a:extLst>
                <a:ext uri="{FF2B5EF4-FFF2-40B4-BE49-F238E27FC236}">
                  <a16:creationId xmlns:a16="http://schemas.microsoft.com/office/drawing/2014/main" id="{730F2E6A-EA10-812A-E724-4526C19F5DF2}"/>
                </a:ext>
              </a:extLst>
            </p:cNvPr>
            <p:cNvSpPr/>
            <p:nvPr/>
          </p:nvSpPr>
          <p:spPr>
            <a:xfrm>
              <a:off x="6390300" y="3123125"/>
              <a:ext cx="117000" cy="137450"/>
            </a:xfrm>
            <a:custGeom>
              <a:avLst/>
              <a:gdLst/>
              <a:ahLst/>
              <a:cxnLst/>
              <a:rect l="l" t="t" r="r" b="b"/>
              <a:pathLst>
                <a:path w="4680" h="5498" extrusionOk="0">
                  <a:moveTo>
                    <a:pt x="2800" y="1"/>
                  </a:moveTo>
                  <a:cubicBezTo>
                    <a:pt x="2207" y="1"/>
                    <a:pt x="1635" y="246"/>
                    <a:pt x="1267" y="757"/>
                  </a:cubicBezTo>
                  <a:lnTo>
                    <a:pt x="1247" y="757"/>
                  </a:lnTo>
                  <a:lnTo>
                    <a:pt x="1247" y="103"/>
                  </a:lnTo>
                  <a:lnTo>
                    <a:pt x="0" y="103"/>
                  </a:lnTo>
                  <a:lnTo>
                    <a:pt x="0" y="5497"/>
                  </a:lnTo>
                  <a:lnTo>
                    <a:pt x="1288" y="5497"/>
                  </a:lnTo>
                  <a:lnTo>
                    <a:pt x="1288" y="2473"/>
                  </a:lnTo>
                  <a:cubicBezTo>
                    <a:pt x="1288" y="1554"/>
                    <a:pt x="1697" y="1124"/>
                    <a:pt x="2391" y="1124"/>
                  </a:cubicBezTo>
                  <a:cubicBezTo>
                    <a:pt x="3045" y="1124"/>
                    <a:pt x="3393" y="1554"/>
                    <a:pt x="3393" y="2371"/>
                  </a:cubicBezTo>
                  <a:lnTo>
                    <a:pt x="3393" y="5497"/>
                  </a:lnTo>
                  <a:lnTo>
                    <a:pt x="4680" y="5497"/>
                  </a:lnTo>
                  <a:lnTo>
                    <a:pt x="4680" y="2044"/>
                  </a:lnTo>
                  <a:cubicBezTo>
                    <a:pt x="4680" y="757"/>
                    <a:pt x="4006" y="1"/>
                    <a:pt x="2800"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1858" name="Google Shape;1735;g2f1c646a89f_0_320">
              <a:extLst>
                <a:ext uri="{FF2B5EF4-FFF2-40B4-BE49-F238E27FC236}">
                  <a16:creationId xmlns:a16="http://schemas.microsoft.com/office/drawing/2014/main" id="{21DBA706-4439-CBDE-224A-7D2517E962A9}"/>
                </a:ext>
              </a:extLst>
            </p:cNvPr>
            <p:cNvSpPr/>
            <p:nvPr/>
          </p:nvSpPr>
          <p:spPr>
            <a:xfrm>
              <a:off x="6534350" y="3123125"/>
              <a:ext cx="121100" cy="189050"/>
            </a:xfrm>
            <a:custGeom>
              <a:avLst/>
              <a:gdLst/>
              <a:ahLst/>
              <a:cxnLst/>
              <a:rect l="l" t="t" r="r" b="b"/>
              <a:pathLst>
                <a:path w="4844" h="7562" extrusionOk="0">
                  <a:moveTo>
                    <a:pt x="2433" y="1104"/>
                  </a:moveTo>
                  <a:cubicBezTo>
                    <a:pt x="3107" y="1104"/>
                    <a:pt x="3597" y="1472"/>
                    <a:pt x="3597" y="2126"/>
                  </a:cubicBezTo>
                  <a:lnTo>
                    <a:pt x="3597" y="3331"/>
                  </a:lnTo>
                  <a:cubicBezTo>
                    <a:pt x="3597" y="4108"/>
                    <a:pt x="3005" y="4394"/>
                    <a:pt x="2473" y="4394"/>
                  </a:cubicBezTo>
                  <a:cubicBezTo>
                    <a:pt x="1820" y="4394"/>
                    <a:pt x="1309" y="4006"/>
                    <a:pt x="1309" y="3352"/>
                  </a:cubicBezTo>
                  <a:lnTo>
                    <a:pt x="1309" y="2167"/>
                  </a:lnTo>
                  <a:cubicBezTo>
                    <a:pt x="1309" y="1390"/>
                    <a:pt x="1901" y="1104"/>
                    <a:pt x="2433" y="1104"/>
                  </a:cubicBezTo>
                  <a:close/>
                  <a:moveTo>
                    <a:pt x="2126" y="1"/>
                  </a:moveTo>
                  <a:cubicBezTo>
                    <a:pt x="920" y="1"/>
                    <a:pt x="1" y="798"/>
                    <a:pt x="1" y="2269"/>
                  </a:cubicBezTo>
                  <a:lnTo>
                    <a:pt x="1" y="3290"/>
                  </a:lnTo>
                  <a:cubicBezTo>
                    <a:pt x="1" y="4680"/>
                    <a:pt x="839" y="5416"/>
                    <a:pt x="2146" y="5416"/>
                  </a:cubicBezTo>
                  <a:cubicBezTo>
                    <a:pt x="2739" y="5416"/>
                    <a:pt x="3229" y="5191"/>
                    <a:pt x="3577" y="4721"/>
                  </a:cubicBezTo>
                  <a:lnTo>
                    <a:pt x="3597" y="4721"/>
                  </a:lnTo>
                  <a:lnTo>
                    <a:pt x="3597" y="5273"/>
                  </a:lnTo>
                  <a:cubicBezTo>
                    <a:pt x="3597" y="6049"/>
                    <a:pt x="3168" y="6539"/>
                    <a:pt x="2392" y="6539"/>
                  </a:cubicBezTo>
                  <a:cubicBezTo>
                    <a:pt x="1922" y="6539"/>
                    <a:pt x="1554" y="6335"/>
                    <a:pt x="1309" y="5824"/>
                  </a:cubicBezTo>
                  <a:lnTo>
                    <a:pt x="83" y="6253"/>
                  </a:lnTo>
                  <a:cubicBezTo>
                    <a:pt x="348" y="7152"/>
                    <a:pt x="1411" y="7561"/>
                    <a:pt x="2269" y="7561"/>
                  </a:cubicBezTo>
                  <a:cubicBezTo>
                    <a:pt x="4149" y="7561"/>
                    <a:pt x="4844" y="6294"/>
                    <a:pt x="4844" y="5048"/>
                  </a:cubicBezTo>
                  <a:lnTo>
                    <a:pt x="4844" y="103"/>
                  </a:lnTo>
                  <a:lnTo>
                    <a:pt x="3618" y="103"/>
                  </a:lnTo>
                  <a:lnTo>
                    <a:pt x="3618" y="736"/>
                  </a:lnTo>
                  <a:lnTo>
                    <a:pt x="3597" y="736"/>
                  </a:lnTo>
                  <a:cubicBezTo>
                    <a:pt x="3311" y="328"/>
                    <a:pt x="2759" y="1"/>
                    <a:pt x="2126"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1859" name="Google Shape;1736;g2f1c646a89f_0_320">
              <a:extLst>
                <a:ext uri="{FF2B5EF4-FFF2-40B4-BE49-F238E27FC236}">
                  <a16:creationId xmlns:a16="http://schemas.microsoft.com/office/drawing/2014/main" id="{246C014B-463C-F4AA-CA06-3733E3A96956}"/>
                </a:ext>
              </a:extLst>
            </p:cNvPr>
            <p:cNvSpPr/>
            <p:nvPr/>
          </p:nvSpPr>
          <p:spPr>
            <a:xfrm>
              <a:off x="6683025" y="3123125"/>
              <a:ext cx="123125" cy="140500"/>
            </a:xfrm>
            <a:custGeom>
              <a:avLst/>
              <a:gdLst/>
              <a:ahLst/>
              <a:cxnLst/>
              <a:rect l="l" t="t" r="r" b="b"/>
              <a:pathLst>
                <a:path w="4925" h="5620" extrusionOk="0">
                  <a:moveTo>
                    <a:pt x="2432" y="1104"/>
                  </a:moveTo>
                  <a:cubicBezTo>
                    <a:pt x="3106" y="1104"/>
                    <a:pt x="3617" y="1472"/>
                    <a:pt x="3617" y="2126"/>
                  </a:cubicBezTo>
                  <a:lnTo>
                    <a:pt x="3617" y="3474"/>
                  </a:lnTo>
                  <a:cubicBezTo>
                    <a:pt x="3617" y="4251"/>
                    <a:pt x="3024" y="4537"/>
                    <a:pt x="2493" y="4537"/>
                  </a:cubicBezTo>
                  <a:cubicBezTo>
                    <a:pt x="1819" y="4537"/>
                    <a:pt x="1308" y="4149"/>
                    <a:pt x="1308" y="3495"/>
                  </a:cubicBezTo>
                  <a:lnTo>
                    <a:pt x="1308" y="2167"/>
                  </a:lnTo>
                  <a:cubicBezTo>
                    <a:pt x="1308" y="1390"/>
                    <a:pt x="1901" y="1104"/>
                    <a:pt x="2432" y="1104"/>
                  </a:cubicBezTo>
                  <a:close/>
                  <a:moveTo>
                    <a:pt x="2432" y="1"/>
                  </a:moveTo>
                  <a:cubicBezTo>
                    <a:pt x="1247" y="1"/>
                    <a:pt x="0" y="798"/>
                    <a:pt x="0" y="2269"/>
                  </a:cubicBezTo>
                  <a:lnTo>
                    <a:pt x="0" y="3495"/>
                  </a:lnTo>
                  <a:cubicBezTo>
                    <a:pt x="0" y="4884"/>
                    <a:pt x="1185" y="5620"/>
                    <a:pt x="2493" y="5620"/>
                  </a:cubicBezTo>
                  <a:cubicBezTo>
                    <a:pt x="3678" y="5620"/>
                    <a:pt x="4925" y="4823"/>
                    <a:pt x="4925" y="3352"/>
                  </a:cubicBezTo>
                  <a:lnTo>
                    <a:pt x="4925" y="2248"/>
                  </a:lnTo>
                  <a:cubicBezTo>
                    <a:pt x="4925" y="859"/>
                    <a:pt x="3740" y="1"/>
                    <a:pt x="2432"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1860" name="Google Shape;1737;g2f1c646a89f_0_320">
              <a:extLst>
                <a:ext uri="{FF2B5EF4-FFF2-40B4-BE49-F238E27FC236}">
                  <a16:creationId xmlns:a16="http://schemas.microsoft.com/office/drawing/2014/main" id="{50C7513F-CB63-025E-9596-2971F4BEC9AE}"/>
                </a:ext>
              </a:extLst>
            </p:cNvPr>
            <p:cNvSpPr/>
            <p:nvPr/>
          </p:nvSpPr>
          <p:spPr>
            <a:xfrm>
              <a:off x="5432975" y="2440125"/>
              <a:ext cx="21475" cy="823500"/>
            </a:xfrm>
            <a:custGeom>
              <a:avLst/>
              <a:gdLst/>
              <a:ahLst/>
              <a:cxnLst/>
              <a:rect l="l" t="t" r="r" b="b"/>
              <a:pathLst>
                <a:path w="859" h="32940" extrusionOk="0">
                  <a:moveTo>
                    <a:pt x="0" y="1"/>
                  </a:moveTo>
                  <a:lnTo>
                    <a:pt x="0" y="32940"/>
                  </a:lnTo>
                  <a:lnTo>
                    <a:pt x="858" y="32940"/>
                  </a:lnTo>
                  <a:lnTo>
                    <a:pt x="858" y="1"/>
                  </a:lnTo>
                  <a:close/>
                </a:path>
              </a:pathLst>
            </a:custGeom>
            <a:solidFill>
              <a:srgbClr val="64C8FA"/>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grpSp>
      <p:sp>
        <p:nvSpPr>
          <p:cNvPr id="1861" name="Google Shape;191;p7">
            <a:extLst>
              <a:ext uri="{FF2B5EF4-FFF2-40B4-BE49-F238E27FC236}">
                <a16:creationId xmlns:a16="http://schemas.microsoft.com/office/drawing/2014/main" id="{80BE1C4B-0522-65E7-63F0-35C2BA3CED27}"/>
              </a:ext>
            </a:extLst>
          </p:cNvPr>
          <p:cNvSpPr/>
          <p:nvPr/>
        </p:nvSpPr>
        <p:spPr>
          <a:xfrm>
            <a:off x="0" y="272241"/>
            <a:ext cx="235600" cy="655200"/>
          </a:xfrm>
          <a:prstGeom prst="rect">
            <a:avLst/>
          </a:prstGeom>
          <a:solidFill>
            <a:srgbClr val="0070C0"/>
          </a:solidFill>
          <a:ln>
            <a:noFill/>
          </a:ln>
        </p:spPr>
        <p:txBody>
          <a:bodyPr spcFirstLastPara="1" wrap="square" lIns="91400" tIns="91400" rIns="91400" bIns="91400" anchor="ctr" anchorCtr="0">
            <a:noAutofit/>
          </a:bodyPr>
          <a:lstStyle/>
          <a:p>
            <a:pPr>
              <a:buClr>
                <a:srgbClr val="000000"/>
              </a:buClr>
              <a:buSzPts val="1400"/>
            </a:pPr>
            <a:endParaRPr sz="1867">
              <a:solidFill>
                <a:srgbClr val="000000"/>
              </a:solidFill>
              <a:latin typeface="Times New Roman"/>
              <a:ea typeface="Times New Roman"/>
              <a:cs typeface="Times New Roman"/>
              <a:sym typeface="Times New Roman"/>
            </a:endParaRPr>
          </a:p>
        </p:txBody>
      </p:sp>
      <p:sp>
        <p:nvSpPr>
          <p:cNvPr id="3" name="Hexagone 2">
            <a:extLst>
              <a:ext uri="{FF2B5EF4-FFF2-40B4-BE49-F238E27FC236}">
                <a16:creationId xmlns:a16="http://schemas.microsoft.com/office/drawing/2014/main" id="{07EF3397-553F-1298-EBD7-8FA65D288112}"/>
              </a:ext>
            </a:extLst>
          </p:cNvPr>
          <p:cNvSpPr/>
          <p:nvPr/>
        </p:nvSpPr>
        <p:spPr>
          <a:xfrm>
            <a:off x="310009" y="4457701"/>
            <a:ext cx="1728343" cy="1330417"/>
          </a:xfrm>
          <a:prstGeom prst="hexag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D" sz="2667" b="1" dirty="0">
                <a:latin typeface="Times New Roman" panose="02020603050405020304" pitchFamily="18" charset="0"/>
                <a:cs typeface="Times New Roman" panose="02020603050405020304" pitchFamily="18" charset="0"/>
              </a:rPr>
              <a:t>100%</a:t>
            </a:r>
          </a:p>
        </p:txBody>
      </p:sp>
      <p:pic>
        <p:nvPicPr>
          <p:cNvPr id="34" name="Image 33">
            <a:extLst>
              <a:ext uri="{FF2B5EF4-FFF2-40B4-BE49-F238E27FC236}">
                <a16:creationId xmlns:a16="http://schemas.microsoft.com/office/drawing/2014/main" id="{9AFB91D5-3869-B634-DBD5-42016839AFD9}"/>
              </a:ext>
            </a:extLst>
          </p:cNvPr>
          <p:cNvPicPr>
            <a:picLocks noChangeAspect="1"/>
          </p:cNvPicPr>
          <p:nvPr/>
        </p:nvPicPr>
        <p:blipFill>
          <a:blip r:embed="rId3"/>
          <a:stretch>
            <a:fillRect/>
          </a:stretch>
        </p:blipFill>
        <p:spPr>
          <a:xfrm>
            <a:off x="2963395" y="694359"/>
            <a:ext cx="8861051" cy="5466952"/>
          </a:xfrm>
          <a:prstGeom prst="rect">
            <a:avLst/>
          </a:prstGeom>
        </p:spPr>
      </p:pic>
    </p:spTree>
    <p:extLst>
      <p:ext uri="{BB962C8B-B14F-4D97-AF65-F5344CB8AC3E}">
        <p14:creationId xmlns:p14="http://schemas.microsoft.com/office/powerpoint/2010/main" val="38846208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852">
          <a:extLst>
            <a:ext uri="{FF2B5EF4-FFF2-40B4-BE49-F238E27FC236}">
              <a16:creationId xmlns:a16="http://schemas.microsoft.com/office/drawing/2014/main" id="{EC971AD2-5CA5-0243-10F6-A7E7BCF1E2C4}"/>
            </a:ext>
          </a:extLst>
        </p:cNvPr>
        <p:cNvGrpSpPr/>
        <p:nvPr/>
      </p:nvGrpSpPr>
      <p:grpSpPr>
        <a:xfrm>
          <a:off x="0" y="0"/>
          <a:ext cx="0" cy="0"/>
          <a:chOff x="0" y="0"/>
          <a:chExt cx="0" cy="0"/>
        </a:xfrm>
      </p:grpSpPr>
      <p:sp>
        <p:nvSpPr>
          <p:cNvPr id="2140" name="Google Shape;2140;p21">
            <a:extLst>
              <a:ext uri="{FF2B5EF4-FFF2-40B4-BE49-F238E27FC236}">
                <a16:creationId xmlns:a16="http://schemas.microsoft.com/office/drawing/2014/main" id="{825B44B7-E016-061B-8CC8-A4F99660BC51}"/>
              </a:ext>
            </a:extLst>
          </p:cNvPr>
          <p:cNvSpPr txBox="1"/>
          <p:nvPr/>
        </p:nvSpPr>
        <p:spPr>
          <a:xfrm>
            <a:off x="458600" y="227293"/>
            <a:ext cx="11274800" cy="731600"/>
          </a:xfrm>
          <a:prstGeom prst="rect">
            <a:avLst/>
          </a:prstGeom>
          <a:noFill/>
          <a:ln>
            <a:noFill/>
          </a:ln>
        </p:spPr>
        <p:txBody>
          <a:bodyPr spcFirstLastPara="1" wrap="square" lIns="0" tIns="0" rIns="0" bIns="0" anchor="t" anchorCtr="0">
            <a:noAutofit/>
          </a:bodyPr>
          <a:lstStyle/>
          <a:p>
            <a:pPr>
              <a:buClr>
                <a:schemeClr val="dk1"/>
              </a:buClr>
              <a:buSzPts val="2200"/>
            </a:pPr>
            <a:r>
              <a:rPr lang="en-GB" sz="2933" b="1" dirty="0" err="1">
                <a:solidFill>
                  <a:srgbClr val="0070C0"/>
                </a:solidFill>
                <a:latin typeface="Times New Roman"/>
                <a:ea typeface="Times New Roman"/>
                <a:cs typeface="Times New Roman"/>
                <a:sym typeface="Times New Roman"/>
              </a:rPr>
              <a:t>Fonctionnalité</a:t>
            </a:r>
            <a:r>
              <a:rPr lang="en-GB" sz="2933" b="1" dirty="0">
                <a:solidFill>
                  <a:srgbClr val="0070C0"/>
                </a:solidFill>
                <a:latin typeface="Times New Roman"/>
                <a:ea typeface="Times New Roman"/>
                <a:cs typeface="Times New Roman"/>
                <a:sym typeface="Times New Roman"/>
              </a:rPr>
              <a:t> des </a:t>
            </a:r>
            <a:r>
              <a:rPr lang="en-GB" sz="2933" b="1" dirty="0" err="1">
                <a:solidFill>
                  <a:srgbClr val="0070C0"/>
                </a:solidFill>
                <a:latin typeface="Times New Roman"/>
                <a:ea typeface="Times New Roman"/>
                <a:cs typeface="Times New Roman"/>
                <a:sym typeface="Times New Roman"/>
              </a:rPr>
              <a:t>chambres</a:t>
            </a:r>
            <a:r>
              <a:rPr lang="en-GB" sz="2933" b="1" dirty="0">
                <a:solidFill>
                  <a:srgbClr val="0070C0"/>
                </a:solidFill>
                <a:latin typeface="Times New Roman"/>
                <a:ea typeface="Times New Roman"/>
                <a:cs typeface="Times New Roman"/>
                <a:sym typeface="Times New Roman"/>
              </a:rPr>
              <a:t> </a:t>
            </a:r>
            <a:r>
              <a:rPr lang="en-GB" sz="2933" b="1" dirty="0" err="1">
                <a:solidFill>
                  <a:srgbClr val="0070C0"/>
                </a:solidFill>
                <a:latin typeface="Times New Roman"/>
                <a:ea typeface="Times New Roman"/>
                <a:cs typeface="Times New Roman"/>
                <a:sym typeface="Times New Roman"/>
              </a:rPr>
              <a:t>froides</a:t>
            </a:r>
            <a:r>
              <a:rPr lang="en-GB" sz="2933" b="1" dirty="0">
                <a:solidFill>
                  <a:srgbClr val="0070C0"/>
                </a:solidFill>
                <a:latin typeface="Times New Roman"/>
                <a:ea typeface="Times New Roman"/>
                <a:cs typeface="Times New Roman"/>
                <a:sym typeface="Times New Roman"/>
              </a:rPr>
              <a:t> (niveau provincial): </a:t>
            </a:r>
            <a:endParaRPr sz="2933" dirty="0">
              <a:solidFill>
                <a:srgbClr val="0070C0"/>
              </a:solidFill>
              <a:latin typeface="Times New Roman"/>
              <a:ea typeface="Times New Roman"/>
              <a:cs typeface="Times New Roman"/>
              <a:sym typeface="Times New Roman"/>
            </a:endParaRPr>
          </a:p>
        </p:txBody>
      </p:sp>
      <p:graphicFrame>
        <p:nvGraphicFramePr>
          <p:cNvPr id="3" name="Tableau 2">
            <a:extLst>
              <a:ext uri="{FF2B5EF4-FFF2-40B4-BE49-F238E27FC236}">
                <a16:creationId xmlns:a16="http://schemas.microsoft.com/office/drawing/2014/main" id="{E40A162A-1EB0-6FB1-816D-7F1BB95C1946}"/>
              </a:ext>
            </a:extLst>
          </p:cNvPr>
          <p:cNvGraphicFramePr>
            <a:graphicFrameLocks noGrp="1"/>
          </p:cNvGraphicFramePr>
          <p:nvPr>
            <p:extLst>
              <p:ext uri="{D42A27DB-BD31-4B8C-83A1-F6EECF244321}">
                <p14:modId xmlns:p14="http://schemas.microsoft.com/office/powerpoint/2010/main" val="3487287221"/>
              </p:ext>
            </p:extLst>
          </p:nvPr>
        </p:nvGraphicFramePr>
        <p:xfrm>
          <a:off x="435818" y="1092244"/>
          <a:ext cx="2353733" cy="2133600"/>
        </p:xfrm>
        <a:graphic>
          <a:graphicData uri="http://schemas.openxmlformats.org/drawingml/2006/table">
            <a:tbl>
              <a:tblPr>
                <a:tableStyleId>{BC89EF96-8CEA-46FF-86C4-4CE0E7609802}</a:tableStyleId>
              </a:tblPr>
              <a:tblGrid>
                <a:gridCol w="1016000">
                  <a:extLst>
                    <a:ext uri="{9D8B030D-6E8A-4147-A177-3AD203B41FA5}">
                      <a16:colId xmlns:a16="http://schemas.microsoft.com/office/drawing/2014/main" val="2459277360"/>
                    </a:ext>
                  </a:extLst>
                </a:gridCol>
                <a:gridCol w="1337733">
                  <a:extLst>
                    <a:ext uri="{9D8B030D-6E8A-4147-A177-3AD203B41FA5}">
                      <a16:colId xmlns:a16="http://schemas.microsoft.com/office/drawing/2014/main" val="2475618060"/>
                    </a:ext>
                  </a:extLst>
                </a:gridCol>
              </a:tblGrid>
              <a:tr h="609600">
                <a:tc>
                  <a:txBody>
                    <a:bodyPr/>
                    <a:lstStyle/>
                    <a:p>
                      <a:pPr marR="0" algn="ctr" rtl="0" fontAlgn="ctr">
                        <a:lnSpc>
                          <a:spcPct val="100000"/>
                        </a:lnSpc>
                        <a:spcBef>
                          <a:spcPts val="0"/>
                        </a:spcBef>
                        <a:spcAft>
                          <a:spcPts val="0"/>
                        </a:spcAft>
                        <a:buClr>
                          <a:srgbClr val="000000"/>
                        </a:buClr>
                        <a:buFont typeface="Arial"/>
                      </a:pPr>
                      <a:r>
                        <a:rPr lang="fr-CD" sz="1300" b="1" u="none" strike="noStrike" cap="none" dirty="0">
                          <a:solidFill>
                            <a:schemeClr val="dk1"/>
                          </a:solidFill>
                          <a:effectLst/>
                          <a:latin typeface="Times New Roman" panose="02020603050405020304" pitchFamily="18" charset="0"/>
                          <a:cs typeface="Times New Roman" panose="02020603050405020304" pitchFamily="18" charset="0"/>
                          <a:sym typeface="Arial"/>
                        </a:rPr>
                        <a:t>Types</a:t>
                      </a:r>
                      <a:endParaRPr lang="fr-CD" sz="13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marL="0" marR="0" marT="0" marB="0" anchor="ct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lang="fr-CD" sz="1300" b="1" u="none" strike="noStrike" cap="none" dirty="0">
                          <a:solidFill>
                            <a:schemeClr val="dk1"/>
                          </a:solidFill>
                          <a:effectLst/>
                          <a:latin typeface="Times New Roman" panose="02020603050405020304" pitchFamily="18" charset="0"/>
                          <a:cs typeface="Times New Roman" panose="02020603050405020304" pitchFamily="18" charset="0"/>
                          <a:sym typeface="Arial"/>
                        </a:rPr>
                        <a:t>Nbre d’équipement</a:t>
                      </a:r>
                    </a:p>
                    <a:p>
                      <a:pPr marR="0" algn="ctr" rtl="0" fontAlgn="ctr">
                        <a:lnSpc>
                          <a:spcPct val="100000"/>
                        </a:lnSpc>
                        <a:spcBef>
                          <a:spcPts val="0"/>
                        </a:spcBef>
                        <a:spcAft>
                          <a:spcPts val="0"/>
                        </a:spcAft>
                        <a:buClr>
                          <a:srgbClr val="000000"/>
                        </a:buClr>
                        <a:buFont typeface="Arial"/>
                      </a:pPr>
                      <a:endParaRPr lang="fr-CD" sz="13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marL="0" marR="0" marT="0" marB="0" anchor="ctr"/>
                </a:tc>
                <a:extLst>
                  <a:ext uri="{0D108BD9-81ED-4DB2-BD59-A6C34878D82A}">
                    <a16:rowId xmlns:a16="http://schemas.microsoft.com/office/drawing/2014/main" val="938184671"/>
                  </a:ext>
                </a:extLst>
              </a:tr>
              <a:tr h="508000">
                <a:tc>
                  <a:txBody>
                    <a:bodyPr/>
                    <a:lstStyle/>
                    <a:p>
                      <a:pPr marR="0" algn="ctr" rtl="0" fontAlgn="ctr">
                        <a:lnSpc>
                          <a:spcPct val="100000"/>
                        </a:lnSpc>
                        <a:spcBef>
                          <a:spcPts val="0"/>
                        </a:spcBef>
                        <a:spcAft>
                          <a:spcPts val="0"/>
                        </a:spcAft>
                        <a:buClr>
                          <a:srgbClr val="000000"/>
                        </a:buClr>
                        <a:buFont typeface="Arial"/>
                      </a:pPr>
                      <a:r>
                        <a:rPr lang="fr-CD" sz="1300" b="1" u="none" strike="noStrike" cap="none" dirty="0" err="1">
                          <a:solidFill>
                            <a:schemeClr val="dk1"/>
                          </a:solidFill>
                          <a:effectLst/>
                          <a:latin typeface="Times New Roman" panose="02020603050405020304" pitchFamily="18" charset="0"/>
                          <a:cs typeface="Times New Roman" panose="02020603050405020304" pitchFamily="18" charset="0"/>
                          <a:sym typeface="Arial"/>
                        </a:rPr>
                        <a:t>ChF</a:t>
                      </a:r>
                      <a:r>
                        <a:rPr lang="fr-CD" sz="1300" b="1" u="none" strike="noStrike" cap="none" dirty="0">
                          <a:solidFill>
                            <a:schemeClr val="dk1"/>
                          </a:solidFill>
                          <a:effectLst/>
                          <a:latin typeface="Times New Roman" panose="02020603050405020304" pitchFamily="18" charset="0"/>
                          <a:cs typeface="Times New Roman" panose="02020603050405020304" pitchFamily="18" charset="0"/>
                          <a:sym typeface="Arial"/>
                        </a:rPr>
                        <a:t>+</a:t>
                      </a:r>
                      <a:endParaRPr lang="fr-CD" sz="13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marL="0" marR="0" marT="0" marB="0" anchor="ctr"/>
                </a:tc>
                <a:tc>
                  <a:txBody>
                    <a:bodyPr/>
                    <a:lstStyle/>
                    <a:p>
                      <a:pPr marR="0" algn="ctr" rtl="0" fontAlgn="ctr">
                        <a:lnSpc>
                          <a:spcPct val="100000"/>
                        </a:lnSpc>
                        <a:spcBef>
                          <a:spcPts val="0"/>
                        </a:spcBef>
                        <a:spcAft>
                          <a:spcPts val="0"/>
                        </a:spcAft>
                        <a:buClr>
                          <a:srgbClr val="000000"/>
                        </a:buClr>
                        <a:buFont typeface="Arial"/>
                      </a:pPr>
                      <a:r>
                        <a:rPr lang="fr-CD" sz="1900" b="1" i="0" u="none" strike="noStrike" cap="none" dirty="0">
                          <a:solidFill>
                            <a:schemeClr val="dk1"/>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sym typeface="Arial"/>
                        </a:rPr>
                        <a:t>73</a:t>
                      </a:r>
                    </a:p>
                  </a:txBody>
                  <a:tcPr marL="0" marR="0" marT="0" marB="0" anchor="ctr"/>
                </a:tc>
                <a:extLst>
                  <a:ext uri="{0D108BD9-81ED-4DB2-BD59-A6C34878D82A}">
                    <a16:rowId xmlns:a16="http://schemas.microsoft.com/office/drawing/2014/main" val="2978737754"/>
                  </a:ext>
                </a:extLst>
              </a:tr>
              <a:tr h="508000">
                <a:tc>
                  <a:txBody>
                    <a:bodyPr/>
                    <a:lstStyle/>
                    <a:p>
                      <a:pPr marR="0" algn="ctr" rtl="0" fontAlgn="ctr">
                        <a:lnSpc>
                          <a:spcPct val="100000"/>
                        </a:lnSpc>
                        <a:spcBef>
                          <a:spcPts val="0"/>
                        </a:spcBef>
                        <a:spcAft>
                          <a:spcPts val="0"/>
                        </a:spcAft>
                        <a:buClr>
                          <a:srgbClr val="000000"/>
                        </a:buClr>
                        <a:buFont typeface="Arial"/>
                      </a:pPr>
                      <a:r>
                        <a:rPr lang="fr-CD" sz="1300" b="1" u="none" strike="noStrike" cap="none">
                          <a:solidFill>
                            <a:schemeClr val="dk1"/>
                          </a:solidFill>
                          <a:effectLst/>
                          <a:latin typeface="Times New Roman" panose="02020603050405020304" pitchFamily="18" charset="0"/>
                          <a:cs typeface="Times New Roman" panose="02020603050405020304" pitchFamily="18" charset="0"/>
                          <a:sym typeface="Arial"/>
                        </a:rPr>
                        <a:t>ChF-</a:t>
                      </a:r>
                      <a:endParaRPr lang="fr-CD" sz="1300" b="1" i="0" u="none" strike="noStrike" cap="none">
                        <a:solidFill>
                          <a:schemeClr val="dk1"/>
                        </a:solidFill>
                        <a:effectLst/>
                        <a:latin typeface="Times New Roman" panose="02020603050405020304" pitchFamily="18" charset="0"/>
                        <a:ea typeface="+mn-ea"/>
                        <a:cs typeface="Times New Roman" panose="02020603050405020304" pitchFamily="18" charset="0"/>
                        <a:sym typeface="Arial"/>
                      </a:endParaRPr>
                    </a:p>
                  </a:txBody>
                  <a:tcPr marL="0" marR="0" marT="0" marB="0" anchor="ctr"/>
                </a:tc>
                <a:tc>
                  <a:txBody>
                    <a:bodyPr/>
                    <a:lstStyle/>
                    <a:p>
                      <a:pPr marR="0" algn="ctr" rtl="0" fontAlgn="ctr">
                        <a:lnSpc>
                          <a:spcPct val="100000"/>
                        </a:lnSpc>
                        <a:spcBef>
                          <a:spcPts val="0"/>
                        </a:spcBef>
                        <a:spcAft>
                          <a:spcPts val="0"/>
                        </a:spcAft>
                        <a:buClr>
                          <a:srgbClr val="000000"/>
                        </a:buClr>
                        <a:buFont typeface="Arial"/>
                      </a:pPr>
                      <a:r>
                        <a:rPr lang="fr-CD" sz="1900" b="1" i="0" u="none" strike="noStrike" cap="none" dirty="0">
                          <a:solidFill>
                            <a:schemeClr val="dk1"/>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sym typeface="Arial"/>
                        </a:rPr>
                        <a:t>8</a:t>
                      </a:r>
                    </a:p>
                  </a:txBody>
                  <a:tcPr marL="0" marR="0" marT="0" marB="0" anchor="ctr"/>
                </a:tc>
                <a:extLst>
                  <a:ext uri="{0D108BD9-81ED-4DB2-BD59-A6C34878D82A}">
                    <a16:rowId xmlns:a16="http://schemas.microsoft.com/office/drawing/2014/main" val="1178007511"/>
                  </a:ext>
                </a:extLst>
              </a:tr>
              <a:tr h="508000">
                <a:tc>
                  <a:txBody>
                    <a:bodyPr/>
                    <a:lstStyle/>
                    <a:p>
                      <a:pPr marR="0" algn="ctr" rtl="0" fontAlgn="ctr">
                        <a:lnSpc>
                          <a:spcPct val="100000"/>
                        </a:lnSpc>
                        <a:spcBef>
                          <a:spcPts val="0"/>
                        </a:spcBef>
                        <a:spcAft>
                          <a:spcPts val="0"/>
                        </a:spcAft>
                        <a:buClr>
                          <a:srgbClr val="000000"/>
                        </a:buClr>
                        <a:buFont typeface="Arial"/>
                      </a:pPr>
                      <a:r>
                        <a:rPr lang="fr-CD" sz="1300" b="1" u="none" strike="noStrike" cap="none">
                          <a:solidFill>
                            <a:schemeClr val="dk1"/>
                          </a:solidFill>
                          <a:effectLst/>
                          <a:latin typeface="Times New Roman" panose="02020603050405020304" pitchFamily="18" charset="0"/>
                          <a:cs typeface="Times New Roman" panose="02020603050405020304" pitchFamily="18" charset="0"/>
                          <a:sym typeface="Arial"/>
                        </a:rPr>
                        <a:t>Total</a:t>
                      </a:r>
                      <a:endParaRPr lang="fr-CD" sz="1300" b="1" i="0" u="none" strike="noStrike" cap="none">
                        <a:solidFill>
                          <a:schemeClr val="dk1"/>
                        </a:solidFill>
                        <a:effectLst/>
                        <a:latin typeface="Times New Roman" panose="02020603050405020304" pitchFamily="18" charset="0"/>
                        <a:ea typeface="+mn-ea"/>
                        <a:cs typeface="Times New Roman" panose="02020603050405020304" pitchFamily="18" charset="0"/>
                        <a:sym typeface="Arial"/>
                      </a:endParaRPr>
                    </a:p>
                  </a:txBody>
                  <a:tcPr marL="0" marR="0" marT="0" marB="0" anchor="ctr"/>
                </a:tc>
                <a:tc>
                  <a:txBody>
                    <a:bodyPr/>
                    <a:lstStyle/>
                    <a:p>
                      <a:pPr marR="0" algn="ctr" rtl="0" fontAlgn="ctr">
                        <a:lnSpc>
                          <a:spcPct val="100000"/>
                        </a:lnSpc>
                        <a:spcBef>
                          <a:spcPts val="0"/>
                        </a:spcBef>
                        <a:spcAft>
                          <a:spcPts val="0"/>
                        </a:spcAft>
                        <a:buClr>
                          <a:srgbClr val="000000"/>
                        </a:buClr>
                        <a:buFont typeface="Arial"/>
                      </a:pPr>
                      <a:r>
                        <a:rPr lang="fr-CD" sz="1900" b="1" i="0" u="none" strike="noStrike" cap="none" dirty="0">
                          <a:solidFill>
                            <a:schemeClr val="dk1"/>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sym typeface="Arial"/>
                        </a:rPr>
                        <a:t>81</a:t>
                      </a:r>
                    </a:p>
                  </a:txBody>
                  <a:tcPr marL="0" marR="0" marT="0" marB="0" anchor="ctr"/>
                </a:tc>
                <a:extLst>
                  <a:ext uri="{0D108BD9-81ED-4DB2-BD59-A6C34878D82A}">
                    <a16:rowId xmlns:a16="http://schemas.microsoft.com/office/drawing/2014/main" val="2589710141"/>
                  </a:ext>
                </a:extLst>
              </a:tr>
            </a:tbl>
          </a:graphicData>
        </a:graphic>
      </p:graphicFrame>
      <p:sp>
        <p:nvSpPr>
          <p:cNvPr id="4" name="Hexagone 3">
            <a:extLst>
              <a:ext uri="{FF2B5EF4-FFF2-40B4-BE49-F238E27FC236}">
                <a16:creationId xmlns:a16="http://schemas.microsoft.com/office/drawing/2014/main" id="{5CA66566-AF5A-A171-EDB3-986C9A962A6E}"/>
              </a:ext>
            </a:extLst>
          </p:cNvPr>
          <p:cNvSpPr/>
          <p:nvPr/>
        </p:nvSpPr>
        <p:spPr>
          <a:xfrm>
            <a:off x="767275" y="4057651"/>
            <a:ext cx="1956876" cy="1362075"/>
          </a:xfrm>
          <a:prstGeom prst="hexag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D" sz="4267" b="1" dirty="0">
                <a:latin typeface="Times New Roman" panose="02020603050405020304" pitchFamily="18" charset="0"/>
                <a:cs typeface="Times New Roman" panose="02020603050405020304" pitchFamily="18" charset="0"/>
              </a:rPr>
              <a:t>96%</a:t>
            </a:r>
          </a:p>
        </p:txBody>
      </p:sp>
      <p:grpSp>
        <p:nvGrpSpPr>
          <p:cNvPr id="5" name="Google Shape;1674;g2f1c646a89f_0_320">
            <a:extLst>
              <a:ext uri="{FF2B5EF4-FFF2-40B4-BE49-F238E27FC236}">
                <a16:creationId xmlns:a16="http://schemas.microsoft.com/office/drawing/2014/main" id="{9C7472E8-3655-47DF-5470-63CD062C1AFD}"/>
              </a:ext>
            </a:extLst>
          </p:cNvPr>
          <p:cNvGrpSpPr/>
          <p:nvPr/>
        </p:nvGrpSpPr>
        <p:grpSpPr>
          <a:xfrm>
            <a:off x="117174" y="6277328"/>
            <a:ext cx="3141409" cy="430360"/>
            <a:chOff x="238125" y="2363000"/>
            <a:chExt cx="7122300" cy="975725"/>
          </a:xfrm>
        </p:grpSpPr>
        <p:sp>
          <p:nvSpPr>
            <p:cNvPr id="6" name="Google Shape;1675;g2f1c646a89f_0_320">
              <a:extLst>
                <a:ext uri="{FF2B5EF4-FFF2-40B4-BE49-F238E27FC236}">
                  <a16:creationId xmlns:a16="http://schemas.microsoft.com/office/drawing/2014/main" id="{4692A8C0-A0AF-556A-B2CF-ECB53EFC8BC5}"/>
                </a:ext>
              </a:extLst>
            </p:cNvPr>
            <p:cNvSpPr/>
            <p:nvPr/>
          </p:nvSpPr>
          <p:spPr>
            <a:xfrm>
              <a:off x="238125" y="2363000"/>
              <a:ext cx="695275" cy="955800"/>
            </a:xfrm>
            <a:custGeom>
              <a:avLst/>
              <a:gdLst/>
              <a:ahLst/>
              <a:cxnLst/>
              <a:rect l="l" t="t" r="r" b="b"/>
              <a:pathLst>
                <a:path w="27811" h="38232" extrusionOk="0">
                  <a:moveTo>
                    <a:pt x="13895" y="0"/>
                  </a:moveTo>
                  <a:cubicBezTo>
                    <a:pt x="10626" y="0"/>
                    <a:pt x="7949" y="2656"/>
                    <a:pt x="7949" y="5946"/>
                  </a:cubicBezTo>
                  <a:cubicBezTo>
                    <a:pt x="7949" y="9236"/>
                    <a:pt x="10626" y="11893"/>
                    <a:pt x="13895" y="11893"/>
                  </a:cubicBezTo>
                  <a:cubicBezTo>
                    <a:pt x="17185" y="11893"/>
                    <a:pt x="19862" y="9236"/>
                    <a:pt x="19862" y="5946"/>
                  </a:cubicBezTo>
                  <a:cubicBezTo>
                    <a:pt x="19862" y="2656"/>
                    <a:pt x="17185" y="0"/>
                    <a:pt x="13895" y="0"/>
                  </a:cubicBezTo>
                  <a:close/>
                  <a:moveTo>
                    <a:pt x="7070" y="18738"/>
                  </a:moveTo>
                  <a:lnTo>
                    <a:pt x="7070" y="26380"/>
                  </a:lnTo>
                  <a:cubicBezTo>
                    <a:pt x="5987" y="25706"/>
                    <a:pt x="5252" y="24500"/>
                    <a:pt x="5252" y="23111"/>
                  </a:cubicBezTo>
                  <a:lnTo>
                    <a:pt x="5252" y="21987"/>
                  </a:lnTo>
                  <a:cubicBezTo>
                    <a:pt x="5252" y="20618"/>
                    <a:pt x="5987" y="19412"/>
                    <a:pt x="7070" y="18738"/>
                  </a:cubicBezTo>
                  <a:close/>
                  <a:moveTo>
                    <a:pt x="20557" y="18636"/>
                  </a:moveTo>
                  <a:cubicBezTo>
                    <a:pt x="21742" y="19269"/>
                    <a:pt x="22559" y="20536"/>
                    <a:pt x="22559" y="21987"/>
                  </a:cubicBezTo>
                  <a:lnTo>
                    <a:pt x="22559" y="23131"/>
                  </a:lnTo>
                  <a:cubicBezTo>
                    <a:pt x="22559" y="24562"/>
                    <a:pt x="21742" y="25828"/>
                    <a:pt x="20557" y="26482"/>
                  </a:cubicBezTo>
                  <a:lnTo>
                    <a:pt x="20557" y="18636"/>
                  </a:lnTo>
                  <a:close/>
                  <a:moveTo>
                    <a:pt x="9052" y="12935"/>
                  </a:moveTo>
                  <a:cubicBezTo>
                    <a:pt x="4066" y="12935"/>
                    <a:pt x="0" y="17001"/>
                    <a:pt x="0" y="21987"/>
                  </a:cubicBezTo>
                  <a:lnTo>
                    <a:pt x="0" y="23111"/>
                  </a:lnTo>
                  <a:cubicBezTo>
                    <a:pt x="0" y="27443"/>
                    <a:pt x="3024" y="31060"/>
                    <a:pt x="7070" y="31959"/>
                  </a:cubicBezTo>
                  <a:lnTo>
                    <a:pt x="7070" y="38232"/>
                  </a:lnTo>
                  <a:lnTo>
                    <a:pt x="20557" y="38232"/>
                  </a:lnTo>
                  <a:lnTo>
                    <a:pt x="20557" y="31999"/>
                  </a:lnTo>
                  <a:cubicBezTo>
                    <a:pt x="24684" y="31162"/>
                    <a:pt x="27811" y="27504"/>
                    <a:pt x="27811" y="23111"/>
                  </a:cubicBezTo>
                  <a:lnTo>
                    <a:pt x="27811" y="21987"/>
                  </a:lnTo>
                  <a:cubicBezTo>
                    <a:pt x="27811" y="17001"/>
                    <a:pt x="23744" y="12935"/>
                    <a:pt x="18738" y="12935"/>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7" name="Google Shape;1676;g2f1c646a89f_0_320">
              <a:extLst>
                <a:ext uri="{FF2B5EF4-FFF2-40B4-BE49-F238E27FC236}">
                  <a16:creationId xmlns:a16="http://schemas.microsoft.com/office/drawing/2014/main" id="{31BFE098-32C9-C771-346D-ACCA9BD6BDD8}"/>
                </a:ext>
              </a:extLst>
            </p:cNvPr>
            <p:cNvSpPr/>
            <p:nvPr/>
          </p:nvSpPr>
          <p:spPr>
            <a:xfrm>
              <a:off x="238125" y="2791600"/>
              <a:ext cx="695275" cy="547125"/>
            </a:xfrm>
            <a:custGeom>
              <a:avLst/>
              <a:gdLst/>
              <a:ahLst/>
              <a:cxnLst/>
              <a:rect l="l" t="t" r="r" b="b"/>
              <a:pathLst>
                <a:path w="27811" h="21885" extrusionOk="0">
                  <a:moveTo>
                    <a:pt x="13895" y="0"/>
                  </a:moveTo>
                  <a:cubicBezTo>
                    <a:pt x="11443" y="0"/>
                    <a:pt x="9441" y="2003"/>
                    <a:pt x="9441" y="4475"/>
                  </a:cubicBezTo>
                  <a:cubicBezTo>
                    <a:pt x="9441" y="6927"/>
                    <a:pt x="11443" y="8930"/>
                    <a:pt x="13895" y="8930"/>
                  </a:cubicBezTo>
                  <a:cubicBezTo>
                    <a:pt x="16368" y="8930"/>
                    <a:pt x="18370" y="6927"/>
                    <a:pt x="18370" y="4475"/>
                  </a:cubicBezTo>
                  <a:cubicBezTo>
                    <a:pt x="18370" y="2003"/>
                    <a:pt x="16368" y="0"/>
                    <a:pt x="13895" y="0"/>
                  </a:cubicBezTo>
                  <a:close/>
                  <a:moveTo>
                    <a:pt x="0" y="5987"/>
                  </a:moveTo>
                  <a:cubicBezTo>
                    <a:pt x="0" y="10973"/>
                    <a:pt x="4066" y="15039"/>
                    <a:pt x="9052" y="15039"/>
                  </a:cubicBezTo>
                  <a:lnTo>
                    <a:pt x="9686" y="15039"/>
                  </a:lnTo>
                  <a:lnTo>
                    <a:pt x="9686" y="21885"/>
                  </a:lnTo>
                  <a:lnTo>
                    <a:pt x="17941" y="21885"/>
                  </a:lnTo>
                  <a:lnTo>
                    <a:pt x="17941" y="15039"/>
                  </a:lnTo>
                  <a:lnTo>
                    <a:pt x="18738" y="15039"/>
                  </a:lnTo>
                  <a:cubicBezTo>
                    <a:pt x="23744" y="15039"/>
                    <a:pt x="27811" y="10973"/>
                    <a:pt x="27811" y="5987"/>
                  </a:cubicBezTo>
                  <a:lnTo>
                    <a:pt x="22559" y="5987"/>
                  </a:lnTo>
                  <a:cubicBezTo>
                    <a:pt x="22559" y="8092"/>
                    <a:pt x="20843" y="9788"/>
                    <a:pt x="18738" y="9788"/>
                  </a:cubicBezTo>
                  <a:lnTo>
                    <a:pt x="9052" y="9788"/>
                  </a:lnTo>
                  <a:cubicBezTo>
                    <a:pt x="6948" y="9788"/>
                    <a:pt x="5252" y="8092"/>
                    <a:pt x="5252" y="5987"/>
                  </a:cubicBezTo>
                  <a:close/>
                </a:path>
              </a:pathLst>
            </a:custGeom>
            <a:solidFill>
              <a:srgbClr val="64C8FA"/>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8" name="Google Shape;1677;g2f1c646a89f_0_320">
              <a:extLst>
                <a:ext uri="{FF2B5EF4-FFF2-40B4-BE49-F238E27FC236}">
                  <a16:creationId xmlns:a16="http://schemas.microsoft.com/office/drawing/2014/main" id="{C2FA1CED-9E61-4D18-9082-5BADCBAB4951}"/>
                </a:ext>
              </a:extLst>
            </p:cNvPr>
            <p:cNvSpPr/>
            <p:nvPr/>
          </p:nvSpPr>
          <p:spPr>
            <a:xfrm>
              <a:off x="1191350" y="2441650"/>
              <a:ext cx="614600" cy="794900"/>
            </a:xfrm>
            <a:custGeom>
              <a:avLst/>
              <a:gdLst/>
              <a:ahLst/>
              <a:cxnLst/>
              <a:rect l="l" t="t" r="r" b="b"/>
              <a:pathLst>
                <a:path w="24584" h="31796" extrusionOk="0">
                  <a:moveTo>
                    <a:pt x="12568" y="5620"/>
                  </a:moveTo>
                  <a:cubicBezTo>
                    <a:pt x="15653" y="5620"/>
                    <a:pt x="17799" y="6969"/>
                    <a:pt x="17799" y="10218"/>
                  </a:cubicBezTo>
                  <a:cubicBezTo>
                    <a:pt x="17799" y="13119"/>
                    <a:pt x="15797" y="14775"/>
                    <a:pt x="12629" y="14775"/>
                  </a:cubicBezTo>
                  <a:lnTo>
                    <a:pt x="6908" y="14775"/>
                  </a:lnTo>
                  <a:lnTo>
                    <a:pt x="6908" y="5620"/>
                  </a:lnTo>
                  <a:close/>
                  <a:moveTo>
                    <a:pt x="1" y="1"/>
                  </a:moveTo>
                  <a:lnTo>
                    <a:pt x="1" y="31796"/>
                  </a:lnTo>
                  <a:lnTo>
                    <a:pt x="6908" y="31796"/>
                  </a:lnTo>
                  <a:lnTo>
                    <a:pt x="6908" y="20333"/>
                  </a:lnTo>
                  <a:lnTo>
                    <a:pt x="13876" y="20333"/>
                  </a:lnTo>
                  <a:cubicBezTo>
                    <a:pt x="21355" y="20333"/>
                    <a:pt x="24583" y="15122"/>
                    <a:pt x="24583" y="10136"/>
                  </a:cubicBezTo>
                  <a:cubicBezTo>
                    <a:pt x="24583" y="3883"/>
                    <a:pt x="20251" y="1"/>
                    <a:pt x="13651"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9" name="Google Shape;1678;g2f1c646a89f_0_320">
              <a:extLst>
                <a:ext uri="{FF2B5EF4-FFF2-40B4-BE49-F238E27FC236}">
                  <a16:creationId xmlns:a16="http://schemas.microsoft.com/office/drawing/2014/main" id="{D33D6E8E-C771-B38E-5658-F935D18A5028}"/>
                </a:ext>
              </a:extLst>
            </p:cNvPr>
            <p:cNvSpPr/>
            <p:nvPr/>
          </p:nvSpPr>
          <p:spPr>
            <a:xfrm>
              <a:off x="1911675" y="2441650"/>
              <a:ext cx="571650" cy="794900"/>
            </a:xfrm>
            <a:custGeom>
              <a:avLst/>
              <a:gdLst/>
              <a:ahLst/>
              <a:cxnLst/>
              <a:rect l="l" t="t" r="r" b="b"/>
              <a:pathLst>
                <a:path w="22866" h="31796" extrusionOk="0">
                  <a:moveTo>
                    <a:pt x="0" y="1"/>
                  </a:moveTo>
                  <a:lnTo>
                    <a:pt x="0" y="31796"/>
                  </a:lnTo>
                  <a:lnTo>
                    <a:pt x="22866" y="31796"/>
                  </a:lnTo>
                  <a:lnTo>
                    <a:pt x="22866" y="25952"/>
                  </a:lnTo>
                  <a:lnTo>
                    <a:pt x="6907" y="25952"/>
                  </a:lnTo>
                  <a:lnTo>
                    <a:pt x="6907" y="18596"/>
                  </a:lnTo>
                  <a:lnTo>
                    <a:pt x="20598" y="18596"/>
                  </a:lnTo>
                  <a:lnTo>
                    <a:pt x="20598" y="12752"/>
                  </a:lnTo>
                  <a:lnTo>
                    <a:pt x="6907" y="12752"/>
                  </a:lnTo>
                  <a:lnTo>
                    <a:pt x="6907" y="5845"/>
                  </a:lnTo>
                  <a:lnTo>
                    <a:pt x="22743" y="5845"/>
                  </a:lnTo>
                  <a:lnTo>
                    <a:pt x="22743"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10" name="Google Shape;1679;g2f1c646a89f_0_320">
              <a:extLst>
                <a:ext uri="{FF2B5EF4-FFF2-40B4-BE49-F238E27FC236}">
                  <a16:creationId xmlns:a16="http://schemas.microsoft.com/office/drawing/2014/main" id="{7E1C5903-B6B1-7A9D-FB6E-26FFD7F1E9BB}"/>
                </a:ext>
              </a:extLst>
            </p:cNvPr>
            <p:cNvSpPr/>
            <p:nvPr/>
          </p:nvSpPr>
          <p:spPr>
            <a:xfrm>
              <a:off x="2542575" y="2441650"/>
              <a:ext cx="692225" cy="798475"/>
            </a:xfrm>
            <a:custGeom>
              <a:avLst/>
              <a:gdLst/>
              <a:ahLst/>
              <a:cxnLst/>
              <a:rect l="l" t="t" r="r" b="b"/>
              <a:pathLst>
                <a:path w="27689" h="31939" extrusionOk="0">
                  <a:moveTo>
                    <a:pt x="0" y="1"/>
                  </a:moveTo>
                  <a:lnTo>
                    <a:pt x="10299" y="31939"/>
                  </a:lnTo>
                  <a:lnTo>
                    <a:pt x="17267" y="31939"/>
                  </a:lnTo>
                  <a:lnTo>
                    <a:pt x="27688" y="1"/>
                  </a:lnTo>
                  <a:lnTo>
                    <a:pt x="20965" y="1"/>
                  </a:lnTo>
                  <a:lnTo>
                    <a:pt x="14181" y="22928"/>
                  </a:lnTo>
                  <a:lnTo>
                    <a:pt x="14038" y="22928"/>
                  </a:lnTo>
                  <a:lnTo>
                    <a:pt x="7315"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11" name="Google Shape;1680;g2f1c646a89f_0_320">
              <a:extLst>
                <a:ext uri="{FF2B5EF4-FFF2-40B4-BE49-F238E27FC236}">
                  <a16:creationId xmlns:a16="http://schemas.microsoft.com/office/drawing/2014/main" id="{7A9435A7-F0E8-35D4-13E9-1567C30B2B5A}"/>
                </a:ext>
              </a:extLst>
            </p:cNvPr>
            <p:cNvSpPr/>
            <p:nvPr/>
          </p:nvSpPr>
          <p:spPr>
            <a:xfrm>
              <a:off x="3487650" y="2440125"/>
              <a:ext cx="140000" cy="188025"/>
            </a:xfrm>
            <a:custGeom>
              <a:avLst/>
              <a:gdLst/>
              <a:ahLst/>
              <a:cxnLst/>
              <a:rect l="l" t="t" r="r" b="b"/>
              <a:pathLst>
                <a:path w="5600" h="7521" extrusionOk="0">
                  <a:moveTo>
                    <a:pt x="2861" y="1186"/>
                  </a:moveTo>
                  <a:cubicBezTo>
                    <a:pt x="3637" y="1186"/>
                    <a:pt x="4230" y="1472"/>
                    <a:pt x="4230" y="2350"/>
                  </a:cubicBezTo>
                  <a:cubicBezTo>
                    <a:pt x="4230" y="3127"/>
                    <a:pt x="3699" y="3515"/>
                    <a:pt x="2881" y="3515"/>
                  </a:cubicBezTo>
                  <a:lnTo>
                    <a:pt x="1390" y="3515"/>
                  </a:lnTo>
                  <a:lnTo>
                    <a:pt x="1390" y="1186"/>
                  </a:lnTo>
                  <a:close/>
                  <a:moveTo>
                    <a:pt x="0" y="1"/>
                  </a:moveTo>
                  <a:lnTo>
                    <a:pt x="0" y="7520"/>
                  </a:lnTo>
                  <a:lnTo>
                    <a:pt x="1390" y="7520"/>
                  </a:lnTo>
                  <a:lnTo>
                    <a:pt x="1390" y="4700"/>
                  </a:lnTo>
                  <a:lnTo>
                    <a:pt x="3127" y="4700"/>
                  </a:lnTo>
                  <a:cubicBezTo>
                    <a:pt x="4823" y="4700"/>
                    <a:pt x="5599" y="3515"/>
                    <a:pt x="5599" y="2371"/>
                  </a:cubicBezTo>
                  <a:cubicBezTo>
                    <a:pt x="5599" y="818"/>
                    <a:pt x="4496" y="1"/>
                    <a:pt x="3045"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12" name="Google Shape;1681;g2f1c646a89f_0_320">
              <a:extLst>
                <a:ext uri="{FF2B5EF4-FFF2-40B4-BE49-F238E27FC236}">
                  <a16:creationId xmlns:a16="http://schemas.microsoft.com/office/drawing/2014/main" id="{68CAC0C9-31C0-B0F0-7C17-B683F7F91400}"/>
                </a:ext>
              </a:extLst>
            </p:cNvPr>
            <p:cNvSpPr/>
            <p:nvPr/>
          </p:nvSpPr>
          <p:spPr>
            <a:xfrm>
              <a:off x="3650100" y="2490700"/>
              <a:ext cx="86850" cy="137450"/>
            </a:xfrm>
            <a:custGeom>
              <a:avLst/>
              <a:gdLst/>
              <a:ahLst/>
              <a:cxnLst/>
              <a:rect l="l" t="t" r="r" b="b"/>
              <a:pathLst>
                <a:path w="3474" h="5498" extrusionOk="0">
                  <a:moveTo>
                    <a:pt x="3045" y="0"/>
                  </a:moveTo>
                  <a:cubicBezTo>
                    <a:pt x="2391" y="0"/>
                    <a:pt x="1594" y="430"/>
                    <a:pt x="1287" y="1002"/>
                  </a:cubicBezTo>
                  <a:lnTo>
                    <a:pt x="1267" y="1002"/>
                  </a:lnTo>
                  <a:lnTo>
                    <a:pt x="1267" y="103"/>
                  </a:lnTo>
                  <a:lnTo>
                    <a:pt x="0" y="103"/>
                  </a:lnTo>
                  <a:lnTo>
                    <a:pt x="0" y="5497"/>
                  </a:lnTo>
                  <a:lnTo>
                    <a:pt x="1287" y="5497"/>
                  </a:lnTo>
                  <a:lnTo>
                    <a:pt x="1287" y="2739"/>
                  </a:lnTo>
                  <a:cubicBezTo>
                    <a:pt x="1287" y="1737"/>
                    <a:pt x="2023" y="1165"/>
                    <a:pt x="2984" y="1165"/>
                  </a:cubicBezTo>
                  <a:cubicBezTo>
                    <a:pt x="3167" y="1165"/>
                    <a:pt x="3310" y="1165"/>
                    <a:pt x="3474" y="1206"/>
                  </a:cubicBezTo>
                  <a:lnTo>
                    <a:pt x="3474" y="21"/>
                  </a:lnTo>
                  <a:cubicBezTo>
                    <a:pt x="3331" y="0"/>
                    <a:pt x="3188" y="0"/>
                    <a:pt x="3045"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13" name="Google Shape;1682;g2f1c646a89f_0_320">
              <a:extLst>
                <a:ext uri="{FF2B5EF4-FFF2-40B4-BE49-F238E27FC236}">
                  <a16:creationId xmlns:a16="http://schemas.microsoft.com/office/drawing/2014/main" id="{4CDCED94-1D01-3AB4-5871-4CBA4B03AB3B}"/>
                </a:ext>
              </a:extLst>
            </p:cNvPr>
            <p:cNvSpPr/>
            <p:nvPr/>
          </p:nvSpPr>
          <p:spPr>
            <a:xfrm>
              <a:off x="3752775" y="2490700"/>
              <a:ext cx="122625" cy="140500"/>
            </a:xfrm>
            <a:custGeom>
              <a:avLst/>
              <a:gdLst/>
              <a:ahLst/>
              <a:cxnLst/>
              <a:rect l="l" t="t" r="r" b="b"/>
              <a:pathLst>
                <a:path w="4905" h="5620" extrusionOk="0">
                  <a:moveTo>
                    <a:pt x="2432" y="1104"/>
                  </a:moveTo>
                  <a:cubicBezTo>
                    <a:pt x="3106" y="1104"/>
                    <a:pt x="3597" y="1472"/>
                    <a:pt x="3597" y="2126"/>
                  </a:cubicBezTo>
                  <a:lnTo>
                    <a:pt x="3597" y="3474"/>
                  </a:lnTo>
                  <a:cubicBezTo>
                    <a:pt x="3597" y="4251"/>
                    <a:pt x="3025" y="4537"/>
                    <a:pt x="2473" y="4537"/>
                  </a:cubicBezTo>
                  <a:cubicBezTo>
                    <a:pt x="1819" y="4537"/>
                    <a:pt x="1308" y="4149"/>
                    <a:pt x="1308" y="3495"/>
                  </a:cubicBezTo>
                  <a:lnTo>
                    <a:pt x="1308" y="2166"/>
                  </a:lnTo>
                  <a:cubicBezTo>
                    <a:pt x="1308" y="1390"/>
                    <a:pt x="1901" y="1104"/>
                    <a:pt x="2432" y="1104"/>
                  </a:cubicBezTo>
                  <a:close/>
                  <a:moveTo>
                    <a:pt x="2432" y="0"/>
                  </a:moveTo>
                  <a:cubicBezTo>
                    <a:pt x="1247" y="0"/>
                    <a:pt x="0" y="797"/>
                    <a:pt x="0" y="2269"/>
                  </a:cubicBezTo>
                  <a:lnTo>
                    <a:pt x="0" y="3495"/>
                  </a:lnTo>
                  <a:cubicBezTo>
                    <a:pt x="0" y="4884"/>
                    <a:pt x="1165" y="5620"/>
                    <a:pt x="2473" y="5620"/>
                  </a:cubicBezTo>
                  <a:cubicBezTo>
                    <a:pt x="3679" y="5620"/>
                    <a:pt x="4905" y="4823"/>
                    <a:pt x="4905" y="3352"/>
                  </a:cubicBezTo>
                  <a:lnTo>
                    <a:pt x="4905" y="2248"/>
                  </a:lnTo>
                  <a:cubicBezTo>
                    <a:pt x="4905" y="859"/>
                    <a:pt x="3740" y="0"/>
                    <a:pt x="2432"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14" name="Google Shape;1683;g2f1c646a89f_0_320">
              <a:extLst>
                <a:ext uri="{FF2B5EF4-FFF2-40B4-BE49-F238E27FC236}">
                  <a16:creationId xmlns:a16="http://schemas.microsoft.com/office/drawing/2014/main" id="{4D48CC5C-023A-CD06-3AD8-DF28A9871AAD}"/>
                </a:ext>
              </a:extLst>
            </p:cNvPr>
            <p:cNvSpPr/>
            <p:nvPr/>
          </p:nvSpPr>
          <p:spPr>
            <a:xfrm>
              <a:off x="3897850" y="2490700"/>
              <a:ext cx="121100" cy="189050"/>
            </a:xfrm>
            <a:custGeom>
              <a:avLst/>
              <a:gdLst/>
              <a:ahLst/>
              <a:cxnLst/>
              <a:rect l="l" t="t" r="r" b="b"/>
              <a:pathLst>
                <a:path w="4844" h="7562" extrusionOk="0">
                  <a:moveTo>
                    <a:pt x="2432" y="1104"/>
                  </a:moveTo>
                  <a:cubicBezTo>
                    <a:pt x="3086" y="1104"/>
                    <a:pt x="3597" y="1472"/>
                    <a:pt x="3597" y="2126"/>
                  </a:cubicBezTo>
                  <a:lnTo>
                    <a:pt x="3597" y="3331"/>
                  </a:lnTo>
                  <a:cubicBezTo>
                    <a:pt x="3597" y="4108"/>
                    <a:pt x="3004" y="4394"/>
                    <a:pt x="2473" y="4394"/>
                  </a:cubicBezTo>
                  <a:cubicBezTo>
                    <a:pt x="1799" y="4394"/>
                    <a:pt x="1308" y="4006"/>
                    <a:pt x="1308" y="3352"/>
                  </a:cubicBezTo>
                  <a:lnTo>
                    <a:pt x="1308" y="2166"/>
                  </a:lnTo>
                  <a:cubicBezTo>
                    <a:pt x="1308" y="1390"/>
                    <a:pt x="1901" y="1104"/>
                    <a:pt x="2432" y="1104"/>
                  </a:cubicBezTo>
                  <a:close/>
                  <a:moveTo>
                    <a:pt x="2105" y="0"/>
                  </a:moveTo>
                  <a:cubicBezTo>
                    <a:pt x="920" y="0"/>
                    <a:pt x="1" y="797"/>
                    <a:pt x="1" y="2269"/>
                  </a:cubicBezTo>
                  <a:lnTo>
                    <a:pt x="1" y="3290"/>
                  </a:lnTo>
                  <a:cubicBezTo>
                    <a:pt x="1" y="4680"/>
                    <a:pt x="818" y="5415"/>
                    <a:pt x="2126" y="5415"/>
                  </a:cubicBezTo>
                  <a:cubicBezTo>
                    <a:pt x="2739" y="5415"/>
                    <a:pt x="3229" y="5191"/>
                    <a:pt x="3577" y="4721"/>
                  </a:cubicBezTo>
                  <a:lnTo>
                    <a:pt x="3597" y="4721"/>
                  </a:lnTo>
                  <a:lnTo>
                    <a:pt x="3597" y="5272"/>
                  </a:lnTo>
                  <a:cubicBezTo>
                    <a:pt x="3597" y="6049"/>
                    <a:pt x="3168" y="6539"/>
                    <a:pt x="2391" y="6539"/>
                  </a:cubicBezTo>
                  <a:cubicBezTo>
                    <a:pt x="1921" y="6539"/>
                    <a:pt x="1554" y="6335"/>
                    <a:pt x="1308" y="5824"/>
                  </a:cubicBezTo>
                  <a:lnTo>
                    <a:pt x="82" y="6253"/>
                  </a:lnTo>
                  <a:cubicBezTo>
                    <a:pt x="348" y="7152"/>
                    <a:pt x="1390" y="7561"/>
                    <a:pt x="2269" y="7561"/>
                  </a:cubicBezTo>
                  <a:cubicBezTo>
                    <a:pt x="4128" y="7561"/>
                    <a:pt x="4844" y="6294"/>
                    <a:pt x="4844" y="5048"/>
                  </a:cubicBezTo>
                  <a:lnTo>
                    <a:pt x="4844" y="103"/>
                  </a:lnTo>
                  <a:lnTo>
                    <a:pt x="3617" y="103"/>
                  </a:lnTo>
                  <a:lnTo>
                    <a:pt x="3617" y="736"/>
                  </a:lnTo>
                  <a:lnTo>
                    <a:pt x="3597" y="736"/>
                  </a:lnTo>
                  <a:cubicBezTo>
                    <a:pt x="3311" y="327"/>
                    <a:pt x="2739" y="0"/>
                    <a:pt x="2105"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15" name="Google Shape;1684;g2f1c646a89f_0_320">
              <a:extLst>
                <a:ext uri="{FF2B5EF4-FFF2-40B4-BE49-F238E27FC236}">
                  <a16:creationId xmlns:a16="http://schemas.microsoft.com/office/drawing/2014/main" id="{7B1B60EB-92ED-06EE-D3DD-5B85F808278F}"/>
                </a:ext>
              </a:extLst>
            </p:cNvPr>
            <p:cNvSpPr/>
            <p:nvPr/>
          </p:nvSpPr>
          <p:spPr>
            <a:xfrm>
              <a:off x="4051100" y="2490700"/>
              <a:ext cx="86875" cy="137450"/>
            </a:xfrm>
            <a:custGeom>
              <a:avLst/>
              <a:gdLst/>
              <a:ahLst/>
              <a:cxnLst/>
              <a:rect l="l" t="t" r="r" b="b"/>
              <a:pathLst>
                <a:path w="3475" h="5498" extrusionOk="0">
                  <a:moveTo>
                    <a:pt x="3046" y="0"/>
                  </a:moveTo>
                  <a:cubicBezTo>
                    <a:pt x="2392" y="0"/>
                    <a:pt x="1595" y="430"/>
                    <a:pt x="1288" y="1002"/>
                  </a:cubicBezTo>
                  <a:lnTo>
                    <a:pt x="1268" y="1002"/>
                  </a:lnTo>
                  <a:lnTo>
                    <a:pt x="1268" y="103"/>
                  </a:lnTo>
                  <a:lnTo>
                    <a:pt x="1" y="103"/>
                  </a:lnTo>
                  <a:lnTo>
                    <a:pt x="1" y="5497"/>
                  </a:lnTo>
                  <a:lnTo>
                    <a:pt x="1288" y="5497"/>
                  </a:lnTo>
                  <a:lnTo>
                    <a:pt x="1288" y="2739"/>
                  </a:lnTo>
                  <a:cubicBezTo>
                    <a:pt x="1288" y="1737"/>
                    <a:pt x="2024" y="1165"/>
                    <a:pt x="2984" y="1165"/>
                  </a:cubicBezTo>
                  <a:cubicBezTo>
                    <a:pt x="3168" y="1165"/>
                    <a:pt x="3311" y="1165"/>
                    <a:pt x="3475" y="1206"/>
                  </a:cubicBezTo>
                  <a:lnTo>
                    <a:pt x="3475" y="21"/>
                  </a:lnTo>
                  <a:cubicBezTo>
                    <a:pt x="3332" y="0"/>
                    <a:pt x="3189" y="0"/>
                    <a:pt x="3046"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16" name="Google Shape;1685;g2f1c646a89f_0_320">
              <a:extLst>
                <a:ext uri="{FF2B5EF4-FFF2-40B4-BE49-F238E27FC236}">
                  <a16:creationId xmlns:a16="http://schemas.microsoft.com/office/drawing/2014/main" id="{6127AB27-E8AD-3BD3-7D9D-5552E3541FC5}"/>
                </a:ext>
              </a:extLst>
            </p:cNvPr>
            <p:cNvSpPr/>
            <p:nvPr/>
          </p:nvSpPr>
          <p:spPr>
            <a:xfrm>
              <a:off x="4149700" y="2490200"/>
              <a:ext cx="120600" cy="140500"/>
            </a:xfrm>
            <a:custGeom>
              <a:avLst/>
              <a:gdLst/>
              <a:ahLst/>
              <a:cxnLst/>
              <a:rect l="l" t="t" r="r" b="b"/>
              <a:pathLst>
                <a:path w="4824" h="5620" extrusionOk="0">
                  <a:moveTo>
                    <a:pt x="3434" y="3269"/>
                  </a:moveTo>
                  <a:lnTo>
                    <a:pt x="3434" y="3515"/>
                  </a:lnTo>
                  <a:cubicBezTo>
                    <a:pt x="3434" y="4107"/>
                    <a:pt x="3270" y="4598"/>
                    <a:pt x="2228" y="4618"/>
                  </a:cubicBezTo>
                  <a:cubicBezTo>
                    <a:pt x="1635" y="4618"/>
                    <a:pt x="1268" y="4373"/>
                    <a:pt x="1268" y="3923"/>
                  </a:cubicBezTo>
                  <a:cubicBezTo>
                    <a:pt x="1268" y="3453"/>
                    <a:pt x="1615" y="3269"/>
                    <a:pt x="2167" y="3269"/>
                  </a:cubicBezTo>
                  <a:close/>
                  <a:moveTo>
                    <a:pt x="2412" y="0"/>
                  </a:moveTo>
                  <a:cubicBezTo>
                    <a:pt x="1390" y="0"/>
                    <a:pt x="266" y="409"/>
                    <a:pt x="266" y="1594"/>
                  </a:cubicBezTo>
                  <a:lnTo>
                    <a:pt x="266" y="1737"/>
                  </a:lnTo>
                  <a:lnTo>
                    <a:pt x="1431" y="1737"/>
                  </a:lnTo>
                  <a:lnTo>
                    <a:pt x="1431" y="1553"/>
                  </a:lnTo>
                  <a:cubicBezTo>
                    <a:pt x="1431" y="1206"/>
                    <a:pt x="1840" y="1022"/>
                    <a:pt x="2412" y="1022"/>
                  </a:cubicBezTo>
                  <a:cubicBezTo>
                    <a:pt x="3045" y="1022"/>
                    <a:pt x="3434" y="1247"/>
                    <a:pt x="3434" y="1819"/>
                  </a:cubicBezTo>
                  <a:lnTo>
                    <a:pt x="3434" y="2330"/>
                  </a:lnTo>
                  <a:lnTo>
                    <a:pt x="2003" y="2330"/>
                  </a:lnTo>
                  <a:cubicBezTo>
                    <a:pt x="961" y="2330"/>
                    <a:pt x="1" y="2943"/>
                    <a:pt x="1" y="3985"/>
                  </a:cubicBezTo>
                  <a:cubicBezTo>
                    <a:pt x="1" y="5006"/>
                    <a:pt x="757" y="5619"/>
                    <a:pt x="1881" y="5619"/>
                  </a:cubicBezTo>
                  <a:cubicBezTo>
                    <a:pt x="2575" y="5619"/>
                    <a:pt x="2984" y="5517"/>
                    <a:pt x="3474" y="5006"/>
                  </a:cubicBezTo>
                  <a:lnTo>
                    <a:pt x="3495" y="5006"/>
                  </a:lnTo>
                  <a:cubicBezTo>
                    <a:pt x="3495" y="5109"/>
                    <a:pt x="3515" y="5435"/>
                    <a:pt x="3536" y="5517"/>
                  </a:cubicBezTo>
                  <a:lnTo>
                    <a:pt x="4823" y="5517"/>
                  </a:lnTo>
                  <a:cubicBezTo>
                    <a:pt x="4762" y="5395"/>
                    <a:pt x="4721" y="4598"/>
                    <a:pt x="4721" y="4352"/>
                  </a:cubicBezTo>
                  <a:lnTo>
                    <a:pt x="4721" y="1737"/>
                  </a:lnTo>
                  <a:cubicBezTo>
                    <a:pt x="4721" y="409"/>
                    <a:pt x="3617" y="0"/>
                    <a:pt x="2412"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17" name="Google Shape;1686;g2f1c646a89f_0_320">
              <a:extLst>
                <a:ext uri="{FF2B5EF4-FFF2-40B4-BE49-F238E27FC236}">
                  <a16:creationId xmlns:a16="http://schemas.microsoft.com/office/drawing/2014/main" id="{E0DB810E-2A52-31D7-52DF-85B9C0E07D62}"/>
                </a:ext>
              </a:extLst>
            </p:cNvPr>
            <p:cNvSpPr/>
            <p:nvPr/>
          </p:nvSpPr>
          <p:spPr>
            <a:xfrm>
              <a:off x="4300925" y="2490700"/>
              <a:ext cx="197200" cy="137450"/>
            </a:xfrm>
            <a:custGeom>
              <a:avLst/>
              <a:gdLst/>
              <a:ahLst/>
              <a:cxnLst/>
              <a:rect l="l" t="t" r="r" b="b"/>
              <a:pathLst>
                <a:path w="7888" h="5498" extrusionOk="0">
                  <a:moveTo>
                    <a:pt x="2800" y="0"/>
                  </a:moveTo>
                  <a:cubicBezTo>
                    <a:pt x="2166" y="0"/>
                    <a:pt x="1635" y="246"/>
                    <a:pt x="1267" y="757"/>
                  </a:cubicBezTo>
                  <a:lnTo>
                    <a:pt x="1247" y="757"/>
                  </a:lnTo>
                  <a:lnTo>
                    <a:pt x="1247" y="103"/>
                  </a:lnTo>
                  <a:lnTo>
                    <a:pt x="0" y="103"/>
                  </a:lnTo>
                  <a:lnTo>
                    <a:pt x="0" y="5497"/>
                  </a:lnTo>
                  <a:lnTo>
                    <a:pt x="1287" y="5497"/>
                  </a:lnTo>
                  <a:lnTo>
                    <a:pt x="1287" y="2330"/>
                  </a:lnTo>
                  <a:cubicBezTo>
                    <a:pt x="1287" y="1431"/>
                    <a:pt x="1880" y="1124"/>
                    <a:pt x="2330" y="1124"/>
                  </a:cubicBezTo>
                  <a:cubicBezTo>
                    <a:pt x="3106" y="1124"/>
                    <a:pt x="3310" y="1696"/>
                    <a:pt x="3310" y="2371"/>
                  </a:cubicBezTo>
                  <a:lnTo>
                    <a:pt x="3310" y="5497"/>
                  </a:lnTo>
                  <a:lnTo>
                    <a:pt x="4598" y="5497"/>
                  </a:lnTo>
                  <a:lnTo>
                    <a:pt x="4598" y="2371"/>
                  </a:lnTo>
                  <a:cubicBezTo>
                    <a:pt x="4598" y="1676"/>
                    <a:pt x="4904" y="1124"/>
                    <a:pt x="5620" y="1124"/>
                  </a:cubicBezTo>
                  <a:cubicBezTo>
                    <a:pt x="6355" y="1124"/>
                    <a:pt x="6600" y="1615"/>
                    <a:pt x="6600" y="2350"/>
                  </a:cubicBezTo>
                  <a:lnTo>
                    <a:pt x="6600" y="5497"/>
                  </a:lnTo>
                  <a:lnTo>
                    <a:pt x="7888" y="5497"/>
                  </a:lnTo>
                  <a:lnTo>
                    <a:pt x="7888" y="1901"/>
                  </a:lnTo>
                  <a:cubicBezTo>
                    <a:pt x="7888" y="573"/>
                    <a:pt x="7009" y="0"/>
                    <a:pt x="6008" y="0"/>
                  </a:cubicBezTo>
                  <a:cubicBezTo>
                    <a:pt x="5272" y="0"/>
                    <a:pt x="4720" y="307"/>
                    <a:pt x="4332" y="797"/>
                  </a:cubicBezTo>
                  <a:cubicBezTo>
                    <a:pt x="3985" y="287"/>
                    <a:pt x="3515" y="0"/>
                    <a:pt x="2800"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18" name="Google Shape;1687;g2f1c646a89f_0_320">
              <a:extLst>
                <a:ext uri="{FF2B5EF4-FFF2-40B4-BE49-F238E27FC236}">
                  <a16:creationId xmlns:a16="http://schemas.microsoft.com/office/drawing/2014/main" id="{428D1567-EC1F-0B59-191F-13F5E86EE93A}"/>
                </a:ext>
              </a:extLst>
            </p:cNvPr>
            <p:cNvSpPr/>
            <p:nvPr/>
          </p:nvSpPr>
          <p:spPr>
            <a:xfrm>
              <a:off x="4532325" y="2490700"/>
              <a:ext cx="197725" cy="137450"/>
            </a:xfrm>
            <a:custGeom>
              <a:avLst/>
              <a:gdLst/>
              <a:ahLst/>
              <a:cxnLst/>
              <a:rect l="l" t="t" r="r" b="b"/>
              <a:pathLst>
                <a:path w="7909" h="5498" extrusionOk="0">
                  <a:moveTo>
                    <a:pt x="2800" y="0"/>
                  </a:moveTo>
                  <a:cubicBezTo>
                    <a:pt x="2167" y="0"/>
                    <a:pt x="1636" y="246"/>
                    <a:pt x="1268" y="757"/>
                  </a:cubicBezTo>
                  <a:lnTo>
                    <a:pt x="1247" y="757"/>
                  </a:lnTo>
                  <a:lnTo>
                    <a:pt x="1247" y="103"/>
                  </a:lnTo>
                  <a:lnTo>
                    <a:pt x="1" y="103"/>
                  </a:lnTo>
                  <a:lnTo>
                    <a:pt x="1" y="5497"/>
                  </a:lnTo>
                  <a:lnTo>
                    <a:pt x="1288" y="5497"/>
                  </a:lnTo>
                  <a:lnTo>
                    <a:pt x="1288" y="2330"/>
                  </a:lnTo>
                  <a:cubicBezTo>
                    <a:pt x="1288" y="1431"/>
                    <a:pt x="1881" y="1124"/>
                    <a:pt x="2330" y="1124"/>
                  </a:cubicBezTo>
                  <a:cubicBezTo>
                    <a:pt x="3127" y="1124"/>
                    <a:pt x="3311" y="1696"/>
                    <a:pt x="3311" y="2371"/>
                  </a:cubicBezTo>
                  <a:lnTo>
                    <a:pt x="3311" y="5497"/>
                  </a:lnTo>
                  <a:lnTo>
                    <a:pt x="4598" y="5497"/>
                  </a:lnTo>
                  <a:lnTo>
                    <a:pt x="4598" y="2371"/>
                  </a:lnTo>
                  <a:cubicBezTo>
                    <a:pt x="4598" y="1676"/>
                    <a:pt x="4905" y="1124"/>
                    <a:pt x="5641" y="1124"/>
                  </a:cubicBezTo>
                  <a:cubicBezTo>
                    <a:pt x="6356" y="1124"/>
                    <a:pt x="6621" y="1615"/>
                    <a:pt x="6621" y="2350"/>
                  </a:cubicBezTo>
                  <a:lnTo>
                    <a:pt x="6621" y="5497"/>
                  </a:lnTo>
                  <a:lnTo>
                    <a:pt x="7909" y="5497"/>
                  </a:lnTo>
                  <a:lnTo>
                    <a:pt x="7909" y="1901"/>
                  </a:lnTo>
                  <a:cubicBezTo>
                    <a:pt x="7909" y="573"/>
                    <a:pt x="7010" y="0"/>
                    <a:pt x="6008" y="0"/>
                  </a:cubicBezTo>
                  <a:cubicBezTo>
                    <a:pt x="5273" y="0"/>
                    <a:pt x="4721" y="307"/>
                    <a:pt x="4353" y="797"/>
                  </a:cubicBezTo>
                  <a:lnTo>
                    <a:pt x="4333" y="797"/>
                  </a:lnTo>
                  <a:cubicBezTo>
                    <a:pt x="4006" y="287"/>
                    <a:pt x="3515" y="0"/>
                    <a:pt x="2800"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19" name="Google Shape;1688;g2f1c646a89f_0_320">
              <a:extLst>
                <a:ext uri="{FF2B5EF4-FFF2-40B4-BE49-F238E27FC236}">
                  <a16:creationId xmlns:a16="http://schemas.microsoft.com/office/drawing/2014/main" id="{E125E767-44F4-DFCE-636B-E0FE7A7E127C}"/>
                </a:ext>
              </a:extLst>
            </p:cNvPr>
            <p:cNvSpPr/>
            <p:nvPr/>
          </p:nvSpPr>
          <p:spPr>
            <a:xfrm>
              <a:off x="4758125" y="2490700"/>
              <a:ext cx="120075" cy="140500"/>
            </a:xfrm>
            <a:custGeom>
              <a:avLst/>
              <a:gdLst/>
              <a:ahLst/>
              <a:cxnLst/>
              <a:rect l="l" t="t" r="r" b="b"/>
              <a:pathLst>
                <a:path w="4803" h="5620" extrusionOk="0">
                  <a:moveTo>
                    <a:pt x="2473" y="1083"/>
                  </a:moveTo>
                  <a:cubicBezTo>
                    <a:pt x="3004" y="1083"/>
                    <a:pt x="3515" y="1390"/>
                    <a:pt x="3515" y="2126"/>
                  </a:cubicBezTo>
                  <a:lnTo>
                    <a:pt x="3515" y="2269"/>
                  </a:lnTo>
                  <a:lnTo>
                    <a:pt x="1329" y="2269"/>
                  </a:lnTo>
                  <a:lnTo>
                    <a:pt x="1329" y="2187"/>
                  </a:lnTo>
                  <a:cubicBezTo>
                    <a:pt x="1329" y="1390"/>
                    <a:pt x="1921" y="1083"/>
                    <a:pt x="2473" y="1083"/>
                  </a:cubicBezTo>
                  <a:close/>
                  <a:moveTo>
                    <a:pt x="2473" y="0"/>
                  </a:moveTo>
                  <a:cubicBezTo>
                    <a:pt x="1145" y="0"/>
                    <a:pt x="1" y="838"/>
                    <a:pt x="1" y="2371"/>
                  </a:cubicBezTo>
                  <a:lnTo>
                    <a:pt x="1" y="3413"/>
                  </a:lnTo>
                  <a:cubicBezTo>
                    <a:pt x="1" y="4884"/>
                    <a:pt x="1186" y="5620"/>
                    <a:pt x="2514" y="5620"/>
                  </a:cubicBezTo>
                  <a:cubicBezTo>
                    <a:pt x="3474" y="5620"/>
                    <a:pt x="4333" y="5252"/>
                    <a:pt x="4741" y="4414"/>
                  </a:cubicBezTo>
                  <a:lnTo>
                    <a:pt x="3761" y="3842"/>
                  </a:lnTo>
                  <a:cubicBezTo>
                    <a:pt x="3474" y="4271"/>
                    <a:pt x="3025" y="4537"/>
                    <a:pt x="2575" y="4537"/>
                  </a:cubicBezTo>
                  <a:cubicBezTo>
                    <a:pt x="1901" y="4537"/>
                    <a:pt x="1349" y="4149"/>
                    <a:pt x="1349" y="3454"/>
                  </a:cubicBezTo>
                  <a:lnTo>
                    <a:pt x="1349" y="3168"/>
                  </a:lnTo>
                  <a:lnTo>
                    <a:pt x="4803" y="3168"/>
                  </a:lnTo>
                  <a:lnTo>
                    <a:pt x="4803" y="2126"/>
                  </a:lnTo>
                  <a:cubicBezTo>
                    <a:pt x="4803" y="695"/>
                    <a:pt x="3638" y="0"/>
                    <a:pt x="2473"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0" name="Google Shape;1689;g2f1c646a89f_0_320">
              <a:extLst>
                <a:ext uri="{FF2B5EF4-FFF2-40B4-BE49-F238E27FC236}">
                  <a16:creationId xmlns:a16="http://schemas.microsoft.com/office/drawing/2014/main" id="{B64B6FEE-C647-B5C7-0E80-E42A623826CC}"/>
                </a:ext>
              </a:extLst>
            </p:cNvPr>
            <p:cNvSpPr/>
            <p:nvPr/>
          </p:nvSpPr>
          <p:spPr>
            <a:xfrm>
              <a:off x="3487650" y="2756350"/>
              <a:ext cx="131300" cy="188000"/>
            </a:xfrm>
            <a:custGeom>
              <a:avLst/>
              <a:gdLst/>
              <a:ahLst/>
              <a:cxnLst/>
              <a:rect l="l" t="t" r="r" b="b"/>
              <a:pathLst>
                <a:path w="5252" h="7520" extrusionOk="0">
                  <a:moveTo>
                    <a:pt x="0" y="0"/>
                  </a:moveTo>
                  <a:lnTo>
                    <a:pt x="0" y="7520"/>
                  </a:lnTo>
                  <a:lnTo>
                    <a:pt x="5252" y="7520"/>
                  </a:lnTo>
                  <a:lnTo>
                    <a:pt x="5252" y="6294"/>
                  </a:lnTo>
                  <a:lnTo>
                    <a:pt x="1390" y="6294"/>
                  </a:lnTo>
                  <a:lnTo>
                    <a:pt x="1390" y="4312"/>
                  </a:lnTo>
                  <a:lnTo>
                    <a:pt x="4782" y="4312"/>
                  </a:lnTo>
                  <a:lnTo>
                    <a:pt x="4782" y="3065"/>
                  </a:lnTo>
                  <a:lnTo>
                    <a:pt x="1390" y="3065"/>
                  </a:lnTo>
                  <a:lnTo>
                    <a:pt x="1390" y="1226"/>
                  </a:lnTo>
                  <a:lnTo>
                    <a:pt x="5211" y="1226"/>
                  </a:lnTo>
                  <a:lnTo>
                    <a:pt x="5211" y="0"/>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1" name="Google Shape;1690;g2f1c646a89f_0_320">
              <a:extLst>
                <a:ext uri="{FF2B5EF4-FFF2-40B4-BE49-F238E27FC236}">
                  <a16:creationId xmlns:a16="http://schemas.microsoft.com/office/drawing/2014/main" id="{0EBDA276-C150-2F9A-438F-97146820A575}"/>
                </a:ext>
              </a:extLst>
            </p:cNvPr>
            <p:cNvSpPr/>
            <p:nvPr/>
          </p:nvSpPr>
          <p:spPr>
            <a:xfrm>
              <a:off x="3650600" y="2756350"/>
              <a:ext cx="58275" cy="189550"/>
            </a:xfrm>
            <a:custGeom>
              <a:avLst/>
              <a:gdLst/>
              <a:ahLst/>
              <a:cxnLst/>
              <a:rect l="l" t="t" r="r" b="b"/>
              <a:pathLst>
                <a:path w="2331" h="7582" extrusionOk="0">
                  <a:moveTo>
                    <a:pt x="1" y="0"/>
                  </a:moveTo>
                  <a:lnTo>
                    <a:pt x="1" y="6069"/>
                  </a:lnTo>
                  <a:cubicBezTo>
                    <a:pt x="1" y="6559"/>
                    <a:pt x="21" y="7581"/>
                    <a:pt x="1308" y="7581"/>
                  </a:cubicBezTo>
                  <a:cubicBezTo>
                    <a:pt x="1635" y="7581"/>
                    <a:pt x="2064" y="7520"/>
                    <a:pt x="2330" y="7438"/>
                  </a:cubicBezTo>
                  <a:lnTo>
                    <a:pt x="2330" y="6457"/>
                  </a:lnTo>
                  <a:cubicBezTo>
                    <a:pt x="2105" y="6478"/>
                    <a:pt x="1983" y="6498"/>
                    <a:pt x="1758" y="6498"/>
                  </a:cubicBezTo>
                  <a:cubicBezTo>
                    <a:pt x="1390" y="6498"/>
                    <a:pt x="1288" y="6294"/>
                    <a:pt x="1288" y="6069"/>
                  </a:cubicBezTo>
                  <a:lnTo>
                    <a:pt x="1288" y="0"/>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 name="Google Shape;1691;g2f1c646a89f_0_320">
              <a:extLst>
                <a:ext uri="{FF2B5EF4-FFF2-40B4-BE49-F238E27FC236}">
                  <a16:creationId xmlns:a16="http://schemas.microsoft.com/office/drawing/2014/main" id="{A1C7231F-F7E2-0DF0-F4E7-AD8EEC47106E}"/>
                </a:ext>
              </a:extLst>
            </p:cNvPr>
            <p:cNvSpPr/>
            <p:nvPr/>
          </p:nvSpPr>
          <p:spPr>
            <a:xfrm>
              <a:off x="3723150" y="2806400"/>
              <a:ext cx="120075" cy="140500"/>
            </a:xfrm>
            <a:custGeom>
              <a:avLst/>
              <a:gdLst/>
              <a:ahLst/>
              <a:cxnLst/>
              <a:rect l="l" t="t" r="r" b="b"/>
              <a:pathLst>
                <a:path w="4803" h="5620" extrusionOk="0">
                  <a:moveTo>
                    <a:pt x="3413" y="3250"/>
                  </a:moveTo>
                  <a:lnTo>
                    <a:pt x="3413" y="3515"/>
                  </a:lnTo>
                  <a:cubicBezTo>
                    <a:pt x="3413" y="4108"/>
                    <a:pt x="3249" y="4598"/>
                    <a:pt x="2228" y="4598"/>
                  </a:cubicBezTo>
                  <a:cubicBezTo>
                    <a:pt x="1615" y="4598"/>
                    <a:pt x="1247" y="4373"/>
                    <a:pt x="1247" y="3924"/>
                  </a:cubicBezTo>
                  <a:cubicBezTo>
                    <a:pt x="1247" y="3454"/>
                    <a:pt x="1615" y="3250"/>
                    <a:pt x="2146" y="3250"/>
                  </a:cubicBezTo>
                  <a:close/>
                  <a:moveTo>
                    <a:pt x="2391" y="1"/>
                  </a:moveTo>
                  <a:cubicBezTo>
                    <a:pt x="1390" y="1"/>
                    <a:pt x="266" y="409"/>
                    <a:pt x="266" y="1594"/>
                  </a:cubicBezTo>
                  <a:lnTo>
                    <a:pt x="266" y="1737"/>
                  </a:lnTo>
                  <a:lnTo>
                    <a:pt x="1410" y="1737"/>
                  </a:lnTo>
                  <a:lnTo>
                    <a:pt x="1410" y="1554"/>
                  </a:lnTo>
                  <a:cubicBezTo>
                    <a:pt x="1410" y="1206"/>
                    <a:pt x="1819" y="1022"/>
                    <a:pt x="2391" y="1022"/>
                  </a:cubicBezTo>
                  <a:cubicBezTo>
                    <a:pt x="3045" y="1022"/>
                    <a:pt x="3413" y="1247"/>
                    <a:pt x="3413" y="1819"/>
                  </a:cubicBezTo>
                  <a:lnTo>
                    <a:pt x="3413" y="2330"/>
                  </a:lnTo>
                  <a:lnTo>
                    <a:pt x="1982" y="2330"/>
                  </a:lnTo>
                  <a:cubicBezTo>
                    <a:pt x="940" y="2330"/>
                    <a:pt x="0" y="2943"/>
                    <a:pt x="0" y="3985"/>
                  </a:cubicBezTo>
                  <a:cubicBezTo>
                    <a:pt x="0" y="5007"/>
                    <a:pt x="756" y="5620"/>
                    <a:pt x="1880" y="5620"/>
                  </a:cubicBezTo>
                  <a:cubicBezTo>
                    <a:pt x="2575" y="5620"/>
                    <a:pt x="2984" y="5518"/>
                    <a:pt x="3454" y="5007"/>
                  </a:cubicBezTo>
                  <a:lnTo>
                    <a:pt x="3474" y="5007"/>
                  </a:lnTo>
                  <a:cubicBezTo>
                    <a:pt x="3494" y="5109"/>
                    <a:pt x="3515" y="5436"/>
                    <a:pt x="3535" y="5518"/>
                  </a:cubicBezTo>
                  <a:lnTo>
                    <a:pt x="4802" y="5518"/>
                  </a:lnTo>
                  <a:cubicBezTo>
                    <a:pt x="4741" y="5395"/>
                    <a:pt x="4700" y="4598"/>
                    <a:pt x="4700" y="4353"/>
                  </a:cubicBezTo>
                  <a:lnTo>
                    <a:pt x="4700" y="1737"/>
                  </a:lnTo>
                  <a:cubicBezTo>
                    <a:pt x="4700" y="409"/>
                    <a:pt x="3597" y="1"/>
                    <a:pt x="2391"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 name="Google Shape;1692;g2f1c646a89f_0_320">
              <a:extLst>
                <a:ext uri="{FF2B5EF4-FFF2-40B4-BE49-F238E27FC236}">
                  <a16:creationId xmlns:a16="http://schemas.microsoft.com/office/drawing/2014/main" id="{B39713C7-8F05-8860-EAAD-66D10B445928}"/>
                </a:ext>
              </a:extLst>
            </p:cNvPr>
            <p:cNvSpPr/>
            <p:nvPr/>
          </p:nvSpPr>
          <p:spPr>
            <a:xfrm>
              <a:off x="3872825" y="2806925"/>
              <a:ext cx="86350" cy="137425"/>
            </a:xfrm>
            <a:custGeom>
              <a:avLst/>
              <a:gdLst/>
              <a:ahLst/>
              <a:cxnLst/>
              <a:rect l="l" t="t" r="r" b="b"/>
              <a:pathLst>
                <a:path w="3454" h="5497" extrusionOk="0">
                  <a:moveTo>
                    <a:pt x="3025" y="0"/>
                  </a:moveTo>
                  <a:cubicBezTo>
                    <a:pt x="2391" y="0"/>
                    <a:pt x="1594" y="429"/>
                    <a:pt x="1267" y="1001"/>
                  </a:cubicBezTo>
                  <a:lnTo>
                    <a:pt x="1247" y="1001"/>
                  </a:lnTo>
                  <a:lnTo>
                    <a:pt x="1247" y="102"/>
                  </a:lnTo>
                  <a:lnTo>
                    <a:pt x="0" y="102"/>
                  </a:lnTo>
                  <a:lnTo>
                    <a:pt x="0" y="5497"/>
                  </a:lnTo>
                  <a:lnTo>
                    <a:pt x="1288" y="5497"/>
                  </a:lnTo>
                  <a:lnTo>
                    <a:pt x="1288" y="2738"/>
                  </a:lnTo>
                  <a:cubicBezTo>
                    <a:pt x="1288" y="1737"/>
                    <a:pt x="2003" y="1165"/>
                    <a:pt x="2984" y="1165"/>
                  </a:cubicBezTo>
                  <a:cubicBezTo>
                    <a:pt x="3147" y="1165"/>
                    <a:pt x="3290" y="1165"/>
                    <a:pt x="3454" y="1206"/>
                  </a:cubicBezTo>
                  <a:lnTo>
                    <a:pt x="3454" y="20"/>
                  </a:lnTo>
                  <a:cubicBezTo>
                    <a:pt x="3331" y="0"/>
                    <a:pt x="3168" y="0"/>
                    <a:pt x="3025"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4" name="Google Shape;1693;g2f1c646a89f_0_320">
              <a:extLst>
                <a:ext uri="{FF2B5EF4-FFF2-40B4-BE49-F238E27FC236}">
                  <a16:creationId xmlns:a16="http://schemas.microsoft.com/office/drawing/2014/main" id="{86A94AED-27AA-1845-5D79-CC3FA9C47AD5}"/>
                </a:ext>
              </a:extLst>
            </p:cNvPr>
            <p:cNvSpPr/>
            <p:nvPr/>
          </p:nvSpPr>
          <p:spPr>
            <a:xfrm>
              <a:off x="3975000" y="2806925"/>
              <a:ext cx="121600" cy="189025"/>
            </a:xfrm>
            <a:custGeom>
              <a:avLst/>
              <a:gdLst/>
              <a:ahLst/>
              <a:cxnLst/>
              <a:rect l="l" t="t" r="r" b="b"/>
              <a:pathLst>
                <a:path w="4864" h="7561" extrusionOk="0">
                  <a:moveTo>
                    <a:pt x="2452" y="1103"/>
                  </a:moveTo>
                  <a:cubicBezTo>
                    <a:pt x="3106" y="1103"/>
                    <a:pt x="3617" y="1471"/>
                    <a:pt x="3617" y="2125"/>
                  </a:cubicBezTo>
                  <a:lnTo>
                    <a:pt x="3617" y="3331"/>
                  </a:lnTo>
                  <a:cubicBezTo>
                    <a:pt x="3617" y="4107"/>
                    <a:pt x="3024" y="4393"/>
                    <a:pt x="2493" y="4393"/>
                  </a:cubicBezTo>
                  <a:cubicBezTo>
                    <a:pt x="1819" y="4393"/>
                    <a:pt x="1308" y="4005"/>
                    <a:pt x="1308" y="3351"/>
                  </a:cubicBezTo>
                  <a:lnTo>
                    <a:pt x="1308" y="2166"/>
                  </a:lnTo>
                  <a:cubicBezTo>
                    <a:pt x="1308" y="1390"/>
                    <a:pt x="1901" y="1103"/>
                    <a:pt x="2452" y="1103"/>
                  </a:cubicBezTo>
                  <a:close/>
                  <a:moveTo>
                    <a:pt x="2125" y="0"/>
                  </a:moveTo>
                  <a:cubicBezTo>
                    <a:pt x="940" y="0"/>
                    <a:pt x="0" y="797"/>
                    <a:pt x="0" y="2268"/>
                  </a:cubicBezTo>
                  <a:lnTo>
                    <a:pt x="0" y="3290"/>
                  </a:lnTo>
                  <a:cubicBezTo>
                    <a:pt x="0" y="4679"/>
                    <a:pt x="838" y="5415"/>
                    <a:pt x="2146" y="5415"/>
                  </a:cubicBezTo>
                  <a:cubicBezTo>
                    <a:pt x="2759" y="5415"/>
                    <a:pt x="3249" y="5190"/>
                    <a:pt x="3597" y="4720"/>
                  </a:cubicBezTo>
                  <a:lnTo>
                    <a:pt x="3617" y="4720"/>
                  </a:lnTo>
                  <a:lnTo>
                    <a:pt x="3617" y="5272"/>
                  </a:lnTo>
                  <a:cubicBezTo>
                    <a:pt x="3617" y="6048"/>
                    <a:pt x="3188" y="6539"/>
                    <a:pt x="2391" y="6539"/>
                  </a:cubicBezTo>
                  <a:cubicBezTo>
                    <a:pt x="1941" y="6539"/>
                    <a:pt x="1574" y="6335"/>
                    <a:pt x="1308" y="5824"/>
                  </a:cubicBezTo>
                  <a:lnTo>
                    <a:pt x="82" y="6253"/>
                  </a:lnTo>
                  <a:cubicBezTo>
                    <a:pt x="368" y="7152"/>
                    <a:pt x="1410" y="7561"/>
                    <a:pt x="2289" y="7561"/>
                  </a:cubicBezTo>
                  <a:cubicBezTo>
                    <a:pt x="4148" y="7561"/>
                    <a:pt x="4864" y="6294"/>
                    <a:pt x="4864" y="5047"/>
                  </a:cubicBezTo>
                  <a:lnTo>
                    <a:pt x="4864" y="102"/>
                  </a:lnTo>
                  <a:lnTo>
                    <a:pt x="3637" y="102"/>
                  </a:lnTo>
                  <a:lnTo>
                    <a:pt x="3637" y="736"/>
                  </a:lnTo>
                  <a:lnTo>
                    <a:pt x="3617" y="736"/>
                  </a:lnTo>
                  <a:cubicBezTo>
                    <a:pt x="3331" y="327"/>
                    <a:pt x="2759" y="0"/>
                    <a:pt x="2125"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5" name="Google Shape;1694;g2f1c646a89f_0_320">
              <a:extLst>
                <a:ext uri="{FF2B5EF4-FFF2-40B4-BE49-F238E27FC236}">
                  <a16:creationId xmlns:a16="http://schemas.microsoft.com/office/drawing/2014/main" id="{25A020EA-2A60-19E0-1E06-3239ACBB3D7A}"/>
                </a:ext>
              </a:extLst>
            </p:cNvPr>
            <p:cNvSpPr/>
            <p:nvPr/>
          </p:nvSpPr>
          <p:spPr>
            <a:xfrm>
              <a:off x="4130300" y="2754800"/>
              <a:ext cx="32200" cy="189550"/>
            </a:xfrm>
            <a:custGeom>
              <a:avLst/>
              <a:gdLst/>
              <a:ahLst/>
              <a:cxnLst/>
              <a:rect l="l" t="t" r="r" b="b"/>
              <a:pathLst>
                <a:path w="1288" h="7582" extrusionOk="0">
                  <a:moveTo>
                    <a:pt x="0" y="1"/>
                  </a:moveTo>
                  <a:lnTo>
                    <a:pt x="0" y="1370"/>
                  </a:lnTo>
                  <a:lnTo>
                    <a:pt x="1288" y="1370"/>
                  </a:lnTo>
                  <a:lnTo>
                    <a:pt x="1288" y="1"/>
                  </a:lnTo>
                  <a:close/>
                  <a:moveTo>
                    <a:pt x="0" y="2187"/>
                  </a:moveTo>
                  <a:lnTo>
                    <a:pt x="0" y="7582"/>
                  </a:lnTo>
                  <a:lnTo>
                    <a:pt x="1288" y="7582"/>
                  </a:lnTo>
                  <a:lnTo>
                    <a:pt x="1288" y="2187"/>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6" name="Google Shape;1695;g2f1c646a89f_0_320">
              <a:extLst>
                <a:ext uri="{FF2B5EF4-FFF2-40B4-BE49-F238E27FC236}">
                  <a16:creationId xmlns:a16="http://schemas.microsoft.com/office/drawing/2014/main" id="{783C5A14-5964-0F97-8FEE-B96E6DE3319D}"/>
                </a:ext>
              </a:extLst>
            </p:cNvPr>
            <p:cNvSpPr/>
            <p:nvPr/>
          </p:nvSpPr>
          <p:spPr>
            <a:xfrm>
              <a:off x="3479475" y="3072550"/>
              <a:ext cx="122625" cy="191075"/>
            </a:xfrm>
            <a:custGeom>
              <a:avLst/>
              <a:gdLst/>
              <a:ahLst/>
              <a:cxnLst/>
              <a:rect l="l" t="t" r="r" b="b"/>
              <a:pathLst>
                <a:path w="4905" h="7643" extrusionOk="0">
                  <a:moveTo>
                    <a:pt x="2432" y="3107"/>
                  </a:moveTo>
                  <a:cubicBezTo>
                    <a:pt x="3106" y="3107"/>
                    <a:pt x="3617" y="3495"/>
                    <a:pt x="3617" y="4149"/>
                  </a:cubicBezTo>
                  <a:lnTo>
                    <a:pt x="3617" y="5477"/>
                  </a:lnTo>
                  <a:cubicBezTo>
                    <a:pt x="3617" y="6253"/>
                    <a:pt x="3024" y="6540"/>
                    <a:pt x="2473" y="6540"/>
                  </a:cubicBezTo>
                  <a:cubicBezTo>
                    <a:pt x="1819" y="6540"/>
                    <a:pt x="1308" y="6151"/>
                    <a:pt x="1308" y="5497"/>
                  </a:cubicBezTo>
                  <a:lnTo>
                    <a:pt x="1308" y="4169"/>
                  </a:lnTo>
                  <a:cubicBezTo>
                    <a:pt x="1308" y="3393"/>
                    <a:pt x="1901" y="3107"/>
                    <a:pt x="2432" y="3107"/>
                  </a:cubicBezTo>
                  <a:close/>
                  <a:moveTo>
                    <a:pt x="3637" y="1"/>
                  </a:moveTo>
                  <a:lnTo>
                    <a:pt x="3637" y="2678"/>
                  </a:lnTo>
                  <a:lnTo>
                    <a:pt x="3597" y="2678"/>
                  </a:lnTo>
                  <a:cubicBezTo>
                    <a:pt x="3331" y="2310"/>
                    <a:pt x="2820" y="2003"/>
                    <a:pt x="2227" y="2003"/>
                  </a:cubicBezTo>
                  <a:cubicBezTo>
                    <a:pt x="1022" y="2003"/>
                    <a:pt x="0" y="2739"/>
                    <a:pt x="0" y="4210"/>
                  </a:cubicBezTo>
                  <a:lnTo>
                    <a:pt x="0" y="5518"/>
                  </a:lnTo>
                  <a:cubicBezTo>
                    <a:pt x="0" y="6887"/>
                    <a:pt x="961" y="7643"/>
                    <a:pt x="2125" y="7643"/>
                  </a:cubicBezTo>
                  <a:cubicBezTo>
                    <a:pt x="2616" y="7643"/>
                    <a:pt x="3351" y="7336"/>
                    <a:pt x="3658" y="6907"/>
                  </a:cubicBezTo>
                  <a:lnTo>
                    <a:pt x="3658" y="7520"/>
                  </a:lnTo>
                  <a:lnTo>
                    <a:pt x="4904" y="7520"/>
                  </a:lnTo>
                  <a:lnTo>
                    <a:pt x="4904"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7" name="Google Shape;1696;g2f1c646a89f_0_320">
              <a:extLst>
                <a:ext uri="{FF2B5EF4-FFF2-40B4-BE49-F238E27FC236}">
                  <a16:creationId xmlns:a16="http://schemas.microsoft.com/office/drawing/2014/main" id="{FE7D371B-396A-3F06-2BFF-A513D82FE714}"/>
                </a:ext>
              </a:extLst>
            </p:cNvPr>
            <p:cNvSpPr/>
            <p:nvPr/>
          </p:nvSpPr>
          <p:spPr>
            <a:xfrm>
              <a:off x="3630675" y="3123125"/>
              <a:ext cx="120075" cy="140500"/>
            </a:xfrm>
            <a:custGeom>
              <a:avLst/>
              <a:gdLst/>
              <a:ahLst/>
              <a:cxnLst/>
              <a:rect l="l" t="t" r="r" b="b"/>
              <a:pathLst>
                <a:path w="4803" h="5620" extrusionOk="0">
                  <a:moveTo>
                    <a:pt x="2494" y="1084"/>
                  </a:moveTo>
                  <a:cubicBezTo>
                    <a:pt x="3004" y="1084"/>
                    <a:pt x="3536" y="1390"/>
                    <a:pt x="3536" y="2126"/>
                  </a:cubicBezTo>
                  <a:lnTo>
                    <a:pt x="3536" y="2269"/>
                  </a:lnTo>
                  <a:lnTo>
                    <a:pt x="1349" y="2269"/>
                  </a:lnTo>
                  <a:lnTo>
                    <a:pt x="1349" y="2187"/>
                  </a:lnTo>
                  <a:cubicBezTo>
                    <a:pt x="1349" y="1390"/>
                    <a:pt x="1942" y="1084"/>
                    <a:pt x="2494" y="1084"/>
                  </a:cubicBezTo>
                  <a:close/>
                  <a:moveTo>
                    <a:pt x="2473" y="1"/>
                  </a:moveTo>
                  <a:cubicBezTo>
                    <a:pt x="1145" y="1"/>
                    <a:pt x="1" y="838"/>
                    <a:pt x="1" y="2371"/>
                  </a:cubicBezTo>
                  <a:lnTo>
                    <a:pt x="1" y="3413"/>
                  </a:lnTo>
                  <a:cubicBezTo>
                    <a:pt x="1" y="4884"/>
                    <a:pt x="1206" y="5620"/>
                    <a:pt x="2534" y="5620"/>
                  </a:cubicBezTo>
                  <a:cubicBezTo>
                    <a:pt x="3474" y="5620"/>
                    <a:pt x="4333" y="5252"/>
                    <a:pt x="4741" y="4414"/>
                  </a:cubicBezTo>
                  <a:lnTo>
                    <a:pt x="3761" y="3842"/>
                  </a:lnTo>
                  <a:cubicBezTo>
                    <a:pt x="3474" y="4251"/>
                    <a:pt x="3025" y="4537"/>
                    <a:pt x="2596" y="4537"/>
                  </a:cubicBezTo>
                  <a:cubicBezTo>
                    <a:pt x="1901" y="4537"/>
                    <a:pt x="1349" y="4149"/>
                    <a:pt x="1349" y="3454"/>
                  </a:cubicBezTo>
                  <a:lnTo>
                    <a:pt x="1349" y="3168"/>
                  </a:lnTo>
                  <a:lnTo>
                    <a:pt x="4803" y="3168"/>
                  </a:lnTo>
                  <a:lnTo>
                    <a:pt x="4803" y="2126"/>
                  </a:lnTo>
                  <a:cubicBezTo>
                    <a:pt x="4803" y="695"/>
                    <a:pt x="3658" y="1"/>
                    <a:pt x="2473"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8" name="Google Shape;1697;g2f1c646a89f_0_320">
              <a:extLst>
                <a:ext uri="{FF2B5EF4-FFF2-40B4-BE49-F238E27FC236}">
                  <a16:creationId xmlns:a16="http://schemas.microsoft.com/office/drawing/2014/main" id="{0542E4AC-DDD9-7DBB-2076-93BB411BAA96}"/>
                </a:ext>
              </a:extLst>
            </p:cNvPr>
            <p:cNvSpPr/>
            <p:nvPr/>
          </p:nvSpPr>
          <p:spPr>
            <a:xfrm>
              <a:off x="3828375" y="3072550"/>
              <a:ext cx="158400" cy="188525"/>
            </a:xfrm>
            <a:custGeom>
              <a:avLst/>
              <a:gdLst/>
              <a:ahLst/>
              <a:cxnLst/>
              <a:rect l="l" t="t" r="r" b="b"/>
              <a:pathLst>
                <a:path w="6336" h="7541" extrusionOk="0">
                  <a:moveTo>
                    <a:pt x="1" y="1"/>
                  </a:moveTo>
                  <a:lnTo>
                    <a:pt x="2473" y="7541"/>
                  </a:lnTo>
                  <a:lnTo>
                    <a:pt x="3842" y="7541"/>
                  </a:lnTo>
                  <a:lnTo>
                    <a:pt x="6335" y="1"/>
                  </a:lnTo>
                  <a:lnTo>
                    <a:pt x="4925" y="1"/>
                  </a:lnTo>
                  <a:lnTo>
                    <a:pt x="3229" y="5538"/>
                  </a:lnTo>
                  <a:lnTo>
                    <a:pt x="3209" y="5538"/>
                  </a:lnTo>
                  <a:lnTo>
                    <a:pt x="1513"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9" name="Google Shape;1698;g2f1c646a89f_0_320">
              <a:extLst>
                <a:ext uri="{FF2B5EF4-FFF2-40B4-BE49-F238E27FC236}">
                  <a16:creationId xmlns:a16="http://schemas.microsoft.com/office/drawing/2014/main" id="{729BC466-8B6A-15A9-9837-14D256B4A31F}"/>
                </a:ext>
              </a:extLst>
            </p:cNvPr>
            <p:cNvSpPr/>
            <p:nvPr/>
          </p:nvSpPr>
          <p:spPr>
            <a:xfrm>
              <a:off x="3982150" y="3122625"/>
              <a:ext cx="120075" cy="140500"/>
            </a:xfrm>
            <a:custGeom>
              <a:avLst/>
              <a:gdLst/>
              <a:ahLst/>
              <a:cxnLst/>
              <a:rect l="l" t="t" r="r" b="b"/>
              <a:pathLst>
                <a:path w="4803" h="5620" extrusionOk="0">
                  <a:moveTo>
                    <a:pt x="3413" y="3249"/>
                  </a:moveTo>
                  <a:lnTo>
                    <a:pt x="3413" y="3515"/>
                  </a:lnTo>
                  <a:cubicBezTo>
                    <a:pt x="3413" y="4107"/>
                    <a:pt x="3249" y="4598"/>
                    <a:pt x="2228" y="4598"/>
                  </a:cubicBezTo>
                  <a:cubicBezTo>
                    <a:pt x="1615" y="4598"/>
                    <a:pt x="1247" y="4373"/>
                    <a:pt x="1247" y="3923"/>
                  </a:cubicBezTo>
                  <a:cubicBezTo>
                    <a:pt x="1247" y="3454"/>
                    <a:pt x="1615" y="3249"/>
                    <a:pt x="2166" y="3249"/>
                  </a:cubicBezTo>
                  <a:close/>
                  <a:moveTo>
                    <a:pt x="2391" y="0"/>
                  </a:moveTo>
                  <a:cubicBezTo>
                    <a:pt x="1390" y="0"/>
                    <a:pt x="266" y="409"/>
                    <a:pt x="266" y="1594"/>
                  </a:cubicBezTo>
                  <a:lnTo>
                    <a:pt x="266" y="1737"/>
                  </a:lnTo>
                  <a:lnTo>
                    <a:pt x="1410" y="1737"/>
                  </a:lnTo>
                  <a:lnTo>
                    <a:pt x="1410" y="1553"/>
                  </a:lnTo>
                  <a:cubicBezTo>
                    <a:pt x="1410" y="1206"/>
                    <a:pt x="1819" y="1001"/>
                    <a:pt x="2391" y="1001"/>
                  </a:cubicBezTo>
                  <a:cubicBezTo>
                    <a:pt x="3045" y="1001"/>
                    <a:pt x="3413" y="1247"/>
                    <a:pt x="3413" y="1819"/>
                  </a:cubicBezTo>
                  <a:lnTo>
                    <a:pt x="3413" y="2330"/>
                  </a:lnTo>
                  <a:lnTo>
                    <a:pt x="1982" y="2330"/>
                  </a:lnTo>
                  <a:cubicBezTo>
                    <a:pt x="940" y="2330"/>
                    <a:pt x="0" y="2943"/>
                    <a:pt x="0" y="3985"/>
                  </a:cubicBezTo>
                  <a:cubicBezTo>
                    <a:pt x="0" y="5006"/>
                    <a:pt x="756" y="5620"/>
                    <a:pt x="1880" y="5620"/>
                  </a:cubicBezTo>
                  <a:cubicBezTo>
                    <a:pt x="2575" y="5620"/>
                    <a:pt x="2984" y="5517"/>
                    <a:pt x="3454" y="5027"/>
                  </a:cubicBezTo>
                  <a:lnTo>
                    <a:pt x="3474" y="5027"/>
                  </a:lnTo>
                  <a:cubicBezTo>
                    <a:pt x="3495" y="5109"/>
                    <a:pt x="3515" y="5436"/>
                    <a:pt x="3535" y="5517"/>
                  </a:cubicBezTo>
                  <a:lnTo>
                    <a:pt x="4802" y="5517"/>
                  </a:lnTo>
                  <a:cubicBezTo>
                    <a:pt x="4741" y="5395"/>
                    <a:pt x="4700" y="4598"/>
                    <a:pt x="4700" y="4353"/>
                  </a:cubicBezTo>
                  <a:lnTo>
                    <a:pt x="4700" y="1717"/>
                  </a:lnTo>
                  <a:cubicBezTo>
                    <a:pt x="4700" y="409"/>
                    <a:pt x="3597" y="0"/>
                    <a:pt x="2391"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30" name="Google Shape;1699;g2f1c646a89f_0_320">
              <a:extLst>
                <a:ext uri="{FF2B5EF4-FFF2-40B4-BE49-F238E27FC236}">
                  <a16:creationId xmlns:a16="http://schemas.microsoft.com/office/drawing/2014/main" id="{EAFC74AA-8E33-EB39-27D0-08752C04B5E9}"/>
                </a:ext>
              </a:extLst>
            </p:cNvPr>
            <p:cNvSpPr/>
            <p:nvPr/>
          </p:nvSpPr>
          <p:spPr>
            <a:xfrm>
              <a:off x="4127225" y="3123125"/>
              <a:ext cx="120575" cy="140500"/>
            </a:xfrm>
            <a:custGeom>
              <a:avLst/>
              <a:gdLst/>
              <a:ahLst/>
              <a:cxnLst/>
              <a:rect l="l" t="t" r="r" b="b"/>
              <a:pathLst>
                <a:path w="4823" h="5620" extrusionOk="0">
                  <a:moveTo>
                    <a:pt x="2473" y="1"/>
                  </a:moveTo>
                  <a:cubicBezTo>
                    <a:pt x="1124" y="1"/>
                    <a:pt x="1" y="838"/>
                    <a:pt x="1" y="2371"/>
                  </a:cubicBezTo>
                  <a:lnTo>
                    <a:pt x="1" y="3413"/>
                  </a:lnTo>
                  <a:cubicBezTo>
                    <a:pt x="1" y="4843"/>
                    <a:pt x="1186" y="5620"/>
                    <a:pt x="2514" y="5620"/>
                  </a:cubicBezTo>
                  <a:cubicBezTo>
                    <a:pt x="3679" y="5620"/>
                    <a:pt x="4823" y="4946"/>
                    <a:pt x="4823" y="3515"/>
                  </a:cubicBezTo>
                  <a:lnTo>
                    <a:pt x="4823" y="3454"/>
                  </a:lnTo>
                  <a:lnTo>
                    <a:pt x="3577" y="3454"/>
                  </a:lnTo>
                  <a:lnTo>
                    <a:pt x="3577" y="3515"/>
                  </a:lnTo>
                  <a:cubicBezTo>
                    <a:pt x="3577" y="4251"/>
                    <a:pt x="3025" y="4537"/>
                    <a:pt x="2514" y="4537"/>
                  </a:cubicBezTo>
                  <a:cubicBezTo>
                    <a:pt x="1819" y="4537"/>
                    <a:pt x="1329" y="4149"/>
                    <a:pt x="1329" y="3454"/>
                  </a:cubicBezTo>
                  <a:lnTo>
                    <a:pt x="1329" y="2187"/>
                  </a:lnTo>
                  <a:cubicBezTo>
                    <a:pt x="1329" y="1390"/>
                    <a:pt x="1921" y="1084"/>
                    <a:pt x="2473" y="1084"/>
                  </a:cubicBezTo>
                  <a:cubicBezTo>
                    <a:pt x="3004" y="1084"/>
                    <a:pt x="3577" y="1390"/>
                    <a:pt x="3577" y="2126"/>
                  </a:cubicBezTo>
                  <a:lnTo>
                    <a:pt x="3577" y="2228"/>
                  </a:lnTo>
                  <a:lnTo>
                    <a:pt x="4823" y="2228"/>
                  </a:lnTo>
                  <a:lnTo>
                    <a:pt x="4823" y="2126"/>
                  </a:lnTo>
                  <a:cubicBezTo>
                    <a:pt x="4823" y="695"/>
                    <a:pt x="3638" y="1"/>
                    <a:pt x="2473"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31" name="Google Shape;1700;g2f1c646a89f_0_320">
              <a:extLst>
                <a:ext uri="{FF2B5EF4-FFF2-40B4-BE49-F238E27FC236}">
                  <a16:creationId xmlns:a16="http://schemas.microsoft.com/office/drawing/2014/main" id="{7C12CAA9-AD1C-4029-0E98-E3B55C4EC1A4}"/>
                </a:ext>
              </a:extLst>
            </p:cNvPr>
            <p:cNvSpPr/>
            <p:nvPr/>
          </p:nvSpPr>
          <p:spPr>
            <a:xfrm>
              <a:off x="4265675" y="3123125"/>
              <a:ext cx="121100" cy="140500"/>
            </a:xfrm>
            <a:custGeom>
              <a:avLst/>
              <a:gdLst/>
              <a:ahLst/>
              <a:cxnLst/>
              <a:rect l="l" t="t" r="r" b="b"/>
              <a:pathLst>
                <a:path w="4844" h="5620" extrusionOk="0">
                  <a:moveTo>
                    <a:pt x="2473" y="1"/>
                  </a:moveTo>
                  <a:cubicBezTo>
                    <a:pt x="1145" y="1"/>
                    <a:pt x="0" y="838"/>
                    <a:pt x="0" y="2371"/>
                  </a:cubicBezTo>
                  <a:lnTo>
                    <a:pt x="0" y="3413"/>
                  </a:lnTo>
                  <a:cubicBezTo>
                    <a:pt x="0" y="4843"/>
                    <a:pt x="1185" y="5620"/>
                    <a:pt x="2514" y="5620"/>
                  </a:cubicBezTo>
                  <a:cubicBezTo>
                    <a:pt x="3678" y="5620"/>
                    <a:pt x="4843" y="4946"/>
                    <a:pt x="4843" y="3515"/>
                  </a:cubicBezTo>
                  <a:lnTo>
                    <a:pt x="4843" y="3454"/>
                  </a:lnTo>
                  <a:lnTo>
                    <a:pt x="3576" y="3454"/>
                  </a:lnTo>
                  <a:lnTo>
                    <a:pt x="3576" y="3515"/>
                  </a:lnTo>
                  <a:cubicBezTo>
                    <a:pt x="3576" y="4251"/>
                    <a:pt x="3045" y="4537"/>
                    <a:pt x="2514" y="4537"/>
                  </a:cubicBezTo>
                  <a:cubicBezTo>
                    <a:pt x="1839" y="4537"/>
                    <a:pt x="1328" y="4149"/>
                    <a:pt x="1328" y="3454"/>
                  </a:cubicBezTo>
                  <a:lnTo>
                    <a:pt x="1328" y="2187"/>
                  </a:lnTo>
                  <a:cubicBezTo>
                    <a:pt x="1328" y="1390"/>
                    <a:pt x="1921" y="1084"/>
                    <a:pt x="2473" y="1084"/>
                  </a:cubicBezTo>
                  <a:cubicBezTo>
                    <a:pt x="3004" y="1084"/>
                    <a:pt x="3576" y="1390"/>
                    <a:pt x="3576" y="2126"/>
                  </a:cubicBezTo>
                  <a:lnTo>
                    <a:pt x="3576" y="2228"/>
                  </a:lnTo>
                  <a:lnTo>
                    <a:pt x="4843" y="2228"/>
                  </a:lnTo>
                  <a:lnTo>
                    <a:pt x="4843" y="2126"/>
                  </a:lnTo>
                  <a:cubicBezTo>
                    <a:pt x="4843" y="695"/>
                    <a:pt x="3637" y="1"/>
                    <a:pt x="2473"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112" name="Google Shape;1701;g2f1c646a89f_0_320">
              <a:extLst>
                <a:ext uri="{FF2B5EF4-FFF2-40B4-BE49-F238E27FC236}">
                  <a16:creationId xmlns:a16="http://schemas.microsoft.com/office/drawing/2014/main" id="{1C47265D-7F9A-D4E3-2D82-37CAAE1A0705}"/>
                </a:ext>
              </a:extLst>
            </p:cNvPr>
            <p:cNvSpPr/>
            <p:nvPr/>
          </p:nvSpPr>
          <p:spPr>
            <a:xfrm>
              <a:off x="4410750" y="3070500"/>
              <a:ext cx="31700" cy="190075"/>
            </a:xfrm>
            <a:custGeom>
              <a:avLst/>
              <a:gdLst/>
              <a:ahLst/>
              <a:cxnLst/>
              <a:rect l="l" t="t" r="r" b="b"/>
              <a:pathLst>
                <a:path w="1268" h="7603" extrusionOk="0">
                  <a:moveTo>
                    <a:pt x="0" y="1"/>
                  </a:moveTo>
                  <a:lnTo>
                    <a:pt x="0" y="1370"/>
                  </a:lnTo>
                  <a:lnTo>
                    <a:pt x="1267" y="1370"/>
                  </a:lnTo>
                  <a:lnTo>
                    <a:pt x="1267" y="1"/>
                  </a:lnTo>
                  <a:close/>
                  <a:moveTo>
                    <a:pt x="0" y="2208"/>
                  </a:moveTo>
                  <a:lnTo>
                    <a:pt x="0" y="7602"/>
                  </a:lnTo>
                  <a:lnTo>
                    <a:pt x="1267" y="7602"/>
                  </a:lnTo>
                  <a:lnTo>
                    <a:pt x="1267" y="2208"/>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113" name="Google Shape;1702;g2f1c646a89f_0_320">
              <a:extLst>
                <a:ext uri="{FF2B5EF4-FFF2-40B4-BE49-F238E27FC236}">
                  <a16:creationId xmlns:a16="http://schemas.microsoft.com/office/drawing/2014/main" id="{C2126132-A695-1E74-ACD6-D41A4A012320}"/>
                </a:ext>
              </a:extLst>
            </p:cNvPr>
            <p:cNvSpPr/>
            <p:nvPr/>
          </p:nvSpPr>
          <p:spPr>
            <a:xfrm>
              <a:off x="4477675" y="3123125"/>
              <a:ext cx="117000" cy="137450"/>
            </a:xfrm>
            <a:custGeom>
              <a:avLst/>
              <a:gdLst/>
              <a:ahLst/>
              <a:cxnLst/>
              <a:rect l="l" t="t" r="r" b="b"/>
              <a:pathLst>
                <a:path w="4680" h="5498" extrusionOk="0">
                  <a:moveTo>
                    <a:pt x="2800" y="1"/>
                  </a:moveTo>
                  <a:cubicBezTo>
                    <a:pt x="2187" y="1"/>
                    <a:pt x="1615" y="246"/>
                    <a:pt x="1267" y="757"/>
                  </a:cubicBezTo>
                  <a:lnTo>
                    <a:pt x="1247" y="757"/>
                  </a:lnTo>
                  <a:lnTo>
                    <a:pt x="1247" y="103"/>
                  </a:lnTo>
                  <a:lnTo>
                    <a:pt x="0" y="103"/>
                  </a:lnTo>
                  <a:lnTo>
                    <a:pt x="0" y="5497"/>
                  </a:lnTo>
                  <a:lnTo>
                    <a:pt x="1288" y="5497"/>
                  </a:lnTo>
                  <a:lnTo>
                    <a:pt x="1288" y="2473"/>
                  </a:lnTo>
                  <a:cubicBezTo>
                    <a:pt x="1288" y="1554"/>
                    <a:pt x="1696" y="1124"/>
                    <a:pt x="2391" y="1124"/>
                  </a:cubicBezTo>
                  <a:cubicBezTo>
                    <a:pt x="3045" y="1124"/>
                    <a:pt x="3392" y="1554"/>
                    <a:pt x="3392" y="2371"/>
                  </a:cubicBezTo>
                  <a:lnTo>
                    <a:pt x="3392" y="5497"/>
                  </a:lnTo>
                  <a:lnTo>
                    <a:pt x="4680" y="5497"/>
                  </a:lnTo>
                  <a:lnTo>
                    <a:pt x="4680" y="2044"/>
                  </a:lnTo>
                  <a:cubicBezTo>
                    <a:pt x="4680" y="757"/>
                    <a:pt x="4005" y="1"/>
                    <a:pt x="2800"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114" name="Google Shape;1703;g2f1c646a89f_0_320">
              <a:extLst>
                <a:ext uri="{FF2B5EF4-FFF2-40B4-BE49-F238E27FC236}">
                  <a16:creationId xmlns:a16="http://schemas.microsoft.com/office/drawing/2014/main" id="{0C5545F1-C77F-34D0-56D3-C6B8DD6FEE83}"/>
                </a:ext>
              </a:extLst>
            </p:cNvPr>
            <p:cNvSpPr/>
            <p:nvPr/>
          </p:nvSpPr>
          <p:spPr>
            <a:xfrm>
              <a:off x="4619175" y="3122625"/>
              <a:ext cx="120075" cy="140500"/>
            </a:xfrm>
            <a:custGeom>
              <a:avLst/>
              <a:gdLst/>
              <a:ahLst/>
              <a:cxnLst/>
              <a:rect l="l" t="t" r="r" b="b"/>
              <a:pathLst>
                <a:path w="4803" h="5620" extrusionOk="0">
                  <a:moveTo>
                    <a:pt x="3433" y="3249"/>
                  </a:moveTo>
                  <a:lnTo>
                    <a:pt x="3433" y="3515"/>
                  </a:lnTo>
                  <a:cubicBezTo>
                    <a:pt x="3433" y="4107"/>
                    <a:pt x="3250" y="4598"/>
                    <a:pt x="2228" y="4598"/>
                  </a:cubicBezTo>
                  <a:cubicBezTo>
                    <a:pt x="1615" y="4598"/>
                    <a:pt x="1247" y="4373"/>
                    <a:pt x="1247" y="3923"/>
                  </a:cubicBezTo>
                  <a:cubicBezTo>
                    <a:pt x="1247" y="3454"/>
                    <a:pt x="1615" y="3249"/>
                    <a:pt x="2167" y="3249"/>
                  </a:cubicBezTo>
                  <a:close/>
                  <a:moveTo>
                    <a:pt x="2412" y="0"/>
                  </a:moveTo>
                  <a:cubicBezTo>
                    <a:pt x="1390" y="0"/>
                    <a:pt x="266" y="409"/>
                    <a:pt x="266" y="1594"/>
                  </a:cubicBezTo>
                  <a:lnTo>
                    <a:pt x="266" y="1737"/>
                  </a:lnTo>
                  <a:lnTo>
                    <a:pt x="1431" y="1737"/>
                  </a:lnTo>
                  <a:lnTo>
                    <a:pt x="1431" y="1553"/>
                  </a:lnTo>
                  <a:cubicBezTo>
                    <a:pt x="1431" y="1206"/>
                    <a:pt x="1840" y="1001"/>
                    <a:pt x="2391" y="1001"/>
                  </a:cubicBezTo>
                  <a:cubicBezTo>
                    <a:pt x="3045" y="1001"/>
                    <a:pt x="3433" y="1247"/>
                    <a:pt x="3433" y="1819"/>
                  </a:cubicBezTo>
                  <a:lnTo>
                    <a:pt x="3433" y="2330"/>
                  </a:lnTo>
                  <a:lnTo>
                    <a:pt x="2003" y="2330"/>
                  </a:lnTo>
                  <a:cubicBezTo>
                    <a:pt x="941" y="2330"/>
                    <a:pt x="1" y="2943"/>
                    <a:pt x="1" y="3985"/>
                  </a:cubicBezTo>
                  <a:cubicBezTo>
                    <a:pt x="1" y="5006"/>
                    <a:pt x="757" y="5620"/>
                    <a:pt x="1881" y="5620"/>
                  </a:cubicBezTo>
                  <a:cubicBezTo>
                    <a:pt x="2575" y="5620"/>
                    <a:pt x="2984" y="5517"/>
                    <a:pt x="3454" y="5027"/>
                  </a:cubicBezTo>
                  <a:lnTo>
                    <a:pt x="3474" y="5027"/>
                  </a:lnTo>
                  <a:cubicBezTo>
                    <a:pt x="3495" y="5109"/>
                    <a:pt x="3515" y="5436"/>
                    <a:pt x="3536" y="5517"/>
                  </a:cubicBezTo>
                  <a:lnTo>
                    <a:pt x="4803" y="5517"/>
                  </a:lnTo>
                  <a:cubicBezTo>
                    <a:pt x="4741" y="5395"/>
                    <a:pt x="4721" y="4598"/>
                    <a:pt x="4721" y="4353"/>
                  </a:cubicBezTo>
                  <a:lnTo>
                    <a:pt x="4721" y="1717"/>
                  </a:lnTo>
                  <a:cubicBezTo>
                    <a:pt x="4721" y="409"/>
                    <a:pt x="3597" y="0"/>
                    <a:pt x="2412"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115" name="Google Shape;1704;g2f1c646a89f_0_320">
              <a:extLst>
                <a:ext uri="{FF2B5EF4-FFF2-40B4-BE49-F238E27FC236}">
                  <a16:creationId xmlns:a16="http://schemas.microsoft.com/office/drawing/2014/main" id="{371DC0E1-DEEF-146B-B07A-DAF08009F4D5}"/>
                </a:ext>
              </a:extLst>
            </p:cNvPr>
            <p:cNvSpPr/>
            <p:nvPr/>
          </p:nvSpPr>
          <p:spPr>
            <a:xfrm>
              <a:off x="4756600" y="3084825"/>
              <a:ext cx="79725" cy="177800"/>
            </a:xfrm>
            <a:custGeom>
              <a:avLst/>
              <a:gdLst/>
              <a:ahLst/>
              <a:cxnLst/>
              <a:rect l="l" t="t" r="r" b="b"/>
              <a:pathLst>
                <a:path w="3189" h="7112" extrusionOk="0">
                  <a:moveTo>
                    <a:pt x="736" y="0"/>
                  </a:moveTo>
                  <a:lnTo>
                    <a:pt x="736" y="1635"/>
                  </a:lnTo>
                  <a:lnTo>
                    <a:pt x="0" y="1635"/>
                  </a:lnTo>
                  <a:lnTo>
                    <a:pt x="0" y="2656"/>
                  </a:lnTo>
                  <a:lnTo>
                    <a:pt x="736" y="2656"/>
                  </a:lnTo>
                  <a:lnTo>
                    <a:pt x="736" y="5742"/>
                  </a:lnTo>
                  <a:cubicBezTo>
                    <a:pt x="736" y="6702"/>
                    <a:pt x="1410" y="7111"/>
                    <a:pt x="2248" y="7111"/>
                  </a:cubicBezTo>
                  <a:cubicBezTo>
                    <a:pt x="2432" y="7111"/>
                    <a:pt x="2902" y="7070"/>
                    <a:pt x="3188" y="7009"/>
                  </a:cubicBezTo>
                  <a:lnTo>
                    <a:pt x="3188" y="5905"/>
                  </a:lnTo>
                  <a:cubicBezTo>
                    <a:pt x="2943" y="5946"/>
                    <a:pt x="2779" y="5967"/>
                    <a:pt x="2534" y="5967"/>
                  </a:cubicBezTo>
                  <a:cubicBezTo>
                    <a:pt x="2228" y="5967"/>
                    <a:pt x="2023" y="5844"/>
                    <a:pt x="2023" y="5435"/>
                  </a:cubicBezTo>
                  <a:lnTo>
                    <a:pt x="2023" y="2656"/>
                  </a:lnTo>
                  <a:lnTo>
                    <a:pt x="3188" y="2656"/>
                  </a:lnTo>
                  <a:lnTo>
                    <a:pt x="3188" y="1635"/>
                  </a:lnTo>
                  <a:lnTo>
                    <a:pt x="2023" y="1635"/>
                  </a:lnTo>
                  <a:lnTo>
                    <a:pt x="2023" y="0"/>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116" name="Google Shape;1705;g2f1c646a89f_0_320">
              <a:extLst>
                <a:ext uri="{FF2B5EF4-FFF2-40B4-BE49-F238E27FC236}">
                  <a16:creationId xmlns:a16="http://schemas.microsoft.com/office/drawing/2014/main" id="{B227EDCE-FD1E-A706-A0D3-3A1BBA6EF5B2}"/>
                </a:ext>
              </a:extLst>
            </p:cNvPr>
            <p:cNvSpPr/>
            <p:nvPr/>
          </p:nvSpPr>
          <p:spPr>
            <a:xfrm>
              <a:off x="4857750" y="3070500"/>
              <a:ext cx="32200" cy="190075"/>
            </a:xfrm>
            <a:custGeom>
              <a:avLst/>
              <a:gdLst/>
              <a:ahLst/>
              <a:cxnLst/>
              <a:rect l="l" t="t" r="r" b="b"/>
              <a:pathLst>
                <a:path w="1288" h="7603" extrusionOk="0">
                  <a:moveTo>
                    <a:pt x="0" y="1"/>
                  </a:moveTo>
                  <a:lnTo>
                    <a:pt x="0" y="1370"/>
                  </a:lnTo>
                  <a:lnTo>
                    <a:pt x="1288" y="1370"/>
                  </a:lnTo>
                  <a:lnTo>
                    <a:pt x="1288" y="1"/>
                  </a:lnTo>
                  <a:close/>
                  <a:moveTo>
                    <a:pt x="0" y="2208"/>
                  </a:moveTo>
                  <a:lnTo>
                    <a:pt x="0" y="7602"/>
                  </a:lnTo>
                  <a:lnTo>
                    <a:pt x="1288" y="7602"/>
                  </a:lnTo>
                  <a:lnTo>
                    <a:pt x="1288" y="2208"/>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117" name="Google Shape;1706;g2f1c646a89f_0_320">
              <a:extLst>
                <a:ext uri="{FF2B5EF4-FFF2-40B4-BE49-F238E27FC236}">
                  <a16:creationId xmlns:a16="http://schemas.microsoft.com/office/drawing/2014/main" id="{3D78F78F-3037-2816-FD8B-3DBDD44BBFD9}"/>
                </a:ext>
              </a:extLst>
            </p:cNvPr>
            <p:cNvSpPr/>
            <p:nvPr/>
          </p:nvSpPr>
          <p:spPr>
            <a:xfrm>
              <a:off x="4918525" y="3123125"/>
              <a:ext cx="122650" cy="140500"/>
            </a:xfrm>
            <a:custGeom>
              <a:avLst/>
              <a:gdLst/>
              <a:ahLst/>
              <a:cxnLst/>
              <a:rect l="l" t="t" r="r" b="b"/>
              <a:pathLst>
                <a:path w="4906" h="5620" extrusionOk="0">
                  <a:moveTo>
                    <a:pt x="2433" y="1104"/>
                  </a:moveTo>
                  <a:cubicBezTo>
                    <a:pt x="3107" y="1104"/>
                    <a:pt x="3597" y="1472"/>
                    <a:pt x="3597" y="2126"/>
                  </a:cubicBezTo>
                  <a:lnTo>
                    <a:pt x="3597" y="3474"/>
                  </a:lnTo>
                  <a:cubicBezTo>
                    <a:pt x="3597" y="4251"/>
                    <a:pt x="3025" y="4537"/>
                    <a:pt x="2473" y="4537"/>
                  </a:cubicBezTo>
                  <a:cubicBezTo>
                    <a:pt x="1820" y="4537"/>
                    <a:pt x="1309" y="4149"/>
                    <a:pt x="1309" y="3495"/>
                  </a:cubicBezTo>
                  <a:lnTo>
                    <a:pt x="1309" y="2167"/>
                  </a:lnTo>
                  <a:cubicBezTo>
                    <a:pt x="1309" y="1390"/>
                    <a:pt x="1901" y="1104"/>
                    <a:pt x="2433" y="1104"/>
                  </a:cubicBezTo>
                  <a:close/>
                  <a:moveTo>
                    <a:pt x="2433" y="1"/>
                  </a:moveTo>
                  <a:cubicBezTo>
                    <a:pt x="1247" y="1"/>
                    <a:pt x="1" y="798"/>
                    <a:pt x="1" y="2269"/>
                  </a:cubicBezTo>
                  <a:lnTo>
                    <a:pt x="1" y="3495"/>
                  </a:lnTo>
                  <a:cubicBezTo>
                    <a:pt x="1" y="4884"/>
                    <a:pt x="1166" y="5620"/>
                    <a:pt x="2473" y="5620"/>
                  </a:cubicBezTo>
                  <a:cubicBezTo>
                    <a:pt x="3679" y="5620"/>
                    <a:pt x="4905" y="4823"/>
                    <a:pt x="4905" y="3352"/>
                  </a:cubicBezTo>
                  <a:lnTo>
                    <a:pt x="4905" y="2248"/>
                  </a:lnTo>
                  <a:cubicBezTo>
                    <a:pt x="4905" y="859"/>
                    <a:pt x="3740" y="1"/>
                    <a:pt x="2433"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118" name="Google Shape;1707;g2f1c646a89f_0_320">
              <a:extLst>
                <a:ext uri="{FF2B5EF4-FFF2-40B4-BE49-F238E27FC236}">
                  <a16:creationId xmlns:a16="http://schemas.microsoft.com/office/drawing/2014/main" id="{EEFD3BED-A30E-953E-8EF6-A375B54EADAC}"/>
                </a:ext>
              </a:extLst>
            </p:cNvPr>
            <p:cNvSpPr/>
            <p:nvPr/>
          </p:nvSpPr>
          <p:spPr>
            <a:xfrm>
              <a:off x="5069750" y="3123125"/>
              <a:ext cx="117525" cy="137450"/>
            </a:xfrm>
            <a:custGeom>
              <a:avLst/>
              <a:gdLst/>
              <a:ahLst/>
              <a:cxnLst/>
              <a:rect l="l" t="t" r="r" b="b"/>
              <a:pathLst>
                <a:path w="4701" h="5498" extrusionOk="0">
                  <a:moveTo>
                    <a:pt x="2800" y="1"/>
                  </a:moveTo>
                  <a:cubicBezTo>
                    <a:pt x="2207" y="1"/>
                    <a:pt x="1635" y="246"/>
                    <a:pt x="1267" y="757"/>
                  </a:cubicBezTo>
                  <a:lnTo>
                    <a:pt x="1247" y="757"/>
                  </a:lnTo>
                  <a:lnTo>
                    <a:pt x="1247" y="103"/>
                  </a:lnTo>
                  <a:lnTo>
                    <a:pt x="0" y="103"/>
                  </a:lnTo>
                  <a:lnTo>
                    <a:pt x="0" y="5497"/>
                  </a:lnTo>
                  <a:lnTo>
                    <a:pt x="1288" y="5497"/>
                  </a:lnTo>
                  <a:lnTo>
                    <a:pt x="1288" y="2473"/>
                  </a:lnTo>
                  <a:cubicBezTo>
                    <a:pt x="1288" y="1554"/>
                    <a:pt x="1696" y="1124"/>
                    <a:pt x="2412" y="1124"/>
                  </a:cubicBezTo>
                  <a:cubicBezTo>
                    <a:pt x="3066" y="1124"/>
                    <a:pt x="3413" y="1554"/>
                    <a:pt x="3413" y="2371"/>
                  </a:cubicBezTo>
                  <a:lnTo>
                    <a:pt x="3413" y="5497"/>
                  </a:lnTo>
                  <a:lnTo>
                    <a:pt x="4700" y="5497"/>
                  </a:lnTo>
                  <a:lnTo>
                    <a:pt x="4700" y="2044"/>
                  </a:lnTo>
                  <a:cubicBezTo>
                    <a:pt x="4700" y="757"/>
                    <a:pt x="4026" y="1"/>
                    <a:pt x="2800"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119" name="Google Shape;1708;g2f1c646a89f_0_320">
              <a:extLst>
                <a:ext uri="{FF2B5EF4-FFF2-40B4-BE49-F238E27FC236}">
                  <a16:creationId xmlns:a16="http://schemas.microsoft.com/office/drawing/2014/main" id="{AA321B5C-0681-8EEA-C31C-BF76DABFCDCB}"/>
                </a:ext>
              </a:extLst>
            </p:cNvPr>
            <p:cNvSpPr/>
            <p:nvPr/>
          </p:nvSpPr>
          <p:spPr>
            <a:xfrm>
              <a:off x="5706775" y="2440125"/>
              <a:ext cx="147675" cy="188025"/>
            </a:xfrm>
            <a:custGeom>
              <a:avLst/>
              <a:gdLst/>
              <a:ahLst/>
              <a:cxnLst/>
              <a:rect l="l" t="t" r="r" b="b"/>
              <a:pathLst>
                <a:path w="5907" h="7521" extrusionOk="0">
                  <a:moveTo>
                    <a:pt x="2780" y="1186"/>
                  </a:moveTo>
                  <a:cubicBezTo>
                    <a:pt x="3577" y="1186"/>
                    <a:pt x="4149" y="1472"/>
                    <a:pt x="4149" y="2350"/>
                  </a:cubicBezTo>
                  <a:cubicBezTo>
                    <a:pt x="4149" y="3127"/>
                    <a:pt x="3618" y="3515"/>
                    <a:pt x="2800" y="3515"/>
                  </a:cubicBezTo>
                  <a:lnTo>
                    <a:pt x="1411" y="3515"/>
                  </a:lnTo>
                  <a:lnTo>
                    <a:pt x="1411" y="1186"/>
                  </a:lnTo>
                  <a:close/>
                  <a:moveTo>
                    <a:pt x="1" y="1"/>
                  </a:moveTo>
                  <a:lnTo>
                    <a:pt x="1" y="7520"/>
                  </a:lnTo>
                  <a:lnTo>
                    <a:pt x="1411" y="7520"/>
                  </a:lnTo>
                  <a:lnTo>
                    <a:pt x="1411" y="4700"/>
                  </a:lnTo>
                  <a:lnTo>
                    <a:pt x="2616" y="4700"/>
                  </a:lnTo>
                  <a:lnTo>
                    <a:pt x="4374" y="7520"/>
                  </a:lnTo>
                  <a:lnTo>
                    <a:pt x="5906" y="7520"/>
                  </a:lnTo>
                  <a:lnTo>
                    <a:pt x="4047" y="4537"/>
                  </a:lnTo>
                  <a:cubicBezTo>
                    <a:pt x="5048" y="4189"/>
                    <a:pt x="5538" y="3250"/>
                    <a:pt x="5538" y="2371"/>
                  </a:cubicBezTo>
                  <a:cubicBezTo>
                    <a:pt x="5538" y="818"/>
                    <a:pt x="4394" y="1"/>
                    <a:pt x="2984"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120" name="Google Shape;1709;g2f1c646a89f_0_320">
              <a:extLst>
                <a:ext uri="{FF2B5EF4-FFF2-40B4-BE49-F238E27FC236}">
                  <a16:creationId xmlns:a16="http://schemas.microsoft.com/office/drawing/2014/main" id="{E041636B-100C-802B-88AE-3223A36312C4}"/>
                </a:ext>
              </a:extLst>
            </p:cNvPr>
            <p:cNvSpPr/>
            <p:nvPr/>
          </p:nvSpPr>
          <p:spPr>
            <a:xfrm>
              <a:off x="5868725" y="2425825"/>
              <a:ext cx="120575" cy="205375"/>
            </a:xfrm>
            <a:custGeom>
              <a:avLst/>
              <a:gdLst/>
              <a:ahLst/>
              <a:cxnLst/>
              <a:rect l="l" t="t" r="r" b="b"/>
              <a:pathLst>
                <a:path w="4823" h="8215" extrusionOk="0">
                  <a:moveTo>
                    <a:pt x="2841" y="0"/>
                  </a:moveTo>
                  <a:lnTo>
                    <a:pt x="1942" y="1839"/>
                  </a:lnTo>
                  <a:lnTo>
                    <a:pt x="2943" y="1839"/>
                  </a:lnTo>
                  <a:lnTo>
                    <a:pt x="4291" y="0"/>
                  </a:lnTo>
                  <a:close/>
                  <a:moveTo>
                    <a:pt x="2493" y="3678"/>
                  </a:moveTo>
                  <a:cubicBezTo>
                    <a:pt x="3004" y="3678"/>
                    <a:pt x="3535" y="3985"/>
                    <a:pt x="3535" y="4721"/>
                  </a:cubicBezTo>
                  <a:lnTo>
                    <a:pt x="3535" y="4864"/>
                  </a:lnTo>
                  <a:lnTo>
                    <a:pt x="1349" y="4864"/>
                  </a:lnTo>
                  <a:lnTo>
                    <a:pt x="1349" y="4782"/>
                  </a:lnTo>
                  <a:cubicBezTo>
                    <a:pt x="1349" y="3985"/>
                    <a:pt x="1942" y="3678"/>
                    <a:pt x="2493" y="3678"/>
                  </a:cubicBezTo>
                  <a:close/>
                  <a:moveTo>
                    <a:pt x="2493" y="2595"/>
                  </a:moveTo>
                  <a:cubicBezTo>
                    <a:pt x="1145" y="2595"/>
                    <a:pt x="0" y="3433"/>
                    <a:pt x="0" y="4966"/>
                  </a:cubicBezTo>
                  <a:lnTo>
                    <a:pt x="0" y="6008"/>
                  </a:lnTo>
                  <a:cubicBezTo>
                    <a:pt x="0" y="7479"/>
                    <a:pt x="1206" y="8215"/>
                    <a:pt x="2534" y="8215"/>
                  </a:cubicBezTo>
                  <a:cubicBezTo>
                    <a:pt x="3474" y="8215"/>
                    <a:pt x="4332" y="7847"/>
                    <a:pt x="4761" y="7009"/>
                  </a:cubicBezTo>
                  <a:lnTo>
                    <a:pt x="3760" y="6437"/>
                  </a:lnTo>
                  <a:cubicBezTo>
                    <a:pt x="3474" y="6866"/>
                    <a:pt x="3025" y="7132"/>
                    <a:pt x="2595" y="7132"/>
                  </a:cubicBezTo>
                  <a:cubicBezTo>
                    <a:pt x="1901" y="7132"/>
                    <a:pt x="1349" y="6744"/>
                    <a:pt x="1349" y="6049"/>
                  </a:cubicBezTo>
                  <a:lnTo>
                    <a:pt x="1349" y="5763"/>
                  </a:lnTo>
                  <a:lnTo>
                    <a:pt x="4823" y="5763"/>
                  </a:lnTo>
                  <a:lnTo>
                    <a:pt x="4823" y="4721"/>
                  </a:lnTo>
                  <a:cubicBezTo>
                    <a:pt x="4823" y="3290"/>
                    <a:pt x="3658" y="2595"/>
                    <a:pt x="2493" y="2595"/>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121" name="Google Shape;1710;g2f1c646a89f_0_320">
              <a:extLst>
                <a:ext uri="{FF2B5EF4-FFF2-40B4-BE49-F238E27FC236}">
                  <a16:creationId xmlns:a16="http://schemas.microsoft.com/office/drawing/2014/main" id="{BED2E0CE-5542-3901-A47E-6D6B403013C3}"/>
                </a:ext>
              </a:extLst>
            </p:cNvPr>
            <p:cNvSpPr/>
            <p:nvPr/>
          </p:nvSpPr>
          <p:spPr>
            <a:xfrm>
              <a:off x="6017900" y="2490200"/>
              <a:ext cx="123125" cy="188525"/>
            </a:xfrm>
            <a:custGeom>
              <a:avLst/>
              <a:gdLst/>
              <a:ahLst/>
              <a:cxnLst/>
              <a:rect l="l" t="t" r="r" b="b"/>
              <a:pathLst>
                <a:path w="4925" h="7541" extrusionOk="0">
                  <a:moveTo>
                    <a:pt x="2452" y="1124"/>
                  </a:moveTo>
                  <a:cubicBezTo>
                    <a:pt x="3106" y="1124"/>
                    <a:pt x="3617" y="1492"/>
                    <a:pt x="3617" y="2146"/>
                  </a:cubicBezTo>
                  <a:lnTo>
                    <a:pt x="3617" y="3494"/>
                  </a:lnTo>
                  <a:cubicBezTo>
                    <a:pt x="3617" y="4271"/>
                    <a:pt x="3024" y="4557"/>
                    <a:pt x="2473" y="4557"/>
                  </a:cubicBezTo>
                  <a:cubicBezTo>
                    <a:pt x="1819" y="4557"/>
                    <a:pt x="1287" y="4169"/>
                    <a:pt x="1287" y="3515"/>
                  </a:cubicBezTo>
                  <a:lnTo>
                    <a:pt x="1287" y="2268"/>
                  </a:lnTo>
                  <a:cubicBezTo>
                    <a:pt x="1287" y="1471"/>
                    <a:pt x="1900" y="1124"/>
                    <a:pt x="2452" y="1124"/>
                  </a:cubicBezTo>
                  <a:close/>
                  <a:moveTo>
                    <a:pt x="2800" y="0"/>
                  </a:moveTo>
                  <a:cubicBezTo>
                    <a:pt x="2309" y="0"/>
                    <a:pt x="1696" y="225"/>
                    <a:pt x="1267" y="736"/>
                  </a:cubicBezTo>
                  <a:lnTo>
                    <a:pt x="1267" y="123"/>
                  </a:lnTo>
                  <a:lnTo>
                    <a:pt x="0" y="123"/>
                  </a:lnTo>
                  <a:lnTo>
                    <a:pt x="0" y="7540"/>
                  </a:lnTo>
                  <a:lnTo>
                    <a:pt x="1287" y="7540"/>
                  </a:lnTo>
                  <a:lnTo>
                    <a:pt x="1287" y="4965"/>
                  </a:lnTo>
                  <a:lnTo>
                    <a:pt x="1328" y="4965"/>
                  </a:lnTo>
                  <a:cubicBezTo>
                    <a:pt x="1594" y="5333"/>
                    <a:pt x="2084" y="5640"/>
                    <a:pt x="2697" y="5640"/>
                  </a:cubicBezTo>
                  <a:cubicBezTo>
                    <a:pt x="3903" y="5640"/>
                    <a:pt x="4925" y="4904"/>
                    <a:pt x="4925" y="3453"/>
                  </a:cubicBezTo>
                  <a:lnTo>
                    <a:pt x="4925" y="2146"/>
                  </a:lnTo>
                  <a:cubicBezTo>
                    <a:pt x="4925" y="756"/>
                    <a:pt x="3964" y="0"/>
                    <a:pt x="2800"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122" name="Google Shape;1711;g2f1c646a89f_0_320">
              <a:extLst>
                <a:ext uri="{FF2B5EF4-FFF2-40B4-BE49-F238E27FC236}">
                  <a16:creationId xmlns:a16="http://schemas.microsoft.com/office/drawing/2014/main" id="{CBAB160E-C092-5D52-0ABA-9B63E598CE49}"/>
                </a:ext>
              </a:extLst>
            </p:cNvPr>
            <p:cNvSpPr/>
            <p:nvPr/>
          </p:nvSpPr>
          <p:spPr>
            <a:xfrm>
              <a:off x="6167575" y="2493250"/>
              <a:ext cx="117525" cy="137450"/>
            </a:xfrm>
            <a:custGeom>
              <a:avLst/>
              <a:gdLst/>
              <a:ahLst/>
              <a:cxnLst/>
              <a:rect l="l" t="t" r="r" b="b"/>
              <a:pathLst>
                <a:path w="4701" h="5498" extrusionOk="0">
                  <a:moveTo>
                    <a:pt x="0" y="1"/>
                  </a:moveTo>
                  <a:lnTo>
                    <a:pt x="0" y="3434"/>
                  </a:lnTo>
                  <a:cubicBezTo>
                    <a:pt x="0" y="4721"/>
                    <a:pt x="695" y="5497"/>
                    <a:pt x="1901" y="5497"/>
                  </a:cubicBezTo>
                  <a:cubicBezTo>
                    <a:pt x="2514" y="5497"/>
                    <a:pt x="3065" y="5252"/>
                    <a:pt x="3413" y="4721"/>
                  </a:cubicBezTo>
                  <a:lnTo>
                    <a:pt x="3454" y="4721"/>
                  </a:lnTo>
                  <a:lnTo>
                    <a:pt x="3454" y="5395"/>
                  </a:lnTo>
                  <a:lnTo>
                    <a:pt x="4700" y="5395"/>
                  </a:lnTo>
                  <a:lnTo>
                    <a:pt x="4700" y="1"/>
                  </a:lnTo>
                  <a:lnTo>
                    <a:pt x="3413" y="1"/>
                  </a:lnTo>
                  <a:lnTo>
                    <a:pt x="3413" y="3004"/>
                  </a:lnTo>
                  <a:cubicBezTo>
                    <a:pt x="3413" y="3924"/>
                    <a:pt x="3004" y="4373"/>
                    <a:pt x="2309" y="4373"/>
                  </a:cubicBezTo>
                  <a:cubicBezTo>
                    <a:pt x="1655" y="4373"/>
                    <a:pt x="1288" y="3944"/>
                    <a:pt x="1288" y="3127"/>
                  </a:cubicBezTo>
                  <a:lnTo>
                    <a:pt x="1288"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123" name="Google Shape;1712;g2f1c646a89f_0_320">
              <a:extLst>
                <a:ext uri="{FF2B5EF4-FFF2-40B4-BE49-F238E27FC236}">
                  <a16:creationId xmlns:a16="http://schemas.microsoft.com/office/drawing/2014/main" id="{064DADDE-A1B2-2F7F-ECA6-2BAFF5EAFD59}"/>
                </a:ext>
              </a:extLst>
            </p:cNvPr>
            <p:cNvSpPr/>
            <p:nvPr/>
          </p:nvSpPr>
          <p:spPr>
            <a:xfrm>
              <a:off x="6318275" y="2440125"/>
              <a:ext cx="122625" cy="191075"/>
            </a:xfrm>
            <a:custGeom>
              <a:avLst/>
              <a:gdLst/>
              <a:ahLst/>
              <a:cxnLst/>
              <a:rect l="l" t="t" r="r" b="b"/>
              <a:pathLst>
                <a:path w="4905" h="7643" extrusionOk="0">
                  <a:moveTo>
                    <a:pt x="2432" y="3127"/>
                  </a:moveTo>
                  <a:cubicBezTo>
                    <a:pt x="3106" y="3127"/>
                    <a:pt x="3597" y="3495"/>
                    <a:pt x="3597" y="4149"/>
                  </a:cubicBezTo>
                  <a:lnTo>
                    <a:pt x="3597" y="5497"/>
                  </a:lnTo>
                  <a:cubicBezTo>
                    <a:pt x="3597" y="6274"/>
                    <a:pt x="3004" y="6560"/>
                    <a:pt x="2473" y="6560"/>
                  </a:cubicBezTo>
                  <a:cubicBezTo>
                    <a:pt x="1798" y="6560"/>
                    <a:pt x="1288" y="6172"/>
                    <a:pt x="1288" y="5518"/>
                  </a:cubicBezTo>
                  <a:lnTo>
                    <a:pt x="1288" y="4271"/>
                  </a:lnTo>
                  <a:cubicBezTo>
                    <a:pt x="1288" y="3495"/>
                    <a:pt x="1901" y="3127"/>
                    <a:pt x="2432" y="3127"/>
                  </a:cubicBezTo>
                  <a:close/>
                  <a:moveTo>
                    <a:pt x="0" y="1"/>
                  </a:moveTo>
                  <a:lnTo>
                    <a:pt x="0" y="7520"/>
                  </a:lnTo>
                  <a:lnTo>
                    <a:pt x="1226" y="7520"/>
                  </a:lnTo>
                  <a:lnTo>
                    <a:pt x="1226" y="6989"/>
                  </a:lnTo>
                  <a:lnTo>
                    <a:pt x="1267" y="6989"/>
                  </a:lnTo>
                  <a:cubicBezTo>
                    <a:pt x="1533" y="7336"/>
                    <a:pt x="2023" y="7643"/>
                    <a:pt x="2636" y="7643"/>
                  </a:cubicBezTo>
                  <a:cubicBezTo>
                    <a:pt x="3842" y="7643"/>
                    <a:pt x="4904" y="6907"/>
                    <a:pt x="4904" y="5456"/>
                  </a:cubicBezTo>
                  <a:lnTo>
                    <a:pt x="4904" y="4149"/>
                  </a:lnTo>
                  <a:cubicBezTo>
                    <a:pt x="4904" y="2759"/>
                    <a:pt x="3964" y="2023"/>
                    <a:pt x="2779" y="2023"/>
                  </a:cubicBezTo>
                  <a:cubicBezTo>
                    <a:pt x="2289" y="2023"/>
                    <a:pt x="1696" y="2207"/>
                    <a:pt x="1288" y="2739"/>
                  </a:cubicBezTo>
                  <a:lnTo>
                    <a:pt x="1288"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124" name="Google Shape;1713;g2f1c646a89f_0_320">
              <a:extLst>
                <a:ext uri="{FF2B5EF4-FFF2-40B4-BE49-F238E27FC236}">
                  <a16:creationId xmlns:a16="http://schemas.microsoft.com/office/drawing/2014/main" id="{7F2A9ADB-C922-E5B0-E130-0B215769C612}"/>
                </a:ext>
              </a:extLst>
            </p:cNvPr>
            <p:cNvSpPr/>
            <p:nvPr/>
          </p:nvSpPr>
          <p:spPr>
            <a:xfrm>
              <a:off x="6469475" y="2440125"/>
              <a:ext cx="58775" cy="189550"/>
            </a:xfrm>
            <a:custGeom>
              <a:avLst/>
              <a:gdLst/>
              <a:ahLst/>
              <a:cxnLst/>
              <a:rect l="l" t="t" r="r" b="b"/>
              <a:pathLst>
                <a:path w="2351" h="7582" extrusionOk="0">
                  <a:moveTo>
                    <a:pt x="1" y="1"/>
                  </a:moveTo>
                  <a:lnTo>
                    <a:pt x="1" y="6069"/>
                  </a:lnTo>
                  <a:cubicBezTo>
                    <a:pt x="1" y="6560"/>
                    <a:pt x="42" y="7581"/>
                    <a:pt x="1309" y="7581"/>
                  </a:cubicBezTo>
                  <a:cubicBezTo>
                    <a:pt x="1656" y="7581"/>
                    <a:pt x="2065" y="7520"/>
                    <a:pt x="2351" y="7438"/>
                  </a:cubicBezTo>
                  <a:lnTo>
                    <a:pt x="2351" y="6458"/>
                  </a:lnTo>
                  <a:cubicBezTo>
                    <a:pt x="2105" y="6478"/>
                    <a:pt x="1983" y="6498"/>
                    <a:pt x="1758" y="6498"/>
                  </a:cubicBezTo>
                  <a:cubicBezTo>
                    <a:pt x="1411" y="6498"/>
                    <a:pt x="1288" y="6315"/>
                    <a:pt x="1288" y="6069"/>
                  </a:cubicBezTo>
                  <a:lnTo>
                    <a:pt x="1288"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125" name="Google Shape;1714;g2f1c646a89f_0_320">
              <a:extLst>
                <a:ext uri="{FF2B5EF4-FFF2-40B4-BE49-F238E27FC236}">
                  <a16:creationId xmlns:a16="http://schemas.microsoft.com/office/drawing/2014/main" id="{74E2CDD9-A2D6-3E3E-298C-38EB020B5C12}"/>
                </a:ext>
              </a:extLst>
            </p:cNvPr>
            <p:cNvSpPr/>
            <p:nvPr/>
          </p:nvSpPr>
          <p:spPr>
            <a:xfrm>
              <a:off x="6550700" y="2438600"/>
              <a:ext cx="32225" cy="189550"/>
            </a:xfrm>
            <a:custGeom>
              <a:avLst/>
              <a:gdLst/>
              <a:ahLst/>
              <a:cxnLst/>
              <a:rect l="l" t="t" r="r" b="b"/>
              <a:pathLst>
                <a:path w="1289" h="7582" extrusionOk="0">
                  <a:moveTo>
                    <a:pt x="1" y="0"/>
                  </a:moveTo>
                  <a:lnTo>
                    <a:pt x="1" y="1369"/>
                  </a:lnTo>
                  <a:lnTo>
                    <a:pt x="1288" y="1369"/>
                  </a:lnTo>
                  <a:lnTo>
                    <a:pt x="1288" y="0"/>
                  </a:lnTo>
                  <a:close/>
                  <a:moveTo>
                    <a:pt x="1" y="2187"/>
                  </a:moveTo>
                  <a:lnTo>
                    <a:pt x="1" y="7581"/>
                  </a:lnTo>
                  <a:lnTo>
                    <a:pt x="1288" y="7581"/>
                  </a:lnTo>
                  <a:lnTo>
                    <a:pt x="1288" y="2187"/>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126" name="Google Shape;1715;g2f1c646a89f_0_320">
              <a:extLst>
                <a:ext uri="{FF2B5EF4-FFF2-40B4-BE49-F238E27FC236}">
                  <a16:creationId xmlns:a16="http://schemas.microsoft.com/office/drawing/2014/main" id="{9630BBDB-0CE2-4FF5-6341-EF74254CBEC4}"/>
                </a:ext>
              </a:extLst>
            </p:cNvPr>
            <p:cNvSpPr/>
            <p:nvPr/>
          </p:nvSpPr>
          <p:spPr>
            <a:xfrm>
              <a:off x="6611500" y="2490700"/>
              <a:ext cx="122625" cy="188025"/>
            </a:xfrm>
            <a:custGeom>
              <a:avLst/>
              <a:gdLst/>
              <a:ahLst/>
              <a:cxnLst/>
              <a:rect l="l" t="t" r="r" b="b"/>
              <a:pathLst>
                <a:path w="4905" h="7521" extrusionOk="0">
                  <a:moveTo>
                    <a:pt x="2432" y="1083"/>
                  </a:moveTo>
                  <a:cubicBezTo>
                    <a:pt x="3086" y="1083"/>
                    <a:pt x="3617" y="1472"/>
                    <a:pt x="3617" y="2126"/>
                  </a:cubicBezTo>
                  <a:lnTo>
                    <a:pt x="3617" y="3454"/>
                  </a:lnTo>
                  <a:cubicBezTo>
                    <a:pt x="3617" y="4230"/>
                    <a:pt x="3004" y="4516"/>
                    <a:pt x="2473" y="4516"/>
                  </a:cubicBezTo>
                  <a:cubicBezTo>
                    <a:pt x="1799" y="4516"/>
                    <a:pt x="1308" y="4128"/>
                    <a:pt x="1308" y="3474"/>
                  </a:cubicBezTo>
                  <a:lnTo>
                    <a:pt x="1308" y="2146"/>
                  </a:lnTo>
                  <a:cubicBezTo>
                    <a:pt x="1308" y="1370"/>
                    <a:pt x="1880" y="1083"/>
                    <a:pt x="2432" y="1083"/>
                  </a:cubicBezTo>
                  <a:close/>
                  <a:moveTo>
                    <a:pt x="2207" y="0"/>
                  </a:moveTo>
                  <a:cubicBezTo>
                    <a:pt x="1022" y="0"/>
                    <a:pt x="0" y="716"/>
                    <a:pt x="0" y="2187"/>
                  </a:cubicBezTo>
                  <a:lnTo>
                    <a:pt x="0" y="3495"/>
                  </a:lnTo>
                  <a:cubicBezTo>
                    <a:pt x="0" y="4864"/>
                    <a:pt x="940" y="5620"/>
                    <a:pt x="2126" y="5620"/>
                  </a:cubicBezTo>
                  <a:cubicBezTo>
                    <a:pt x="2596" y="5620"/>
                    <a:pt x="3331" y="5313"/>
                    <a:pt x="3638" y="4884"/>
                  </a:cubicBezTo>
                  <a:lnTo>
                    <a:pt x="3638" y="7520"/>
                  </a:lnTo>
                  <a:lnTo>
                    <a:pt x="4905" y="7520"/>
                  </a:lnTo>
                  <a:lnTo>
                    <a:pt x="4905" y="82"/>
                  </a:lnTo>
                  <a:lnTo>
                    <a:pt x="3617" y="82"/>
                  </a:lnTo>
                  <a:lnTo>
                    <a:pt x="3617" y="654"/>
                  </a:lnTo>
                  <a:lnTo>
                    <a:pt x="3576" y="654"/>
                  </a:lnTo>
                  <a:cubicBezTo>
                    <a:pt x="3311" y="307"/>
                    <a:pt x="2820" y="0"/>
                    <a:pt x="2207"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127" name="Google Shape;1716;g2f1c646a89f_0_320">
              <a:extLst>
                <a:ext uri="{FF2B5EF4-FFF2-40B4-BE49-F238E27FC236}">
                  <a16:creationId xmlns:a16="http://schemas.microsoft.com/office/drawing/2014/main" id="{8B233D57-B809-B95A-EE99-A7FB624C1193}"/>
                </a:ext>
              </a:extLst>
            </p:cNvPr>
            <p:cNvSpPr/>
            <p:nvPr/>
          </p:nvSpPr>
          <p:spPr>
            <a:xfrm>
              <a:off x="6767300" y="2493250"/>
              <a:ext cx="117025" cy="137450"/>
            </a:xfrm>
            <a:custGeom>
              <a:avLst/>
              <a:gdLst/>
              <a:ahLst/>
              <a:cxnLst/>
              <a:rect l="l" t="t" r="r" b="b"/>
              <a:pathLst>
                <a:path w="4681" h="5498" extrusionOk="0">
                  <a:moveTo>
                    <a:pt x="1" y="1"/>
                  </a:moveTo>
                  <a:lnTo>
                    <a:pt x="1" y="3434"/>
                  </a:lnTo>
                  <a:cubicBezTo>
                    <a:pt x="1" y="4721"/>
                    <a:pt x="675" y="5497"/>
                    <a:pt x="1901" y="5497"/>
                  </a:cubicBezTo>
                  <a:cubicBezTo>
                    <a:pt x="2494" y="5497"/>
                    <a:pt x="3046" y="5252"/>
                    <a:pt x="3413" y="4721"/>
                  </a:cubicBezTo>
                  <a:lnTo>
                    <a:pt x="3434" y="4721"/>
                  </a:lnTo>
                  <a:lnTo>
                    <a:pt x="3434" y="5395"/>
                  </a:lnTo>
                  <a:lnTo>
                    <a:pt x="4680" y="5395"/>
                  </a:lnTo>
                  <a:lnTo>
                    <a:pt x="4680" y="1"/>
                  </a:lnTo>
                  <a:lnTo>
                    <a:pt x="3393" y="1"/>
                  </a:lnTo>
                  <a:lnTo>
                    <a:pt x="3393" y="3004"/>
                  </a:lnTo>
                  <a:cubicBezTo>
                    <a:pt x="3393" y="3924"/>
                    <a:pt x="3005" y="4373"/>
                    <a:pt x="2289" y="4373"/>
                  </a:cubicBezTo>
                  <a:cubicBezTo>
                    <a:pt x="1636" y="4373"/>
                    <a:pt x="1288" y="3944"/>
                    <a:pt x="1288" y="3127"/>
                  </a:cubicBezTo>
                  <a:lnTo>
                    <a:pt x="1288"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128" name="Google Shape;1717;g2f1c646a89f_0_320">
              <a:extLst>
                <a:ext uri="{FF2B5EF4-FFF2-40B4-BE49-F238E27FC236}">
                  <a16:creationId xmlns:a16="http://schemas.microsoft.com/office/drawing/2014/main" id="{6511BEEF-FF79-66B8-734E-20793CFDB0C6}"/>
                </a:ext>
              </a:extLst>
            </p:cNvPr>
            <p:cNvSpPr/>
            <p:nvPr/>
          </p:nvSpPr>
          <p:spPr>
            <a:xfrm>
              <a:off x="6911375" y="2490700"/>
              <a:ext cx="120075" cy="140500"/>
            </a:xfrm>
            <a:custGeom>
              <a:avLst/>
              <a:gdLst/>
              <a:ahLst/>
              <a:cxnLst/>
              <a:rect l="l" t="t" r="r" b="b"/>
              <a:pathLst>
                <a:path w="4803" h="5620" extrusionOk="0">
                  <a:moveTo>
                    <a:pt x="2473" y="1083"/>
                  </a:moveTo>
                  <a:cubicBezTo>
                    <a:pt x="3004" y="1083"/>
                    <a:pt x="3515" y="1390"/>
                    <a:pt x="3515" y="2126"/>
                  </a:cubicBezTo>
                  <a:lnTo>
                    <a:pt x="3515" y="2269"/>
                  </a:lnTo>
                  <a:lnTo>
                    <a:pt x="1349" y="2269"/>
                  </a:lnTo>
                  <a:lnTo>
                    <a:pt x="1349" y="2187"/>
                  </a:lnTo>
                  <a:cubicBezTo>
                    <a:pt x="1349" y="1390"/>
                    <a:pt x="1921" y="1083"/>
                    <a:pt x="2473" y="1083"/>
                  </a:cubicBezTo>
                  <a:close/>
                  <a:moveTo>
                    <a:pt x="2473" y="0"/>
                  </a:moveTo>
                  <a:cubicBezTo>
                    <a:pt x="1145" y="0"/>
                    <a:pt x="0" y="838"/>
                    <a:pt x="0" y="2371"/>
                  </a:cubicBezTo>
                  <a:lnTo>
                    <a:pt x="0" y="3413"/>
                  </a:lnTo>
                  <a:cubicBezTo>
                    <a:pt x="0" y="4884"/>
                    <a:pt x="1185" y="5620"/>
                    <a:pt x="2514" y="5620"/>
                  </a:cubicBezTo>
                  <a:cubicBezTo>
                    <a:pt x="3474" y="5620"/>
                    <a:pt x="4332" y="5252"/>
                    <a:pt x="4741" y="4414"/>
                  </a:cubicBezTo>
                  <a:lnTo>
                    <a:pt x="3760" y="3842"/>
                  </a:lnTo>
                  <a:cubicBezTo>
                    <a:pt x="3474" y="4271"/>
                    <a:pt x="3024" y="4537"/>
                    <a:pt x="2575" y="4537"/>
                  </a:cubicBezTo>
                  <a:cubicBezTo>
                    <a:pt x="1901" y="4537"/>
                    <a:pt x="1349" y="4149"/>
                    <a:pt x="1349" y="3454"/>
                  </a:cubicBezTo>
                  <a:lnTo>
                    <a:pt x="1349" y="3168"/>
                  </a:lnTo>
                  <a:lnTo>
                    <a:pt x="4802" y="3168"/>
                  </a:lnTo>
                  <a:lnTo>
                    <a:pt x="4802" y="2126"/>
                  </a:lnTo>
                  <a:cubicBezTo>
                    <a:pt x="4802" y="695"/>
                    <a:pt x="3658" y="0"/>
                    <a:pt x="2473"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129" name="Google Shape;1718;g2f1c646a89f_0_320">
              <a:extLst>
                <a:ext uri="{FF2B5EF4-FFF2-40B4-BE49-F238E27FC236}">
                  <a16:creationId xmlns:a16="http://schemas.microsoft.com/office/drawing/2014/main" id="{AC1FE6E9-86BB-E9B9-C57B-72B43B08EE65}"/>
                </a:ext>
              </a:extLst>
            </p:cNvPr>
            <p:cNvSpPr/>
            <p:nvPr/>
          </p:nvSpPr>
          <p:spPr>
            <a:xfrm>
              <a:off x="5706775" y="2756350"/>
              <a:ext cx="147675" cy="188000"/>
            </a:xfrm>
            <a:custGeom>
              <a:avLst/>
              <a:gdLst/>
              <a:ahLst/>
              <a:cxnLst/>
              <a:rect l="l" t="t" r="r" b="b"/>
              <a:pathLst>
                <a:path w="5907" h="7520" extrusionOk="0">
                  <a:moveTo>
                    <a:pt x="2841" y="1226"/>
                  </a:moveTo>
                  <a:cubicBezTo>
                    <a:pt x="3720" y="1226"/>
                    <a:pt x="4496" y="1757"/>
                    <a:pt x="4496" y="2656"/>
                  </a:cubicBezTo>
                  <a:lnTo>
                    <a:pt x="4496" y="4822"/>
                  </a:lnTo>
                  <a:cubicBezTo>
                    <a:pt x="4496" y="5905"/>
                    <a:pt x="3618" y="6273"/>
                    <a:pt x="2902" y="6273"/>
                  </a:cubicBezTo>
                  <a:lnTo>
                    <a:pt x="1411" y="6273"/>
                  </a:lnTo>
                  <a:lnTo>
                    <a:pt x="1411" y="1226"/>
                  </a:lnTo>
                  <a:close/>
                  <a:moveTo>
                    <a:pt x="1" y="0"/>
                  </a:moveTo>
                  <a:lnTo>
                    <a:pt x="1" y="7520"/>
                  </a:lnTo>
                  <a:lnTo>
                    <a:pt x="2943" y="7520"/>
                  </a:lnTo>
                  <a:cubicBezTo>
                    <a:pt x="4435" y="7520"/>
                    <a:pt x="5906" y="6519"/>
                    <a:pt x="5906" y="4741"/>
                  </a:cubicBezTo>
                  <a:lnTo>
                    <a:pt x="5906" y="2738"/>
                  </a:lnTo>
                  <a:cubicBezTo>
                    <a:pt x="5906" y="1063"/>
                    <a:pt x="4578" y="0"/>
                    <a:pt x="2943"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130" name="Google Shape;1719;g2f1c646a89f_0_320">
              <a:extLst>
                <a:ext uri="{FF2B5EF4-FFF2-40B4-BE49-F238E27FC236}">
                  <a16:creationId xmlns:a16="http://schemas.microsoft.com/office/drawing/2014/main" id="{968B14B5-420F-28B7-762E-1EA03DC9E6E7}"/>
                </a:ext>
              </a:extLst>
            </p:cNvPr>
            <p:cNvSpPr/>
            <p:nvPr/>
          </p:nvSpPr>
          <p:spPr>
            <a:xfrm>
              <a:off x="5879450" y="2742025"/>
              <a:ext cx="120075" cy="205400"/>
            </a:xfrm>
            <a:custGeom>
              <a:avLst/>
              <a:gdLst/>
              <a:ahLst/>
              <a:cxnLst/>
              <a:rect l="l" t="t" r="r" b="b"/>
              <a:pathLst>
                <a:path w="4803" h="8216" extrusionOk="0">
                  <a:moveTo>
                    <a:pt x="2820" y="1"/>
                  </a:moveTo>
                  <a:lnTo>
                    <a:pt x="1942" y="1840"/>
                  </a:lnTo>
                  <a:lnTo>
                    <a:pt x="2943" y="1840"/>
                  </a:lnTo>
                  <a:lnTo>
                    <a:pt x="4292" y="1"/>
                  </a:lnTo>
                  <a:close/>
                  <a:moveTo>
                    <a:pt x="2473" y="3679"/>
                  </a:moveTo>
                  <a:cubicBezTo>
                    <a:pt x="3004" y="3679"/>
                    <a:pt x="3515" y="3986"/>
                    <a:pt x="3515" y="4721"/>
                  </a:cubicBezTo>
                  <a:lnTo>
                    <a:pt x="3515" y="4864"/>
                  </a:lnTo>
                  <a:lnTo>
                    <a:pt x="1349" y="4864"/>
                  </a:lnTo>
                  <a:lnTo>
                    <a:pt x="1349" y="4782"/>
                  </a:lnTo>
                  <a:cubicBezTo>
                    <a:pt x="1349" y="3986"/>
                    <a:pt x="1942" y="3679"/>
                    <a:pt x="2473" y="3679"/>
                  </a:cubicBezTo>
                  <a:close/>
                  <a:moveTo>
                    <a:pt x="2473" y="2596"/>
                  </a:moveTo>
                  <a:cubicBezTo>
                    <a:pt x="1145" y="2596"/>
                    <a:pt x="0" y="3434"/>
                    <a:pt x="0" y="4966"/>
                  </a:cubicBezTo>
                  <a:lnTo>
                    <a:pt x="0" y="6009"/>
                  </a:lnTo>
                  <a:cubicBezTo>
                    <a:pt x="0" y="7480"/>
                    <a:pt x="1186" y="8215"/>
                    <a:pt x="2534" y="8215"/>
                  </a:cubicBezTo>
                  <a:cubicBezTo>
                    <a:pt x="3474" y="8215"/>
                    <a:pt x="4332" y="7848"/>
                    <a:pt x="4741" y="7010"/>
                  </a:cubicBezTo>
                  <a:lnTo>
                    <a:pt x="3760" y="6438"/>
                  </a:lnTo>
                  <a:cubicBezTo>
                    <a:pt x="3474" y="6846"/>
                    <a:pt x="3025" y="7132"/>
                    <a:pt x="2596" y="7132"/>
                  </a:cubicBezTo>
                  <a:cubicBezTo>
                    <a:pt x="1901" y="7132"/>
                    <a:pt x="1349" y="6744"/>
                    <a:pt x="1349" y="6049"/>
                  </a:cubicBezTo>
                  <a:lnTo>
                    <a:pt x="1349" y="5763"/>
                  </a:lnTo>
                  <a:lnTo>
                    <a:pt x="4802" y="5763"/>
                  </a:lnTo>
                  <a:lnTo>
                    <a:pt x="4802" y="4721"/>
                  </a:lnTo>
                  <a:cubicBezTo>
                    <a:pt x="4802" y="3291"/>
                    <a:pt x="3658" y="2596"/>
                    <a:pt x="2473" y="2596"/>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131" name="Google Shape;1720;g2f1c646a89f_0_320">
              <a:extLst>
                <a:ext uri="{FF2B5EF4-FFF2-40B4-BE49-F238E27FC236}">
                  <a16:creationId xmlns:a16="http://schemas.microsoft.com/office/drawing/2014/main" id="{9856A912-44E2-09FD-9D96-A076A3ED310B}"/>
                </a:ext>
              </a:extLst>
            </p:cNvPr>
            <p:cNvSpPr/>
            <p:nvPr/>
          </p:nvSpPr>
          <p:spPr>
            <a:xfrm>
              <a:off x="6028625" y="2806925"/>
              <a:ext cx="197200" cy="137425"/>
            </a:xfrm>
            <a:custGeom>
              <a:avLst/>
              <a:gdLst/>
              <a:ahLst/>
              <a:cxnLst/>
              <a:rect l="l" t="t" r="r" b="b"/>
              <a:pathLst>
                <a:path w="7888" h="5497" extrusionOk="0">
                  <a:moveTo>
                    <a:pt x="2779" y="0"/>
                  </a:moveTo>
                  <a:cubicBezTo>
                    <a:pt x="2146" y="0"/>
                    <a:pt x="1614" y="266"/>
                    <a:pt x="1247" y="756"/>
                  </a:cubicBezTo>
                  <a:lnTo>
                    <a:pt x="1226" y="756"/>
                  </a:lnTo>
                  <a:lnTo>
                    <a:pt x="1226" y="102"/>
                  </a:lnTo>
                  <a:lnTo>
                    <a:pt x="0" y="102"/>
                  </a:lnTo>
                  <a:lnTo>
                    <a:pt x="0" y="5497"/>
                  </a:lnTo>
                  <a:lnTo>
                    <a:pt x="1288" y="5497"/>
                  </a:lnTo>
                  <a:lnTo>
                    <a:pt x="1288" y="2330"/>
                  </a:lnTo>
                  <a:cubicBezTo>
                    <a:pt x="1288" y="1430"/>
                    <a:pt x="1860" y="1124"/>
                    <a:pt x="2330" y="1124"/>
                  </a:cubicBezTo>
                  <a:cubicBezTo>
                    <a:pt x="3106" y="1124"/>
                    <a:pt x="3310" y="1696"/>
                    <a:pt x="3310" y="2370"/>
                  </a:cubicBezTo>
                  <a:lnTo>
                    <a:pt x="3310" y="5497"/>
                  </a:lnTo>
                  <a:lnTo>
                    <a:pt x="4577" y="5497"/>
                  </a:lnTo>
                  <a:lnTo>
                    <a:pt x="4577" y="2391"/>
                  </a:lnTo>
                  <a:cubicBezTo>
                    <a:pt x="4577" y="1676"/>
                    <a:pt x="4884" y="1124"/>
                    <a:pt x="5620" y="1124"/>
                  </a:cubicBezTo>
                  <a:cubicBezTo>
                    <a:pt x="6355" y="1124"/>
                    <a:pt x="6600" y="1635"/>
                    <a:pt x="6600" y="2350"/>
                  </a:cubicBezTo>
                  <a:lnTo>
                    <a:pt x="6600" y="5497"/>
                  </a:lnTo>
                  <a:lnTo>
                    <a:pt x="7888" y="5497"/>
                  </a:lnTo>
                  <a:lnTo>
                    <a:pt x="7888" y="1900"/>
                  </a:lnTo>
                  <a:cubicBezTo>
                    <a:pt x="7888" y="572"/>
                    <a:pt x="6989" y="0"/>
                    <a:pt x="5987" y="0"/>
                  </a:cubicBezTo>
                  <a:cubicBezTo>
                    <a:pt x="5252" y="0"/>
                    <a:pt x="4720" y="307"/>
                    <a:pt x="4332" y="797"/>
                  </a:cubicBezTo>
                  <a:lnTo>
                    <a:pt x="4312" y="797"/>
                  </a:lnTo>
                  <a:cubicBezTo>
                    <a:pt x="3985" y="286"/>
                    <a:pt x="3494" y="0"/>
                    <a:pt x="2779"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132" name="Google Shape;1721;g2f1c646a89f_0_320">
              <a:extLst>
                <a:ext uri="{FF2B5EF4-FFF2-40B4-BE49-F238E27FC236}">
                  <a16:creationId xmlns:a16="http://schemas.microsoft.com/office/drawing/2014/main" id="{58F92468-B686-265D-470A-8EFEBFABC72F}"/>
                </a:ext>
              </a:extLst>
            </p:cNvPr>
            <p:cNvSpPr/>
            <p:nvPr/>
          </p:nvSpPr>
          <p:spPr>
            <a:xfrm>
              <a:off x="6253900" y="2806925"/>
              <a:ext cx="122625" cy="140500"/>
            </a:xfrm>
            <a:custGeom>
              <a:avLst/>
              <a:gdLst/>
              <a:ahLst/>
              <a:cxnLst/>
              <a:rect l="l" t="t" r="r" b="b"/>
              <a:pathLst>
                <a:path w="4905" h="5620" extrusionOk="0">
                  <a:moveTo>
                    <a:pt x="2432" y="1103"/>
                  </a:moveTo>
                  <a:cubicBezTo>
                    <a:pt x="3107" y="1103"/>
                    <a:pt x="3597" y="1471"/>
                    <a:pt x="3597" y="2125"/>
                  </a:cubicBezTo>
                  <a:lnTo>
                    <a:pt x="3597" y="3474"/>
                  </a:lnTo>
                  <a:cubicBezTo>
                    <a:pt x="3597" y="4250"/>
                    <a:pt x="3025" y="4536"/>
                    <a:pt x="2473" y="4536"/>
                  </a:cubicBezTo>
                  <a:cubicBezTo>
                    <a:pt x="1819" y="4536"/>
                    <a:pt x="1308" y="4148"/>
                    <a:pt x="1308" y="3494"/>
                  </a:cubicBezTo>
                  <a:lnTo>
                    <a:pt x="1308" y="2166"/>
                  </a:lnTo>
                  <a:cubicBezTo>
                    <a:pt x="1308" y="1390"/>
                    <a:pt x="1901" y="1103"/>
                    <a:pt x="2432" y="1103"/>
                  </a:cubicBezTo>
                  <a:close/>
                  <a:moveTo>
                    <a:pt x="2432" y="0"/>
                  </a:moveTo>
                  <a:cubicBezTo>
                    <a:pt x="1247" y="0"/>
                    <a:pt x="1" y="797"/>
                    <a:pt x="1" y="2268"/>
                  </a:cubicBezTo>
                  <a:lnTo>
                    <a:pt x="1" y="3494"/>
                  </a:lnTo>
                  <a:cubicBezTo>
                    <a:pt x="1" y="4884"/>
                    <a:pt x="1165" y="5619"/>
                    <a:pt x="2473" y="5619"/>
                  </a:cubicBezTo>
                  <a:cubicBezTo>
                    <a:pt x="3679" y="5619"/>
                    <a:pt x="4905" y="4822"/>
                    <a:pt x="4905" y="3351"/>
                  </a:cubicBezTo>
                  <a:lnTo>
                    <a:pt x="4905" y="2248"/>
                  </a:lnTo>
                  <a:cubicBezTo>
                    <a:pt x="4905" y="858"/>
                    <a:pt x="3740" y="0"/>
                    <a:pt x="2432"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133" name="Google Shape;1722;g2f1c646a89f_0_320">
              <a:extLst>
                <a:ext uri="{FF2B5EF4-FFF2-40B4-BE49-F238E27FC236}">
                  <a16:creationId xmlns:a16="http://schemas.microsoft.com/office/drawing/2014/main" id="{3D84738F-92AD-A680-E1D1-83631E7F70F6}"/>
                </a:ext>
              </a:extLst>
            </p:cNvPr>
            <p:cNvSpPr/>
            <p:nvPr/>
          </p:nvSpPr>
          <p:spPr>
            <a:xfrm>
              <a:off x="6398975" y="2806925"/>
              <a:ext cx="121100" cy="140500"/>
            </a:xfrm>
            <a:custGeom>
              <a:avLst/>
              <a:gdLst/>
              <a:ahLst/>
              <a:cxnLst/>
              <a:rect l="l" t="t" r="r" b="b"/>
              <a:pathLst>
                <a:path w="4844" h="5620" extrusionOk="0">
                  <a:moveTo>
                    <a:pt x="2473" y="0"/>
                  </a:moveTo>
                  <a:cubicBezTo>
                    <a:pt x="1145" y="0"/>
                    <a:pt x="1" y="838"/>
                    <a:pt x="1" y="2370"/>
                  </a:cubicBezTo>
                  <a:lnTo>
                    <a:pt x="1" y="3413"/>
                  </a:lnTo>
                  <a:cubicBezTo>
                    <a:pt x="1" y="4843"/>
                    <a:pt x="1186" y="5619"/>
                    <a:pt x="2514" y="5619"/>
                  </a:cubicBezTo>
                  <a:cubicBezTo>
                    <a:pt x="3679" y="5619"/>
                    <a:pt x="4823" y="4945"/>
                    <a:pt x="4823" y="3515"/>
                  </a:cubicBezTo>
                  <a:lnTo>
                    <a:pt x="4823" y="3453"/>
                  </a:lnTo>
                  <a:lnTo>
                    <a:pt x="3577" y="3453"/>
                  </a:lnTo>
                  <a:lnTo>
                    <a:pt x="3577" y="3515"/>
                  </a:lnTo>
                  <a:cubicBezTo>
                    <a:pt x="3577" y="4250"/>
                    <a:pt x="3046" y="4536"/>
                    <a:pt x="2514" y="4536"/>
                  </a:cubicBezTo>
                  <a:cubicBezTo>
                    <a:pt x="1840" y="4536"/>
                    <a:pt x="1329" y="4148"/>
                    <a:pt x="1329" y="3453"/>
                  </a:cubicBezTo>
                  <a:lnTo>
                    <a:pt x="1329" y="2186"/>
                  </a:lnTo>
                  <a:cubicBezTo>
                    <a:pt x="1329" y="1390"/>
                    <a:pt x="1922" y="1083"/>
                    <a:pt x="2473" y="1083"/>
                  </a:cubicBezTo>
                  <a:cubicBezTo>
                    <a:pt x="3005" y="1083"/>
                    <a:pt x="3577" y="1390"/>
                    <a:pt x="3577" y="2125"/>
                  </a:cubicBezTo>
                  <a:lnTo>
                    <a:pt x="3577" y="2227"/>
                  </a:lnTo>
                  <a:lnTo>
                    <a:pt x="4844" y="2227"/>
                  </a:lnTo>
                  <a:lnTo>
                    <a:pt x="4844" y="2125"/>
                  </a:lnTo>
                  <a:cubicBezTo>
                    <a:pt x="4844" y="695"/>
                    <a:pt x="3638" y="0"/>
                    <a:pt x="2473"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134" name="Google Shape;1723;g2f1c646a89f_0_320">
              <a:extLst>
                <a:ext uri="{FF2B5EF4-FFF2-40B4-BE49-F238E27FC236}">
                  <a16:creationId xmlns:a16="http://schemas.microsoft.com/office/drawing/2014/main" id="{0F98C327-ECB6-514F-D829-5F8487A08FB1}"/>
                </a:ext>
              </a:extLst>
            </p:cNvPr>
            <p:cNvSpPr/>
            <p:nvPr/>
          </p:nvSpPr>
          <p:spPr>
            <a:xfrm>
              <a:off x="6542025" y="2806925"/>
              <a:ext cx="86875" cy="137425"/>
            </a:xfrm>
            <a:custGeom>
              <a:avLst/>
              <a:gdLst/>
              <a:ahLst/>
              <a:cxnLst/>
              <a:rect l="l" t="t" r="r" b="b"/>
              <a:pathLst>
                <a:path w="3475" h="5497" extrusionOk="0">
                  <a:moveTo>
                    <a:pt x="3045" y="0"/>
                  </a:moveTo>
                  <a:cubicBezTo>
                    <a:pt x="2391" y="0"/>
                    <a:pt x="1594" y="429"/>
                    <a:pt x="1288" y="1001"/>
                  </a:cubicBezTo>
                  <a:lnTo>
                    <a:pt x="1267" y="1001"/>
                  </a:lnTo>
                  <a:lnTo>
                    <a:pt x="1267" y="102"/>
                  </a:lnTo>
                  <a:lnTo>
                    <a:pt x="0" y="102"/>
                  </a:lnTo>
                  <a:lnTo>
                    <a:pt x="0" y="5497"/>
                  </a:lnTo>
                  <a:lnTo>
                    <a:pt x="1288" y="5497"/>
                  </a:lnTo>
                  <a:lnTo>
                    <a:pt x="1288" y="2738"/>
                  </a:lnTo>
                  <a:cubicBezTo>
                    <a:pt x="1288" y="1737"/>
                    <a:pt x="2023" y="1165"/>
                    <a:pt x="2984" y="1165"/>
                  </a:cubicBezTo>
                  <a:cubicBezTo>
                    <a:pt x="3168" y="1165"/>
                    <a:pt x="3311" y="1165"/>
                    <a:pt x="3474" y="1206"/>
                  </a:cubicBezTo>
                  <a:lnTo>
                    <a:pt x="3474" y="20"/>
                  </a:lnTo>
                  <a:cubicBezTo>
                    <a:pt x="3331" y="0"/>
                    <a:pt x="3188" y="0"/>
                    <a:pt x="3045"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135" name="Google Shape;1724;g2f1c646a89f_0_320">
              <a:extLst>
                <a:ext uri="{FF2B5EF4-FFF2-40B4-BE49-F238E27FC236}">
                  <a16:creationId xmlns:a16="http://schemas.microsoft.com/office/drawing/2014/main" id="{C2D501A9-968D-A64B-A1AE-6D522CA08AE3}"/>
                </a:ext>
              </a:extLst>
            </p:cNvPr>
            <p:cNvSpPr/>
            <p:nvPr/>
          </p:nvSpPr>
          <p:spPr>
            <a:xfrm>
              <a:off x="6640625" y="2806400"/>
              <a:ext cx="120575" cy="140500"/>
            </a:xfrm>
            <a:custGeom>
              <a:avLst/>
              <a:gdLst/>
              <a:ahLst/>
              <a:cxnLst/>
              <a:rect l="l" t="t" r="r" b="b"/>
              <a:pathLst>
                <a:path w="4823" h="5620" extrusionOk="0">
                  <a:moveTo>
                    <a:pt x="3433" y="3250"/>
                  </a:moveTo>
                  <a:lnTo>
                    <a:pt x="3433" y="3515"/>
                  </a:lnTo>
                  <a:cubicBezTo>
                    <a:pt x="3433" y="4108"/>
                    <a:pt x="3270" y="4598"/>
                    <a:pt x="2227" y="4598"/>
                  </a:cubicBezTo>
                  <a:cubicBezTo>
                    <a:pt x="1635" y="4598"/>
                    <a:pt x="1267" y="4373"/>
                    <a:pt x="1267" y="3924"/>
                  </a:cubicBezTo>
                  <a:cubicBezTo>
                    <a:pt x="1267" y="3454"/>
                    <a:pt x="1614" y="3250"/>
                    <a:pt x="2166" y="3250"/>
                  </a:cubicBezTo>
                  <a:close/>
                  <a:moveTo>
                    <a:pt x="2411" y="1"/>
                  </a:moveTo>
                  <a:cubicBezTo>
                    <a:pt x="1390" y="1"/>
                    <a:pt x="266" y="409"/>
                    <a:pt x="266" y="1594"/>
                  </a:cubicBezTo>
                  <a:lnTo>
                    <a:pt x="266" y="1737"/>
                  </a:lnTo>
                  <a:lnTo>
                    <a:pt x="1431" y="1737"/>
                  </a:lnTo>
                  <a:lnTo>
                    <a:pt x="1431" y="1554"/>
                  </a:lnTo>
                  <a:cubicBezTo>
                    <a:pt x="1431" y="1206"/>
                    <a:pt x="1839" y="1022"/>
                    <a:pt x="2391" y="1022"/>
                  </a:cubicBezTo>
                  <a:cubicBezTo>
                    <a:pt x="3045" y="1022"/>
                    <a:pt x="3433" y="1247"/>
                    <a:pt x="3433" y="1819"/>
                  </a:cubicBezTo>
                  <a:lnTo>
                    <a:pt x="3433" y="2330"/>
                  </a:lnTo>
                  <a:lnTo>
                    <a:pt x="2003" y="2330"/>
                  </a:lnTo>
                  <a:cubicBezTo>
                    <a:pt x="961" y="2330"/>
                    <a:pt x="0" y="2943"/>
                    <a:pt x="0" y="3985"/>
                  </a:cubicBezTo>
                  <a:cubicBezTo>
                    <a:pt x="0" y="5007"/>
                    <a:pt x="756" y="5620"/>
                    <a:pt x="1880" y="5620"/>
                  </a:cubicBezTo>
                  <a:cubicBezTo>
                    <a:pt x="2575" y="5620"/>
                    <a:pt x="2984" y="5518"/>
                    <a:pt x="3474" y="5007"/>
                  </a:cubicBezTo>
                  <a:lnTo>
                    <a:pt x="3494" y="5007"/>
                  </a:lnTo>
                  <a:cubicBezTo>
                    <a:pt x="3494" y="5109"/>
                    <a:pt x="3515" y="5436"/>
                    <a:pt x="3535" y="5518"/>
                  </a:cubicBezTo>
                  <a:lnTo>
                    <a:pt x="4823" y="5518"/>
                  </a:lnTo>
                  <a:cubicBezTo>
                    <a:pt x="4741" y="5395"/>
                    <a:pt x="4720" y="4598"/>
                    <a:pt x="4720" y="4353"/>
                  </a:cubicBezTo>
                  <a:lnTo>
                    <a:pt x="4720" y="1737"/>
                  </a:lnTo>
                  <a:cubicBezTo>
                    <a:pt x="4720" y="409"/>
                    <a:pt x="3617" y="1"/>
                    <a:pt x="2411"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136" name="Google Shape;1725;g2f1c646a89f_0_320">
              <a:extLst>
                <a:ext uri="{FF2B5EF4-FFF2-40B4-BE49-F238E27FC236}">
                  <a16:creationId xmlns:a16="http://schemas.microsoft.com/office/drawing/2014/main" id="{F2520F3F-E046-E6A2-2074-27E3E2080F2E}"/>
                </a:ext>
              </a:extLst>
            </p:cNvPr>
            <p:cNvSpPr/>
            <p:nvPr/>
          </p:nvSpPr>
          <p:spPr>
            <a:xfrm>
              <a:off x="6778550" y="2768600"/>
              <a:ext cx="79200" cy="177800"/>
            </a:xfrm>
            <a:custGeom>
              <a:avLst/>
              <a:gdLst/>
              <a:ahLst/>
              <a:cxnLst/>
              <a:rect l="l" t="t" r="r" b="b"/>
              <a:pathLst>
                <a:path w="3168" h="7112" extrusionOk="0">
                  <a:moveTo>
                    <a:pt x="716" y="1"/>
                  </a:moveTo>
                  <a:lnTo>
                    <a:pt x="716" y="1635"/>
                  </a:lnTo>
                  <a:lnTo>
                    <a:pt x="0" y="1635"/>
                  </a:lnTo>
                  <a:lnTo>
                    <a:pt x="0" y="2657"/>
                  </a:lnTo>
                  <a:lnTo>
                    <a:pt x="716" y="2657"/>
                  </a:lnTo>
                  <a:lnTo>
                    <a:pt x="716" y="5742"/>
                  </a:lnTo>
                  <a:cubicBezTo>
                    <a:pt x="716" y="6703"/>
                    <a:pt x="1390" y="7111"/>
                    <a:pt x="2228" y="7111"/>
                  </a:cubicBezTo>
                  <a:cubicBezTo>
                    <a:pt x="2412" y="7111"/>
                    <a:pt x="2882" y="7071"/>
                    <a:pt x="3168" y="7009"/>
                  </a:cubicBezTo>
                  <a:lnTo>
                    <a:pt x="3168" y="5906"/>
                  </a:lnTo>
                  <a:cubicBezTo>
                    <a:pt x="2922" y="5947"/>
                    <a:pt x="2779" y="5967"/>
                    <a:pt x="2514" y="5967"/>
                  </a:cubicBezTo>
                  <a:cubicBezTo>
                    <a:pt x="2207" y="5967"/>
                    <a:pt x="2003" y="5845"/>
                    <a:pt x="2003" y="5436"/>
                  </a:cubicBezTo>
                  <a:lnTo>
                    <a:pt x="2003" y="2657"/>
                  </a:lnTo>
                  <a:lnTo>
                    <a:pt x="3168" y="2657"/>
                  </a:lnTo>
                  <a:lnTo>
                    <a:pt x="3168" y="1635"/>
                  </a:lnTo>
                  <a:lnTo>
                    <a:pt x="2003" y="1635"/>
                  </a:lnTo>
                  <a:lnTo>
                    <a:pt x="2003"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137" name="Google Shape;1726;g2f1c646a89f_0_320">
              <a:extLst>
                <a:ext uri="{FF2B5EF4-FFF2-40B4-BE49-F238E27FC236}">
                  <a16:creationId xmlns:a16="http://schemas.microsoft.com/office/drawing/2014/main" id="{0F59CD62-21B8-A6AB-5519-AC2C4A97410E}"/>
                </a:ext>
              </a:extLst>
            </p:cNvPr>
            <p:cNvSpPr/>
            <p:nvPr/>
          </p:nvSpPr>
          <p:spPr>
            <a:xfrm>
              <a:off x="6879700" y="2754800"/>
              <a:ext cx="32200" cy="189550"/>
            </a:xfrm>
            <a:custGeom>
              <a:avLst/>
              <a:gdLst/>
              <a:ahLst/>
              <a:cxnLst/>
              <a:rect l="l" t="t" r="r" b="b"/>
              <a:pathLst>
                <a:path w="1288" h="7582" extrusionOk="0">
                  <a:moveTo>
                    <a:pt x="0" y="1"/>
                  </a:moveTo>
                  <a:lnTo>
                    <a:pt x="0" y="1370"/>
                  </a:lnTo>
                  <a:lnTo>
                    <a:pt x="1288" y="1370"/>
                  </a:lnTo>
                  <a:lnTo>
                    <a:pt x="1288" y="1"/>
                  </a:lnTo>
                  <a:close/>
                  <a:moveTo>
                    <a:pt x="0" y="2187"/>
                  </a:moveTo>
                  <a:lnTo>
                    <a:pt x="0" y="7582"/>
                  </a:lnTo>
                  <a:lnTo>
                    <a:pt x="1288" y="7582"/>
                  </a:lnTo>
                  <a:lnTo>
                    <a:pt x="1288" y="2187"/>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138" name="Google Shape;1727;g2f1c646a89f_0_320">
              <a:extLst>
                <a:ext uri="{FF2B5EF4-FFF2-40B4-BE49-F238E27FC236}">
                  <a16:creationId xmlns:a16="http://schemas.microsoft.com/office/drawing/2014/main" id="{63299900-A5CA-7164-D3DD-92248505509F}"/>
                </a:ext>
              </a:extLst>
            </p:cNvPr>
            <p:cNvSpPr/>
            <p:nvPr/>
          </p:nvSpPr>
          <p:spPr>
            <a:xfrm>
              <a:off x="6939975" y="2806925"/>
              <a:ext cx="122625" cy="188000"/>
            </a:xfrm>
            <a:custGeom>
              <a:avLst/>
              <a:gdLst/>
              <a:ahLst/>
              <a:cxnLst/>
              <a:rect l="l" t="t" r="r" b="b"/>
              <a:pathLst>
                <a:path w="4905" h="7520" extrusionOk="0">
                  <a:moveTo>
                    <a:pt x="2432" y="1083"/>
                  </a:moveTo>
                  <a:cubicBezTo>
                    <a:pt x="3107" y="1083"/>
                    <a:pt x="3638" y="1471"/>
                    <a:pt x="3638" y="2125"/>
                  </a:cubicBezTo>
                  <a:lnTo>
                    <a:pt x="3638" y="3453"/>
                  </a:lnTo>
                  <a:cubicBezTo>
                    <a:pt x="3638" y="4230"/>
                    <a:pt x="3025" y="4516"/>
                    <a:pt x="2473" y="4516"/>
                  </a:cubicBezTo>
                  <a:cubicBezTo>
                    <a:pt x="1819" y="4516"/>
                    <a:pt x="1308" y="4128"/>
                    <a:pt x="1308" y="3474"/>
                  </a:cubicBezTo>
                  <a:lnTo>
                    <a:pt x="1308" y="2146"/>
                  </a:lnTo>
                  <a:cubicBezTo>
                    <a:pt x="1308" y="1369"/>
                    <a:pt x="1901" y="1083"/>
                    <a:pt x="2432" y="1083"/>
                  </a:cubicBezTo>
                  <a:close/>
                  <a:moveTo>
                    <a:pt x="2228" y="0"/>
                  </a:moveTo>
                  <a:cubicBezTo>
                    <a:pt x="1022" y="0"/>
                    <a:pt x="1" y="715"/>
                    <a:pt x="1" y="2186"/>
                  </a:cubicBezTo>
                  <a:lnTo>
                    <a:pt x="1" y="3494"/>
                  </a:lnTo>
                  <a:cubicBezTo>
                    <a:pt x="1" y="4863"/>
                    <a:pt x="961" y="5619"/>
                    <a:pt x="2126" y="5619"/>
                  </a:cubicBezTo>
                  <a:cubicBezTo>
                    <a:pt x="2616" y="5619"/>
                    <a:pt x="3352" y="5313"/>
                    <a:pt x="3658" y="4884"/>
                  </a:cubicBezTo>
                  <a:lnTo>
                    <a:pt x="3658" y="7520"/>
                  </a:lnTo>
                  <a:lnTo>
                    <a:pt x="4905" y="7520"/>
                  </a:lnTo>
                  <a:lnTo>
                    <a:pt x="4905" y="82"/>
                  </a:lnTo>
                  <a:lnTo>
                    <a:pt x="3638" y="82"/>
                  </a:lnTo>
                  <a:lnTo>
                    <a:pt x="3638" y="654"/>
                  </a:lnTo>
                  <a:lnTo>
                    <a:pt x="3597" y="654"/>
                  </a:lnTo>
                  <a:cubicBezTo>
                    <a:pt x="3331" y="307"/>
                    <a:pt x="2820" y="0"/>
                    <a:pt x="2228"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139" name="Google Shape;1728;g2f1c646a89f_0_320">
              <a:extLst>
                <a:ext uri="{FF2B5EF4-FFF2-40B4-BE49-F238E27FC236}">
                  <a16:creationId xmlns:a16="http://schemas.microsoft.com/office/drawing/2014/main" id="{92BD113C-BF47-1150-1DAD-BED02A9C4AB1}"/>
                </a:ext>
              </a:extLst>
            </p:cNvPr>
            <p:cNvSpPr/>
            <p:nvPr/>
          </p:nvSpPr>
          <p:spPr>
            <a:xfrm>
              <a:off x="7096300" y="2809475"/>
              <a:ext cx="117000" cy="137425"/>
            </a:xfrm>
            <a:custGeom>
              <a:avLst/>
              <a:gdLst/>
              <a:ahLst/>
              <a:cxnLst/>
              <a:rect l="l" t="t" r="r" b="b"/>
              <a:pathLst>
                <a:path w="4680" h="5497" extrusionOk="0">
                  <a:moveTo>
                    <a:pt x="0" y="0"/>
                  </a:moveTo>
                  <a:lnTo>
                    <a:pt x="0" y="3433"/>
                  </a:lnTo>
                  <a:cubicBezTo>
                    <a:pt x="0" y="4720"/>
                    <a:pt x="675" y="5497"/>
                    <a:pt x="1880" y="5497"/>
                  </a:cubicBezTo>
                  <a:cubicBezTo>
                    <a:pt x="2493" y="5497"/>
                    <a:pt x="3045" y="5252"/>
                    <a:pt x="3413" y="4720"/>
                  </a:cubicBezTo>
                  <a:lnTo>
                    <a:pt x="3433" y="4720"/>
                  </a:lnTo>
                  <a:lnTo>
                    <a:pt x="3433" y="5395"/>
                  </a:lnTo>
                  <a:lnTo>
                    <a:pt x="4680" y="5395"/>
                  </a:lnTo>
                  <a:lnTo>
                    <a:pt x="4680" y="0"/>
                  </a:lnTo>
                  <a:lnTo>
                    <a:pt x="3392" y="0"/>
                  </a:lnTo>
                  <a:lnTo>
                    <a:pt x="3392" y="3004"/>
                  </a:lnTo>
                  <a:cubicBezTo>
                    <a:pt x="3392" y="3924"/>
                    <a:pt x="3004" y="4373"/>
                    <a:pt x="2289" y="4373"/>
                  </a:cubicBezTo>
                  <a:cubicBezTo>
                    <a:pt x="1635" y="4373"/>
                    <a:pt x="1288" y="3944"/>
                    <a:pt x="1288" y="3127"/>
                  </a:cubicBezTo>
                  <a:lnTo>
                    <a:pt x="1288" y="0"/>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141" name="Google Shape;1729;g2f1c646a89f_0_320">
              <a:extLst>
                <a:ext uri="{FF2B5EF4-FFF2-40B4-BE49-F238E27FC236}">
                  <a16:creationId xmlns:a16="http://schemas.microsoft.com/office/drawing/2014/main" id="{42D003AD-F770-D721-D473-9CB1A38C2F4D}"/>
                </a:ext>
              </a:extLst>
            </p:cNvPr>
            <p:cNvSpPr/>
            <p:nvPr/>
          </p:nvSpPr>
          <p:spPr>
            <a:xfrm>
              <a:off x="7240350" y="2806925"/>
              <a:ext cx="120075" cy="140500"/>
            </a:xfrm>
            <a:custGeom>
              <a:avLst/>
              <a:gdLst/>
              <a:ahLst/>
              <a:cxnLst/>
              <a:rect l="l" t="t" r="r" b="b"/>
              <a:pathLst>
                <a:path w="4803" h="5620" extrusionOk="0">
                  <a:moveTo>
                    <a:pt x="2473" y="1083"/>
                  </a:moveTo>
                  <a:cubicBezTo>
                    <a:pt x="3005" y="1083"/>
                    <a:pt x="3515" y="1390"/>
                    <a:pt x="3515" y="2125"/>
                  </a:cubicBezTo>
                  <a:lnTo>
                    <a:pt x="3515" y="2268"/>
                  </a:lnTo>
                  <a:lnTo>
                    <a:pt x="1329" y="2268"/>
                  </a:lnTo>
                  <a:lnTo>
                    <a:pt x="1329" y="2186"/>
                  </a:lnTo>
                  <a:cubicBezTo>
                    <a:pt x="1329" y="1390"/>
                    <a:pt x="1922" y="1083"/>
                    <a:pt x="2473" y="1083"/>
                  </a:cubicBezTo>
                  <a:close/>
                  <a:moveTo>
                    <a:pt x="2473" y="0"/>
                  </a:moveTo>
                  <a:cubicBezTo>
                    <a:pt x="1145" y="0"/>
                    <a:pt x="1" y="838"/>
                    <a:pt x="1" y="2370"/>
                  </a:cubicBezTo>
                  <a:lnTo>
                    <a:pt x="1" y="3413"/>
                  </a:lnTo>
                  <a:cubicBezTo>
                    <a:pt x="1" y="4884"/>
                    <a:pt x="1186" y="5619"/>
                    <a:pt x="2514" y="5619"/>
                  </a:cubicBezTo>
                  <a:cubicBezTo>
                    <a:pt x="3475" y="5619"/>
                    <a:pt x="4312" y="5252"/>
                    <a:pt x="4741" y="4414"/>
                  </a:cubicBezTo>
                  <a:lnTo>
                    <a:pt x="3740" y="3842"/>
                  </a:lnTo>
                  <a:cubicBezTo>
                    <a:pt x="3475" y="4250"/>
                    <a:pt x="3005" y="4536"/>
                    <a:pt x="2575" y="4536"/>
                  </a:cubicBezTo>
                  <a:cubicBezTo>
                    <a:pt x="1901" y="4536"/>
                    <a:pt x="1329" y="4148"/>
                    <a:pt x="1329" y="3453"/>
                  </a:cubicBezTo>
                  <a:lnTo>
                    <a:pt x="1329" y="3167"/>
                  </a:lnTo>
                  <a:lnTo>
                    <a:pt x="4803" y="3167"/>
                  </a:lnTo>
                  <a:lnTo>
                    <a:pt x="4803" y="2125"/>
                  </a:lnTo>
                  <a:cubicBezTo>
                    <a:pt x="4803" y="695"/>
                    <a:pt x="3638" y="0"/>
                    <a:pt x="2473"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142" name="Google Shape;1730;g2f1c646a89f_0_320">
              <a:extLst>
                <a:ext uri="{FF2B5EF4-FFF2-40B4-BE49-F238E27FC236}">
                  <a16:creationId xmlns:a16="http://schemas.microsoft.com/office/drawing/2014/main" id="{8D3BCC69-194C-264E-414A-71D4995E9046}"/>
                </a:ext>
              </a:extLst>
            </p:cNvPr>
            <p:cNvSpPr/>
            <p:nvPr/>
          </p:nvSpPr>
          <p:spPr>
            <a:xfrm>
              <a:off x="5699125" y="3072550"/>
              <a:ext cx="122625" cy="191075"/>
            </a:xfrm>
            <a:custGeom>
              <a:avLst/>
              <a:gdLst/>
              <a:ahLst/>
              <a:cxnLst/>
              <a:rect l="l" t="t" r="r" b="b"/>
              <a:pathLst>
                <a:path w="4905" h="7643" extrusionOk="0">
                  <a:moveTo>
                    <a:pt x="2432" y="3107"/>
                  </a:moveTo>
                  <a:cubicBezTo>
                    <a:pt x="3086" y="3107"/>
                    <a:pt x="3617" y="3495"/>
                    <a:pt x="3617" y="4149"/>
                  </a:cubicBezTo>
                  <a:lnTo>
                    <a:pt x="3617" y="5477"/>
                  </a:lnTo>
                  <a:cubicBezTo>
                    <a:pt x="3617" y="6253"/>
                    <a:pt x="3004" y="6540"/>
                    <a:pt x="2473" y="6540"/>
                  </a:cubicBezTo>
                  <a:cubicBezTo>
                    <a:pt x="1819" y="6540"/>
                    <a:pt x="1308" y="6151"/>
                    <a:pt x="1308" y="5497"/>
                  </a:cubicBezTo>
                  <a:lnTo>
                    <a:pt x="1308" y="4169"/>
                  </a:lnTo>
                  <a:cubicBezTo>
                    <a:pt x="1308" y="3393"/>
                    <a:pt x="1901" y="3107"/>
                    <a:pt x="2432" y="3107"/>
                  </a:cubicBezTo>
                  <a:close/>
                  <a:moveTo>
                    <a:pt x="3617" y="1"/>
                  </a:moveTo>
                  <a:lnTo>
                    <a:pt x="3617" y="2678"/>
                  </a:lnTo>
                  <a:lnTo>
                    <a:pt x="3597" y="2678"/>
                  </a:lnTo>
                  <a:cubicBezTo>
                    <a:pt x="3311" y="2310"/>
                    <a:pt x="2820" y="2003"/>
                    <a:pt x="2228" y="2003"/>
                  </a:cubicBezTo>
                  <a:cubicBezTo>
                    <a:pt x="1022" y="2003"/>
                    <a:pt x="0" y="2739"/>
                    <a:pt x="0" y="4210"/>
                  </a:cubicBezTo>
                  <a:lnTo>
                    <a:pt x="0" y="5518"/>
                  </a:lnTo>
                  <a:cubicBezTo>
                    <a:pt x="0" y="6887"/>
                    <a:pt x="940" y="7643"/>
                    <a:pt x="2125" y="7643"/>
                  </a:cubicBezTo>
                  <a:cubicBezTo>
                    <a:pt x="2616" y="7643"/>
                    <a:pt x="3331" y="7336"/>
                    <a:pt x="3637" y="6907"/>
                  </a:cubicBezTo>
                  <a:lnTo>
                    <a:pt x="3658" y="6907"/>
                  </a:lnTo>
                  <a:lnTo>
                    <a:pt x="3658" y="7520"/>
                  </a:lnTo>
                  <a:lnTo>
                    <a:pt x="4904" y="7520"/>
                  </a:lnTo>
                  <a:lnTo>
                    <a:pt x="4904"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143" name="Google Shape;1731;g2f1c646a89f_0_320">
              <a:extLst>
                <a:ext uri="{FF2B5EF4-FFF2-40B4-BE49-F238E27FC236}">
                  <a16:creationId xmlns:a16="http://schemas.microsoft.com/office/drawing/2014/main" id="{8F788947-C607-5615-5F31-5CF981ACC665}"/>
                </a:ext>
              </a:extLst>
            </p:cNvPr>
            <p:cNvSpPr/>
            <p:nvPr/>
          </p:nvSpPr>
          <p:spPr>
            <a:xfrm>
              <a:off x="5854925" y="3125675"/>
              <a:ext cx="117525" cy="137450"/>
            </a:xfrm>
            <a:custGeom>
              <a:avLst/>
              <a:gdLst/>
              <a:ahLst/>
              <a:cxnLst/>
              <a:rect l="l" t="t" r="r" b="b"/>
              <a:pathLst>
                <a:path w="4701" h="5498" extrusionOk="0">
                  <a:moveTo>
                    <a:pt x="1" y="1"/>
                  </a:moveTo>
                  <a:lnTo>
                    <a:pt x="1" y="3434"/>
                  </a:lnTo>
                  <a:cubicBezTo>
                    <a:pt x="1" y="4721"/>
                    <a:pt x="695" y="5498"/>
                    <a:pt x="1901" y="5498"/>
                  </a:cubicBezTo>
                  <a:cubicBezTo>
                    <a:pt x="2494" y="5498"/>
                    <a:pt x="3066" y="5252"/>
                    <a:pt x="3413" y="4721"/>
                  </a:cubicBezTo>
                  <a:lnTo>
                    <a:pt x="3454" y="4721"/>
                  </a:lnTo>
                  <a:lnTo>
                    <a:pt x="3454" y="5395"/>
                  </a:lnTo>
                  <a:lnTo>
                    <a:pt x="4700" y="5395"/>
                  </a:lnTo>
                  <a:lnTo>
                    <a:pt x="4700" y="1"/>
                  </a:lnTo>
                  <a:lnTo>
                    <a:pt x="3413" y="1"/>
                  </a:lnTo>
                  <a:lnTo>
                    <a:pt x="3413" y="3005"/>
                  </a:lnTo>
                  <a:cubicBezTo>
                    <a:pt x="3413" y="3924"/>
                    <a:pt x="3004" y="4374"/>
                    <a:pt x="2310" y="4374"/>
                  </a:cubicBezTo>
                  <a:cubicBezTo>
                    <a:pt x="1656" y="4374"/>
                    <a:pt x="1288" y="3945"/>
                    <a:pt x="1288" y="3127"/>
                  </a:cubicBezTo>
                  <a:lnTo>
                    <a:pt x="1288"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144" name="Google Shape;1732;g2f1c646a89f_0_320">
              <a:extLst>
                <a:ext uri="{FF2B5EF4-FFF2-40B4-BE49-F238E27FC236}">
                  <a16:creationId xmlns:a16="http://schemas.microsoft.com/office/drawing/2014/main" id="{379AD4C4-6B82-7058-EB3F-E5312EA6AB70}"/>
                </a:ext>
              </a:extLst>
            </p:cNvPr>
            <p:cNvSpPr/>
            <p:nvPr/>
          </p:nvSpPr>
          <p:spPr>
            <a:xfrm>
              <a:off x="6067950" y="3069500"/>
              <a:ext cx="147150" cy="194125"/>
            </a:xfrm>
            <a:custGeom>
              <a:avLst/>
              <a:gdLst/>
              <a:ahLst/>
              <a:cxnLst/>
              <a:rect l="l" t="t" r="r" b="b"/>
              <a:pathLst>
                <a:path w="5886" h="7765" extrusionOk="0">
                  <a:moveTo>
                    <a:pt x="3004" y="0"/>
                  </a:moveTo>
                  <a:cubicBezTo>
                    <a:pt x="1370" y="0"/>
                    <a:pt x="1" y="981"/>
                    <a:pt x="1" y="2759"/>
                  </a:cubicBezTo>
                  <a:lnTo>
                    <a:pt x="1" y="5170"/>
                  </a:lnTo>
                  <a:cubicBezTo>
                    <a:pt x="1" y="6845"/>
                    <a:pt x="1431" y="7765"/>
                    <a:pt x="3066" y="7765"/>
                  </a:cubicBezTo>
                  <a:cubicBezTo>
                    <a:pt x="4496" y="7765"/>
                    <a:pt x="5886" y="6968"/>
                    <a:pt x="5886" y="5292"/>
                  </a:cubicBezTo>
                  <a:lnTo>
                    <a:pt x="5886" y="5068"/>
                  </a:lnTo>
                  <a:lnTo>
                    <a:pt x="4557" y="5068"/>
                  </a:lnTo>
                  <a:lnTo>
                    <a:pt x="4557" y="5170"/>
                  </a:lnTo>
                  <a:cubicBezTo>
                    <a:pt x="4557" y="6151"/>
                    <a:pt x="3760" y="6518"/>
                    <a:pt x="3066" y="6518"/>
                  </a:cubicBezTo>
                  <a:cubicBezTo>
                    <a:pt x="2187" y="6518"/>
                    <a:pt x="1411" y="6008"/>
                    <a:pt x="1411" y="5109"/>
                  </a:cubicBezTo>
                  <a:lnTo>
                    <a:pt x="1411" y="2697"/>
                  </a:lnTo>
                  <a:cubicBezTo>
                    <a:pt x="1411" y="1614"/>
                    <a:pt x="2289" y="1247"/>
                    <a:pt x="3004" y="1247"/>
                  </a:cubicBezTo>
                  <a:cubicBezTo>
                    <a:pt x="3699" y="1247"/>
                    <a:pt x="4557" y="1614"/>
                    <a:pt x="4557" y="2595"/>
                  </a:cubicBezTo>
                  <a:lnTo>
                    <a:pt x="4557" y="2718"/>
                  </a:lnTo>
                  <a:lnTo>
                    <a:pt x="5886" y="2718"/>
                  </a:lnTo>
                  <a:lnTo>
                    <a:pt x="5886" y="2473"/>
                  </a:lnTo>
                  <a:cubicBezTo>
                    <a:pt x="5886" y="797"/>
                    <a:pt x="4455" y="0"/>
                    <a:pt x="3004"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145" name="Google Shape;1733;g2f1c646a89f_0_320">
              <a:extLst>
                <a:ext uri="{FF2B5EF4-FFF2-40B4-BE49-F238E27FC236}">
                  <a16:creationId xmlns:a16="http://schemas.microsoft.com/office/drawing/2014/main" id="{D05721AD-295F-260A-6451-3AE257131BA3}"/>
                </a:ext>
              </a:extLst>
            </p:cNvPr>
            <p:cNvSpPr/>
            <p:nvPr/>
          </p:nvSpPr>
          <p:spPr>
            <a:xfrm>
              <a:off x="6239075" y="3123125"/>
              <a:ext cx="122650" cy="140500"/>
            </a:xfrm>
            <a:custGeom>
              <a:avLst/>
              <a:gdLst/>
              <a:ahLst/>
              <a:cxnLst/>
              <a:rect l="l" t="t" r="r" b="b"/>
              <a:pathLst>
                <a:path w="4906" h="5620" extrusionOk="0">
                  <a:moveTo>
                    <a:pt x="2433" y="1104"/>
                  </a:moveTo>
                  <a:cubicBezTo>
                    <a:pt x="3087" y="1104"/>
                    <a:pt x="3597" y="1472"/>
                    <a:pt x="3597" y="2126"/>
                  </a:cubicBezTo>
                  <a:lnTo>
                    <a:pt x="3597" y="3474"/>
                  </a:lnTo>
                  <a:cubicBezTo>
                    <a:pt x="3597" y="4251"/>
                    <a:pt x="3005" y="4537"/>
                    <a:pt x="2474" y="4537"/>
                  </a:cubicBezTo>
                  <a:cubicBezTo>
                    <a:pt x="1799" y="4537"/>
                    <a:pt x="1309" y="4149"/>
                    <a:pt x="1309" y="3495"/>
                  </a:cubicBezTo>
                  <a:lnTo>
                    <a:pt x="1309" y="2167"/>
                  </a:lnTo>
                  <a:cubicBezTo>
                    <a:pt x="1309" y="1390"/>
                    <a:pt x="1901" y="1104"/>
                    <a:pt x="2433" y="1104"/>
                  </a:cubicBezTo>
                  <a:close/>
                  <a:moveTo>
                    <a:pt x="2433" y="1"/>
                  </a:moveTo>
                  <a:cubicBezTo>
                    <a:pt x="1247" y="1"/>
                    <a:pt x="1" y="798"/>
                    <a:pt x="1" y="2269"/>
                  </a:cubicBezTo>
                  <a:lnTo>
                    <a:pt x="1" y="3495"/>
                  </a:lnTo>
                  <a:cubicBezTo>
                    <a:pt x="1" y="4884"/>
                    <a:pt x="1166" y="5620"/>
                    <a:pt x="2474" y="5620"/>
                  </a:cubicBezTo>
                  <a:cubicBezTo>
                    <a:pt x="3659" y="5620"/>
                    <a:pt x="4905" y="4823"/>
                    <a:pt x="4905" y="3352"/>
                  </a:cubicBezTo>
                  <a:lnTo>
                    <a:pt x="4905" y="2248"/>
                  </a:lnTo>
                  <a:cubicBezTo>
                    <a:pt x="4905" y="859"/>
                    <a:pt x="3740" y="1"/>
                    <a:pt x="2433"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146" name="Google Shape;1734;g2f1c646a89f_0_320">
              <a:extLst>
                <a:ext uri="{FF2B5EF4-FFF2-40B4-BE49-F238E27FC236}">
                  <a16:creationId xmlns:a16="http://schemas.microsoft.com/office/drawing/2014/main" id="{891BD22C-76FE-E43D-4D26-BACD37D54214}"/>
                </a:ext>
              </a:extLst>
            </p:cNvPr>
            <p:cNvSpPr/>
            <p:nvPr/>
          </p:nvSpPr>
          <p:spPr>
            <a:xfrm>
              <a:off x="6390300" y="3123125"/>
              <a:ext cx="117000" cy="137450"/>
            </a:xfrm>
            <a:custGeom>
              <a:avLst/>
              <a:gdLst/>
              <a:ahLst/>
              <a:cxnLst/>
              <a:rect l="l" t="t" r="r" b="b"/>
              <a:pathLst>
                <a:path w="4680" h="5498" extrusionOk="0">
                  <a:moveTo>
                    <a:pt x="2800" y="1"/>
                  </a:moveTo>
                  <a:cubicBezTo>
                    <a:pt x="2207" y="1"/>
                    <a:pt x="1635" y="246"/>
                    <a:pt x="1267" y="757"/>
                  </a:cubicBezTo>
                  <a:lnTo>
                    <a:pt x="1247" y="757"/>
                  </a:lnTo>
                  <a:lnTo>
                    <a:pt x="1247" y="103"/>
                  </a:lnTo>
                  <a:lnTo>
                    <a:pt x="0" y="103"/>
                  </a:lnTo>
                  <a:lnTo>
                    <a:pt x="0" y="5497"/>
                  </a:lnTo>
                  <a:lnTo>
                    <a:pt x="1288" y="5497"/>
                  </a:lnTo>
                  <a:lnTo>
                    <a:pt x="1288" y="2473"/>
                  </a:lnTo>
                  <a:cubicBezTo>
                    <a:pt x="1288" y="1554"/>
                    <a:pt x="1697" y="1124"/>
                    <a:pt x="2391" y="1124"/>
                  </a:cubicBezTo>
                  <a:cubicBezTo>
                    <a:pt x="3045" y="1124"/>
                    <a:pt x="3393" y="1554"/>
                    <a:pt x="3393" y="2371"/>
                  </a:cubicBezTo>
                  <a:lnTo>
                    <a:pt x="3393" y="5497"/>
                  </a:lnTo>
                  <a:lnTo>
                    <a:pt x="4680" y="5497"/>
                  </a:lnTo>
                  <a:lnTo>
                    <a:pt x="4680" y="2044"/>
                  </a:lnTo>
                  <a:cubicBezTo>
                    <a:pt x="4680" y="757"/>
                    <a:pt x="4006" y="1"/>
                    <a:pt x="2800"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147" name="Google Shape;1735;g2f1c646a89f_0_320">
              <a:extLst>
                <a:ext uri="{FF2B5EF4-FFF2-40B4-BE49-F238E27FC236}">
                  <a16:creationId xmlns:a16="http://schemas.microsoft.com/office/drawing/2014/main" id="{E495C271-0040-90AB-872E-0A180BF2FBA1}"/>
                </a:ext>
              </a:extLst>
            </p:cNvPr>
            <p:cNvSpPr/>
            <p:nvPr/>
          </p:nvSpPr>
          <p:spPr>
            <a:xfrm>
              <a:off x="6534350" y="3123125"/>
              <a:ext cx="121100" cy="189050"/>
            </a:xfrm>
            <a:custGeom>
              <a:avLst/>
              <a:gdLst/>
              <a:ahLst/>
              <a:cxnLst/>
              <a:rect l="l" t="t" r="r" b="b"/>
              <a:pathLst>
                <a:path w="4844" h="7562" extrusionOk="0">
                  <a:moveTo>
                    <a:pt x="2433" y="1104"/>
                  </a:moveTo>
                  <a:cubicBezTo>
                    <a:pt x="3107" y="1104"/>
                    <a:pt x="3597" y="1472"/>
                    <a:pt x="3597" y="2126"/>
                  </a:cubicBezTo>
                  <a:lnTo>
                    <a:pt x="3597" y="3331"/>
                  </a:lnTo>
                  <a:cubicBezTo>
                    <a:pt x="3597" y="4108"/>
                    <a:pt x="3005" y="4394"/>
                    <a:pt x="2473" y="4394"/>
                  </a:cubicBezTo>
                  <a:cubicBezTo>
                    <a:pt x="1820" y="4394"/>
                    <a:pt x="1309" y="4006"/>
                    <a:pt x="1309" y="3352"/>
                  </a:cubicBezTo>
                  <a:lnTo>
                    <a:pt x="1309" y="2167"/>
                  </a:lnTo>
                  <a:cubicBezTo>
                    <a:pt x="1309" y="1390"/>
                    <a:pt x="1901" y="1104"/>
                    <a:pt x="2433" y="1104"/>
                  </a:cubicBezTo>
                  <a:close/>
                  <a:moveTo>
                    <a:pt x="2126" y="1"/>
                  </a:moveTo>
                  <a:cubicBezTo>
                    <a:pt x="920" y="1"/>
                    <a:pt x="1" y="798"/>
                    <a:pt x="1" y="2269"/>
                  </a:cubicBezTo>
                  <a:lnTo>
                    <a:pt x="1" y="3290"/>
                  </a:lnTo>
                  <a:cubicBezTo>
                    <a:pt x="1" y="4680"/>
                    <a:pt x="839" y="5416"/>
                    <a:pt x="2146" y="5416"/>
                  </a:cubicBezTo>
                  <a:cubicBezTo>
                    <a:pt x="2739" y="5416"/>
                    <a:pt x="3229" y="5191"/>
                    <a:pt x="3577" y="4721"/>
                  </a:cubicBezTo>
                  <a:lnTo>
                    <a:pt x="3597" y="4721"/>
                  </a:lnTo>
                  <a:lnTo>
                    <a:pt x="3597" y="5273"/>
                  </a:lnTo>
                  <a:cubicBezTo>
                    <a:pt x="3597" y="6049"/>
                    <a:pt x="3168" y="6539"/>
                    <a:pt x="2392" y="6539"/>
                  </a:cubicBezTo>
                  <a:cubicBezTo>
                    <a:pt x="1922" y="6539"/>
                    <a:pt x="1554" y="6335"/>
                    <a:pt x="1309" y="5824"/>
                  </a:cubicBezTo>
                  <a:lnTo>
                    <a:pt x="83" y="6253"/>
                  </a:lnTo>
                  <a:cubicBezTo>
                    <a:pt x="348" y="7152"/>
                    <a:pt x="1411" y="7561"/>
                    <a:pt x="2269" y="7561"/>
                  </a:cubicBezTo>
                  <a:cubicBezTo>
                    <a:pt x="4149" y="7561"/>
                    <a:pt x="4844" y="6294"/>
                    <a:pt x="4844" y="5048"/>
                  </a:cubicBezTo>
                  <a:lnTo>
                    <a:pt x="4844" y="103"/>
                  </a:lnTo>
                  <a:lnTo>
                    <a:pt x="3618" y="103"/>
                  </a:lnTo>
                  <a:lnTo>
                    <a:pt x="3618" y="736"/>
                  </a:lnTo>
                  <a:lnTo>
                    <a:pt x="3597" y="736"/>
                  </a:lnTo>
                  <a:cubicBezTo>
                    <a:pt x="3311" y="328"/>
                    <a:pt x="2759" y="1"/>
                    <a:pt x="2126"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148" name="Google Shape;1736;g2f1c646a89f_0_320">
              <a:extLst>
                <a:ext uri="{FF2B5EF4-FFF2-40B4-BE49-F238E27FC236}">
                  <a16:creationId xmlns:a16="http://schemas.microsoft.com/office/drawing/2014/main" id="{EB9A0426-8C44-5B66-3896-48146600C706}"/>
                </a:ext>
              </a:extLst>
            </p:cNvPr>
            <p:cNvSpPr/>
            <p:nvPr/>
          </p:nvSpPr>
          <p:spPr>
            <a:xfrm>
              <a:off x="6683025" y="3123125"/>
              <a:ext cx="123125" cy="140500"/>
            </a:xfrm>
            <a:custGeom>
              <a:avLst/>
              <a:gdLst/>
              <a:ahLst/>
              <a:cxnLst/>
              <a:rect l="l" t="t" r="r" b="b"/>
              <a:pathLst>
                <a:path w="4925" h="5620" extrusionOk="0">
                  <a:moveTo>
                    <a:pt x="2432" y="1104"/>
                  </a:moveTo>
                  <a:cubicBezTo>
                    <a:pt x="3106" y="1104"/>
                    <a:pt x="3617" y="1472"/>
                    <a:pt x="3617" y="2126"/>
                  </a:cubicBezTo>
                  <a:lnTo>
                    <a:pt x="3617" y="3474"/>
                  </a:lnTo>
                  <a:cubicBezTo>
                    <a:pt x="3617" y="4251"/>
                    <a:pt x="3024" y="4537"/>
                    <a:pt x="2493" y="4537"/>
                  </a:cubicBezTo>
                  <a:cubicBezTo>
                    <a:pt x="1819" y="4537"/>
                    <a:pt x="1308" y="4149"/>
                    <a:pt x="1308" y="3495"/>
                  </a:cubicBezTo>
                  <a:lnTo>
                    <a:pt x="1308" y="2167"/>
                  </a:lnTo>
                  <a:cubicBezTo>
                    <a:pt x="1308" y="1390"/>
                    <a:pt x="1901" y="1104"/>
                    <a:pt x="2432" y="1104"/>
                  </a:cubicBezTo>
                  <a:close/>
                  <a:moveTo>
                    <a:pt x="2432" y="1"/>
                  </a:moveTo>
                  <a:cubicBezTo>
                    <a:pt x="1247" y="1"/>
                    <a:pt x="0" y="798"/>
                    <a:pt x="0" y="2269"/>
                  </a:cubicBezTo>
                  <a:lnTo>
                    <a:pt x="0" y="3495"/>
                  </a:lnTo>
                  <a:cubicBezTo>
                    <a:pt x="0" y="4884"/>
                    <a:pt x="1185" y="5620"/>
                    <a:pt x="2493" y="5620"/>
                  </a:cubicBezTo>
                  <a:cubicBezTo>
                    <a:pt x="3678" y="5620"/>
                    <a:pt x="4925" y="4823"/>
                    <a:pt x="4925" y="3352"/>
                  </a:cubicBezTo>
                  <a:lnTo>
                    <a:pt x="4925" y="2248"/>
                  </a:lnTo>
                  <a:cubicBezTo>
                    <a:pt x="4925" y="859"/>
                    <a:pt x="3740" y="1"/>
                    <a:pt x="2432"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149" name="Google Shape;1737;g2f1c646a89f_0_320">
              <a:extLst>
                <a:ext uri="{FF2B5EF4-FFF2-40B4-BE49-F238E27FC236}">
                  <a16:creationId xmlns:a16="http://schemas.microsoft.com/office/drawing/2014/main" id="{8D91C578-84B1-A7BD-264F-8B2E54EF6653}"/>
                </a:ext>
              </a:extLst>
            </p:cNvPr>
            <p:cNvSpPr/>
            <p:nvPr/>
          </p:nvSpPr>
          <p:spPr>
            <a:xfrm>
              <a:off x="5432975" y="2440125"/>
              <a:ext cx="21475" cy="823500"/>
            </a:xfrm>
            <a:custGeom>
              <a:avLst/>
              <a:gdLst/>
              <a:ahLst/>
              <a:cxnLst/>
              <a:rect l="l" t="t" r="r" b="b"/>
              <a:pathLst>
                <a:path w="859" h="32940" extrusionOk="0">
                  <a:moveTo>
                    <a:pt x="0" y="1"/>
                  </a:moveTo>
                  <a:lnTo>
                    <a:pt x="0" y="32940"/>
                  </a:lnTo>
                  <a:lnTo>
                    <a:pt x="858" y="32940"/>
                  </a:lnTo>
                  <a:lnTo>
                    <a:pt x="858" y="1"/>
                  </a:lnTo>
                  <a:close/>
                </a:path>
              </a:pathLst>
            </a:custGeom>
            <a:solidFill>
              <a:srgbClr val="64C8FA"/>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grpSp>
      <p:sp>
        <p:nvSpPr>
          <p:cNvPr id="2150" name="Google Shape;191;p7">
            <a:extLst>
              <a:ext uri="{FF2B5EF4-FFF2-40B4-BE49-F238E27FC236}">
                <a16:creationId xmlns:a16="http://schemas.microsoft.com/office/drawing/2014/main" id="{7A797619-460D-81C1-C25B-5131F3844CBE}"/>
              </a:ext>
            </a:extLst>
          </p:cNvPr>
          <p:cNvSpPr/>
          <p:nvPr/>
        </p:nvSpPr>
        <p:spPr>
          <a:xfrm>
            <a:off x="0" y="272241"/>
            <a:ext cx="235600" cy="655200"/>
          </a:xfrm>
          <a:prstGeom prst="rect">
            <a:avLst/>
          </a:prstGeom>
          <a:solidFill>
            <a:srgbClr val="0070C0"/>
          </a:solidFill>
          <a:ln>
            <a:noFill/>
          </a:ln>
        </p:spPr>
        <p:txBody>
          <a:bodyPr spcFirstLastPara="1" wrap="square" lIns="91400" tIns="91400" rIns="91400" bIns="91400" anchor="ctr" anchorCtr="0">
            <a:noAutofit/>
          </a:bodyPr>
          <a:lstStyle/>
          <a:p>
            <a:pPr>
              <a:buClr>
                <a:srgbClr val="000000"/>
              </a:buClr>
              <a:buSzPts val="1400"/>
            </a:pPr>
            <a:endParaRPr sz="1867">
              <a:solidFill>
                <a:srgbClr val="000000"/>
              </a:solidFill>
              <a:latin typeface="Times New Roman"/>
              <a:ea typeface="Times New Roman"/>
              <a:cs typeface="Times New Roman"/>
              <a:sym typeface="Times New Roman"/>
            </a:endParaRPr>
          </a:p>
        </p:txBody>
      </p:sp>
      <p:pic>
        <p:nvPicPr>
          <p:cNvPr id="2" name="Image 1">
            <a:extLst>
              <a:ext uri="{FF2B5EF4-FFF2-40B4-BE49-F238E27FC236}">
                <a16:creationId xmlns:a16="http://schemas.microsoft.com/office/drawing/2014/main" id="{E183D6AE-844A-5D7B-6E4E-2B6528BA04B5}"/>
              </a:ext>
            </a:extLst>
          </p:cNvPr>
          <p:cNvPicPr>
            <a:picLocks noChangeAspect="1"/>
          </p:cNvPicPr>
          <p:nvPr/>
        </p:nvPicPr>
        <p:blipFill>
          <a:blip r:embed="rId3"/>
          <a:stretch>
            <a:fillRect/>
          </a:stretch>
        </p:blipFill>
        <p:spPr>
          <a:xfrm>
            <a:off x="2982193" y="751585"/>
            <a:ext cx="8815359" cy="5438761"/>
          </a:xfrm>
          <a:prstGeom prst="rect">
            <a:avLst/>
          </a:prstGeom>
        </p:spPr>
      </p:pic>
    </p:spTree>
    <p:extLst>
      <p:ext uri="{BB962C8B-B14F-4D97-AF65-F5344CB8AC3E}">
        <p14:creationId xmlns:p14="http://schemas.microsoft.com/office/powerpoint/2010/main" val="35610437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852">
          <a:extLst>
            <a:ext uri="{FF2B5EF4-FFF2-40B4-BE49-F238E27FC236}">
              <a16:creationId xmlns:a16="http://schemas.microsoft.com/office/drawing/2014/main" id="{BD8C420D-0593-17B6-CA85-B11E766BCE07}"/>
            </a:ext>
          </a:extLst>
        </p:cNvPr>
        <p:cNvGrpSpPr/>
        <p:nvPr/>
      </p:nvGrpSpPr>
      <p:grpSpPr>
        <a:xfrm>
          <a:off x="0" y="0"/>
          <a:ext cx="0" cy="0"/>
          <a:chOff x="0" y="0"/>
          <a:chExt cx="0" cy="0"/>
        </a:xfrm>
      </p:grpSpPr>
      <p:sp>
        <p:nvSpPr>
          <p:cNvPr id="2140" name="Google Shape;2140;p21">
            <a:extLst>
              <a:ext uri="{FF2B5EF4-FFF2-40B4-BE49-F238E27FC236}">
                <a16:creationId xmlns:a16="http://schemas.microsoft.com/office/drawing/2014/main" id="{6270AB9A-4938-EB0F-E9AC-CF76F86AB269}"/>
              </a:ext>
            </a:extLst>
          </p:cNvPr>
          <p:cNvSpPr txBox="1"/>
          <p:nvPr/>
        </p:nvSpPr>
        <p:spPr>
          <a:xfrm>
            <a:off x="458600" y="227293"/>
            <a:ext cx="11274800" cy="731600"/>
          </a:xfrm>
          <a:prstGeom prst="rect">
            <a:avLst/>
          </a:prstGeom>
          <a:noFill/>
          <a:ln>
            <a:noFill/>
          </a:ln>
        </p:spPr>
        <p:txBody>
          <a:bodyPr spcFirstLastPara="1" wrap="square" lIns="0" tIns="0" rIns="0" bIns="0" anchor="t" anchorCtr="0">
            <a:noAutofit/>
          </a:bodyPr>
          <a:lstStyle/>
          <a:p>
            <a:pPr>
              <a:buClr>
                <a:schemeClr val="dk1"/>
              </a:buClr>
              <a:buSzPts val="2200"/>
            </a:pPr>
            <a:r>
              <a:rPr lang="en-GB" sz="2933" b="1" dirty="0" err="1">
                <a:solidFill>
                  <a:srgbClr val="0070C0"/>
                </a:solidFill>
                <a:latin typeface="Times New Roman"/>
                <a:ea typeface="Times New Roman"/>
                <a:cs typeface="Times New Roman"/>
                <a:sym typeface="Times New Roman"/>
              </a:rPr>
              <a:t>Fonctionnalité</a:t>
            </a:r>
            <a:r>
              <a:rPr lang="en-GB" sz="2933" b="1" dirty="0">
                <a:solidFill>
                  <a:srgbClr val="0070C0"/>
                </a:solidFill>
                <a:latin typeface="Times New Roman"/>
                <a:ea typeface="Times New Roman"/>
                <a:cs typeface="Times New Roman"/>
                <a:sym typeface="Times New Roman"/>
              </a:rPr>
              <a:t> des ECF (au </a:t>
            </a:r>
            <a:r>
              <a:rPr lang="en-GB" sz="2933" b="1" dirty="0" err="1">
                <a:solidFill>
                  <a:srgbClr val="0070C0"/>
                </a:solidFill>
                <a:latin typeface="Times New Roman"/>
                <a:ea typeface="Times New Roman"/>
                <a:cs typeface="Times New Roman"/>
                <a:sym typeface="Times New Roman"/>
              </a:rPr>
              <a:t>niveau</a:t>
            </a:r>
            <a:r>
              <a:rPr lang="en-GB" sz="2933" b="1" dirty="0">
                <a:solidFill>
                  <a:srgbClr val="0070C0"/>
                </a:solidFill>
                <a:latin typeface="Times New Roman"/>
                <a:ea typeface="Times New Roman"/>
                <a:cs typeface="Times New Roman"/>
                <a:sym typeface="Times New Roman"/>
              </a:rPr>
              <a:t> </a:t>
            </a:r>
            <a:r>
              <a:rPr lang="en-GB" sz="2933" b="1" dirty="0" err="1">
                <a:solidFill>
                  <a:srgbClr val="0070C0"/>
                </a:solidFill>
                <a:latin typeface="Times New Roman"/>
                <a:ea typeface="Times New Roman"/>
                <a:cs typeface="Times New Roman"/>
                <a:sym typeface="Times New Roman"/>
              </a:rPr>
              <a:t>opérationnel</a:t>
            </a:r>
            <a:r>
              <a:rPr lang="en-GB" sz="2933" b="1" dirty="0">
                <a:solidFill>
                  <a:srgbClr val="0070C0"/>
                </a:solidFill>
                <a:latin typeface="Times New Roman"/>
                <a:ea typeface="Times New Roman"/>
                <a:cs typeface="Times New Roman"/>
                <a:sym typeface="Times New Roman"/>
              </a:rPr>
              <a:t>) (1) </a:t>
            </a:r>
            <a:endParaRPr sz="2933" dirty="0">
              <a:solidFill>
                <a:srgbClr val="0070C0"/>
              </a:solidFill>
              <a:latin typeface="Times New Roman"/>
              <a:ea typeface="Times New Roman"/>
              <a:cs typeface="Times New Roman"/>
              <a:sym typeface="Times New Roman"/>
            </a:endParaRPr>
          </a:p>
        </p:txBody>
      </p:sp>
      <p:pic>
        <p:nvPicPr>
          <p:cNvPr id="4" name="Image 3">
            <a:extLst>
              <a:ext uri="{FF2B5EF4-FFF2-40B4-BE49-F238E27FC236}">
                <a16:creationId xmlns:a16="http://schemas.microsoft.com/office/drawing/2014/main" id="{DAB67FFF-A797-B8E6-EAB1-650E06287596}"/>
              </a:ext>
            </a:extLst>
          </p:cNvPr>
          <p:cNvPicPr>
            <a:picLocks noChangeAspect="1"/>
          </p:cNvPicPr>
          <p:nvPr/>
        </p:nvPicPr>
        <p:blipFill>
          <a:blip r:embed="rId3"/>
          <a:stretch>
            <a:fillRect/>
          </a:stretch>
        </p:blipFill>
        <p:spPr>
          <a:xfrm>
            <a:off x="55594" y="1886336"/>
            <a:ext cx="12079255" cy="4763421"/>
          </a:xfrm>
          <a:prstGeom prst="rect">
            <a:avLst/>
          </a:prstGeom>
        </p:spPr>
      </p:pic>
      <p:sp>
        <p:nvSpPr>
          <p:cNvPr id="3" name="Hexagone 2">
            <a:extLst>
              <a:ext uri="{FF2B5EF4-FFF2-40B4-BE49-F238E27FC236}">
                <a16:creationId xmlns:a16="http://schemas.microsoft.com/office/drawing/2014/main" id="{5EB8B7E1-F459-2508-7673-A27A52CC4979}"/>
              </a:ext>
            </a:extLst>
          </p:cNvPr>
          <p:cNvSpPr/>
          <p:nvPr/>
        </p:nvSpPr>
        <p:spPr>
          <a:xfrm>
            <a:off x="10178468" y="2101222"/>
            <a:ext cx="1603284" cy="1343187"/>
          </a:xfrm>
          <a:prstGeom prst="hexag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D" sz="3200" b="1" dirty="0">
                <a:latin typeface="Times New Roman" panose="02020603050405020304" pitchFamily="18" charset="0"/>
                <a:cs typeface="Times New Roman" panose="02020603050405020304" pitchFamily="18" charset="0"/>
              </a:rPr>
              <a:t>87%</a:t>
            </a:r>
          </a:p>
        </p:txBody>
      </p:sp>
      <p:graphicFrame>
        <p:nvGraphicFramePr>
          <p:cNvPr id="5" name="Tableau 4">
            <a:extLst>
              <a:ext uri="{FF2B5EF4-FFF2-40B4-BE49-F238E27FC236}">
                <a16:creationId xmlns:a16="http://schemas.microsoft.com/office/drawing/2014/main" id="{2CDDDC8A-B1E0-6D75-F1AC-64CC30C17EE2}"/>
              </a:ext>
            </a:extLst>
          </p:cNvPr>
          <p:cNvGraphicFramePr>
            <a:graphicFrameLocks noGrp="1"/>
          </p:cNvGraphicFramePr>
          <p:nvPr>
            <p:extLst>
              <p:ext uri="{D42A27DB-BD31-4B8C-83A1-F6EECF244321}">
                <p14:modId xmlns:p14="http://schemas.microsoft.com/office/powerpoint/2010/main" val="4238340189"/>
              </p:ext>
            </p:extLst>
          </p:nvPr>
        </p:nvGraphicFramePr>
        <p:xfrm>
          <a:off x="8220630" y="742232"/>
          <a:ext cx="3717421" cy="1016000"/>
        </p:xfrm>
        <a:graphic>
          <a:graphicData uri="http://schemas.openxmlformats.org/drawingml/2006/table">
            <a:tbl>
              <a:tblPr>
                <a:tableStyleId>{B301B821-A1FF-4177-AEE7-76D212191A09}</a:tableStyleId>
              </a:tblPr>
              <a:tblGrid>
                <a:gridCol w="1390649">
                  <a:extLst>
                    <a:ext uri="{9D8B030D-6E8A-4147-A177-3AD203B41FA5}">
                      <a16:colId xmlns:a16="http://schemas.microsoft.com/office/drawing/2014/main" val="1668964712"/>
                    </a:ext>
                  </a:extLst>
                </a:gridCol>
                <a:gridCol w="1276905">
                  <a:extLst>
                    <a:ext uri="{9D8B030D-6E8A-4147-A177-3AD203B41FA5}">
                      <a16:colId xmlns:a16="http://schemas.microsoft.com/office/drawing/2014/main" val="179524706"/>
                    </a:ext>
                  </a:extLst>
                </a:gridCol>
                <a:gridCol w="1049867">
                  <a:extLst>
                    <a:ext uri="{9D8B030D-6E8A-4147-A177-3AD203B41FA5}">
                      <a16:colId xmlns:a16="http://schemas.microsoft.com/office/drawing/2014/main" val="1775517888"/>
                    </a:ext>
                  </a:extLst>
                </a:gridCol>
              </a:tblGrid>
              <a:tr h="508000">
                <a:tc>
                  <a:txBody>
                    <a:bodyPr/>
                    <a:lstStyle/>
                    <a:p>
                      <a:pPr algn="ctr" fontAlgn="b"/>
                      <a:r>
                        <a:rPr lang="fr-CD" sz="1900" b="1" u="none" strike="noStrike" dirty="0">
                          <a:solidFill>
                            <a:srgbClr val="000000"/>
                          </a:solidFill>
                          <a:effectLst/>
                          <a:latin typeface="Times New Roman" panose="02020603050405020304" pitchFamily="18" charset="0"/>
                          <a:cs typeface="Times New Roman" panose="02020603050405020304" pitchFamily="18" charset="0"/>
                        </a:rPr>
                        <a:t>Total </a:t>
                      </a:r>
                      <a:r>
                        <a:rPr lang="fr-CD" sz="1900" b="1" u="none" strike="noStrike" dirty="0" err="1">
                          <a:solidFill>
                            <a:srgbClr val="000000"/>
                          </a:solidFill>
                          <a:effectLst/>
                          <a:latin typeface="Times New Roman" panose="02020603050405020304" pitchFamily="18" charset="0"/>
                          <a:cs typeface="Times New Roman" panose="02020603050405020304" pitchFamily="18" charset="0"/>
                        </a:rPr>
                        <a:t>réfr</a:t>
                      </a:r>
                      <a:r>
                        <a:rPr lang="fr-CD" sz="1900" b="1" u="none" strike="noStrike" dirty="0">
                          <a:solidFill>
                            <a:srgbClr val="000000"/>
                          </a:solidFill>
                          <a:effectLst/>
                          <a:latin typeface="Times New Roman" panose="02020603050405020304" pitchFamily="18" charset="0"/>
                          <a:cs typeface="Times New Roman" panose="02020603050405020304" pitchFamily="18" charset="0"/>
                        </a:rPr>
                        <a:t> </a:t>
                      </a:r>
                      <a:endParaRPr lang="fr-CD" sz="19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b"/>
                      <a:r>
                        <a:rPr lang="fr-CD" sz="1600" b="1" u="none" strike="noStrike" dirty="0">
                          <a:solidFill>
                            <a:srgbClr val="000000"/>
                          </a:solidFill>
                          <a:effectLst/>
                          <a:latin typeface="Times New Roman" panose="02020603050405020304" pitchFamily="18" charset="0"/>
                          <a:cs typeface="Times New Roman" panose="02020603050405020304" pitchFamily="18" charset="0"/>
                        </a:rPr>
                        <a:t>Fonctionnel</a:t>
                      </a:r>
                      <a:endParaRPr lang="fr-CD" sz="16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b"/>
                      <a:r>
                        <a:rPr lang="fr-CD" sz="1600" b="1" u="none" strike="noStrike" dirty="0">
                          <a:solidFill>
                            <a:srgbClr val="000000"/>
                          </a:solidFill>
                          <a:effectLst/>
                          <a:latin typeface="Times New Roman" panose="02020603050405020304" pitchFamily="18" charset="0"/>
                          <a:cs typeface="Times New Roman" panose="02020603050405020304" pitchFamily="18" charset="0"/>
                        </a:rPr>
                        <a:t>Non Fonctionnel</a:t>
                      </a:r>
                      <a:endParaRPr lang="fr-CD" sz="16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2146671355"/>
                  </a:ext>
                </a:extLst>
              </a:tr>
              <a:tr h="508000">
                <a:tc>
                  <a:txBody>
                    <a:bodyPr/>
                    <a:lstStyle/>
                    <a:p>
                      <a:pPr algn="ctr" fontAlgn="ctr"/>
                      <a:r>
                        <a:rPr lang="fr-CD" sz="1900" b="1" i="0" u="none" strike="noStrike" dirty="0">
                          <a:solidFill>
                            <a:srgbClr val="000000"/>
                          </a:solidFill>
                          <a:effectLst/>
                          <a:latin typeface="Times New Roman" panose="02020603050405020304" pitchFamily="18" charset="0"/>
                          <a:cs typeface="Times New Roman" panose="02020603050405020304" pitchFamily="18" charset="0"/>
                        </a:rPr>
                        <a:t>11904</a:t>
                      </a:r>
                    </a:p>
                  </a:txBody>
                  <a:tcPr marL="0" marR="0" marT="0" marB="0" anchor="ctr"/>
                </a:tc>
                <a:tc>
                  <a:txBody>
                    <a:bodyPr/>
                    <a:lstStyle/>
                    <a:p>
                      <a:pPr algn="ctr" fontAlgn="ctr"/>
                      <a:r>
                        <a:rPr lang="fr-CD" sz="1900" b="1" i="0" u="none" strike="noStrike" dirty="0">
                          <a:solidFill>
                            <a:srgbClr val="000000"/>
                          </a:solidFill>
                          <a:effectLst/>
                          <a:latin typeface="Times New Roman" panose="02020603050405020304" pitchFamily="18" charset="0"/>
                          <a:cs typeface="Times New Roman" panose="02020603050405020304" pitchFamily="18" charset="0"/>
                        </a:rPr>
                        <a:t>10368</a:t>
                      </a:r>
                    </a:p>
                  </a:txBody>
                  <a:tcPr marL="0" marR="0" marT="0" marB="0" anchor="ctr"/>
                </a:tc>
                <a:tc>
                  <a:txBody>
                    <a:bodyPr/>
                    <a:lstStyle/>
                    <a:p>
                      <a:pPr algn="ctr" fontAlgn="ctr"/>
                      <a:r>
                        <a:rPr lang="fr-CD" sz="1900" b="1" u="none" strike="noStrike" dirty="0">
                          <a:solidFill>
                            <a:srgbClr val="000000"/>
                          </a:solidFill>
                          <a:effectLst/>
                          <a:latin typeface="Times New Roman" panose="02020603050405020304" pitchFamily="18" charset="0"/>
                          <a:cs typeface="Times New Roman" panose="02020603050405020304" pitchFamily="18" charset="0"/>
                        </a:rPr>
                        <a:t>1 536</a:t>
                      </a:r>
                      <a:endParaRPr lang="fr-CD" sz="19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2520824880"/>
                  </a:ext>
                </a:extLst>
              </a:tr>
            </a:tbl>
          </a:graphicData>
        </a:graphic>
      </p:graphicFrame>
      <p:sp>
        <p:nvSpPr>
          <p:cNvPr id="2" name="Google Shape;191;p7">
            <a:extLst>
              <a:ext uri="{FF2B5EF4-FFF2-40B4-BE49-F238E27FC236}">
                <a16:creationId xmlns:a16="http://schemas.microsoft.com/office/drawing/2014/main" id="{EB001B0E-D0BE-E62F-F8C0-CCF5CF412A1A}"/>
              </a:ext>
            </a:extLst>
          </p:cNvPr>
          <p:cNvSpPr/>
          <p:nvPr/>
        </p:nvSpPr>
        <p:spPr>
          <a:xfrm>
            <a:off x="0" y="272241"/>
            <a:ext cx="235600" cy="655200"/>
          </a:xfrm>
          <a:prstGeom prst="rect">
            <a:avLst/>
          </a:prstGeom>
          <a:solidFill>
            <a:srgbClr val="0070C0"/>
          </a:solidFill>
          <a:ln>
            <a:noFill/>
          </a:ln>
        </p:spPr>
        <p:txBody>
          <a:bodyPr spcFirstLastPara="1" wrap="square" lIns="91400" tIns="91400" rIns="91400" bIns="91400" anchor="ctr" anchorCtr="0">
            <a:noAutofit/>
          </a:bodyPr>
          <a:lstStyle/>
          <a:p>
            <a:pPr>
              <a:buClr>
                <a:srgbClr val="000000"/>
              </a:buClr>
              <a:buSzPts val="1400"/>
            </a:pPr>
            <a:endParaRPr sz="1867">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4927352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852">
          <a:extLst>
            <a:ext uri="{FF2B5EF4-FFF2-40B4-BE49-F238E27FC236}">
              <a16:creationId xmlns:a16="http://schemas.microsoft.com/office/drawing/2014/main" id="{7F4B71F3-0AB7-D7D1-05B4-553B4C177E0C}"/>
            </a:ext>
          </a:extLst>
        </p:cNvPr>
        <p:cNvGrpSpPr/>
        <p:nvPr/>
      </p:nvGrpSpPr>
      <p:grpSpPr>
        <a:xfrm>
          <a:off x="0" y="0"/>
          <a:ext cx="0" cy="0"/>
          <a:chOff x="0" y="0"/>
          <a:chExt cx="0" cy="0"/>
        </a:xfrm>
      </p:grpSpPr>
      <p:sp>
        <p:nvSpPr>
          <p:cNvPr id="2140" name="Google Shape;2140;p21">
            <a:extLst>
              <a:ext uri="{FF2B5EF4-FFF2-40B4-BE49-F238E27FC236}">
                <a16:creationId xmlns:a16="http://schemas.microsoft.com/office/drawing/2014/main" id="{952DF456-DD4B-1C4B-80DA-080AA3ED6CB2}"/>
              </a:ext>
            </a:extLst>
          </p:cNvPr>
          <p:cNvSpPr txBox="1"/>
          <p:nvPr/>
        </p:nvSpPr>
        <p:spPr>
          <a:xfrm>
            <a:off x="458600" y="227293"/>
            <a:ext cx="11274800" cy="731600"/>
          </a:xfrm>
          <a:prstGeom prst="rect">
            <a:avLst/>
          </a:prstGeom>
          <a:noFill/>
          <a:ln>
            <a:noFill/>
          </a:ln>
        </p:spPr>
        <p:txBody>
          <a:bodyPr spcFirstLastPara="1" wrap="square" lIns="0" tIns="0" rIns="0" bIns="0" anchor="t" anchorCtr="0">
            <a:noAutofit/>
          </a:bodyPr>
          <a:lstStyle/>
          <a:p>
            <a:pPr>
              <a:buClr>
                <a:schemeClr val="dk1"/>
              </a:buClr>
              <a:buSzPts val="2200"/>
            </a:pPr>
            <a:r>
              <a:rPr lang="en-GB" sz="2933" b="1" dirty="0">
                <a:solidFill>
                  <a:srgbClr val="0070C0"/>
                </a:solidFill>
                <a:latin typeface="Times New Roman"/>
                <a:ea typeface="Times New Roman"/>
                <a:cs typeface="Times New Roman"/>
                <a:sym typeface="Times New Roman"/>
              </a:rPr>
              <a:t> </a:t>
            </a:r>
            <a:r>
              <a:rPr lang="fr-FR" sz="2933" b="1" dirty="0">
                <a:solidFill>
                  <a:srgbClr val="0070C0"/>
                </a:solidFill>
                <a:latin typeface="Times New Roman"/>
                <a:ea typeface="Times New Roman"/>
                <a:cs typeface="Times New Roman"/>
                <a:sym typeface="Times New Roman"/>
              </a:rPr>
              <a:t>Fonctionnalité des ECF (au niveau opérationnel) (2)</a:t>
            </a:r>
            <a:endParaRPr lang="fr-FR" sz="2933" dirty="0">
              <a:solidFill>
                <a:srgbClr val="0070C0"/>
              </a:solidFill>
              <a:latin typeface="Times New Roman"/>
              <a:ea typeface="Times New Roman"/>
              <a:cs typeface="Times New Roman"/>
              <a:sym typeface="Times New Roman"/>
            </a:endParaRPr>
          </a:p>
        </p:txBody>
      </p:sp>
      <p:sp>
        <p:nvSpPr>
          <p:cNvPr id="2" name="Google Shape;191;p7">
            <a:extLst>
              <a:ext uri="{FF2B5EF4-FFF2-40B4-BE49-F238E27FC236}">
                <a16:creationId xmlns:a16="http://schemas.microsoft.com/office/drawing/2014/main" id="{AAF4AB3F-8355-AE26-F938-EFA169712C9E}"/>
              </a:ext>
            </a:extLst>
          </p:cNvPr>
          <p:cNvSpPr/>
          <p:nvPr/>
        </p:nvSpPr>
        <p:spPr>
          <a:xfrm>
            <a:off x="0" y="272241"/>
            <a:ext cx="235600" cy="655200"/>
          </a:xfrm>
          <a:prstGeom prst="rect">
            <a:avLst/>
          </a:prstGeom>
          <a:solidFill>
            <a:srgbClr val="0070C0"/>
          </a:solidFill>
          <a:ln>
            <a:noFill/>
          </a:ln>
        </p:spPr>
        <p:txBody>
          <a:bodyPr spcFirstLastPara="1" wrap="square" lIns="91400" tIns="91400" rIns="91400" bIns="91400" anchor="ctr" anchorCtr="0">
            <a:noAutofit/>
          </a:bodyPr>
          <a:lstStyle/>
          <a:p>
            <a:pPr>
              <a:buClr>
                <a:srgbClr val="000000"/>
              </a:buClr>
              <a:buSzPts val="1400"/>
            </a:pPr>
            <a:endParaRPr sz="1867">
              <a:solidFill>
                <a:srgbClr val="000000"/>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4AB4BF40-493F-821B-1A0B-0C7525EC4771}"/>
              </a:ext>
            </a:extLst>
          </p:cNvPr>
          <p:cNvSpPr txBox="1"/>
          <p:nvPr/>
        </p:nvSpPr>
        <p:spPr>
          <a:xfrm>
            <a:off x="1242237" y="958893"/>
            <a:ext cx="9707525" cy="4606389"/>
          </a:xfrm>
          <a:prstGeom prst="rect">
            <a:avLst/>
          </a:prstGeom>
          <a:noFill/>
        </p:spPr>
        <p:txBody>
          <a:bodyPr wrap="square" rtlCol="0">
            <a:spAutoFit/>
          </a:bodyPr>
          <a:lstStyle/>
          <a:p>
            <a:pPr algn="just">
              <a:spcBef>
                <a:spcPts val="200"/>
              </a:spcBef>
            </a:pPr>
            <a:r>
              <a:rPr lang="fr-FR" sz="2800" dirty="0">
                <a:latin typeface="Times New Roman" panose="02020603050405020304" pitchFamily="18" charset="0"/>
                <a:cs typeface="Times New Roman" panose="02020603050405020304" pitchFamily="18" charset="0"/>
              </a:rPr>
              <a:t>L’objectif est de </a:t>
            </a:r>
            <a:r>
              <a:rPr lang="fr-FR" sz="2800" b="1" dirty="0">
                <a:latin typeface="Times New Roman" panose="02020603050405020304" pitchFamily="18" charset="0"/>
                <a:cs typeface="Times New Roman" panose="02020603050405020304" pitchFamily="18" charset="0"/>
                <a:sym typeface="Times New Roman"/>
              </a:rPr>
              <a:t>p</a:t>
            </a:r>
            <a:r>
              <a:rPr lang="fr-FR" sz="2800" b="1" dirty="0">
                <a:latin typeface="Times New Roman" panose="02020603050405020304" pitchFamily="18" charset="0"/>
                <a:ea typeface="Times New Roman"/>
                <a:cs typeface="Times New Roman" panose="02020603050405020304" pitchFamily="18" charset="0"/>
                <a:sym typeface="Times New Roman"/>
              </a:rPr>
              <a:t>orter de 84 à 100% la fonctionnalité des ECF à tous les niveaux.</a:t>
            </a:r>
          </a:p>
          <a:p>
            <a:pPr algn="just">
              <a:spcBef>
                <a:spcPts val="200"/>
              </a:spcBef>
            </a:pPr>
            <a:r>
              <a:rPr lang="fr-FR" sz="2800" b="1" dirty="0">
                <a:latin typeface="Times New Roman" panose="02020603050405020304" pitchFamily="18" charset="0"/>
                <a:ea typeface="Times New Roman"/>
                <a:cs typeface="Times New Roman" panose="02020603050405020304" pitchFamily="18" charset="0"/>
                <a:sym typeface="Times New Roman"/>
              </a:rPr>
              <a:t> Situation actuelle :</a:t>
            </a:r>
          </a:p>
          <a:p>
            <a:pPr marL="285750" indent="-285750" algn="just">
              <a:spcBef>
                <a:spcPts val="200"/>
              </a:spcBef>
              <a:buFontTx/>
              <a:buChar char="-"/>
            </a:pPr>
            <a:r>
              <a:rPr lang="fr-FR" sz="2400" dirty="0">
                <a:latin typeface="Times New Roman" panose="02020603050405020304" pitchFamily="18" charset="0"/>
                <a:cs typeface="Times New Roman" panose="02020603050405020304" pitchFamily="18" charset="0"/>
                <a:sym typeface="Times New Roman"/>
              </a:rPr>
              <a:t>Niveau Central 100% ;</a:t>
            </a:r>
          </a:p>
          <a:p>
            <a:pPr marL="285750" indent="-285750" algn="just">
              <a:spcBef>
                <a:spcPts val="200"/>
              </a:spcBef>
              <a:buFontTx/>
              <a:buChar char="-"/>
            </a:pPr>
            <a:r>
              <a:rPr lang="fr-FR" sz="2400" dirty="0">
                <a:latin typeface="Times New Roman" panose="02020603050405020304" pitchFamily="18" charset="0"/>
                <a:cs typeface="Times New Roman" panose="02020603050405020304" pitchFamily="18" charset="0"/>
                <a:sym typeface="Times New Roman"/>
              </a:rPr>
              <a:t>Niveau provincial 96% ;</a:t>
            </a:r>
          </a:p>
          <a:p>
            <a:pPr marL="285750" indent="-285750" algn="just">
              <a:spcBef>
                <a:spcPts val="200"/>
              </a:spcBef>
              <a:buFontTx/>
              <a:buChar char="-"/>
            </a:pPr>
            <a:r>
              <a:rPr lang="fr-FR" sz="2400" dirty="0">
                <a:latin typeface="Times New Roman" panose="02020603050405020304" pitchFamily="18" charset="0"/>
                <a:cs typeface="Times New Roman" panose="02020603050405020304" pitchFamily="18" charset="0"/>
                <a:sym typeface="Times New Roman"/>
              </a:rPr>
              <a:t>Niveau opérationnel 87%.</a:t>
            </a:r>
          </a:p>
          <a:p>
            <a:pPr>
              <a:spcBef>
                <a:spcPts val="200"/>
              </a:spcBef>
            </a:pPr>
            <a:r>
              <a:rPr lang="fr-FR" sz="2800" b="1" dirty="0">
                <a:latin typeface="Times New Roman" panose="02020603050405020304" pitchFamily="18" charset="0"/>
                <a:cs typeface="Times New Roman" panose="02020603050405020304" pitchFamily="18" charset="0"/>
                <a:sym typeface="Times New Roman"/>
              </a:rPr>
              <a:t>Actions : </a:t>
            </a:r>
          </a:p>
          <a:p>
            <a:pPr marL="457200" indent="-457200" algn="just">
              <a:spcBef>
                <a:spcPts val="200"/>
              </a:spcBef>
              <a:buFontTx/>
              <a:buChar char="-"/>
            </a:pPr>
            <a:r>
              <a:rPr lang="fr-FR" sz="2400" dirty="0">
                <a:latin typeface="Times New Roman" panose="02020603050405020304" pitchFamily="18" charset="0"/>
                <a:cs typeface="Times New Roman" panose="02020603050405020304" pitchFamily="18" charset="0"/>
                <a:sym typeface="Times New Roman"/>
              </a:rPr>
              <a:t>Suivi auprès de l’UNICEF pour fournir le reste des kits de pièces de rechange</a:t>
            </a:r>
          </a:p>
          <a:p>
            <a:pPr marL="457200" indent="-457200" algn="just">
              <a:spcBef>
                <a:spcPts val="200"/>
              </a:spcBef>
              <a:buFontTx/>
              <a:buChar char="-"/>
            </a:pPr>
            <a:r>
              <a:rPr lang="fr-FR" sz="2400" dirty="0">
                <a:latin typeface="Times New Roman" panose="02020603050405020304" pitchFamily="18" charset="0"/>
                <a:cs typeface="Times New Roman" panose="02020603050405020304" pitchFamily="18" charset="0"/>
                <a:sym typeface="Times New Roman"/>
              </a:rPr>
              <a:t>Suivi auprès de l’UNICEF pour accélérer les installations en cours</a:t>
            </a:r>
          </a:p>
          <a:p>
            <a:pPr marL="457200" indent="-457200" algn="just">
              <a:spcBef>
                <a:spcPts val="200"/>
              </a:spcBef>
              <a:buFontTx/>
              <a:buChar char="-"/>
            </a:pPr>
            <a:r>
              <a:rPr lang="fr-FR" sz="2400" dirty="0">
                <a:latin typeface="Times New Roman" panose="02020603050405020304" pitchFamily="18" charset="0"/>
                <a:cs typeface="Times New Roman" panose="02020603050405020304" pitchFamily="18" charset="0"/>
                <a:sym typeface="Times New Roman"/>
              </a:rPr>
              <a:t>Renforcement de capacités des techniciens de maintenance en perspective</a:t>
            </a:r>
            <a:endParaRPr lang="fr-F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297920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04800" y="219077"/>
            <a:ext cx="11847576" cy="962027"/>
          </a:xfrm>
          <a:noFill/>
          <a:ln>
            <a:noFill/>
          </a:ln>
        </p:spPr>
        <p:txBody>
          <a:bodyPr spcFirstLastPara="1" vert="horz" wrap="square" lIns="0" tIns="0" rIns="0" bIns="0" rtlCol="0" anchor="t" anchorCtr="0">
            <a:noAutofit/>
          </a:bodyPr>
          <a:lstStyle/>
          <a:p>
            <a:pPr>
              <a:buSzPts val="2200"/>
            </a:pPr>
            <a:r>
              <a:rPr lang="en-US" sz="2665" b="1" dirty="0">
                <a:solidFill>
                  <a:srgbClr val="0070C0"/>
                </a:solidFill>
                <a:latin typeface="Times New Roman" panose="02020603050405020304"/>
                <a:cs typeface="Times New Roman" panose="02020603050405020304"/>
              </a:rPr>
              <a:t>Equipements et capacité de stockage Niveau intermédiaire (Antennes) </a:t>
            </a:r>
            <a:br>
              <a:rPr lang="en-US" sz="2665" b="1" dirty="0">
                <a:solidFill>
                  <a:srgbClr val="0070C0"/>
                </a:solidFill>
                <a:latin typeface="Times New Roman" panose="02020603050405020304"/>
                <a:cs typeface="Times New Roman" panose="02020603050405020304"/>
              </a:rPr>
            </a:br>
            <a:endParaRPr lang="en-US" sz="2665" b="1" dirty="0">
              <a:solidFill>
                <a:srgbClr val="FF0000"/>
              </a:solidFill>
              <a:latin typeface="Times New Roman" panose="02020603050405020304"/>
              <a:cs typeface="Times New Roman" panose="02020603050405020304"/>
            </a:endParaRPr>
          </a:p>
        </p:txBody>
      </p:sp>
      <p:sp>
        <p:nvSpPr>
          <p:cNvPr id="3" name="Google Shape;191;p7"/>
          <p:cNvSpPr/>
          <p:nvPr/>
        </p:nvSpPr>
        <p:spPr>
          <a:xfrm>
            <a:off x="0" y="272241"/>
            <a:ext cx="235600" cy="655200"/>
          </a:xfrm>
          <a:prstGeom prst="rect">
            <a:avLst/>
          </a:prstGeom>
          <a:solidFill>
            <a:srgbClr val="0070C0"/>
          </a:solidFill>
          <a:ln>
            <a:noFill/>
          </a:ln>
        </p:spPr>
        <p:txBody>
          <a:bodyPr spcFirstLastPara="1" wrap="square" lIns="91400" tIns="91400" rIns="91400" bIns="91400" anchor="ctr" anchorCtr="0">
            <a:noAutofit/>
          </a:bodyPr>
          <a:lstStyle/>
          <a:p>
            <a:pPr>
              <a:buClr>
                <a:srgbClr val="000000"/>
              </a:buClr>
              <a:buSzPts val="1400"/>
            </a:pPr>
            <a:endParaRPr sz="186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4" name="Google Shape;1674;g2f1c646a89f_0_320"/>
          <p:cNvGrpSpPr/>
          <p:nvPr/>
        </p:nvGrpSpPr>
        <p:grpSpPr>
          <a:xfrm>
            <a:off x="117174" y="6277328"/>
            <a:ext cx="3141409" cy="430360"/>
            <a:chOff x="238125" y="2363000"/>
            <a:chExt cx="7122300" cy="975725"/>
          </a:xfrm>
        </p:grpSpPr>
        <p:sp>
          <p:nvSpPr>
            <p:cNvPr id="5" name="Google Shape;1675;g2f1c646a89f_0_320"/>
            <p:cNvSpPr/>
            <p:nvPr/>
          </p:nvSpPr>
          <p:spPr>
            <a:xfrm>
              <a:off x="238125" y="2363000"/>
              <a:ext cx="695275" cy="955800"/>
            </a:xfrm>
            <a:custGeom>
              <a:avLst/>
              <a:gdLst/>
              <a:ahLst/>
              <a:cxnLst/>
              <a:rect l="l" t="t" r="r" b="b"/>
              <a:pathLst>
                <a:path w="27811" h="38232" extrusionOk="0">
                  <a:moveTo>
                    <a:pt x="13895" y="0"/>
                  </a:moveTo>
                  <a:cubicBezTo>
                    <a:pt x="10626" y="0"/>
                    <a:pt x="7949" y="2656"/>
                    <a:pt x="7949" y="5946"/>
                  </a:cubicBezTo>
                  <a:cubicBezTo>
                    <a:pt x="7949" y="9236"/>
                    <a:pt x="10626" y="11893"/>
                    <a:pt x="13895" y="11893"/>
                  </a:cubicBezTo>
                  <a:cubicBezTo>
                    <a:pt x="17185" y="11893"/>
                    <a:pt x="19862" y="9236"/>
                    <a:pt x="19862" y="5946"/>
                  </a:cubicBezTo>
                  <a:cubicBezTo>
                    <a:pt x="19862" y="2656"/>
                    <a:pt x="17185" y="0"/>
                    <a:pt x="13895" y="0"/>
                  </a:cubicBezTo>
                  <a:close/>
                  <a:moveTo>
                    <a:pt x="7070" y="18738"/>
                  </a:moveTo>
                  <a:lnTo>
                    <a:pt x="7070" y="26380"/>
                  </a:lnTo>
                  <a:cubicBezTo>
                    <a:pt x="5987" y="25706"/>
                    <a:pt x="5252" y="24500"/>
                    <a:pt x="5252" y="23111"/>
                  </a:cubicBezTo>
                  <a:lnTo>
                    <a:pt x="5252" y="21987"/>
                  </a:lnTo>
                  <a:cubicBezTo>
                    <a:pt x="5252" y="20618"/>
                    <a:pt x="5987" y="19412"/>
                    <a:pt x="7070" y="18738"/>
                  </a:cubicBezTo>
                  <a:close/>
                  <a:moveTo>
                    <a:pt x="20557" y="18636"/>
                  </a:moveTo>
                  <a:cubicBezTo>
                    <a:pt x="21742" y="19269"/>
                    <a:pt x="22559" y="20536"/>
                    <a:pt x="22559" y="21987"/>
                  </a:cubicBezTo>
                  <a:lnTo>
                    <a:pt x="22559" y="23131"/>
                  </a:lnTo>
                  <a:cubicBezTo>
                    <a:pt x="22559" y="24562"/>
                    <a:pt x="21742" y="25828"/>
                    <a:pt x="20557" y="26482"/>
                  </a:cubicBezTo>
                  <a:lnTo>
                    <a:pt x="20557" y="18636"/>
                  </a:lnTo>
                  <a:close/>
                  <a:moveTo>
                    <a:pt x="9052" y="12935"/>
                  </a:moveTo>
                  <a:cubicBezTo>
                    <a:pt x="4066" y="12935"/>
                    <a:pt x="0" y="17001"/>
                    <a:pt x="0" y="21987"/>
                  </a:cubicBezTo>
                  <a:lnTo>
                    <a:pt x="0" y="23111"/>
                  </a:lnTo>
                  <a:cubicBezTo>
                    <a:pt x="0" y="27443"/>
                    <a:pt x="3024" y="31060"/>
                    <a:pt x="7070" y="31959"/>
                  </a:cubicBezTo>
                  <a:lnTo>
                    <a:pt x="7070" y="38232"/>
                  </a:lnTo>
                  <a:lnTo>
                    <a:pt x="20557" y="38232"/>
                  </a:lnTo>
                  <a:lnTo>
                    <a:pt x="20557" y="31999"/>
                  </a:lnTo>
                  <a:cubicBezTo>
                    <a:pt x="24684" y="31162"/>
                    <a:pt x="27811" y="27504"/>
                    <a:pt x="27811" y="23111"/>
                  </a:cubicBezTo>
                  <a:lnTo>
                    <a:pt x="27811" y="21987"/>
                  </a:lnTo>
                  <a:cubicBezTo>
                    <a:pt x="27811" y="17001"/>
                    <a:pt x="23744" y="12935"/>
                    <a:pt x="18738" y="12935"/>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 name="Google Shape;1676;g2f1c646a89f_0_320"/>
            <p:cNvSpPr/>
            <p:nvPr/>
          </p:nvSpPr>
          <p:spPr>
            <a:xfrm>
              <a:off x="238125" y="2791600"/>
              <a:ext cx="695275" cy="547125"/>
            </a:xfrm>
            <a:custGeom>
              <a:avLst/>
              <a:gdLst/>
              <a:ahLst/>
              <a:cxnLst/>
              <a:rect l="l" t="t" r="r" b="b"/>
              <a:pathLst>
                <a:path w="27811" h="21885" extrusionOk="0">
                  <a:moveTo>
                    <a:pt x="13895" y="0"/>
                  </a:moveTo>
                  <a:cubicBezTo>
                    <a:pt x="11443" y="0"/>
                    <a:pt x="9441" y="2003"/>
                    <a:pt x="9441" y="4475"/>
                  </a:cubicBezTo>
                  <a:cubicBezTo>
                    <a:pt x="9441" y="6927"/>
                    <a:pt x="11443" y="8930"/>
                    <a:pt x="13895" y="8930"/>
                  </a:cubicBezTo>
                  <a:cubicBezTo>
                    <a:pt x="16368" y="8930"/>
                    <a:pt x="18370" y="6927"/>
                    <a:pt x="18370" y="4475"/>
                  </a:cubicBezTo>
                  <a:cubicBezTo>
                    <a:pt x="18370" y="2003"/>
                    <a:pt x="16368" y="0"/>
                    <a:pt x="13895" y="0"/>
                  </a:cubicBezTo>
                  <a:close/>
                  <a:moveTo>
                    <a:pt x="0" y="5987"/>
                  </a:moveTo>
                  <a:cubicBezTo>
                    <a:pt x="0" y="10973"/>
                    <a:pt x="4066" y="15039"/>
                    <a:pt x="9052" y="15039"/>
                  </a:cubicBezTo>
                  <a:lnTo>
                    <a:pt x="9686" y="15039"/>
                  </a:lnTo>
                  <a:lnTo>
                    <a:pt x="9686" y="21885"/>
                  </a:lnTo>
                  <a:lnTo>
                    <a:pt x="17941" y="21885"/>
                  </a:lnTo>
                  <a:lnTo>
                    <a:pt x="17941" y="15039"/>
                  </a:lnTo>
                  <a:lnTo>
                    <a:pt x="18738" y="15039"/>
                  </a:lnTo>
                  <a:cubicBezTo>
                    <a:pt x="23744" y="15039"/>
                    <a:pt x="27811" y="10973"/>
                    <a:pt x="27811" y="5987"/>
                  </a:cubicBezTo>
                  <a:lnTo>
                    <a:pt x="22559" y="5987"/>
                  </a:lnTo>
                  <a:cubicBezTo>
                    <a:pt x="22559" y="8092"/>
                    <a:pt x="20843" y="9788"/>
                    <a:pt x="18738" y="9788"/>
                  </a:cubicBezTo>
                  <a:lnTo>
                    <a:pt x="9052" y="9788"/>
                  </a:lnTo>
                  <a:cubicBezTo>
                    <a:pt x="6948" y="9788"/>
                    <a:pt x="5252" y="8092"/>
                    <a:pt x="5252" y="5987"/>
                  </a:cubicBezTo>
                  <a:close/>
                </a:path>
              </a:pathLst>
            </a:custGeom>
            <a:solidFill>
              <a:srgbClr val="64C8FA"/>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 name="Google Shape;1677;g2f1c646a89f_0_320"/>
            <p:cNvSpPr/>
            <p:nvPr/>
          </p:nvSpPr>
          <p:spPr>
            <a:xfrm>
              <a:off x="1191350" y="2441650"/>
              <a:ext cx="614600" cy="794900"/>
            </a:xfrm>
            <a:custGeom>
              <a:avLst/>
              <a:gdLst/>
              <a:ahLst/>
              <a:cxnLst/>
              <a:rect l="l" t="t" r="r" b="b"/>
              <a:pathLst>
                <a:path w="24584" h="31796" extrusionOk="0">
                  <a:moveTo>
                    <a:pt x="12568" y="5620"/>
                  </a:moveTo>
                  <a:cubicBezTo>
                    <a:pt x="15653" y="5620"/>
                    <a:pt x="17799" y="6969"/>
                    <a:pt x="17799" y="10218"/>
                  </a:cubicBezTo>
                  <a:cubicBezTo>
                    <a:pt x="17799" y="13119"/>
                    <a:pt x="15797" y="14775"/>
                    <a:pt x="12629" y="14775"/>
                  </a:cubicBezTo>
                  <a:lnTo>
                    <a:pt x="6908" y="14775"/>
                  </a:lnTo>
                  <a:lnTo>
                    <a:pt x="6908" y="5620"/>
                  </a:lnTo>
                  <a:close/>
                  <a:moveTo>
                    <a:pt x="1" y="1"/>
                  </a:moveTo>
                  <a:lnTo>
                    <a:pt x="1" y="31796"/>
                  </a:lnTo>
                  <a:lnTo>
                    <a:pt x="6908" y="31796"/>
                  </a:lnTo>
                  <a:lnTo>
                    <a:pt x="6908" y="20333"/>
                  </a:lnTo>
                  <a:lnTo>
                    <a:pt x="13876" y="20333"/>
                  </a:lnTo>
                  <a:cubicBezTo>
                    <a:pt x="21355" y="20333"/>
                    <a:pt x="24583" y="15122"/>
                    <a:pt x="24583" y="10136"/>
                  </a:cubicBezTo>
                  <a:cubicBezTo>
                    <a:pt x="24583" y="3883"/>
                    <a:pt x="20251" y="1"/>
                    <a:pt x="13651"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 name="Google Shape;1678;g2f1c646a89f_0_320"/>
            <p:cNvSpPr/>
            <p:nvPr/>
          </p:nvSpPr>
          <p:spPr>
            <a:xfrm>
              <a:off x="1911675" y="2441650"/>
              <a:ext cx="571650" cy="794900"/>
            </a:xfrm>
            <a:custGeom>
              <a:avLst/>
              <a:gdLst/>
              <a:ahLst/>
              <a:cxnLst/>
              <a:rect l="l" t="t" r="r" b="b"/>
              <a:pathLst>
                <a:path w="22866" h="31796" extrusionOk="0">
                  <a:moveTo>
                    <a:pt x="0" y="1"/>
                  </a:moveTo>
                  <a:lnTo>
                    <a:pt x="0" y="31796"/>
                  </a:lnTo>
                  <a:lnTo>
                    <a:pt x="22866" y="31796"/>
                  </a:lnTo>
                  <a:lnTo>
                    <a:pt x="22866" y="25952"/>
                  </a:lnTo>
                  <a:lnTo>
                    <a:pt x="6907" y="25952"/>
                  </a:lnTo>
                  <a:lnTo>
                    <a:pt x="6907" y="18596"/>
                  </a:lnTo>
                  <a:lnTo>
                    <a:pt x="20598" y="18596"/>
                  </a:lnTo>
                  <a:lnTo>
                    <a:pt x="20598" y="12752"/>
                  </a:lnTo>
                  <a:lnTo>
                    <a:pt x="6907" y="12752"/>
                  </a:lnTo>
                  <a:lnTo>
                    <a:pt x="6907" y="5845"/>
                  </a:lnTo>
                  <a:lnTo>
                    <a:pt x="22743" y="5845"/>
                  </a:lnTo>
                  <a:lnTo>
                    <a:pt x="22743"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 name="Google Shape;1679;g2f1c646a89f_0_320"/>
            <p:cNvSpPr/>
            <p:nvPr/>
          </p:nvSpPr>
          <p:spPr>
            <a:xfrm>
              <a:off x="2542575" y="2441650"/>
              <a:ext cx="692225" cy="798475"/>
            </a:xfrm>
            <a:custGeom>
              <a:avLst/>
              <a:gdLst/>
              <a:ahLst/>
              <a:cxnLst/>
              <a:rect l="l" t="t" r="r" b="b"/>
              <a:pathLst>
                <a:path w="27689" h="31939" extrusionOk="0">
                  <a:moveTo>
                    <a:pt x="0" y="1"/>
                  </a:moveTo>
                  <a:lnTo>
                    <a:pt x="10299" y="31939"/>
                  </a:lnTo>
                  <a:lnTo>
                    <a:pt x="17267" y="31939"/>
                  </a:lnTo>
                  <a:lnTo>
                    <a:pt x="27688" y="1"/>
                  </a:lnTo>
                  <a:lnTo>
                    <a:pt x="20965" y="1"/>
                  </a:lnTo>
                  <a:lnTo>
                    <a:pt x="14181" y="22928"/>
                  </a:lnTo>
                  <a:lnTo>
                    <a:pt x="14038" y="22928"/>
                  </a:lnTo>
                  <a:lnTo>
                    <a:pt x="7315"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 name="Google Shape;1680;g2f1c646a89f_0_320"/>
            <p:cNvSpPr/>
            <p:nvPr/>
          </p:nvSpPr>
          <p:spPr>
            <a:xfrm>
              <a:off x="3487650" y="2440125"/>
              <a:ext cx="140000" cy="188025"/>
            </a:xfrm>
            <a:custGeom>
              <a:avLst/>
              <a:gdLst/>
              <a:ahLst/>
              <a:cxnLst/>
              <a:rect l="l" t="t" r="r" b="b"/>
              <a:pathLst>
                <a:path w="5600" h="7521" extrusionOk="0">
                  <a:moveTo>
                    <a:pt x="2861" y="1186"/>
                  </a:moveTo>
                  <a:cubicBezTo>
                    <a:pt x="3637" y="1186"/>
                    <a:pt x="4230" y="1472"/>
                    <a:pt x="4230" y="2350"/>
                  </a:cubicBezTo>
                  <a:cubicBezTo>
                    <a:pt x="4230" y="3127"/>
                    <a:pt x="3699" y="3515"/>
                    <a:pt x="2881" y="3515"/>
                  </a:cubicBezTo>
                  <a:lnTo>
                    <a:pt x="1390" y="3515"/>
                  </a:lnTo>
                  <a:lnTo>
                    <a:pt x="1390" y="1186"/>
                  </a:lnTo>
                  <a:close/>
                  <a:moveTo>
                    <a:pt x="0" y="1"/>
                  </a:moveTo>
                  <a:lnTo>
                    <a:pt x="0" y="7520"/>
                  </a:lnTo>
                  <a:lnTo>
                    <a:pt x="1390" y="7520"/>
                  </a:lnTo>
                  <a:lnTo>
                    <a:pt x="1390" y="4700"/>
                  </a:lnTo>
                  <a:lnTo>
                    <a:pt x="3127" y="4700"/>
                  </a:lnTo>
                  <a:cubicBezTo>
                    <a:pt x="4823" y="4700"/>
                    <a:pt x="5599" y="3515"/>
                    <a:pt x="5599" y="2371"/>
                  </a:cubicBezTo>
                  <a:cubicBezTo>
                    <a:pt x="5599" y="818"/>
                    <a:pt x="4496" y="1"/>
                    <a:pt x="3045"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 name="Google Shape;1681;g2f1c646a89f_0_320"/>
            <p:cNvSpPr/>
            <p:nvPr/>
          </p:nvSpPr>
          <p:spPr>
            <a:xfrm>
              <a:off x="3650100" y="2490700"/>
              <a:ext cx="86850" cy="137450"/>
            </a:xfrm>
            <a:custGeom>
              <a:avLst/>
              <a:gdLst/>
              <a:ahLst/>
              <a:cxnLst/>
              <a:rect l="l" t="t" r="r" b="b"/>
              <a:pathLst>
                <a:path w="3474" h="5498" extrusionOk="0">
                  <a:moveTo>
                    <a:pt x="3045" y="0"/>
                  </a:moveTo>
                  <a:cubicBezTo>
                    <a:pt x="2391" y="0"/>
                    <a:pt x="1594" y="430"/>
                    <a:pt x="1287" y="1002"/>
                  </a:cubicBezTo>
                  <a:lnTo>
                    <a:pt x="1267" y="1002"/>
                  </a:lnTo>
                  <a:lnTo>
                    <a:pt x="1267" y="103"/>
                  </a:lnTo>
                  <a:lnTo>
                    <a:pt x="0" y="103"/>
                  </a:lnTo>
                  <a:lnTo>
                    <a:pt x="0" y="5497"/>
                  </a:lnTo>
                  <a:lnTo>
                    <a:pt x="1287" y="5497"/>
                  </a:lnTo>
                  <a:lnTo>
                    <a:pt x="1287" y="2739"/>
                  </a:lnTo>
                  <a:cubicBezTo>
                    <a:pt x="1287" y="1737"/>
                    <a:pt x="2023" y="1165"/>
                    <a:pt x="2984" y="1165"/>
                  </a:cubicBezTo>
                  <a:cubicBezTo>
                    <a:pt x="3167" y="1165"/>
                    <a:pt x="3310" y="1165"/>
                    <a:pt x="3474" y="1206"/>
                  </a:cubicBezTo>
                  <a:lnTo>
                    <a:pt x="3474" y="21"/>
                  </a:lnTo>
                  <a:cubicBezTo>
                    <a:pt x="3331" y="0"/>
                    <a:pt x="3188" y="0"/>
                    <a:pt x="3045"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2" name="Google Shape;1682;g2f1c646a89f_0_320"/>
            <p:cNvSpPr/>
            <p:nvPr/>
          </p:nvSpPr>
          <p:spPr>
            <a:xfrm>
              <a:off x="3752775" y="2490700"/>
              <a:ext cx="122625" cy="140500"/>
            </a:xfrm>
            <a:custGeom>
              <a:avLst/>
              <a:gdLst/>
              <a:ahLst/>
              <a:cxnLst/>
              <a:rect l="l" t="t" r="r" b="b"/>
              <a:pathLst>
                <a:path w="4905" h="5620" extrusionOk="0">
                  <a:moveTo>
                    <a:pt x="2432" y="1104"/>
                  </a:moveTo>
                  <a:cubicBezTo>
                    <a:pt x="3106" y="1104"/>
                    <a:pt x="3597" y="1472"/>
                    <a:pt x="3597" y="2126"/>
                  </a:cubicBezTo>
                  <a:lnTo>
                    <a:pt x="3597" y="3474"/>
                  </a:lnTo>
                  <a:cubicBezTo>
                    <a:pt x="3597" y="4251"/>
                    <a:pt x="3025" y="4537"/>
                    <a:pt x="2473" y="4537"/>
                  </a:cubicBezTo>
                  <a:cubicBezTo>
                    <a:pt x="1819" y="4537"/>
                    <a:pt x="1308" y="4149"/>
                    <a:pt x="1308" y="3495"/>
                  </a:cubicBezTo>
                  <a:lnTo>
                    <a:pt x="1308" y="2166"/>
                  </a:lnTo>
                  <a:cubicBezTo>
                    <a:pt x="1308" y="1390"/>
                    <a:pt x="1901" y="1104"/>
                    <a:pt x="2432" y="1104"/>
                  </a:cubicBezTo>
                  <a:close/>
                  <a:moveTo>
                    <a:pt x="2432" y="0"/>
                  </a:moveTo>
                  <a:cubicBezTo>
                    <a:pt x="1247" y="0"/>
                    <a:pt x="0" y="797"/>
                    <a:pt x="0" y="2269"/>
                  </a:cubicBezTo>
                  <a:lnTo>
                    <a:pt x="0" y="3495"/>
                  </a:lnTo>
                  <a:cubicBezTo>
                    <a:pt x="0" y="4884"/>
                    <a:pt x="1165" y="5620"/>
                    <a:pt x="2473" y="5620"/>
                  </a:cubicBezTo>
                  <a:cubicBezTo>
                    <a:pt x="3679" y="5620"/>
                    <a:pt x="4905" y="4823"/>
                    <a:pt x="4905" y="3352"/>
                  </a:cubicBezTo>
                  <a:lnTo>
                    <a:pt x="4905" y="2248"/>
                  </a:lnTo>
                  <a:cubicBezTo>
                    <a:pt x="4905" y="859"/>
                    <a:pt x="3740" y="0"/>
                    <a:pt x="2432"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 name="Google Shape;1683;g2f1c646a89f_0_320"/>
            <p:cNvSpPr/>
            <p:nvPr/>
          </p:nvSpPr>
          <p:spPr>
            <a:xfrm>
              <a:off x="3897850" y="2490700"/>
              <a:ext cx="121100" cy="189050"/>
            </a:xfrm>
            <a:custGeom>
              <a:avLst/>
              <a:gdLst/>
              <a:ahLst/>
              <a:cxnLst/>
              <a:rect l="l" t="t" r="r" b="b"/>
              <a:pathLst>
                <a:path w="4844" h="7562" extrusionOk="0">
                  <a:moveTo>
                    <a:pt x="2432" y="1104"/>
                  </a:moveTo>
                  <a:cubicBezTo>
                    <a:pt x="3086" y="1104"/>
                    <a:pt x="3597" y="1472"/>
                    <a:pt x="3597" y="2126"/>
                  </a:cubicBezTo>
                  <a:lnTo>
                    <a:pt x="3597" y="3331"/>
                  </a:lnTo>
                  <a:cubicBezTo>
                    <a:pt x="3597" y="4108"/>
                    <a:pt x="3004" y="4394"/>
                    <a:pt x="2473" y="4394"/>
                  </a:cubicBezTo>
                  <a:cubicBezTo>
                    <a:pt x="1799" y="4394"/>
                    <a:pt x="1308" y="4006"/>
                    <a:pt x="1308" y="3352"/>
                  </a:cubicBezTo>
                  <a:lnTo>
                    <a:pt x="1308" y="2166"/>
                  </a:lnTo>
                  <a:cubicBezTo>
                    <a:pt x="1308" y="1390"/>
                    <a:pt x="1901" y="1104"/>
                    <a:pt x="2432" y="1104"/>
                  </a:cubicBezTo>
                  <a:close/>
                  <a:moveTo>
                    <a:pt x="2105" y="0"/>
                  </a:moveTo>
                  <a:cubicBezTo>
                    <a:pt x="920" y="0"/>
                    <a:pt x="1" y="797"/>
                    <a:pt x="1" y="2269"/>
                  </a:cubicBezTo>
                  <a:lnTo>
                    <a:pt x="1" y="3290"/>
                  </a:lnTo>
                  <a:cubicBezTo>
                    <a:pt x="1" y="4680"/>
                    <a:pt x="818" y="5415"/>
                    <a:pt x="2126" y="5415"/>
                  </a:cubicBezTo>
                  <a:cubicBezTo>
                    <a:pt x="2739" y="5415"/>
                    <a:pt x="3229" y="5191"/>
                    <a:pt x="3577" y="4721"/>
                  </a:cubicBezTo>
                  <a:lnTo>
                    <a:pt x="3597" y="4721"/>
                  </a:lnTo>
                  <a:lnTo>
                    <a:pt x="3597" y="5272"/>
                  </a:lnTo>
                  <a:cubicBezTo>
                    <a:pt x="3597" y="6049"/>
                    <a:pt x="3168" y="6539"/>
                    <a:pt x="2391" y="6539"/>
                  </a:cubicBezTo>
                  <a:cubicBezTo>
                    <a:pt x="1921" y="6539"/>
                    <a:pt x="1554" y="6335"/>
                    <a:pt x="1308" y="5824"/>
                  </a:cubicBezTo>
                  <a:lnTo>
                    <a:pt x="82" y="6253"/>
                  </a:lnTo>
                  <a:cubicBezTo>
                    <a:pt x="348" y="7152"/>
                    <a:pt x="1390" y="7561"/>
                    <a:pt x="2269" y="7561"/>
                  </a:cubicBezTo>
                  <a:cubicBezTo>
                    <a:pt x="4128" y="7561"/>
                    <a:pt x="4844" y="6294"/>
                    <a:pt x="4844" y="5048"/>
                  </a:cubicBezTo>
                  <a:lnTo>
                    <a:pt x="4844" y="103"/>
                  </a:lnTo>
                  <a:lnTo>
                    <a:pt x="3617" y="103"/>
                  </a:lnTo>
                  <a:lnTo>
                    <a:pt x="3617" y="736"/>
                  </a:lnTo>
                  <a:lnTo>
                    <a:pt x="3597" y="736"/>
                  </a:lnTo>
                  <a:cubicBezTo>
                    <a:pt x="3311" y="327"/>
                    <a:pt x="2739" y="0"/>
                    <a:pt x="2105"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 name="Google Shape;1684;g2f1c646a89f_0_320"/>
            <p:cNvSpPr/>
            <p:nvPr/>
          </p:nvSpPr>
          <p:spPr>
            <a:xfrm>
              <a:off x="4051100" y="2490700"/>
              <a:ext cx="86875" cy="137450"/>
            </a:xfrm>
            <a:custGeom>
              <a:avLst/>
              <a:gdLst/>
              <a:ahLst/>
              <a:cxnLst/>
              <a:rect l="l" t="t" r="r" b="b"/>
              <a:pathLst>
                <a:path w="3475" h="5498" extrusionOk="0">
                  <a:moveTo>
                    <a:pt x="3046" y="0"/>
                  </a:moveTo>
                  <a:cubicBezTo>
                    <a:pt x="2392" y="0"/>
                    <a:pt x="1595" y="430"/>
                    <a:pt x="1288" y="1002"/>
                  </a:cubicBezTo>
                  <a:lnTo>
                    <a:pt x="1268" y="1002"/>
                  </a:lnTo>
                  <a:lnTo>
                    <a:pt x="1268" y="103"/>
                  </a:lnTo>
                  <a:lnTo>
                    <a:pt x="1" y="103"/>
                  </a:lnTo>
                  <a:lnTo>
                    <a:pt x="1" y="5497"/>
                  </a:lnTo>
                  <a:lnTo>
                    <a:pt x="1288" y="5497"/>
                  </a:lnTo>
                  <a:lnTo>
                    <a:pt x="1288" y="2739"/>
                  </a:lnTo>
                  <a:cubicBezTo>
                    <a:pt x="1288" y="1737"/>
                    <a:pt x="2024" y="1165"/>
                    <a:pt x="2984" y="1165"/>
                  </a:cubicBezTo>
                  <a:cubicBezTo>
                    <a:pt x="3168" y="1165"/>
                    <a:pt x="3311" y="1165"/>
                    <a:pt x="3475" y="1206"/>
                  </a:cubicBezTo>
                  <a:lnTo>
                    <a:pt x="3475" y="21"/>
                  </a:lnTo>
                  <a:cubicBezTo>
                    <a:pt x="3332" y="0"/>
                    <a:pt x="3189" y="0"/>
                    <a:pt x="3046"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 name="Google Shape;1685;g2f1c646a89f_0_320"/>
            <p:cNvSpPr/>
            <p:nvPr/>
          </p:nvSpPr>
          <p:spPr>
            <a:xfrm>
              <a:off x="4149700" y="2490200"/>
              <a:ext cx="120600" cy="140500"/>
            </a:xfrm>
            <a:custGeom>
              <a:avLst/>
              <a:gdLst/>
              <a:ahLst/>
              <a:cxnLst/>
              <a:rect l="l" t="t" r="r" b="b"/>
              <a:pathLst>
                <a:path w="4824" h="5620" extrusionOk="0">
                  <a:moveTo>
                    <a:pt x="3434" y="3269"/>
                  </a:moveTo>
                  <a:lnTo>
                    <a:pt x="3434" y="3515"/>
                  </a:lnTo>
                  <a:cubicBezTo>
                    <a:pt x="3434" y="4107"/>
                    <a:pt x="3270" y="4598"/>
                    <a:pt x="2228" y="4618"/>
                  </a:cubicBezTo>
                  <a:cubicBezTo>
                    <a:pt x="1635" y="4618"/>
                    <a:pt x="1268" y="4373"/>
                    <a:pt x="1268" y="3923"/>
                  </a:cubicBezTo>
                  <a:cubicBezTo>
                    <a:pt x="1268" y="3453"/>
                    <a:pt x="1615" y="3269"/>
                    <a:pt x="2167" y="3269"/>
                  </a:cubicBezTo>
                  <a:close/>
                  <a:moveTo>
                    <a:pt x="2412" y="0"/>
                  </a:moveTo>
                  <a:cubicBezTo>
                    <a:pt x="1390" y="0"/>
                    <a:pt x="266" y="409"/>
                    <a:pt x="266" y="1594"/>
                  </a:cubicBezTo>
                  <a:lnTo>
                    <a:pt x="266" y="1737"/>
                  </a:lnTo>
                  <a:lnTo>
                    <a:pt x="1431" y="1737"/>
                  </a:lnTo>
                  <a:lnTo>
                    <a:pt x="1431" y="1553"/>
                  </a:lnTo>
                  <a:cubicBezTo>
                    <a:pt x="1431" y="1206"/>
                    <a:pt x="1840" y="1022"/>
                    <a:pt x="2412" y="1022"/>
                  </a:cubicBezTo>
                  <a:cubicBezTo>
                    <a:pt x="3045" y="1022"/>
                    <a:pt x="3434" y="1247"/>
                    <a:pt x="3434" y="1819"/>
                  </a:cubicBezTo>
                  <a:lnTo>
                    <a:pt x="3434" y="2330"/>
                  </a:lnTo>
                  <a:lnTo>
                    <a:pt x="2003" y="2330"/>
                  </a:lnTo>
                  <a:cubicBezTo>
                    <a:pt x="961" y="2330"/>
                    <a:pt x="1" y="2943"/>
                    <a:pt x="1" y="3985"/>
                  </a:cubicBezTo>
                  <a:cubicBezTo>
                    <a:pt x="1" y="5006"/>
                    <a:pt x="757" y="5619"/>
                    <a:pt x="1881" y="5619"/>
                  </a:cubicBezTo>
                  <a:cubicBezTo>
                    <a:pt x="2575" y="5619"/>
                    <a:pt x="2984" y="5517"/>
                    <a:pt x="3474" y="5006"/>
                  </a:cubicBezTo>
                  <a:lnTo>
                    <a:pt x="3495" y="5006"/>
                  </a:lnTo>
                  <a:cubicBezTo>
                    <a:pt x="3495" y="5109"/>
                    <a:pt x="3515" y="5435"/>
                    <a:pt x="3536" y="5517"/>
                  </a:cubicBezTo>
                  <a:lnTo>
                    <a:pt x="4823" y="5517"/>
                  </a:lnTo>
                  <a:cubicBezTo>
                    <a:pt x="4762" y="5395"/>
                    <a:pt x="4721" y="4598"/>
                    <a:pt x="4721" y="4352"/>
                  </a:cubicBezTo>
                  <a:lnTo>
                    <a:pt x="4721" y="1737"/>
                  </a:lnTo>
                  <a:cubicBezTo>
                    <a:pt x="4721" y="409"/>
                    <a:pt x="3617" y="0"/>
                    <a:pt x="2412"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6" name="Google Shape;1686;g2f1c646a89f_0_320"/>
            <p:cNvSpPr/>
            <p:nvPr/>
          </p:nvSpPr>
          <p:spPr>
            <a:xfrm>
              <a:off x="4300925" y="2490700"/>
              <a:ext cx="197200" cy="137450"/>
            </a:xfrm>
            <a:custGeom>
              <a:avLst/>
              <a:gdLst/>
              <a:ahLst/>
              <a:cxnLst/>
              <a:rect l="l" t="t" r="r" b="b"/>
              <a:pathLst>
                <a:path w="7888" h="5498" extrusionOk="0">
                  <a:moveTo>
                    <a:pt x="2800" y="0"/>
                  </a:moveTo>
                  <a:cubicBezTo>
                    <a:pt x="2166" y="0"/>
                    <a:pt x="1635" y="246"/>
                    <a:pt x="1267" y="757"/>
                  </a:cubicBezTo>
                  <a:lnTo>
                    <a:pt x="1247" y="757"/>
                  </a:lnTo>
                  <a:lnTo>
                    <a:pt x="1247" y="103"/>
                  </a:lnTo>
                  <a:lnTo>
                    <a:pt x="0" y="103"/>
                  </a:lnTo>
                  <a:lnTo>
                    <a:pt x="0" y="5497"/>
                  </a:lnTo>
                  <a:lnTo>
                    <a:pt x="1287" y="5497"/>
                  </a:lnTo>
                  <a:lnTo>
                    <a:pt x="1287" y="2330"/>
                  </a:lnTo>
                  <a:cubicBezTo>
                    <a:pt x="1287" y="1431"/>
                    <a:pt x="1880" y="1124"/>
                    <a:pt x="2330" y="1124"/>
                  </a:cubicBezTo>
                  <a:cubicBezTo>
                    <a:pt x="3106" y="1124"/>
                    <a:pt x="3310" y="1696"/>
                    <a:pt x="3310" y="2371"/>
                  </a:cubicBezTo>
                  <a:lnTo>
                    <a:pt x="3310" y="5497"/>
                  </a:lnTo>
                  <a:lnTo>
                    <a:pt x="4598" y="5497"/>
                  </a:lnTo>
                  <a:lnTo>
                    <a:pt x="4598" y="2371"/>
                  </a:lnTo>
                  <a:cubicBezTo>
                    <a:pt x="4598" y="1676"/>
                    <a:pt x="4904" y="1124"/>
                    <a:pt x="5620" y="1124"/>
                  </a:cubicBezTo>
                  <a:cubicBezTo>
                    <a:pt x="6355" y="1124"/>
                    <a:pt x="6600" y="1615"/>
                    <a:pt x="6600" y="2350"/>
                  </a:cubicBezTo>
                  <a:lnTo>
                    <a:pt x="6600" y="5497"/>
                  </a:lnTo>
                  <a:lnTo>
                    <a:pt x="7888" y="5497"/>
                  </a:lnTo>
                  <a:lnTo>
                    <a:pt x="7888" y="1901"/>
                  </a:lnTo>
                  <a:cubicBezTo>
                    <a:pt x="7888" y="573"/>
                    <a:pt x="7009" y="0"/>
                    <a:pt x="6008" y="0"/>
                  </a:cubicBezTo>
                  <a:cubicBezTo>
                    <a:pt x="5272" y="0"/>
                    <a:pt x="4720" y="307"/>
                    <a:pt x="4332" y="797"/>
                  </a:cubicBezTo>
                  <a:cubicBezTo>
                    <a:pt x="3985" y="287"/>
                    <a:pt x="3515" y="0"/>
                    <a:pt x="2800"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 name="Google Shape;1687;g2f1c646a89f_0_320"/>
            <p:cNvSpPr/>
            <p:nvPr/>
          </p:nvSpPr>
          <p:spPr>
            <a:xfrm>
              <a:off x="4532325" y="2490700"/>
              <a:ext cx="197725" cy="137450"/>
            </a:xfrm>
            <a:custGeom>
              <a:avLst/>
              <a:gdLst/>
              <a:ahLst/>
              <a:cxnLst/>
              <a:rect l="l" t="t" r="r" b="b"/>
              <a:pathLst>
                <a:path w="7909" h="5498" extrusionOk="0">
                  <a:moveTo>
                    <a:pt x="2800" y="0"/>
                  </a:moveTo>
                  <a:cubicBezTo>
                    <a:pt x="2167" y="0"/>
                    <a:pt x="1636" y="246"/>
                    <a:pt x="1268" y="757"/>
                  </a:cubicBezTo>
                  <a:lnTo>
                    <a:pt x="1247" y="757"/>
                  </a:lnTo>
                  <a:lnTo>
                    <a:pt x="1247" y="103"/>
                  </a:lnTo>
                  <a:lnTo>
                    <a:pt x="1" y="103"/>
                  </a:lnTo>
                  <a:lnTo>
                    <a:pt x="1" y="5497"/>
                  </a:lnTo>
                  <a:lnTo>
                    <a:pt x="1288" y="5497"/>
                  </a:lnTo>
                  <a:lnTo>
                    <a:pt x="1288" y="2330"/>
                  </a:lnTo>
                  <a:cubicBezTo>
                    <a:pt x="1288" y="1431"/>
                    <a:pt x="1881" y="1124"/>
                    <a:pt x="2330" y="1124"/>
                  </a:cubicBezTo>
                  <a:cubicBezTo>
                    <a:pt x="3127" y="1124"/>
                    <a:pt x="3311" y="1696"/>
                    <a:pt x="3311" y="2371"/>
                  </a:cubicBezTo>
                  <a:lnTo>
                    <a:pt x="3311" y="5497"/>
                  </a:lnTo>
                  <a:lnTo>
                    <a:pt x="4598" y="5497"/>
                  </a:lnTo>
                  <a:lnTo>
                    <a:pt x="4598" y="2371"/>
                  </a:lnTo>
                  <a:cubicBezTo>
                    <a:pt x="4598" y="1676"/>
                    <a:pt x="4905" y="1124"/>
                    <a:pt x="5641" y="1124"/>
                  </a:cubicBezTo>
                  <a:cubicBezTo>
                    <a:pt x="6356" y="1124"/>
                    <a:pt x="6621" y="1615"/>
                    <a:pt x="6621" y="2350"/>
                  </a:cubicBezTo>
                  <a:lnTo>
                    <a:pt x="6621" y="5497"/>
                  </a:lnTo>
                  <a:lnTo>
                    <a:pt x="7909" y="5497"/>
                  </a:lnTo>
                  <a:lnTo>
                    <a:pt x="7909" y="1901"/>
                  </a:lnTo>
                  <a:cubicBezTo>
                    <a:pt x="7909" y="573"/>
                    <a:pt x="7010" y="0"/>
                    <a:pt x="6008" y="0"/>
                  </a:cubicBezTo>
                  <a:cubicBezTo>
                    <a:pt x="5273" y="0"/>
                    <a:pt x="4721" y="307"/>
                    <a:pt x="4353" y="797"/>
                  </a:cubicBezTo>
                  <a:lnTo>
                    <a:pt x="4333" y="797"/>
                  </a:lnTo>
                  <a:cubicBezTo>
                    <a:pt x="4006" y="287"/>
                    <a:pt x="3515" y="0"/>
                    <a:pt x="2800"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 name="Google Shape;1688;g2f1c646a89f_0_320"/>
            <p:cNvSpPr/>
            <p:nvPr/>
          </p:nvSpPr>
          <p:spPr>
            <a:xfrm>
              <a:off x="4758125" y="2490700"/>
              <a:ext cx="120075" cy="140500"/>
            </a:xfrm>
            <a:custGeom>
              <a:avLst/>
              <a:gdLst/>
              <a:ahLst/>
              <a:cxnLst/>
              <a:rect l="l" t="t" r="r" b="b"/>
              <a:pathLst>
                <a:path w="4803" h="5620" extrusionOk="0">
                  <a:moveTo>
                    <a:pt x="2473" y="1083"/>
                  </a:moveTo>
                  <a:cubicBezTo>
                    <a:pt x="3004" y="1083"/>
                    <a:pt x="3515" y="1390"/>
                    <a:pt x="3515" y="2126"/>
                  </a:cubicBezTo>
                  <a:lnTo>
                    <a:pt x="3515" y="2269"/>
                  </a:lnTo>
                  <a:lnTo>
                    <a:pt x="1329" y="2269"/>
                  </a:lnTo>
                  <a:lnTo>
                    <a:pt x="1329" y="2187"/>
                  </a:lnTo>
                  <a:cubicBezTo>
                    <a:pt x="1329" y="1390"/>
                    <a:pt x="1921" y="1083"/>
                    <a:pt x="2473" y="1083"/>
                  </a:cubicBezTo>
                  <a:close/>
                  <a:moveTo>
                    <a:pt x="2473" y="0"/>
                  </a:moveTo>
                  <a:cubicBezTo>
                    <a:pt x="1145" y="0"/>
                    <a:pt x="1" y="838"/>
                    <a:pt x="1" y="2371"/>
                  </a:cubicBezTo>
                  <a:lnTo>
                    <a:pt x="1" y="3413"/>
                  </a:lnTo>
                  <a:cubicBezTo>
                    <a:pt x="1" y="4884"/>
                    <a:pt x="1186" y="5620"/>
                    <a:pt x="2514" y="5620"/>
                  </a:cubicBezTo>
                  <a:cubicBezTo>
                    <a:pt x="3474" y="5620"/>
                    <a:pt x="4333" y="5252"/>
                    <a:pt x="4741" y="4414"/>
                  </a:cubicBezTo>
                  <a:lnTo>
                    <a:pt x="3761" y="3842"/>
                  </a:lnTo>
                  <a:cubicBezTo>
                    <a:pt x="3474" y="4271"/>
                    <a:pt x="3025" y="4537"/>
                    <a:pt x="2575" y="4537"/>
                  </a:cubicBezTo>
                  <a:cubicBezTo>
                    <a:pt x="1901" y="4537"/>
                    <a:pt x="1349" y="4149"/>
                    <a:pt x="1349" y="3454"/>
                  </a:cubicBezTo>
                  <a:lnTo>
                    <a:pt x="1349" y="3168"/>
                  </a:lnTo>
                  <a:lnTo>
                    <a:pt x="4803" y="3168"/>
                  </a:lnTo>
                  <a:lnTo>
                    <a:pt x="4803" y="2126"/>
                  </a:lnTo>
                  <a:cubicBezTo>
                    <a:pt x="4803" y="695"/>
                    <a:pt x="3638" y="0"/>
                    <a:pt x="2473"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 name="Google Shape;1689;g2f1c646a89f_0_320"/>
            <p:cNvSpPr/>
            <p:nvPr/>
          </p:nvSpPr>
          <p:spPr>
            <a:xfrm>
              <a:off x="3487650" y="2756350"/>
              <a:ext cx="131300" cy="188000"/>
            </a:xfrm>
            <a:custGeom>
              <a:avLst/>
              <a:gdLst/>
              <a:ahLst/>
              <a:cxnLst/>
              <a:rect l="l" t="t" r="r" b="b"/>
              <a:pathLst>
                <a:path w="5252" h="7520" extrusionOk="0">
                  <a:moveTo>
                    <a:pt x="0" y="0"/>
                  </a:moveTo>
                  <a:lnTo>
                    <a:pt x="0" y="7520"/>
                  </a:lnTo>
                  <a:lnTo>
                    <a:pt x="5252" y="7520"/>
                  </a:lnTo>
                  <a:lnTo>
                    <a:pt x="5252" y="6294"/>
                  </a:lnTo>
                  <a:lnTo>
                    <a:pt x="1390" y="6294"/>
                  </a:lnTo>
                  <a:lnTo>
                    <a:pt x="1390" y="4312"/>
                  </a:lnTo>
                  <a:lnTo>
                    <a:pt x="4782" y="4312"/>
                  </a:lnTo>
                  <a:lnTo>
                    <a:pt x="4782" y="3065"/>
                  </a:lnTo>
                  <a:lnTo>
                    <a:pt x="1390" y="3065"/>
                  </a:lnTo>
                  <a:lnTo>
                    <a:pt x="1390" y="1226"/>
                  </a:lnTo>
                  <a:lnTo>
                    <a:pt x="5211" y="1226"/>
                  </a:lnTo>
                  <a:lnTo>
                    <a:pt x="5211" y="0"/>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 name="Google Shape;1690;g2f1c646a89f_0_320"/>
            <p:cNvSpPr/>
            <p:nvPr/>
          </p:nvSpPr>
          <p:spPr>
            <a:xfrm>
              <a:off x="3650600" y="2756350"/>
              <a:ext cx="58275" cy="189550"/>
            </a:xfrm>
            <a:custGeom>
              <a:avLst/>
              <a:gdLst/>
              <a:ahLst/>
              <a:cxnLst/>
              <a:rect l="l" t="t" r="r" b="b"/>
              <a:pathLst>
                <a:path w="2331" h="7582" extrusionOk="0">
                  <a:moveTo>
                    <a:pt x="1" y="0"/>
                  </a:moveTo>
                  <a:lnTo>
                    <a:pt x="1" y="6069"/>
                  </a:lnTo>
                  <a:cubicBezTo>
                    <a:pt x="1" y="6559"/>
                    <a:pt x="21" y="7581"/>
                    <a:pt x="1308" y="7581"/>
                  </a:cubicBezTo>
                  <a:cubicBezTo>
                    <a:pt x="1635" y="7581"/>
                    <a:pt x="2064" y="7520"/>
                    <a:pt x="2330" y="7438"/>
                  </a:cubicBezTo>
                  <a:lnTo>
                    <a:pt x="2330" y="6457"/>
                  </a:lnTo>
                  <a:cubicBezTo>
                    <a:pt x="2105" y="6478"/>
                    <a:pt x="1983" y="6498"/>
                    <a:pt x="1758" y="6498"/>
                  </a:cubicBezTo>
                  <a:cubicBezTo>
                    <a:pt x="1390" y="6498"/>
                    <a:pt x="1288" y="6294"/>
                    <a:pt x="1288" y="6069"/>
                  </a:cubicBezTo>
                  <a:lnTo>
                    <a:pt x="1288" y="0"/>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 name="Google Shape;1691;g2f1c646a89f_0_320"/>
            <p:cNvSpPr/>
            <p:nvPr/>
          </p:nvSpPr>
          <p:spPr>
            <a:xfrm>
              <a:off x="3723150" y="2806400"/>
              <a:ext cx="120075" cy="140500"/>
            </a:xfrm>
            <a:custGeom>
              <a:avLst/>
              <a:gdLst/>
              <a:ahLst/>
              <a:cxnLst/>
              <a:rect l="l" t="t" r="r" b="b"/>
              <a:pathLst>
                <a:path w="4803" h="5620" extrusionOk="0">
                  <a:moveTo>
                    <a:pt x="3413" y="3250"/>
                  </a:moveTo>
                  <a:lnTo>
                    <a:pt x="3413" y="3515"/>
                  </a:lnTo>
                  <a:cubicBezTo>
                    <a:pt x="3413" y="4108"/>
                    <a:pt x="3249" y="4598"/>
                    <a:pt x="2228" y="4598"/>
                  </a:cubicBezTo>
                  <a:cubicBezTo>
                    <a:pt x="1615" y="4598"/>
                    <a:pt x="1247" y="4373"/>
                    <a:pt x="1247" y="3924"/>
                  </a:cubicBezTo>
                  <a:cubicBezTo>
                    <a:pt x="1247" y="3454"/>
                    <a:pt x="1615" y="3250"/>
                    <a:pt x="2146" y="3250"/>
                  </a:cubicBezTo>
                  <a:close/>
                  <a:moveTo>
                    <a:pt x="2391" y="1"/>
                  </a:moveTo>
                  <a:cubicBezTo>
                    <a:pt x="1390" y="1"/>
                    <a:pt x="266" y="409"/>
                    <a:pt x="266" y="1594"/>
                  </a:cubicBezTo>
                  <a:lnTo>
                    <a:pt x="266" y="1737"/>
                  </a:lnTo>
                  <a:lnTo>
                    <a:pt x="1410" y="1737"/>
                  </a:lnTo>
                  <a:lnTo>
                    <a:pt x="1410" y="1554"/>
                  </a:lnTo>
                  <a:cubicBezTo>
                    <a:pt x="1410" y="1206"/>
                    <a:pt x="1819" y="1022"/>
                    <a:pt x="2391" y="1022"/>
                  </a:cubicBezTo>
                  <a:cubicBezTo>
                    <a:pt x="3045" y="1022"/>
                    <a:pt x="3413" y="1247"/>
                    <a:pt x="3413" y="1819"/>
                  </a:cubicBezTo>
                  <a:lnTo>
                    <a:pt x="3413" y="2330"/>
                  </a:lnTo>
                  <a:lnTo>
                    <a:pt x="1982" y="2330"/>
                  </a:lnTo>
                  <a:cubicBezTo>
                    <a:pt x="940" y="2330"/>
                    <a:pt x="0" y="2943"/>
                    <a:pt x="0" y="3985"/>
                  </a:cubicBezTo>
                  <a:cubicBezTo>
                    <a:pt x="0" y="5007"/>
                    <a:pt x="756" y="5620"/>
                    <a:pt x="1880" y="5620"/>
                  </a:cubicBezTo>
                  <a:cubicBezTo>
                    <a:pt x="2575" y="5620"/>
                    <a:pt x="2984" y="5518"/>
                    <a:pt x="3454" y="5007"/>
                  </a:cubicBezTo>
                  <a:lnTo>
                    <a:pt x="3474" y="5007"/>
                  </a:lnTo>
                  <a:cubicBezTo>
                    <a:pt x="3494" y="5109"/>
                    <a:pt x="3515" y="5436"/>
                    <a:pt x="3535" y="5518"/>
                  </a:cubicBezTo>
                  <a:lnTo>
                    <a:pt x="4802" y="5518"/>
                  </a:lnTo>
                  <a:cubicBezTo>
                    <a:pt x="4741" y="5395"/>
                    <a:pt x="4700" y="4598"/>
                    <a:pt x="4700" y="4353"/>
                  </a:cubicBezTo>
                  <a:lnTo>
                    <a:pt x="4700" y="1737"/>
                  </a:lnTo>
                  <a:cubicBezTo>
                    <a:pt x="4700" y="409"/>
                    <a:pt x="3597" y="1"/>
                    <a:pt x="2391"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 name="Google Shape;1692;g2f1c646a89f_0_320"/>
            <p:cNvSpPr/>
            <p:nvPr/>
          </p:nvSpPr>
          <p:spPr>
            <a:xfrm>
              <a:off x="3872825" y="2806925"/>
              <a:ext cx="86350" cy="137425"/>
            </a:xfrm>
            <a:custGeom>
              <a:avLst/>
              <a:gdLst/>
              <a:ahLst/>
              <a:cxnLst/>
              <a:rect l="l" t="t" r="r" b="b"/>
              <a:pathLst>
                <a:path w="3454" h="5497" extrusionOk="0">
                  <a:moveTo>
                    <a:pt x="3025" y="0"/>
                  </a:moveTo>
                  <a:cubicBezTo>
                    <a:pt x="2391" y="0"/>
                    <a:pt x="1594" y="429"/>
                    <a:pt x="1267" y="1001"/>
                  </a:cubicBezTo>
                  <a:lnTo>
                    <a:pt x="1247" y="1001"/>
                  </a:lnTo>
                  <a:lnTo>
                    <a:pt x="1247" y="102"/>
                  </a:lnTo>
                  <a:lnTo>
                    <a:pt x="0" y="102"/>
                  </a:lnTo>
                  <a:lnTo>
                    <a:pt x="0" y="5497"/>
                  </a:lnTo>
                  <a:lnTo>
                    <a:pt x="1288" y="5497"/>
                  </a:lnTo>
                  <a:lnTo>
                    <a:pt x="1288" y="2738"/>
                  </a:lnTo>
                  <a:cubicBezTo>
                    <a:pt x="1288" y="1737"/>
                    <a:pt x="2003" y="1165"/>
                    <a:pt x="2984" y="1165"/>
                  </a:cubicBezTo>
                  <a:cubicBezTo>
                    <a:pt x="3147" y="1165"/>
                    <a:pt x="3290" y="1165"/>
                    <a:pt x="3454" y="1206"/>
                  </a:cubicBezTo>
                  <a:lnTo>
                    <a:pt x="3454" y="20"/>
                  </a:lnTo>
                  <a:cubicBezTo>
                    <a:pt x="3331" y="0"/>
                    <a:pt x="3168" y="0"/>
                    <a:pt x="3025"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3" name="Google Shape;1693;g2f1c646a89f_0_320"/>
            <p:cNvSpPr/>
            <p:nvPr/>
          </p:nvSpPr>
          <p:spPr>
            <a:xfrm>
              <a:off x="3975000" y="2806925"/>
              <a:ext cx="121600" cy="189025"/>
            </a:xfrm>
            <a:custGeom>
              <a:avLst/>
              <a:gdLst/>
              <a:ahLst/>
              <a:cxnLst/>
              <a:rect l="l" t="t" r="r" b="b"/>
              <a:pathLst>
                <a:path w="4864" h="7561" extrusionOk="0">
                  <a:moveTo>
                    <a:pt x="2452" y="1103"/>
                  </a:moveTo>
                  <a:cubicBezTo>
                    <a:pt x="3106" y="1103"/>
                    <a:pt x="3617" y="1471"/>
                    <a:pt x="3617" y="2125"/>
                  </a:cubicBezTo>
                  <a:lnTo>
                    <a:pt x="3617" y="3331"/>
                  </a:lnTo>
                  <a:cubicBezTo>
                    <a:pt x="3617" y="4107"/>
                    <a:pt x="3024" y="4393"/>
                    <a:pt x="2493" y="4393"/>
                  </a:cubicBezTo>
                  <a:cubicBezTo>
                    <a:pt x="1819" y="4393"/>
                    <a:pt x="1308" y="4005"/>
                    <a:pt x="1308" y="3351"/>
                  </a:cubicBezTo>
                  <a:lnTo>
                    <a:pt x="1308" y="2166"/>
                  </a:lnTo>
                  <a:cubicBezTo>
                    <a:pt x="1308" y="1390"/>
                    <a:pt x="1901" y="1103"/>
                    <a:pt x="2452" y="1103"/>
                  </a:cubicBezTo>
                  <a:close/>
                  <a:moveTo>
                    <a:pt x="2125" y="0"/>
                  </a:moveTo>
                  <a:cubicBezTo>
                    <a:pt x="940" y="0"/>
                    <a:pt x="0" y="797"/>
                    <a:pt x="0" y="2268"/>
                  </a:cubicBezTo>
                  <a:lnTo>
                    <a:pt x="0" y="3290"/>
                  </a:lnTo>
                  <a:cubicBezTo>
                    <a:pt x="0" y="4679"/>
                    <a:pt x="838" y="5415"/>
                    <a:pt x="2146" y="5415"/>
                  </a:cubicBezTo>
                  <a:cubicBezTo>
                    <a:pt x="2759" y="5415"/>
                    <a:pt x="3249" y="5190"/>
                    <a:pt x="3597" y="4720"/>
                  </a:cubicBezTo>
                  <a:lnTo>
                    <a:pt x="3617" y="4720"/>
                  </a:lnTo>
                  <a:lnTo>
                    <a:pt x="3617" y="5272"/>
                  </a:lnTo>
                  <a:cubicBezTo>
                    <a:pt x="3617" y="6048"/>
                    <a:pt x="3188" y="6539"/>
                    <a:pt x="2391" y="6539"/>
                  </a:cubicBezTo>
                  <a:cubicBezTo>
                    <a:pt x="1941" y="6539"/>
                    <a:pt x="1574" y="6335"/>
                    <a:pt x="1308" y="5824"/>
                  </a:cubicBezTo>
                  <a:lnTo>
                    <a:pt x="82" y="6253"/>
                  </a:lnTo>
                  <a:cubicBezTo>
                    <a:pt x="368" y="7152"/>
                    <a:pt x="1410" y="7561"/>
                    <a:pt x="2289" y="7561"/>
                  </a:cubicBezTo>
                  <a:cubicBezTo>
                    <a:pt x="4148" y="7561"/>
                    <a:pt x="4864" y="6294"/>
                    <a:pt x="4864" y="5047"/>
                  </a:cubicBezTo>
                  <a:lnTo>
                    <a:pt x="4864" y="102"/>
                  </a:lnTo>
                  <a:lnTo>
                    <a:pt x="3637" y="102"/>
                  </a:lnTo>
                  <a:lnTo>
                    <a:pt x="3637" y="736"/>
                  </a:lnTo>
                  <a:lnTo>
                    <a:pt x="3617" y="736"/>
                  </a:lnTo>
                  <a:cubicBezTo>
                    <a:pt x="3331" y="327"/>
                    <a:pt x="2759" y="0"/>
                    <a:pt x="2125"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4" name="Google Shape;1694;g2f1c646a89f_0_320"/>
            <p:cNvSpPr/>
            <p:nvPr/>
          </p:nvSpPr>
          <p:spPr>
            <a:xfrm>
              <a:off x="4130300" y="2754800"/>
              <a:ext cx="32200" cy="189550"/>
            </a:xfrm>
            <a:custGeom>
              <a:avLst/>
              <a:gdLst/>
              <a:ahLst/>
              <a:cxnLst/>
              <a:rect l="l" t="t" r="r" b="b"/>
              <a:pathLst>
                <a:path w="1288" h="7582" extrusionOk="0">
                  <a:moveTo>
                    <a:pt x="0" y="1"/>
                  </a:moveTo>
                  <a:lnTo>
                    <a:pt x="0" y="1370"/>
                  </a:lnTo>
                  <a:lnTo>
                    <a:pt x="1288" y="1370"/>
                  </a:lnTo>
                  <a:lnTo>
                    <a:pt x="1288" y="1"/>
                  </a:lnTo>
                  <a:close/>
                  <a:moveTo>
                    <a:pt x="0" y="2187"/>
                  </a:moveTo>
                  <a:lnTo>
                    <a:pt x="0" y="7582"/>
                  </a:lnTo>
                  <a:lnTo>
                    <a:pt x="1288" y="7582"/>
                  </a:lnTo>
                  <a:lnTo>
                    <a:pt x="1288" y="2187"/>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5" name="Google Shape;1695;g2f1c646a89f_0_320"/>
            <p:cNvSpPr/>
            <p:nvPr/>
          </p:nvSpPr>
          <p:spPr>
            <a:xfrm>
              <a:off x="3479475" y="3072550"/>
              <a:ext cx="122625" cy="191075"/>
            </a:xfrm>
            <a:custGeom>
              <a:avLst/>
              <a:gdLst/>
              <a:ahLst/>
              <a:cxnLst/>
              <a:rect l="l" t="t" r="r" b="b"/>
              <a:pathLst>
                <a:path w="4905" h="7643" extrusionOk="0">
                  <a:moveTo>
                    <a:pt x="2432" y="3107"/>
                  </a:moveTo>
                  <a:cubicBezTo>
                    <a:pt x="3106" y="3107"/>
                    <a:pt x="3617" y="3495"/>
                    <a:pt x="3617" y="4149"/>
                  </a:cubicBezTo>
                  <a:lnTo>
                    <a:pt x="3617" y="5477"/>
                  </a:lnTo>
                  <a:cubicBezTo>
                    <a:pt x="3617" y="6253"/>
                    <a:pt x="3024" y="6540"/>
                    <a:pt x="2473" y="6540"/>
                  </a:cubicBezTo>
                  <a:cubicBezTo>
                    <a:pt x="1819" y="6540"/>
                    <a:pt x="1308" y="6151"/>
                    <a:pt x="1308" y="5497"/>
                  </a:cubicBezTo>
                  <a:lnTo>
                    <a:pt x="1308" y="4169"/>
                  </a:lnTo>
                  <a:cubicBezTo>
                    <a:pt x="1308" y="3393"/>
                    <a:pt x="1901" y="3107"/>
                    <a:pt x="2432" y="3107"/>
                  </a:cubicBezTo>
                  <a:close/>
                  <a:moveTo>
                    <a:pt x="3637" y="1"/>
                  </a:moveTo>
                  <a:lnTo>
                    <a:pt x="3637" y="2678"/>
                  </a:lnTo>
                  <a:lnTo>
                    <a:pt x="3597" y="2678"/>
                  </a:lnTo>
                  <a:cubicBezTo>
                    <a:pt x="3331" y="2310"/>
                    <a:pt x="2820" y="2003"/>
                    <a:pt x="2227" y="2003"/>
                  </a:cubicBezTo>
                  <a:cubicBezTo>
                    <a:pt x="1022" y="2003"/>
                    <a:pt x="0" y="2739"/>
                    <a:pt x="0" y="4210"/>
                  </a:cubicBezTo>
                  <a:lnTo>
                    <a:pt x="0" y="5518"/>
                  </a:lnTo>
                  <a:cubicBezTo>
                    <a:pt x="0" y="6887"/>
                    <a:pt x="961" y="7643"/>
                    <a:pt x="2125" y="7643"/>
                  </a:cubicBezTo>
                  <a:cubicBezTo>
                    <a:pt x="2616" y="7643"/>
                    <a:pt x="3351" y="7336"/>
                    <a:pt x="3658" y="6907"/>
                  </a:cubicBezTo>
                  <a:lnTo>
                    <a:pt x="3658" y="7520"/>
                  </a:lnTo>
                  <a:lnTo>
                    <a:pt x="4904" y="7520"/>
                  </a:lnTo>
                  <a:lnTo>
                    <a:pt x="4904"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6" name="Google Shape;1696;g2f1c646a89f_0_320"/>
            <p:cNvSpPr/>
            <p:nvPr/>
          </p:nvSpPr>
          <p:spPr>
            <a:xfrm>
              <a:off x="3630675" y="3123125"/>
              <a:ext cx="120075" cy="140500"/>
            </a:xfrm>
            <a:custGeom>
              <a:avLst/>
              <a:gdLst/>
              <a:ahLst/>
              <a:cxnLst/>
              <a:rect l="l" t="t" r="r" b="b"/>
              <a:pathLst>
                <a:path w="4803" h="5620" extrusionOk="0">
                  <a:moveTo>
                    <a:pt x="2494" y="1084"/>
                  </a:moveTo>
                  <a:cubicBezTo>
                    <a:pt x="3004" y="1084"/>
                    <a:pt x="3536" y="1390"/>
                    <a:pt x="3536" y="2126"/>
                  </a:cubicBezTo>
                  <a:lnTo>
                    <a:pt x="3536" y="2269"/>
                  </a:lnTo>
                  <a:lnTo>
                    <a:pt x="1349" y="2269"/>
                  </a:lnTo>
                  <a:lnTo>
                    <a:pt x="1349" y="2187"/>
                  </a:lnTo>
                  <a:cubicBezTo>
                    <a:pt x="1349" y="1390"/>
                    <a:pt x="1942" y="1084"/>
                    <a:pt x="2494" y="1084"/>
                  </a:cubicBezTo>
                  <a:close/>
                  <a:moveTo>
                    <a:pt x="2473" y="1"/>
                  </a:moveTo>
                  <a:cubicBezTo>
                    <a:pt x="1145" y="1"/>
                    <a:pt x="1" y="838"/>
                    <a:pt x="1" y="2371"/>
                  </a:cubicBezTo>
                  <a:lnTo>
                    <a:pt x="1" y="3413"/>
                  </a:lnTo>
                  <a:cubicBezTo>
                    <a:pt x="1" y="4884"/>
                    <a:pt x="1206" y="5620"/>
                    <a:pt x="2534" y="5620"/>
                  </a:cubicBezTo>
                  <a:cubicBezTo>
                    <a:pt x="3474" y="5620"/>
                    <a:pt x="4333" y="5252"/>
                    <a:pt x="4741" y="4414"/>
                  </a:cubicBezTo>
                  <a:lnTo>
                    <a:pt x="3761" y="3842"/>
                  </a:lnTo>
                  <a:cubicBezTo>
                    <a:pt x="3474" y="4251"/>
                    <a:pt x="3025" y="4537"/>
                    <a:pt x="2596" y="4537"/>
                  </a:cubicBezTo>
                  <a:cubicBezTo>
                    <a:pt x="1901" y="4537"/>
                    <a:pt x="1349" y="4149"/>
                    <a:pt x="1349" y="3454"/>
                  </a:cubicBezTo>
                  <a:lnTo>
                    <a:pt x="1349" y="3168"/>
                  </a:lnTo>
                  <a:lnTo>
                    <a:pt x="4803" y="3168"/>
                  </a:lnTo>
                  <a:lnTo>
                    <a:pt x="4803" y="2126"/>
                  </a:lnTo>
                  <a:cubicBezTo>
                    <a:pt x="4803" y="695"/>
                    <a:pt x="3658" y="1"/>
                    <a:pt x="2473"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7" name="Google Shape;1697;g2f1c646a89f_0_320"/>
            <p:cNvSpPr/>
            <p:nvPr/>
          </p:nvSpPr>
          <p:spPr>
            <a:xfrm>
              <a:off x="3828375" y="3072550"/>
              <a:ext cx="158400" cy="188525"/>
            </a:xfrm>
            <a:custGeom>
              <a:avLst/>
              <a:gdLst/>
              <a:ahLst/>
              <a:cxnLst/>
              <a:rect l="l" t="t" r="r" b="b"/>
              <a:pathLst>
                <a:path w="6336" h="7541" extrusionOk="0">
                  <a:moveTo>
                    <a:pt x="1" y="1"/>
                  </a:moveTo>
                  <a:lnTo>
                    <a:pt x="2473" y="7541"/>
                  </a:lnTo>
                  <a:lnTo>
                    <a:pt x="3842" y="7541"/>
                  </a:lnTo>
                  <a:lnTo>
                    <a:pt x="6335" y="1"/>
                  </a:lnTo>
                  <a:lnTo>
                    <a:pt x="4925" y="1"/>
                  </a:lnTo>
                  <a:lnTo>
                    <a:pt x="3229" y="5538"/>
                  </a:lnTo>
                  <a:lnTo>
                    <a:pt x="3209" y="5538"/>
                  </a:lnTo>
                  <a:lnTo>
                    <a:pt x="1513"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 name="Google Shape;1698;g2f1c646a89f_0_320"/>
            <p:cNvSpPr/>
            <p:nvPr/>
          </p:nvSpPr>
          <p:spPr>
            <a:xfrm>
              <a:off x="3982150" y="3122625"/>
              <a:ext cx="120075" cy="140500"/>
            </a:xfrm>
            <a:custGeom>
              <a:avLst/>
              <a:gdLst/>
              <a:ahLst/>
              <a:cxnLst/>
              <a:rect l="l" t="t" r="r" b="b"/>
              <a:pathLst>
                <a:path w="4803" h="5620" extrusionOk="0">
                  <a:moveTo>
                    <a:pt x="3413" y="3249"/>
                  </a:moveTo>
                  <a:lnTo>
                    <a:pt x="3413" y="3515"/>
                  </a:lnTo>
                  <a:cubicBezTo>
                    <a:pt x="3413" y="4107"/>
                    <a:pt x="3249" y="4598"/>
                    <a:pt x="2228" y="4598"/>
                  </a:cubicBezTo>
                  <a:cubicBezTo>
                    <a:pt x="1615" y="4598"/>
                    <a:pt x="1247" y="4373"/>
                    <a:pt x="1247" y="3923"/>
                  </a:cubicBezTo>
                  <a:cubicBezTo>
                    <a:pt x="1247" y="3454"/>
                    <a:pt x="1615" y="3249"/>
                    <a:pt x="2166" y="3249"/>
                  </a:cubicBezTo>
                  <a:close/>
                  <a:moveTo>
                    <a:pt x="2391" y="0"/>
                  </a:moveTo>
                  <a:cubicBezTo>
                    <a:pt x="1390" y="0"/>
                    <a:pt x="266" y="409"/>
                    <a:pt x="266" y="1594"/>
                  </a:cubicBezTo>
                  <a:lnTo>
                    <a:pt x="266" y="1737"/>
                  </a:lnTo>
                  <a:lnTo>
                    <a:pt x="1410" y="1737"/>
                  </a:lnTo>
                  <a:lnTo>
                    <a:pt x="1410" y="1553"/>
                  </a:lnTo>
                  <a:cubicBezTo>
                    <a:pt x="1410" y="1206"/>
                    <a:pt x="1819" y="1001"/>
                    <a:pt x="2391" y="1001"/>
                  </a:cubicBezTo>
                  <a:cubicBezTo>
                    <a:pt x="3045" y="1001"/>
                    <a:pt x="3413" y="1247"/>
                    <a:pt x="3413" y="1819"/>
                  </a:cubicBezTo>
                  <a:lnTo>
                    <a:pt x="3413" y="2330"/>
                  </a:lnTo>
                  <a:lnTo>
                    <a:pt x="1982" y="2330"/>
                  </a:lnTo>
                  <a:cubicBezTo>
                    <a:pt x="940" y="2330"/>
                    <a:pt x="0" y="2943"/>
                    <a:pt x="0" y="3985"/>
                  </a:cubicBezTo>
                  <a:cubicBezTo>
                    <a:pt x="0" y="5006"/>
                    <a:pt x="756" y="5620"/>
                    <a:pt x="1880" y="5620"/>
                  </a:cubicBezTo>
                  <a:cubicBezTo>
                    <a:pt x="2575" y="5620"/>
                    <a:pt x="2984" y="5517"/>
                    <a:pt x="3454" y="5027"/>
                  </a:cubicBezTo>
                  <a:lnTo>
                    <a:pt x="3474" y="5027"/>
                  </a:lnTo>
                  <a:cubicBezTo>
                    <a:pt x="3495" y="5109"/>
                    <a:pt x="3515" y="5436"/>
                    <a:pt x="3535" y="5517"/>
                  </a:cubicBezTo>
                  <a:lnTo>
                    <a:pt x="4802" y="5517"/>
                  </a:lnTo>
                  <a:cubicBezTo>
                    <a:pt x="4741" y="5395"/>
                    <a:pt x="4700" y="4598"/>
                    <a:pt x="4700" y="4353"/>
                  </a:cubicBezTo>
                  <a:lnTo>
                    <a:pt x="4700" y="1717"/>
                  </a:lnTo>
                  <a:cubicBezTo>
                    <a:pt x="4700" y="409"/>
                    <a:pt x="3597" y="0"/>
                    <a:pt x="2391"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1699;g2f1c646a89f_0_320"/>
            <p:cNvSpPr/>
            <p:nvPr/>
          </p:nvSpPr>
          <p:spPr>
            <a:xfrm>
              <a:off x="4127225" y="3123125"/>
              <a:ext cx="120575" cy="140500"/>
            </a:xfrm>
            <a:custGeom>
              <a:avLst/>
              <a:gdLst/>
              <a:ahLst/>
              <a:cxnLst/>
              <a:rect l="l" t="t" r="r" b="b"/>
              <a:pathLst>
                <a:path w="4823" h="5620" extrusionOk="0">
                  <a:moveTo>
                    <a:pt x="2473" y="1"/>
                  </a:moveTo>
                  <a:cubicBezTo>
                    <a:pt x="1124" y="1"/>
                    <a:pt x="1" y="838"/>
                    <a:pt x="1" y="2371"/>
                  </a:cubicBezTo>
                  <a:lnTo>
                    <a:pt x="1" y="3413"/>
                  </a:lnTo>
                  <a:cubicBezTo>
                    <a:pt x="1" y="4843"/>
                    <a:pt x="1186" y="5620"/>
                    <a:pt x="2514" y="5620"/>
                  </a:cubicBezTo>
                  <a:cubicBezTo>
                    <a:pt x="3679" y="5620"/>
                    <a:pt x="4823" y="4946"/>
                    <a:pt x="4823" y="3515"/>
                  </a:cubicBezTo>
                  <a:lnTo>
                    <a:pt x="4823" y="3454"/>
                  </a:lnTo>
                  <a:lnTo>
                    <a:pt x="3577" y="3454"/>
                  </a:lnTo>
                  <a:lnTo>
                    <a:pt x="3577" y="3515"/>
                  </a:lnTo>
                  <a:cubicBezTo>
                    <a:pt x="3577" y="4251"/>
                    <a:pt x="3025" y="4537"/>
                    <a:pt x="2514" y="4537"/>
                  </a:cubicBezTo>
                  <a:cubicBezTo>
                    <a:pt x="1819" y="4537"/>
                    <a:pt x="1329" y="4149"/>
                    <a:pt x="1329" y="3454"/>
                  </a:cubicBezTo>
                  <a:lnTo>
                    <a:pt x="1329" y="2187"/>
                  </a:lnTo>
                  <a:cubicBezTo>
                    <a:pt x="1329" y="1390"/>
                    <a:pt x="1921" y="1084"/>
                    <a:pt x="2473" y="1084"/>
                  </a:cubicBezTo>
                  <a:cubicBezTo>
                    <a:pt x="3004" y="1084"/>
                    <a:pt x="3577" y="1390"/>
                    <a:pt x="3577" y="2126"/>
                  </a:cubicBezTo>
                  <a:lnTo>
                    <a:pt x="3577" y="2228"/>
                  </a:lnTo>
                  <a:lnTo>
                    <a:pt x="4823" y="2228"/>
                  </a:lnTo>
                  <a:lnTo>
                    <a:pt x="4823" y="2126"/>
                  </a:lnTo>
                  <a:cubicBezTo>
                    <a:pt x="4823" y="695"/>
                    <a:pt x="3638" y="1"/>
                    <a:pt x="2473"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0" name="Google Shape;1700;g2f1c646a89f_0_320"/>
            <p:cNvSpPr/>
            <p:nvPr/>
          </p:nvSpPr>
          <p:spPr>
            <a:xfrm>
              <a:off x="4265675" y="3123125"/>
              <a:ext cx="121100" cy="140500"/>
            </a:xfrm>
            <a:custGeom>
              <a:avLst/>
              <a:gdLst/>
              <a:ahLst/>
              <a:cxnLst/>
              <a:rect l="l" t="t" r="r" b="b"/>
              <a:pathLst>
                <a:path w="4844" h="5620" extrusionOk="0">
                  <a:moveTo>
                    <a:pt x="2473" y="1"/>
                  </a:moveTo>
                  <a:cubicBezTo>
                    <a:pt x="1145" y="1"/>
                    <a:pt x="0" y="838"/>
                    <a:pt x="0" y="2371"/>
                  </a:cubicBezTo>
                  <a:lnTo>
                    <a:pt x="0" y="3413"/>
                  </a:lnTo>
                  <a:cubicBezTo>
                    <a:pt x="0" y="4843"/>
                    <a:pt x="1185" y="5620"/>
                    <a:pt x="2514" y="5620"/>
                  </a:cubicBezTo>
                  <a:cubicBezTo>
                    <a:pt x="3678" y="5620"/>
                    <a:pt x="4843" y="4946"/>
                    <a:pt x="4843" y="3515"/>
                  </a:cubicBezTo>
                  <a:lnTo>
                    <a:pt x="4843" y="3454"/>
                  </a:lnTo>
                  <a:lnTo>
                    <a:pt x="3576" y="3454"/>
                  </a:lnTo>
                  <a:lnTo>
                    <a:pt x="3576" y="3515"/>
                  </a:lnTo>
                  <a:cubicBezTo>
                    <a:pt x="3576" y="4251"/>
                    <a:pt x="3045" y="4537"/>
                    <a:pt x="2514" y="4537"/>
                  </a:cubicBezTo>
                  <a:cubicBezTo>
                    <a:pt x="1839" y="4537"/>
                    <a:pt x="1328" y="4149"/>
                    <a:pt x="1328" y="3454"/>
                  </a:cubicBezTo>
                  <a:lnTo>
                    <a:pt x="1328" y="2187"/>
                  </a:lnTo>
                  <a:cubicBezTo>
                    <a:pt x="1328" y="1390"/>
                    <a:pt x="1921" y="1084"/>
                    <a:pt x="2473" y="1084"/>
                  </a:cubicBezTo>
                  <a:cubicBezTo>
                    <a:pt x="3004" y="1084"/>
                    <a:pt x="3576" y="1390"/>
                    <a:pt x="3576" y="2126"/>
                  </a:cubicBezTo>
                  <a:lnTo>
                    <a:pt x="3576" y="2228"/>
                  </a:lnTo>
                  <a:lnTo>
                    <a:pt x="4843" y="2228"/>
                  </a:lnTo>
                  <a:lnTo>
                    <a:pt x="4843" y="2126"/>
                  </a:lnTo>
                  <a:cubicBezTo>
                    <a:pt x="4843" y="695"/>
                    <a:pt x="3637" y="1"/>
                    <a:pt x="2473"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1" name="Google Shape;1701;g2f1c646a89f_0_320"/>
            <p:cNvSpPr/>
            <p:nvPr/>
          </p:nvSpPr>
          <p:spPr>
            <a:xfrm>
              <a:off x="4410750" y="3070500"/>
              <a:ext cx="31700" cy="190075"/>
            </a:xfrm>
            <a:custGeom>
              <a:avLst/>
              <a:gdLst/>
              <a:ahLst/>
              <a:cxnLst/>
              <a:rect l="l" t="t" r="r" b="b"/>
              <a:pathLst>
                <a:path w="1268" h="7603" extrusionOk="0">
                  <a:moveTo>
                    <a:pt x="0" y="1"/>
                  </a:moveTo>
                  <a:lnTo>
                    <a:pt x="0" y="1370"/>
                  </a:lnTo>
                  <a:lnTo>
                    <a:pt x="1267" y="1370"/>
                  </a:lnTo>
                  <a:lnTo>
                    <a:pt x="1267" y="1"/>
                  </a:lnTo>
                  <a:close/>
                  <a:moveTo>
                    <a:pt x="0" y="2208"/>
                  </a:moveTo>
                  <a:lnTo>
                    <a:pt x="0" y="7602"/>
                  </a:lnTo>
                  <a:lnTo>
                    <a:pt x="1267" y="7602"/>
                  </a:lnTo>
                  <a:lnTo>
                    <a:pt x="1267" y="2208"/>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2" name="Google Shape;1702;g2f1c646a89f_0_320"/>
            <p:cNvSpPr/>
            <p:nvPr/>
          </p:nvSpPr>
          <p:spPr>
            <a:xfrm>
              <a:off x="4477675" y="3123125"/>
              <a:ext cx="117000" cy="137450"/>
            </a:xfrm>
            <a:custGeom>
              <a:avLst/>
              <a:gdLst/>
              <a:ahLst/>
              <a:cxnLst/>
              <a:rect l="l" t="t" r="r" b="b"/>
              <a:pathLst>
                <a:path w="4680" h="5498" extrusionOk="0">
                  <a:moveTo>
                    <a:pt x="2800" y="1"/>
                  </a:moveTo>
                  <a:cubicBezTo>
                    <a:pt x="2187" y="1"/>
                    <a:pt x="1615" y="246"/>
                    <a:pt x="1267" y="757"/>
                  </a:cubicBezTo>
                  <a:lnTo>
                    <a:pt x="1247" y="757"/>
                  </a:lnTo>
                  <a:lnTo>
                    <a:pt x="1247" y="103"/>
                  </a:lnTo>
                  <a:lnTo>
                    <a:pt x="0" y="103"/>
                  </a:lnTo>
                  <a:lnTo>
                    <a:pt x="0" y="5497"/>
                  </a:lnTo>
                  <a:lnTo>
                    <a:pt x="1288" y="5497"/>
                  </a:lnTo>
                  <a:lnTo>
                    <a:pt x="1288" y="2473"/>
                  </a:lnTo>
                  <a:cubicBezTo>
                    <a:pt x="1288" y="1554"/>
                    <a:pt x="1696" y="1124"/>
                    <a:pt x="2391" y="1124"/>
                  </a:cubicBezTo>
                  <a:cubicBezTo>
                    <a:pt x="3045" y="1124"/>
                    <a:pt x="3392" y="1554"/>
                    <a:pt x="3392" y="2371"/>
                  </a:cubicBezTo>
                  <a:lnTo>
                    <a:pt x="3392" y="5497"/>
                  </a:lnTo>
                  <a:lnTo>
                    <a:pt x="4680" y="5497"/>
                  </a:lnTo>
                  <a:lnTo>
                    <a:pt x="4680" y="2044"/>
                  </a:lnTo>
                  <a:cubicBezTo>
                    <a:pt x="4680" y="757"/>
                    <a:pt x="4005" y="1"/>
                    <a:pt x="2800"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3" name="Google Shape;1703;g2f1c646a89f_0_320"/>
            <p:cNvSpPr/>
            <p:nvPr/>
          </p:nvSpPr>
          <p:spPr>
            <a:xfrm>
              <a:off x="4619175" y="3122625"/>
              <a:ext cx="120075" cy="140500"/>
            </a:xfrm>
            <a:custGeom>
              <a:avLst/>
              <a:gdLst/>
              <a:ahLst/>
              <a:cxnLst/>
              <a:rect l="l" t="t" r="r" b="b"/>
              <a:pathLst>
                <a:path w="4803" h="5620" extrusionOk="0">
                  <a:moveTo>
                    <a:pt x="3433" y="3249"/>
                  </a:moveTo>
                  <a:lnTo>
                    <a:pt x="3433" y="3515"/>
                  </a:lnTo>
                  <a:cubicBezTo>
                    <a:pt x="3433" y="4107"/>
                    <a:pt x="3250" y="4598"/>
                    <a:pt x="2228" y="4598"/>
                  </a:cubicBezTo>
                  <a:cubicBezTo>
                    <a:pt x="1615" y="4598"/>
                    <a:pt x="1247" y="4373"/>
                    <a:pt x="1247" y="3923"/>
                  </a:cubicBezTo>
                  <a:cubicBezTo>
                    <a:pt x="1247" y="3454"/>
                    <a:pt x="1615" y="3249"/>
                    <a:pt x="2167" y="3249"/>
                  </a:cubicBezTo>
                  <a:close/>
                  <a:moveTo>
                    <a:pt x="2412" y="0"/>
                  </a:moveTo>
                  <a:cubicBezTo>
                    <a:pt x="1390" y="0"/>
                    <a:pt x="266" y="409"/>
                    <a:pt x="266" y="1594"/>
                  </a:cubicBezTo>
                  <a:lnTo>
                    <a:pt x="266" y="1737"/>
                  </a:lnTo>
                  <a:lnTo>
                    <a:pt x="1431" y="1737"/>
                  </a:lnTo>
                  <a:lnTo>
                    <a:pt x="1431" y="1553"/>
                  </a:lnTo>
                  <a:cubicBezTo>
                    <a:pt x="1431" y="1206"/>
                    <a:pt x="1840" y="1001"/>
                    <a:pt x="2391" y="1001"/>
                  </a:cubicBezTo>
                  <a:cubicBezTo>
                    <a:pt x="3045" y="1001"/>
                    <a:pt x="3433" y="1247"/>
                    <a:pt x="3433" y="1819"/>
                  </a:cubicBezTo>
                  <a:lnTo>
                    <a:pt x="3433" y="2330"/>
                  </a:lnTo>
                  <a:lnTo>
                    <a:pt x="2003" y="2330"/>
                  </a:lnTo>
                  <a:cubicBezTo>
                    <a:pt x="941" y="2330"/>
                    <a:pt x="1" y="2943"/>
                    <a:pt x="1" y="3985"/>
                  </a:cubicBezTo>
                  <a:cubicBezTo>
                    <a:pt x="1" y="5006"/>
                    <a:pt x="757" y="5620"/>
                    <a:pt x="1881" y="5620"/>
                  </a:cubicBezTo>
                  <a:cubicBezTo>
                    <a:pt x="2575" y="5620"/>
                    <a:pt x="2984" y="5517"/>
                    <a:pt x="3454" y="5027"/>
                  </a:cubicBezTo>
                  <a:lnTo>
                    <a:pt x="3474" y="5027"/>
                  </a:lnTo>
                  <a:cubicBezTo>
                    <a:pt x="3495" y="5109"/>
                    <a:pt x="3515" y="5436"/>
                    <a:pt x="3536" y="5517"/>
                  </a:cubicBezTo>
                  <a:lnTo>
                    <a:pt x="4803" y="5517"/>
                  </a:lnTo>
                  <a:cubicBezTo>
                    <a:pt x="4741" y="5395"/>
                    <a:pt x="4721" y="4598"/>
                    <a:pt x="4721" y="4353"/>
                  </a:cubicBezTo>
                  <a:lnTo>
                    <a:pt x="4721" y="1717"/>
                  </a:lnTo>
                  <a:cubicBezTo>
                    <a:pt x="4721" y="409"/>
                    <a:pt x="3597" y="0"/>
                    <a:pt x="2412"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4" name="Google Shape;1704;g2f1c646a89f_0_320"/>
            <p:cNvSpPr/>
            <p:nvPr/>
          </p:nvSpPr>
          <p:spPr>
            <a:xfrm>
              <a:off x="4756600" y="3084825"/>
              <a:ext cx="79725" cy="177800"/>
            </a:xfrm>
            <a:custGeom>
              <a:avLst/>
              <a:gdLst/>
              <a:ahLst/>
              <a:cxnLst/>
              <a:rect l="l" t="t" r="r" b="b"/>
              <a:pathLst>
                <a:path w="3189" h="7112" extrusionOk="0">
                  <a:moveTo>
                    <a:pt x="736" y="0"/>
                  </a:moveTo>
                  <a:lnTo>
                    <a:pt x="736" y="1635"/>
                  </a:lnTo>
                  <a:lnTo>
                    <a:pt x="0" y="1635"/>
                  </a:lnTo>
                  <a:lnTo>
                    <a:pt x="0" y="2656"/>
                  </a:lnTo>
                  <a:lnTo>
                    <a:pt x="736" y="2656"/>
                  </a:lnTo>
                  <a:lnTo>
                    <a:pt x="736" y="5742"/>
                  </a:lnTo>
                  <a:cubicBezTo>
                    <a:pt x="736" y="6702"/>
                    <a:pt x="1410" y="7111"/>
                    <a:pt x="2248" y="7111"/>
                  </a:cubicBezTo>
                  <a:cubicBezTo>
                    <a:pt x="2432" y="7111"/>
                    <a:pt x="2902" y="7070"/>
                    <a:pt x="3188" y="7009"/>
                  </a:cubicBezTo>
                  <a:lnTo>
                    <a:pt x="3188" y="5905"/>
                  </a:lnTo>
                  <a:cubicBezTo>
                    <a:pt x="2943" y="5946"/>
                    <a:pt x="2779" y="5967"/>
                    <a:pt x="2534" y="5967"/>
                  </a:cubicBezTo>
                  <a:cubicBezTo>
                    <a:pt x="2228" y="5967"/>
                    <a:pt x="2023" y="5844"/>
                    <a:pt x="2023" y="5435"/>
                  </a:cubicBezTo>
                  <a:lnTo>
                    <a:pt x="2023" y="2656"/>
                  </a:lnTo>
                  <a:lnTo>
                    <a:pt x="3188" y="2656"/>
                  </a:lnTo>
                  <a:lnTo>
                    <a:pt x="3188" y="1635"/>
                  </a:lnTo>
                  <a:lnTo>
                    <a:pt x="2023" y="1635"/>
                  </a:lnTo>
                  <a:lnTo>
                    <a:pt x="2023" y="0"/>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5" name="Google Shape;1705;g2f1c646a89f_0_320"/>
            <p:cNvSpPr/>
            <p:nvPr/>
          </p:nvSpPr>
          <p:spPr>
            <a:xfrm>
              <a:off x="4857750" y="3070500"/>
              <a:ext cx="32200" cy="190075"/>
            </a:xfrm>
            <a:custGeom>
              <a:avLst/>
              <a:gdLst/>
              <a:ahLst/>
              <a:cxnLst/>
              <a:rect l="l" t="t" r="r" b="b"/>
              <a:pathLst>
                <a:path w="1288" h="7603" extrusionOk="0">
                  <a:moveTo>
                    <a:pt x="0" y="1"/>
                  </a:moveTo>
                  <a:lnTo>
                    <a:pt x="0" y="1370"/>
                  </a:lnTo>
                  <a:lnTo>
                    <a:pt x="1288" y="1370"/>
                  </a:lnTo>
                  <a:lnTo>
                    <a:pt x="1288" y="1"/>
                  </a:lnTo>
                  <a:close/>
                  <a:moveTo>
                    <a:pt x="0" y="2208"/>
                  </a:moveTo>
                  <a:lnTo>
                    <a:pt x="0" y="7602"/>
                  </a:lnTo>
                  <a:lnTo>
                    <a:pt x="1288" y="7602"/>
                  </a:lnTo>
                  <a:lnTo>
                    <a:pt x="1288" y="2208"/>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6" name="Google Shape;1706;g2f1c646a89f_0_320"/>
            <p:cNvSpPr/>
            <p:nvPr/>
          </p:nvSpPr>
          <p:spPr>
            <a:xfrm>
              <a:off x="4918525" y="3123125"/>
              <a:ext cx="122650" cy="140500"/>
            </a:xfrm>
            <a:custGeom>
              <a:avLst/>
              <a:gdLst/>
              <a:ahLst/>
              <a:cxnLst/>
              <a:rect l="l" t="t" r="r" b="b"/>
              <a:pathLst>
                <a:path w="4906" h="5620" extrusionOk="0">
                  <a:moveTo>
                    <a:pt x="2433" y="1104"/>
                  </a:moveTo>
                  <a:cubicBezTo>
                    <a:pt x="3107" y="1104"/>
                    <a:pt x="3597" y="1472"/>
                    <a:pt x="3597" y="2126"/>
                  </a:cubicBezTo>
                  <a:lnTo>
                    <a:pt x="3597" y="3474"/>
                  </a:lnTo>
                  <a:cubicBezTo>
                    <a:pt x="3597" y="4251"/>
                    <a:pt x="3025" y="4537"/>
                    <a:pt x="2473" y="4537"/>
                  </a:cubicBezTo>
                  <a:cubicBezTo>
                    <a:pt x="1820" y="4537"/>
                    <a:pt x="1309" y="4149"/>
                    <a:pt x="1309" y="3495"/>
                  </a:cubicBezTo>
                  <a:lnTo>
                    <a:pt x="1309" y="2167"/>
                  </a:lnTo>
                  <a:cubicBezTo>
                    <a:pt x="1309" y="1390"/>
                    <a:pt x="1901" y="1104"/>
                    <a:pt x="2433" y="1104"/>
                  </a:cubicBezTo>
                  <a:close/>
                  <a:moveTo>
                    <a:pt x="2433" y="1"/>
                  </a:moveTo>
                  <a:cubicBezTo>
                    <a:pt x="1247" y="1"/>
                    <a:pt x="1" y="798"/>
                    <a:pt x="1" y="2269"/>
                  </a:cubicBezTo>
                  <a:lnTo>
                    <a:pt x="1" y="3495"/>
                  </a:lnTo>
                  <a:cubicBezTo>
                    <a:pt x="1" y="4884"/>
                    <a:pt x="1166" y="5620"/>
                    <a:pt x="2473" y="5620"/>
                  </a:cubicBezTo>
                  <a:cubicBezTo>
                    <a:pt x="3679" y="5620"/>
                    <a:pt x="4905" y="4823"/>
                    <a:pt x="4905" y="3352"/>
                  </a:cubicBezTo>
                  <a:lnTo>
                    <a:pt x="4905" y="2248"/>
                  </a:lnTo>
                  <a:cubicBezTo>
                    <a:pt x="4905" y="859"/>
                    <a:pt x="3740" y="1"/>
                    <a:pt x="2433"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7" name="Google Shape;1707;g2f1c646a89f_0_320"/>
            <p:cNvSpPr/>
            <p:nvPr/>
          </p:nvSpPr>
          <p:spPr>
            <a:xfrm>
              <a:off x="5069750" y="3123125"/>
              <a:ext cx="117525" cy="137450"/>
            </a:xfrm>
            <a:custGeom>
              <a:avLst/>
              <a:gdLst/>
              <a:ahLst/>
              <a:cxnLst/>
              <a:rect l="l" t="t" r="r" b="b"/>
              <a:pathLst>
                <a:path w="4701" h="5498" extrusionOk="0">
                  <a:moveTo>
                    <a:pt x="2800" y="1"/>
                  </a:moveTo>
                  <a:cubicBezTo>
                    <a:pt x="2207" y="1"/>
                    <a:pt x="1635" y="246"/>
                    <a:pt x="1267" y="757"/>
                  </a:cubicBezTo>
                  <a:lnTo>
                    <a:pt x="1247" y="757"/>
                  </a:lnTo>
                  <a:lnTo>
                    <a:pt x="1247" y="103"/>
                  </a:lnTo>
                  <a:lnTo>
                    <a:pt x="0" y="103"/>
                  </a:lnTo>
                  <a:lnTo>
                    <a:pt x="0" y="5497"/>
                  </a:lnTo>
                  <a:lnTo>
                    <a:pt x="1288" y="5497"/>
                  </a:lnTo>
                  <a:lnTo>
                    <a:pt x="1288" y="2473"/>
                  </a:lnTo>
                  <a:cubicBezTo>
                    <a:pt x="1288" y="1554"/>
                    <a:pt x="1696" y="1124"/>
                    <a:pt x="2412" y="1124"/>
                  </a:cubicBezTo>
                  <a:cubicBezTo>
                    <a:pt x="3066" y="1124"/>
                    <a:pt x="3413" y="1554"/>
                    <a:pt x="3413" y="2371"/>
                  </a:cubicBezTo>
                  <a:lnTo>
                    <a:pt x="3413" y="5497"/>
                  </a:lnTo>
                  <a:lnTo>
                    <a:pt x="4700" y="5497"/>
                  </a:lnTo>
                  <a:lnTo>
                    <a:pt x="4700" y="2044"/>
                  </a:lnTo>
                  <a:cubicBezTo>
                    <a:pt x="4700" y="757"/>
                    <a:pt x="4026" y="1"/>
                    <a:pt x="2800"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8" name="Google Shape;1708;g2f1c646a89f_0_320"/>
            <p:cNvSpPr/>
            <p:nvPr/>
          </p:nvSpPr>
          <p:spPr>
            <a:xfrm>
              <a:off x="5706775" y="2440125"/>
              <a:ext cx="147675" cy="188025"/>
            </a:xfrm>
            <a:custGeom>
              <a:avLst/>
              <a:gdLst/>
              <a:ahLst/>
              <a:cxnLst/>
              <a:rect l="l" t="t" r="r" b="b"/>
              <a:pathLst>
                <a:path w="5907" h="7521" extrusionOk="0">
                  <a:moveTo>
                    <a:pt x="2780" y="1186"/>
                  </a:moveTo>
                  <a:cubicBezTo>
                    <a:pt x="3577" y="1186"/>
                    <a:pt x="4149" y="1472"/>
                    <a:pt x="4149" y="2350"/>
                  </a:cubicBezTo>
                  <a:cubicBezTo>
                    <a:pt x="4149" y="3127"/>
                    <a:pt x="3618" y="3515"/>
                    <a:pt x="2800" y="3515"/>
                  </a:cubicBezTo>
                  <a:lnTo>
                    <a:pt x="1411" y="3515"/>
                  </a:lnTo>
                  <a:lnTo>
                    <a:pt x="1411" y="1186"/>
                  </a:lnTo>
                  <a:close/>
                  <a:moveTo>
                    <a:pt x="1" y="1"/>
                  </a:moveTo>
                  <a:lnTo>
                    <a:pt x="1" y="7520"/>
                  </a:lnTo>
                  <a:lnTo>
                    <a:pt x="1411" y="7520"/>
                  </a:lnTo>
                  <a:lnTo>
                    <a:pt x="1411" y="4700"/>
                  </a:lnTo>
                  <a:lnTo>
                    <a:pt x="2616" y="4700"/>
                  </a:lnTo>
                  <a:lnTo>
                    <a:pt x="4374" y="7520"/>
                  </a:lnTo>
                  <a:lnTo>
                    <a:pt x="5906" y="7520"/>
                  </a:lnTo>
                  <a:lnTo>
                    <a:pt x="4047" y="4537"/>
                  </a:lnTo>
                  <a:cubicBezTo>
                    <a:pt x="5048" y="4189"/>
                    <a:pt x="5538" y="3250"/>
                    <a:pt x="5538" y="2371"/>
                  </a:cubicBezTo>
                  <a:cubicBezTo>
                    <a:pt x="5538" y="818"/>
                    <a:pt x="4394" y="1"/>
                    <a:pt x="2984"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9" name="Google Shape;1709;g2f1c646a89f_0_320"/>
            <p:cNvSpPr/>
            <p:nvPr/>
          </p:nvSpPr>
          <p:spPr>
            <a:xfrm>
              <a:off x="5868725" y="2425825"/>
              <a:ext cx="120575" cy="205375"/>
            </a:xfrm>
            <a:custGeom>
              <a:avLst/>
              <a:gdLst/>
              <a:ahLst/>
              <a:cxnLst/>
              <a:rect l="l" t="t" r="r" b="b"/>
              <a:pathLst>
                <a:path w="4823" h="8215" extrusionOk="0">
                  <a:moveTo>
                    <a:pt x="2841" y="0"/>
                  </a:moveTo>
                  <a:lnTo>
                    <a:pt x="1942" y="1839"/>
                  </a:lnTo>
                  <a:lnTo>
                    <a:pt x="2943" y="1839"/>
                  </a:lnTo>
                  <a:lnTo>
                    <a:pt x="4291" y="0"/>
                  </a:lnTo>
                  <a:close/>
                  <a:moveTo>
                    <a:pt x="2493" y="3678"/>
                  </a:moveTo>
                  <a:cubicBezTo>
                    <a:pt x="3004" y="3678"/>
                    <a:pt x="3535" y="3985"/>
                    <a:pt x="3535" y="4721"/>
                  </a:cubicBezTo>
                  <a:lnTo>
                    <a:pt x="3535" y="4864"/>
                  </a:lnTo>
                  <a:lnTo>
                    <a:pt x="1349" y="4864"/>
                  </a:lnTo>
                  <a:lnTo>
                    <a:pt x="1349" y="4782"/>
                  </a:lnTo>
                  <a:cubicBezTo>
                    <a:pt x="1349" y="3985"/>
                    <a:pt x="1942" y="3678"/>
                    <a:pt x="2493" y="3678"/>
                  </a:cubicBezTo>
                  <a:close/>
                  <a:moveTo>
                    <a:pt x="2493" y="2595"/>
                  </a:moveTo>
                  <a:cubicBezTo>
                    <a:pt x="1145" y="2595"/>
                    <a:pt x="0" y="3433"/>
                    <a:pt x="0" y="4966"/>
                  </a:cubicBezTo>
                  <a:lnTo>
                    <a:pt x="0" y="6008"/>
                  </a:lnTo>
                  <a:cubicBezTo>
                    <a:pt x="0" y="7479"/>
                    <a:pt x="1206" y="8215"/>
                    <a:pt x="2534" y="8215"/>
                  </a:cubicBezTo>
                  <a:cubicBezTo>
                    <a:pt x="3474" y="8215"/>
                    <a:pt x="4332" y="7847"/>
                    <a:pt x="4761" y="7009"/>
                  </a:cubicBezTo>
                  <a:lnTo>
                    <a:pt x="3760" y="6437"/>
                  </a:lnTo>
                  <a:cubicBezTo>
                    <a:pt x="3474" y="6866"/>
                    <a:pt x="3025" y="7132"/>
                    <a:pt x="2595" y="7132"/>
                  </a:cubicBezTo>
                  <a:cubicBezTo>
                    <a:pt x="1901" y="7132"/>
                    <a:pt x="1349" y="6744"/>
                    <a:pt x="1349" y="6049"/>
                  </a:cubicBezTo>
                  <a:lnTo>
                    <a:pt x="1349" y="5763"/>
                  </a:lnTo>
                  <a:lnTo>
                    <a:pt x="4823" y="5763"/>
                  </a:lnTo>
                  <a:lnTo>
                    <a:pt x="4823" y="4721"/>
                  </a:lnTo>
                  <a:cubicBezTo>
                    <a:pt x="4823" y="3290"/>
                    <a:pt x="3658" y="2595"/>
                    <a:pt x="2493" y="2595"/>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0" name="Google Shape;1710;g2f1c646a89f_0_320"/>
            <p:cNvSpPr/>
            <p:nvPr/>
          </p:nvSpPr>
          <p:spPr>
            <a:xfrm>
              <a:off x="6017900" y="2490200"/>
              <a:ext cx="123125" cy="188525"/>
            </a:xfrm>
            <a:custGeom>
              <a:avLst/>
              <a:gdLst/>
              <a:ahLst/>
              <a:cxnLst/>
              <a:rect l="l" t="t" r="r" b="b"/>
              <a:pathLst>
                <a:path w="4925" h="7541" extrusionOk="0">
                  <a:moveTo>
                    <a:pt x="2452" y="1124"/>
                  </a:moveTo>
                  <a:cubicBezTo>
                    <a:pt x="3106" y="1124"/>
                    <a:pt x="3617" y="1492"/>
                    <a:pt x="3617" y="2146"/>
                  </a:cubicBezTo>
                  <a:lnTo>
                    <a:pt x="3617" y="3494"/>
                  </a:lnTo>
                  <a:cubicBezTo>
                    <a:pt x="3617" y="4271"/>
                    <a:pt x="3024" y="4557"/>
                    <a:pt x="2473" y="4557"/>
                  </a:cubicBezTo>
                  <a:cubicBezTo>
                    <a:pt x="1819" y="4557"/>
                    <a:pt x="1287" y="4169"/>
                    <a:pt x="1287" y="3515"/>
                  </a:cubicBezTo>
                  <a:lnTo>
                    <a:pt x="1287" y="2268"/>
                  </a:lnTo>
                  <a:cubicBezTo>
                    <a:pt x="1287" y="1471"/>
                    <a:pt x="1900" y="1124"/>
                    <a:pt x="2452" y="1124"/>
                  </a:cubicBezTo>
                  <a:close/>
                  <a:moveTo>
                    <a:pt x="2800" y="0"/>
                  </a:moveTo>
                  <a:cubicBezTo>
                    <a:pt x="2309" y="0"/>
                    <a:pt x="1696" y="225"/>
                    <a:pt x="1267" y="736"/>
                  </a:cubicBezTo>
                  <a:lnTo>
                    <a:pt x="1267" y="123"/>
                  </a:lnTo>
                  <a:lnTo>
                    <a:pt x="0" y="123"/>
                  </a:lnTo>
                  <a:lnTo>
                    <a:pt x="0" y="7540"/>
                  </a:lnTo>
                  <a:lnTo>
                    <a:pt x="1287" y="7540"/>
                  </a:lnTo>
                  <a:lnTo>
                    <a:pt x="1287" y="4965"/>
                  </a:lnTo>
                  <a:lnTo>
                    <a:pt x="1328" y="4965"/>
                  </a:lnTo>
                  <a:cubicBezTo>
                    <a:pt x="1594" y="5333"/>
                    <a:pt x="2084" y="5640"/>
                    <a:pt x="2697" y="5640"/>
                  </a:cubicBezTo>
                  <a:cubicBezTo>
                    <a:pt x="3903" y="5640"/>
                    <a:pt x="4925" y="4904"/>
                    <a:pt x="4925" y="3453"/>
                  </a:cubicBezTo>
                  <a:lnTo>
                    <a:pt x="4925" y="2146"/>
                  </a:lnTo>
                  <a:cubicBezTo>
                    <a:pt x="4925" y="756"/>
                    <a:pt x="3964" y="0"/>
                    <a:pt x="2800"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1" name="Google Shape;1711;g2f1c646a89f_0_320"/>
            <p:cNvSpPr/>
            <p:nvPr/>
          </p:nvSpPr>
          <p:spPr>
            <a:xfrm>
              <a:off x="6167575" y="2493250"/>
              <a:ext cx="117525" cy="137450"/>
            </a:xfrm>
            <a:custGeom>
              <a:avLst/>
              <a:gdLst/>
              <a:ahLst/>
              <a:cxnLst/>
              <a:rect l="l" t="t" r="r" b="b"/>
              <a:pathLst>
                <a:path w="4701" h="5498" extrusionOk="0">
                  <a:moveTo>
                    <a:pt x="0" y="1"/>
                  </a:moveTo>
                  <a:lnTo>
                    <a:pt x="0" y="3434"/>
                  </a:lnTo>
                  <a:cubicBezTo>
                    <a:pt x="0" y="4721"/>
                    <a:pt x="695" y="5497"/>
                    <a:pt x="1901" y="5497"/>
                  </a:cubicBezTo>
                  <a:cubicBezTo>
                    <a:pt x="2514" y="5497"/>
                    <a:pt x="3065" y="5252"/>
                    <a:pt x="3413" y="4721"/>
                  </a:cubicBezTo>
                  <a:lnTo>
                    <a:pt x="3454" y="4721"/>
                  </a:lnTo>
                  <a:lnTo>
                    <a:pt x="3454" y="5395"/>
                  </a:lnTo>
                  <a:lnTo>
                    <a:pt x="4700" y="5395"/>
                  </a:lnTo>
                  <a:lnTo>
                    <a:pt x="4700" y="1"/>
                  </a:lnTo>
                  <a:lnTo>
                    <a:pt x="3413" y="1"/>
                  </a:lnTo>
                  <a:lnTo>
                    <a:pt x="3413" y="3004"/>
                  </a:lnTo>
                  <a:cubicBezTo>
                    <a:pt x="3413" y="3924"/>
                    <a:pt x="3004" y="4373"/>
                    <a:pt x="2309" y="4373"/>
                  </a:cubicBezTo>
                  <a:cubicBezTo>
                    <a:pt x="1655" y="4373"/>
                    <a:pt x="1288" y="3944"/>
                    <a:pt x="1288" y="3127"/>
                  </a:cubicBezTo>
                  <a:lnTo>
                    <a:pt x="1288"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2" name="Google Shape;1712;g2f1c646a89f_0_320"/>
            <p:cNvSpPr/>
            <p:nvPr/>
          </p:nvSpPr>
          <p:spPr>
            <a:xfrm>
              <a:off x="6318275" y="2440125"/>
              <a:ext cx="122625" cy="191075"/>
            </a:xfrm>
            <a:custGeom>
              <a:avLst/>
              <a:gdLst/>
              <a:ahLst/>
              <a:cxnLst/>
              <a:rect l="l" t="t" r="r" b="b"/>
              <a:pathLst>
                <a:path w="4905" h="7643" extrusionOk="0">
                  <a:moveTo>
                    <a:pt x="2432" y="3127"/>
                  </a:moveTo>
                  <a:cubicBezTo>
                    <a:pt x="3106" y="3127"/>
                    <a:pt x="3597" y="3495"/>
                    <a:pt x="3597" y="4149"/>
                  </a:cubicBezTo>
                  <a:lnTo>
                    <a:pt x="3597" y="5497"/>
                  </a:lnTo>
                  <a:cubicBezTo>
                    <a:pt x="3597" y="6274"/>
                    <a:pt x="3004" y="6560"/>
                    <a:pt x="2473" y="6560"/>
                  </a:cubicBezTo>
                  <a:cubicBezTo>
                    <a:pt x="1798" y="6560"/>
                    <a:pt x="1288" y="6172"/>
                    <a:pt x="1288" y="5518"/>
                  </a:cubicBezTo>
                  <a:lnTo>
                    <a:pt x="1288" y="4271"/>
                  </a:lnTo>
                  <a:cubicBezTo>
                    <a:pt x="1288" y="3495"/>
                    <a:pt x="1901" y="3127"/>
                    <a:pt x="2432" y="3127"/>
                  </a:cubicBezTo>
                  <a:close/>
                  <a:moveTo>
                    <a:pt x="0" y="1"/>
                  </a:moveTo>
                  <a:lnTo>
                    <a:pt x="0" y="7520"/>
                  </a:lnTo>
                  <a:lnTo>
                    <a:pt x="1226" y="7520"/>
                  </a:lnTo>
                  <a:lnTo>
                    <a:pt x="1226" y="6989"/>
                  </a:lnTo>
                  <a:lnTo>
                    <a:pt x="1267" y="6989"/>
                  </a:lnTo>
                  <a:cubicBezTo>
                    <a:pt x="1533" y="7336"/>
                    <a:pt x="2023" y="7643"/>
                    <a:pt x="2636" y="7643"/>
                  </a:cubicBezTo>
                  <a:cubicBezTo>
                    <a:pt x="3842" y="7643"/>
                    <a:pt x="4904" y="6907"/>
                    <a:pt x="4904" y="5456"/>
                  </a:cubicBezTo>
                  <a:lnTo>
                    <a:pt x="4904" y="4149"/>
                  </a:lnTo>
                  <a:cubicBezTo>
                    <a:pt x="4904" y="2759"/>
                    <a:pt x="3964" y="2023"/>
                    <a:pt x="2779" y="2023"/>
                  </a:cubicBezTo>
                  <a:cubicBezTo>
                    <a:pt x="2289" y="2023"/>
                    <a:pt x="1696" y="2207"/>
                    <a:pt x="1288" y="2739"/>
                  </a:cubicBezTo>
                  <a:lnTo>
                    <a:pt x="1288"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3" name="Google Shape;1713;g2f1c646a89f_0_320"/>
            <p:cNvSpPr/>
            <p:nvPr/>
          </p:nvSpPr>
          <p:spPr>
            <a:xfrm>
              <a:off x="6469475" y="2440125"/>
              <a:ext cx="58775" cy="189550"/>
            </a:xfrm>
            <a:custGeom>
              <a:avLst/>
              <a:gdLst/>
              <a:ahLst/>
              <a:cxnLst/>
              <a:rect l="l" t="t" r="r" b="b"/>
              <a:pathLst>
                <a:path w="2351" h="7582" extrusionOk="0">
                  <a:moveTo>
                    <a:pt x="1" y="1"/>
                  </a:moveTo>
                  <a:lnTo>
                    <a:pt x="1" y="6069"/>
                  </a:lnTo>
                  <a:cubicBezTo>
                    <a:pt x="1" y="6560"/>
                    <a:pt x="42" y="7581"/>
                    <a:pt x="1309" y="7581"/>
                  </a:cubicBezTo>
                  <a:cubicBezTo>
                    <a:pt x="1656" y="7581"/>
                    <a:pt x="2065" y="7520"/>
                    <a:pt x="2351" y="7438"/>
                  </a:cubicBezTo>
                  <a:lnTo>
                    <a:pt x="2351" y="6458"/>
                  </a:lnTo>
                  <a:cubicBezTo>
                    <a:pt x="2105" y="6478"/>
                    <a:pt x="1983" y="6498"/>
                    <a:pt x="1758" y="6498"/>
                  </a:cubicBezTo>
                  <a:cubicBezTo>
                    <a:pt x="1411" y="6498"/>
                    <a:pt x="1288" y="6315"/>
                    <a:pt x="1288" y="6069"/>
                  </a:cubicBezTo>
                  <a:lnTo>
                    <a:pt x="1288"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4" name="Google Shape;1714;g2f1c646a89f_0_320"/>
            <p:cNvSpPr/>
            <p:nvPr/>
          </p:nvSpPr>
          <p:spPr>
            <a:xfrm>
              <a:off x="6550700" y="2438600"/>
              <a:ext cx="32225" cy="189550"/>
            </a:xfrm>
            <a:custGeom>
              <a:avLst/>
              <a:gdLst/>
              <a:ahLst/>
              <a:cxnLst/>
              <a:rect l="l" t="t" r="r" b="b"/>
              <a:pathLst>
                <a:path w="1289" h="7582" extrusionOk="0">
                  <a:moveTo>
                    <a:pt x="1" y="0"/>
                  </a:moveTo>
                  <a:lnTo>
                    <a:pt x="1" y="1369"/>
                  </a:lnTo>
                  <a:lnTo>
                    <a:pt x="1288" y="1369"/>
                  </a:lnTo>
                  <a:lnTo>
                    <a:pt x="1288" y="0"/>
                  </a:lnTo>
                  <a:close/>
                  <a:moveTo>
                    <a:pt x="1" y="2187"/>
                  </a:moveTo>
                  <a:lnTo>
                    <a:pt x="1" y="7581"/>
                  </a:lnTo>
                  <a:lnTo>
                    <a:pt x="1288" y="7581"/>
                  </a:lnTo>
                  <a:lnTo>
                    <a:pt x="1288" y="2187"/>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6" name="Google Shape;1715;g2f1c646a89f_0_320"/>
            <p:cNvSpPr/>
            <p:nvPr/>
          </p:nvSpPr>
          <p:spPr>
            <a:xfrm>
              <a:off x="6611500" y="2490700"/>
              <a:ext cx="122625" cy="188025"/>
            </a:xfrm>
            <a:custGeom>
              <a:avLst/>
              <a:gdLst/>
              <a:ahLst/>
              <a:cxnLst/>
              <a:rect l="l" t="t" r="r" b="b"/>
              <a:pathLst>
                <a:path w="4905" h="7521" extrusionOk="0">
                  <a:moveTo>
                    <a:pt x="2432" y="1083"/>
                  </a:moveTo>
                  <a:cubicBezTo>
                    <a:pt x="3086" y="1083"/>
                    <a:pt x="3617" y="1472"/>
                    <a:pt x="3617" y="2126"/>
                  </a:cubicBezTo>
                  <a:lnTo>
                    <a:pt x="3617" y="3454"/>
                  </a:lnTo>
                  <a:cubicBezTo>
                    <a:pt x="3617" y="4230"/>
                    <a:pt x="3004" y="4516"/>
                    <a:pt x="2473" y="4516"/>
                  </a:cubicBezTo>
                  <a:cubicBezTo>
                    <a:pt x="1799" y="4516"/>
                    <a:pt x="1308" y="4128"/>
                    <a:pt x="1308" y="3474"/>
                  </a:cubicBezTo>
                  <a:lnTo>
                    <a:pt x="1308" y="2146"/>
                  </a:lnTo>
                  <a:cubicBezTo>
                    <a:pt x="1308" y="1370"/>
                    <a:pt x="1880" y="1083"/>
                    <a:pt x="2432" y="1083"/>
                  </a:cubicBezTo>
                  <a:close/>
                  <a:moveTo>
                    <a:pt x="2207" y="0"/>
                  </a:moveTo>
                  <a:cubicBezTo>
                    <a:pt x="1022" y="0"/>
                    <a:pt x="0" y="716"/>
                    <a:pt x="0" y="2187"/>
                  </a:cubicBezTo>
                  <a:lnTo>
                    <a:pt x="0" y="3495"/>
                  </a:lnTo>
                  <a:cubicBezTo>
                    <a:pt x="0" y="4864"/>
                    <a:pt x="940" y="5620"/>
                    <a:pt x="2126" y="5620"/>
                  </a:cubicBezTo>
                  <a:cubicBezTo>
                    <a:pt x="2596" y="5620"/>
                    <a:pt x="3331" y="5313"/>
                    <a:pt x="3638" y="4884"/>
                  </a:cubicBezTo>
                  <a:lnTo>
                    <a:pt x="3638" y="7520"/>
                  </a:lnTo>
                  <a:lnTo>
                    <a:pt x="4905" y="7520"/>
                  </a:lnTo>
                  <a:lnTo>
                    <a:pt x="4905" y="82"/>
                  </a:lnTo>
                  <a:lnTo>
                    <a:pt x="3617" y="82"/>
                  </a:lnTo>
                  <a:lnTo>
                    <a:pt x="3617" y="654"/>
                  </a:lnTo>
                  <a:lnTo>
                    <a:pt x="3576" y="654"/>
                  </a:lnTo>
                  <a:cubicBezTo>
                    <a:pt x="3311" y="307"/>
                    <a:pt x="2820" y="0"/>
                    <a:pt x="2207"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7" name="Google Shape;1716;g2f1c646a89f_0_320"/>
            <p:cNvSpPr/>
            <p:nvPr/>
          </p:nvSpPr>
          <p:spPr>
            <a:xfrm>
              <a:off x="6767300" y="2493250"/>
              <a:ext cx="117025" cy="137450"/>
            </a:xfrm>
            <a:custGeom>
              <a:avLst/>
              <a:gdLst/>
              <a:ahLst/>
              <a:cxnLst/>
              <a:rect l="l" t="t" r="r" b="b"/>
              <a:pathLst>
                <a:path w="4681" h="5498" extrusionOk="0">
                  <a:moveTo>
                    <a:pt x="1" y="1"/>
                  </a:moveTo>
                  <a:lnTo>
                    <a:pt x="1" y="3434"/>
                  </a:lnTo>
                  <a:cubicBezTo>
                    <a:pt x="1" y="4721"/>
                    <a:pt x="675" y="5497"/>
                    <a:pt x="1901" y="5497"/>
                  </a:cubicBezTo>
                  <a:cubicBezTo>
                    <a:pt x="2494" y="5497"/>
                    <a:pt x="3046" y="5252"/>
                    <a:pt x="3413" y="4721"/>
                  </a:cubicBezTo>
                  <a:lnTo>
                    <a:pt x="3434" y="4721"/>
                  </a:lnTo>
                  <a:lnTo>
                    <a:pt x="3434" y="5395"/>
                  </a:lnTo>
                  <a:lnTo>
                    <a:pt x="4680" y="5395"/>
                  </a:lnTo>
                  <a:lnTo>
                    <a:pt x="4680" y="1"/>
                  </a:lnTo>
                  <a:lnTo>
                    <a:pt x="3393" y="1"/>
                  </a:lnTo>
                  <a:lnTo>
                    <a:pt x="3393" y="3004"/>
                  </a:lnTo>
                  <a:cubicBezTo>
                    <a:pt x="3393" y="3924"/>
                    <a:pt x="3005" y="4373"/>
                    <a:pt x="2289" y="4373"/>
                  </a:cubicBezTo>
                  <a:cubicBezTo>
                    <a:pt x="1636" y="4373"/>
                    <a:pt x="1288" y="3944"/>
                    <a:pt x="1288" y="3127"/>
                  </a:cubicBezTo>
                  <a:lnTo>
                    <a:pt x="1288"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8" name="Google Shape;1717;g2f1c646a89f_0_320"/>
            <p:cNvSpPr/>
            <p:nvPr/>
          </p:nvSpPr>
          <p:spPr>
            <a:xfrm>
              <a:off x="6911375" y="2490700"/>
              <a:ext cx="120075" cy="140500"/>
            </a:xfrm>
            <a:custGeom>
              <a:avLst/>
              <a:gdLst/>
              <a:ahLst/>
              <a:cxnLst/>
              <a:rect l="l" t="t" r="r" b="b"/>
              <a:pathLst>
                <a:path w="4803" h="5620" extrusionOk="0">
                  <a:moveTo>
                    <a:pt x="2473" y="1083"/>
                  </a:moveTo>
                  <a:cubicBezTo>
                    <a:pt x="3004" y="1083"/>
                    <a:pt x="3515" y="1390"/>
                    <a:pt x="3515" y="2126"/>
                  </a:cubicBezTo>
                  <a:lnTo>
                    <a:pt x="3515" y="2269"/>
                  </a:lnTo>
                  <a:lnTo>
                    <a:pt x="1349" y="2269"/>
                  </a:lnTo>
                  <a:lnTo>
                    <a:pt x="1349" y="2187"/>
                  </a:lnTo>
                  <a:cubicBezTo>
                    <a:pt x="1349" y="1390"/>
                    <a:pt x="1921" y="1083"/>
                    <a:pt x="2473" y="1083"/>
                  </a:cubicBezTo>
                  <a:close/>
                  <a:moveTo>
                    <a:pt x="2473" y="0"/>
                  </a:moveTo>
                  <a:cubicBezTo>
                    <a:pt x="1145" y="0"/>
                    <a:pt x="0" y="838"/>
                    <a:pt x="0" y="2371"/>
                  </a:cubicBezTo>
                  <a:lnTo>
                    <a:pt x="0" y="3413"/>
                  </a:lnTo>
                  <a:cubicBezTo>
                    <a:pt x="0" y="4884"/>
                    <a:pt x="1185" y="5620"/>
                    <a:pt x="2514" y="5620"/>
                  </a:cubicBezTo>
                  <a:cubicBezTo>
                    <a:pt x="3474" y="5620"/>
                    <a:pt x="4332" y="5252"/>
                    <a:pt x="4741" y="4414"/>
                  </a:cubicBezTo>
                  <a:lnTo>
                    <a:pt x="3760" y="3842"/>
                  </a:lnTo>
                  <a:cubicBezTo>
                    <a:pt x="3474" y="4271"/>
                    <a:pt x="3024" y="4537"/>
                    <a:pt x="2575" y="4537"/>
                  </a:cubicBezTo>
                  <a:cubicBezTo>
                    <a:pt x="1901" y="4537"/>
                    <a:pt x="1349" y="4149"/>
                    <a:pt x="1349" y="3454"/>
                  </a:cubicBezTo>
                  <a:lnTo>
                    <a:pt x="1349" y="3168"/>
                  </a:lnTo>
                  <a:lnTo>
                    <a:pt x="4802" y="3168"/>
                  </a:lnTo>
                  <a:lnTo>
                    <a:pt x="4802" y="2126"/>
                  </a:lnTo>
                  <a:cubicBezTo>
                    <a:pt x="4802" y="695"/>
                    <a:pt x="3658" y="0"/>
                    <a:pt x="2473"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9" name="Google Shape;1718;g2f1c646a89f_0_320"/>
            <p:cNvSpPr/>
            <p:nvPr/>
          </p:nvSpPr>
          <p:spPr>
            <a:xfrm>
              <a:off x="5706775" y="2756350"/>
              <a:ext cx="147675" cy="188000"/>
            </a:xfrm>
            <a:custGeom>
              <a:avLst/>
              <a:gdLst/>
              <a:ahLst/>
              <a:cxnLst/>
              <a:rect l="l" t="t" r="r" b="b"/>
              <a:pathLst>
                <a:path w="5907" h="7520" extrusionOk="0">
                  <a:moveTo>
                    <a:pt x="2841" y="1226"/>
                  </a:moveTo>
                  <a:cubicBezTo>
                    <a:pt x="3720" y="1226"/>
                    <a:pt x="4496" y="1757"/>
                    <a:pt x="4496" y="2656"/>
                  </a:cubicBezTo>
                  <a:lnTo>
                    <a:pt x="4496" y="4822"/>
                  </a:lnTo>
                  <a:cubicBezTo>
                    <a:pt x="4496" y="5905"/>
                    <a:pt x="3618" y="6273"/>
                    <a:pt x="2902" y="6273"/>
                  </a:cubicBezTo>
                  <a:lnTo>
                    <a:pt x="1411" y="6273"/>
                  </a:lnTo>
                  <a:lnTo>
                    <a:pt x="1411" y="1226"/>
                  </a:lnTo>
                  <a:close/>
                  <a:moveTo>
                    <a:pt x="1" y="0"/>
                  </a:moveTo>
                  <a:lnTo>
                    <a:pt x="1" y="7520"/>
                  </a:lnTo>
                  <a:lnTo>
                    <a:pt x="2943" y="7520"/>
                  </a:lnTo>
                  <a:cubicBezTo>
                    <a:pt x="4435" y="7520"/>
                    <a:pt x="5906" y="6519"/>
                    <a:pt x="5906" y="4741"/>
                  </a:cubicBezTo>
                  <a:lnTo>
                    <a:pt x="5906" y="2738"/>
                  </a:lnTo>
                  <a:cubicBezTo>
                    <a:pt x="5906" y="1063"/>
                    <a:pt x="4578" y="0"/>
                    <a:pt x="2943"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0" name="Google Shape;1719;g2f1c646a89f_0_320"/>
            <p:cNvSpPr/>
            <p:nvPr/>
          </p:nvSpPr>
          <p:spPr>
            <a:xfrm>
              <a:off x="5879450" y="2742025"/>
              <a:ext cx="120075" cy="205400"/>
            </a:xfrm>
            <a:custGeom>
              <a:avLst/>
              <a:gdLst/>
              <a:ahLst/>
              <a:cxnLst/>
              <a:rect l="l" t="t" r="r" b="b"/>
              <a:pathLst>
                <a:path w="4803" h="8216" extrusionOk="0">
                  <a:moveTo>
                    <a:pt x="2820" y="1"/>
                  </a:moveTo>
                  <a:lnTo>
                    <a:pt x="1942" y="1840"/>
                  </a:lnTo>
                  <a:lnTo>
                    <a:pt x="2943" y="1840"/>
                  </a:lnTo>
                  <a:lnTo>
                    <a:pt x="4292" y="1"/>
                  </a:lnTo>
                  <a:close/>
                  <a:moveTo>
                    <a:pt x="2473" y="3679"/>
                  </a:moveTo>
                  <a:cubicBezTo>
                    <a:pt x="3004" y="3679"/>
                    <a:pt x="3515" y="3986"/>
                    <a:pt x="3515" y="4721"/>
                  </a:cubicBezTo>
                  <a:lnTo>
                    <a:pt x="3515" y="4864"/>
                  </a:lnTo>
                  <a:lnTo>
                    <a:pt x="1349" y="4864"/>
                  </a:lnTo>
                  <a:lnTo>
                    <a:pt x="1349" y="4782"/>
                  </a:lnTo>
                  <a:cubicBezTo>
                    <a:pt x="1349" y="3986"/>
                    <a:pt x="1942" y="3679"/>
                    <a:pt x="2473" y="3679"/>
                  </a:cubicBezTo>
                  <a:close/>
                  <a:moveTo>
                    <a:pt x="2473" y="2596"/>
                  </a:moveTo>
                  <a:cubicBezTo>
                    <a:pt x="1145" y="2596"/>
                    <a:pt x="0" y="3434"/>
                    <a:pt x="0" y="4966"/>
                  </a:cubicBezTo>
                  <a:lnTo>
                    <a:pt x="0" y="6009"/>
                  </a:lnTo>
                  <a:cubicBezTo>
                    <a:pt x="0" y="7480"/>
                    <a:pt x="1186" y="8215"/>
                    <a:pt x="2534" y="8215"/>
                  </a:cubicBezTo>
                  <a:cubicBezTo>
                    <a:pt x="3474" y="8215"/>
                    <a:pt x="4332" y="7848"/>
                    <a:pt x="4741" y="7010"/>
                  </a:cubicBezTo>
                  <a:lnTo>
                    <a:pt x="3760" y="6438"/>
                  </a:lnTo>
                  <a:cubicBezTo>
                    <a:pt x="3474" y="6846"/>
                    <a:pt x="3025" y="7132"/>
                    <a:pt x="2596" y="7132"/>
                  </a:cubicBezTo>
                  <a:cubicBezTo>
                    <a:pt x="1901" y="7132"/>
                    <a:pt x="1349" y="6744"/>
                    <a:pt x="1349" y="6049"/>
                  </a:cubicBezTo>
                  <a:lnTo>
                    <a:pt x="1349" y="5763"/>
                  </a:lnTo>
                  <a:lnTo>
                    <a:pt x="4802" y="5763"/>
                  </a:lnTo>
                  <a:lnTo>
                    <a:pt x="4802" y="4721"/>
                  </a:lnTo>
                  <a:cubicBezTo>
                    <a:pt x="4802" y="3291"/>
                    <a:pt x="3658" y="2596"/>
                    <a:pt x="2473" y="2596"/>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1" name="Google Shape;1720;g2f1c646a89f_0_320"/>
            <p:cNvSpPr/>
            <p:nvPr/>
          </p:nvSpPr>
          <p:spPr>
            <a:xfrm>
              <a:off x="6028625" y="2806925"/>
              <a:ext cx="197200" cy="137425"/>
            </a:xfrm>
            <a:custGeom>
              <a:avLst/>
              <a:gdLst/>
              <a:ahLst/>
              <a:cxnLst/>
              <a:rect l="l" t="t" r="r" b="b"/>
              <a:pathLst>
                <a:path w="7888" h="5497" extrusionOk="0">
                  <a:moveTo>
                    <a:pt x="2779" y="0"/>
                  </a:moveTo>
                  <a:cubicBezTo>
                    <a:pt x="2146" y="0"/>
                    <a:pt x="1614" y="266"/>
                    <a:pt x="1247" y="756"/>
                  </a:cubicBezTo>
                  <a:lnTo>
                    <a:pt x="1226" y="756"/>
                  </a:lnTo>
                  <a:lnTo>
                    <a:pt x="1226" y="102"/>
                  </a:lnTo>
                  <a:lnTo>
                    <a:pt x="0" y="102"/>
                  </a:lnTo>
                  <a:lnTo>
                    <a:pt x="0" y="5497"/>
                  </a:lnTo>
                  <a:lnTo>
                    <a:pt x="1288" y="5497"/>
                  </a:lnTo>
                  <a:lnTo>
                    <a:pt x="1288" y="2330"/>
                  </a:lnTo>
                  <a:cubicBezTo>
                    <a:pt x="1288" y="1430"/>
                    <a:pt x="1860" y="1124"/>
                    <a:pt x="2330" y="1124"/>
                  </a:cubicBezTo>
                  <a:cubicBezTo>
                    <a:pt x="3106" y="1124"/>
                    <a:pt x="3310" y="1696"/>
                    <a:pt x="3310" y="2370"/>
                  </a:cubicBezTo>
                  <a:lnTo>
                    <a:pt x="3310" y="5497"/>
                  </a:lnTo>
                  <a:lnTo>
                    <a:pt x="4577" y="5497"/>
                  </a:lnTo>
                  <a:lnTo>
                    <a:pt x="4577" y="2391"/>
                  </a:lnTo>
                  <a:cubicBezTo>
                    <a:pt x="4577" y="1676"/>
                    <a:pt x="4884" y="1124"/>
                    <a:pt x="5620" y="1124"/>
                  </a:cubicBezTo>
                  <a:cubicBezTo>
                    <a:pt x="6355" y="1124"/>
                    <a:pt x="6600" y="1635"/>
                    <a:pt x="6600" y="2350"/>
                  </a:cubicBezTo>
                  <a:lnTo>
                    <a:pt x="6600" y="5497"/>
                  </a:lnTo>
                  <a:lnTo>
                    <a:pt x="7888" y="5497"/>
                  </a:lnTo>
                  <a:lnTo>
                    <a:pt x="7888" y="1900"/>
                  </a:lnTo>
                  <a:cubicBezTo>
                    <a:pt x="7888" y="572"/>
                    <a:pt x="6989" y="0"/>
                    <a:pt x="5987" y="0"/>
                  </a:cubicBezTo>
                  <a:cubicBezTo>
                    <a:pt x="5252" y="0"/>
                    <a:pt x="4720" y="307"/>
                    <a:pt x="4332" y="797"/>
                  </a:cubicBezTo>
                  <a:lnTo>
                    <a:pt x="4312" y="797"/>
                  </a:lnTo>
                  <a:cubicBezTo>
                    <a:pt x="3985" y="286"/>
                    <a:pt x="3494" y="0"/>
                    <a:pt x="2779"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2" name="Google Shape;1721;g2f1c646a89f_0_320"/>
            <p:cNvSpPr/>
            <p:nvPr/>
          </p:nvSpPr>
          <p:spPr>
            <a:xfrm>
              <a:off x="6253900" y="2806925"/>
              <a:ext cx="122625" cy="140500"/>
            </a:xfrm>
            <a:custGeom>
              <a:avLst/>
              <a:gdLst/>
              <a:ahLst/>
              <a:cxnLst/>
              <a:rect l="l" t="t" r="r" b="b"/>
              <a:pathLst>
                <a:path w="4905" h="5620" extrusionOk="0">
                  <a:moveTo>
                    <a:pt x="2432" y="1103"/>
                  </a:moveTo>
                  <a:cubicBezTo>
                    <a:pt x="3107" y="1103"/>
                    <a:pt x="3597" y="1471"/>
                    <a:pt x="3597" y="2125"/>
                  </a:cubicBezTo>
                  <a:lnTo>
                    <a:pt x="3597" y="3474"/>
                  </a:lnTo>
                  <a:cubicBezTo>
                    <a:pt x="3597" y="4250"/>
                    <a:pt x="3025" y="4536"/>
                    <a:pt x="2473" y="4536"/>
                  </a:cubicBezTo>
                  <a:cubicBezTo>
                    <a:pt x="1819" y="4536"/>
                    <a:pt x="1308" y="4148"/>
                    <a:pt x="1308" y="3494"/>
                  </a:cubicBezTo>
                  <a:lnTo>
                    <a:pt x="1308" y="2166"/>
                  </a:lnTo>
                  <a:cubicBezTo>
                    <a:pt x="1308" y="1390"/>
                    <a:pt x="1901" y="1103"/>
                    <a:pt x="2432" y="1103"/>
                  </a:cubicBezTo>
                  <a:close/>
                  <a:moveTo>
                    <a:pt x="2432" y="0"/>
                  </a:moveTo>
                  <a:cubicBezTo>
                    <a:pt x="1247" y="0"/>
                    <a:pt x="1" y="797"/>
                    <a:pt x="1" y="2268"/>
                  </a:cubicBezTo>
                  <a:lnTo>
                    <a:pt x="1" y="3494"/>
                  </a:lnTo>
                  <a:cubicBezTo>
                    <a:pt x="1" y="4884"/>
                    <a:pt x="1165" y="5619"/>
                    <a:pt x="2473" y="5619"/>
                  </a:cubicBezTo>
                  <a:cubicBezTo>
                    <a:pt x="3679" y="5619"/>
                    <a:pt x="4905" y="4822"/>
                    <a:pt x="4905" y="3351"/>
                  </a:cubicBezTo>
                  <a:lnTo>
                    <a:pt x="4905" y="2248"/>
                  </a:lnTo>
                  <a:cubicBezTo>
                    <a:pt x="4905" y="858"/>
                    <a:pt x="3740" y="0"/>
                    <a:pt x="2432"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3" name="Google Shape;1722;g2f1c646a89f_0_320"/>
            <p:cNvSpPr/>
            <p:nvPr/>
          </p:nvSpPr>
          <p:spPr>
            <a:xfrm>
              <a:off x="6398975" y="2806925"/>
              <a:ext cx="121100" cy="140500"/>
            </a:xfrm>
            <a:custGeom>
              <a:avLst/>
              <a:gdLst/>
              <a:ahLst/>
              <a:cxnLst/>
              <a:rect l="l" t="t" r="r" b="b"/>
              <a:pathLst>
                <a:path w="4844" h="5620" extrusionOk="0">
                  <a:moveTo>
                    <a:pt x="2473" y="0"/>
                  </a:moveTo>
                  <a:cubicBezTo>
                    <a:pt x="1145" y="0"/>
                    <a:pt x="1" y="838"/>
                    <a:pt x="1" y="2370"/>
                  </a:cubicBezTo>
                  <a:lnTo>
                    <a:pt x="1" y="3413"/>
                  </a:lnTo>
                  <a:cubicBezTo>
                    <a:pt x="1" y="4843"/>
                    <a:pt x="1186" y="5619"/>
                    <a:pt x="2514" y="5619"/>
                  </a:cubicBezTo>
                  <a:cubicBezTo>
                    <a:pt x="3679" y="5619"/>
                    <a:pt x="4823" y="4945"/>
                    <a:pt x="4823" y="3515"/>
                  </a:cubicBezTo>
                  <a:lnTo>
                    <a:pt x="4823" y="3453"/>
                  </a:lnTo>
                  <a:lnTo>
                    <a:pt x="3577" y="3453"/>
                  </a:lnTo>
                  <a:lnTo>
                    <a:pt x="3577" y="3515"/>
                  </a:lnTo>
                  <a:cubicBezTo>
                    <a:pt x="3577" y="4250"/>
                    <a:pt x="3046" y="4536"/>
                    <a:pt x="2514" y="4536"/>
                  </a:cubicBezTo>
                  <a:cubicBezTo>
                    <a:pt x="1840" y="4536"/>
                    <a:pt x="1329" y="4148"/>
                    <a:pt x="1329" y="3453"/>
                  </a:cubicBezTo>
                  <a:lnTo>
                    <a:pt x="1329" y="2186"/>
                  </a:lnTo>
                  <a:cubicBezTo>
                    <a:pt x="1329" y="1390"/>
                    <a:pt x="1922" y="1083"/>
                    <a:pt x="2473" y="1083"/>
                  </a:cubicBezTo>
                  <a:cubicBezTo>
                    <a:pt x="3005" y="1083"/>
                    <a:pt x="3577" y="1390"/>
                    <a:pt x="3577" y="2125"/>
                  </a:cubicBezTo>
                  <a:lnTo>
                    <a:pt x="3577" y="2227"/>
                  </a:lnTo>
                  <a:lnTo>
                    <a:pt x="4844" y="2227"/>
                  </a:lnTo>
                  <a:lnTo>
                    <a:pt x="4844" y="2125"/>
                  </a:lnTo>
                  <a:cubicBezTo>
                    <a:pt x="4844" y="695"/>
                    <a:pt x="3638" y="0"/>
                    <a:pt x="2473"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4" name="Google Shape;1723;g2f1c646a89f_0_320"/>
            <p:cNvSpPr/>
            <p:nvPr/>
          </p:nvSpPr>
          <p:spPr>
            <a:xfrm>
              <a:off x="6542025" y="2806925"/>
              <a:ext cx="86875" cy="137425"/>
            </a:xfrm>
            <a:custGeom>
              <a:avLst/>
              <a:gdLst/>
              <a:ahLst/>
              <a:cxnLst/>
              <a:rect l="l" t="t" r="r" b="b"/>
              <a:pathLst>
                <a:path w="3475" h="5497" extrusionOk="0">
                  <a:moveTo>
                    <a:pt x="3045" y="0"/>
                  </a:moveTo>
                  <a:cubicBezTo>
                    <a:pt x="2391" y="0"/>
                    <a:pt x="1594" y="429"/>
                    <a:pt x="1288" y="1001"/>
                  </a:cubicBezTo>
                  <a:lnTo>
                    <a:pt x="1267" y="1001"/>
                  </a:lnTo>
                  <a:lnTo>
                    <a:pt x="1267" y="102"/>
                  </a:lnTo>
                  <a:lnTo>
                    <a:pt x="0" y="102"/>
                  </a:lnTo>
                  <a:lnTo>
                    <a:pt x="0" y="5497"/>
                  </a:lnTo>
                  <a:lnTo>
                    <a:pt x="1288" y="5497"/>
                  </a:lnTo>
                  <a:lnTo>
                    <a:pt x="1288" y="2738"/>
                  </a:lnTo>
                  <a:cubicBezTo>
                    <a:pt x="1288" y="1737"/>
                    <a:pt x="2023" y="1165"/>
                    <a:pt x="2984" y="1165"/>
                  </a:cubicBezTo>
                  <a:cubicBezTo>
                    <a:pt x="3168" y="1165"/>
                    <a:pt x="3311" y="1165"/>
                    <a:pt x="3474" y="1206"/>
                  </a:cubicBezTo>
                  <a:lnTo>
                    <a:pt x="3474" y="20"/>
                  </a:lnTo>
                  <a:cubicBezTo>
                    <a:pt x="3331" y="0"/>
                    <a:pt x="3188" y="0"/>
                    <a:pt x="3045"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5" name="Google Shape;1724;g2f1c646a89f_0_320"/>
            <p:cNvSpPr/>
            <p:nvPr/>
          </p:nvSpPr>
          <p:spPr>
            <a:xfrm>
              <a:off x="6640625" y="2806400"/>
              <a:ext cx="120575" cy="140500"/>
            </a:xfrm>
            <a:custGeom>
              <a:avLst/>
              <a:gdLst/>
              <a:ahLst/>
              <a:cxnLst/>
              <a:rect l="l" t="t" r="r" b="b"/>
              <a:pathLst>
                <a:path w="4823" h="5620" extrusionOk="0">
                  <a:moveTo>
                    <a:pt x="3433" y="3250"/>
                  </a:moveTo>
                  <a:lnTo>
                    <a:pt x="3433" y="3515"/>
                  </a:lnTo>
                  <a:cubicBezTo>
                    <a:pt x="3433" y="4108"/>
                    <a:pt x="3270" y="4598"/>
                    <a:pt x="2227" y="4598"/>
                  </a:cubicBezTo>
                  <a:cubicBezTo>
                    <a:pt x="1635" y="4598"/>
                    <a:pt x="1267" y="4373"/>
                    <a:pt x="1267" y="3924"/>
                  </a:cubicBezTo>
                  <a:cubicBezTo>
                    <a:pt x="1267" y="3454"/>
                    <a:pt x="1614" y="3250"/>
                    <a:pt x="2166" y="3250"/>
                  </a:cubicBezTo>
                  <a:close/>
                  <a:moveTo>
                    <a:pt x="2411" y="1"/>
                  </a:moveTo>
                  <a:cubicBezTo>
                    <a:pt x="1390" y="1"/>
                    <a:pt x="266" y="409"/>
                    <a:pt x="266" y="1594"/>
                  </a:cubicBezTo>
                  <a:lnTo>
                    <a:pt x="266" y="1737"/>
                  </a:lnTo>
                  <a:lnTo>
                    <a:pt x="1431" y="1737"/>
                  </a:lnTo>
                  <a:lnTo>
                    <a:pt x="1431" y="1554"/>
                  </a:lnTo>
                  <a:cubicBezTo>
                    <a:pt x="1431" y="1206"/>
                    <a:pt x="1839" y="1022"/>
                    <a:pt x="2391" y="1022"/>
                  </a:cubicBezTo>
                  <a:cubicBezTo>
                    <a:pt x="3045" y="1022"/>
                    <a:pt x="3433" y="1247"/>
                    <a:pt x="3433" y="1819"/>
                  </a:cubicBezTo>
                  <a:lnTo>
                    <a:pt x="3433" y="2330"/>
                  </a:lnTo>
                  <a:lnTo>
                    <a:pt x="2003" y="2330"/>
                  </a:lnTo>
                  <a:cubicBezTo>
                    <a:pt x="961" y="2330"/>
                    <a:pt x="0" y="2943"/>
                    <a:pt x="0" y="3985"/>
                  </a:cubicBezTo>
                  <a:cubicBezTo>
                    <a:pt x="0" y="5007"/>
                    <a:pt x="756" y="5620"/>
                    <a:pt x="1880" y="5620"/>
                  </a:cubicBezTo>
                  <a:cubicBezTo>
                    <a:pt x="2575" y="5620"/>
                    <a:pt x="2984" y="5518"/>
                    <a:pt x="3474" y="5007"/>
                  </a:cubicBezTo>
                  <a:lnTo>
                    <a:pt x="3494" y="5007"/>
                  </a:lnTo>
                  <a:cubicBezTo>
                    <a:pt x="3494" y="5109"/>
                    <a:pt x="3515" y="5436"/>
                    <a:pt x="3535" y="5518"/>
                  </a:cubicBezTo>
                  <a:lnTo>
                    <a:pt x="4823" y="5518"/>
                  </a:lnTo>
                  <a:cubicBezTo>
                    <a:pt x="4741" y="5395"/>
                    <a:pt x="4720" y="4598"/>
                    <a:pt x="4720" y="4353"/>
                  </a:cubicBezTo>
                  <a:lnTo>
                    <a:pt x="4720" y="1737"/>
                  </a:lnTo>
                  <a:cubicBezTo>
                    <a:pt x="4720" y="409"/>
                    <a:pt x="3617" y="1"/>
                    <a:pt x="2411"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6" name="Google Shape;1725;g2f1c646a89f_0_320"/>
            <p:cNvSpPr/>
            <p:nvPr/>
          </p:nvSpPr>
          <p:spPr>
            <a:xfrm>
              <a:off x="6778550" y="2768600"/>
              <a:ext cx="79200" cy="177800"/>
            </a:xfrm>
            <a:custGeom>
              <a:avLst/>
              <a:gdLst/>
              <a:ahLst/>
              <a:cxnLst/>
              <a:rect l="l" t="t" r="r" b="b"/>
              <a:pathLst>
                <a:path w="3168" h="7112" extrusionOk="0">
                  <a:moveTo>
                    <a:pt x="716" y="1"/>
                  </a:moveTo>
                  <a:lnTo>
                    <a:pt x="716" y="1635"/>
                  </a:lnTo>
                  <a:lnTo>
                    <a:pt x="0" y="1635"/>
                  </a:lnTo>
                  <a:lnTo>
                    <a:pt x="0" y="2657"/>
                  </a:lnTo>
                  <a:lnTo>
                    <a:pt x="716" y="2657"/>
                  </a:lnTo>
                  <a:lnTo>
                    <a:pt x="716" y="5742"/>
                  </a:lnTo>
                  <a:cubicBezTo>
                    <a:pt x="716" y="6703"/>
                    <a:pt x="1390" y="7111"/>
                    <a:pt x="2228" y="7111"/>
                  </a:cubicBezTo>
                  <a:cubicBezTo>
                    <a:pt x="2412" y="7111"/>
                    <a:pt x="2882" y="7071"/>
                    <a:pt x="3168" y="7009"/>
                  </a:cubicBezTo>
                  <a:lnTo>
                    <a:pt x="3168" y="5906"/>
                  </a:lnTo>
                  <a:cubicBezTo>
                    <a:pt x="2922" y="5947"/>
                    <a:pt x="2779" y="5967"/>
                    <a:pt x="2514" y="5967"/>
                  </a:cubicBezTo>
                  <a:cubicBezTo>
                    <a:pt x="2207" y="5967"/>
                    <a:pt x="2003" y="5845"/>
                    <a:pt x="2003" y="5436"/>
                  </a:cubicBezTo>
                  <a:lnTo>
                    <a:pt x="2003" y="2657"/>
                  </a:lnTo>
                  <a:lnTo>
                    <a:pt x="3168" y="2657"/>
                  </a:lnTo>
                  <a:lnTo>
                    <a:pt x="3168" y="1635"/>
                  </a:lnTo>
                  <a:lnTo>
                    <a:pt x="2003" y="1635"/>
                  </a:lnTo>
                  <a:lnTo>
                    <a:pt x="2003"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7" name="Google Shape;1726;g2f1c646a89f_0_320"/>
            <p:cNvSpPr/>
            <p:nvPr/>
          </p:nvSpPr>
          <p:spPr>
            <a:xfrm>
              <a:off x="6879700" y="2754800"/>
              <a:ext cx="32200" cy="189550"/>
            </a:xfrm>
            <a:custGeom>
              <a:avLst/>
              <a:gdLst/>
              <a:ahLst/>
              <a:cxnLst/>
              <a:rect l="l" t="t" r="r" b="b"/>
              <a:pathLst>
                <a:path w="1288" h="7582" extrusionOk="0">
                  <a:moveTo>
                    <a:pt x="0" y="1"/>
                  </a:moveTo>
                  <a:lnTo>
                    <a:pt x="0" y="1370"/>
                  </a:lnTo>
                  <a:lnTo>
                    <a:pt x="1288" y="1370"/>
                  </a:lnTo>
                  <a:lnTo>
                    <a:pt x="1288" y="1"/>
                  </a:lnTo>
                  <a:close/>
                  <a:moveTo>
                    <a:pt x="0" y="2187"/>
                  </a:moveTo>
                  <a:lnTo>
                    <a:pt x="0" y="7582"/>
                  </a:lnTo>
                  <a:lnTo>
                    <a:pt x="1288" y="7582"/>
                  </a:lnTo>
                  <a:lnTo>
                    <a:pt x="1288" y="2187"/>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8" name="Google Shape;1727;g2f1c646a89f_0_320"/>
            <p:cNvSpPr/>
            <p:nvPr/>
          </p:nvSpPr>
          <p:spPr>
            <a:xfrm>
              <a:off x="6939975" y="2806925"/>
              <a:ext cx="122625" cy="188000"/>
            </a:xfrm>
            <a:custGeom>
              <a:avLst/>
              <a:gdLst/>
              <a:ahLst/>
              <a:cxnLst/>
              <a:rect l="l" t="t" r="r" b="b"/>
              <a:pathLst>
                <a:path w="4905" h="7520" extrusionOk="0">
                  <a:moveTo>
                    <a:pt x="2432" y="1083"/>
                  </a:moveTo>
                  <a:cubicBezTo>
                    <a:pt x="3107" y="1083"/>
                    <a:pt x="3638" y="1471"/>
                    <a:pt x="3638" y="2125"/>
                  </a:cubicBezTo>
                  <a:lnTo>
                    <a:pt x="3638" y="3453"/>
                  </a:lnTo>
                  <a:cubicBezTo>
                    <a:pt x="3638" y="4230"/>
                    <a:pt x="3025" y="4516"/>
                    <a:pt x="2473" y="4516"/>
                  </a:cubicBezTo>
                  <a:cubicBezTo>
                    <a:pt x="1819" y="4516"/>
                    <a:pt x="1308" y="4128"/>
                    <a:pt x="1308" y="3474"/>
                  </a:cubicBezTo>
                  <a:lnTo>
                    <a:pt x="1308" y="2146"/>
                  </a:lnTo>
                  <a:cubicBezTo>
                    <a:pt x="1308" y="1369"/>
                    <a:pt x="1901" y="1083"/>
                    <a:pt x="2432" y="1083"/>
                  </a:cubicBezTo>
                  <a:close/>
                  <a:moveTo>
                    <a:pt x="2228" y="0"/>
                  </a:moveTo>
                  <a:cubicBezTo>
                    <a:pt x="1022" y="0"/>
                    <a:pt x="1" y="715"/>
                    <a:pt x="1" y="2186"/>
                  </a:cubicBezTo>
                  <a:lnTo>
                    <a:pt x="1" y="3494"/>
                  </a:lnTo>
                  <a:cubicBezTo>
                    <a:pt x="1" y="4863"/>
                    <a:pt x="961" y="5619"/>
                    <a:pt x="2126" y="5619"/>
                  </a:cubicBezTo>
                  <a:cubicBezTo>
                    <a:pt x="2616" y="5619"/>
                    <a:pt x="3352" y="5313"/>
                    <a:pt x="3658" y="4884"/>
                  </a:cubicBezTo>
                  <a:lnTo>
                    <a:pt x="3658" y="7520"/>
                  </a:lnTo>
                  <a:lnTo>
                    <a:pt x="4905" y="7520"/>
                  </a:lnTo>
                  <a:lnTo>
                    <a:pt x="4905" y="82"/>
                  </a:lnTo>
                  <a:lnTo>
                    <a:pt x="3638" y="82"/>
                  </a:lnTo>
                  <a:lnTo>
                    <a:pt x="3638" y="654"/>
                  </a:lnTo>
                  <a:lnTo>
                    <a:pt x="3597" y="654"/>
                  </a:lnTo>
                  <a:cubicBezTo>
                    <a:pt x="3331" y="307"/>
                    <a:pt x="2820" y="0"/>
                    <a:pt x="2228"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9" name="Google Shape;1728;g2f1c646a89f_0_320"/>
            <p:cNvSpPr/>
            <p:nvPr/>
          </p:nvSpPr>
          <p:spPr>
            <a:xfrm>
              <a:off x="7096300" y="2809475"/>
              <a:ext cx="117000" cy="137425"/>
            </a:xfrm>
            <a:custGeom>
              <a:avLst/>
              <a:gdLst/>
              <a:ahLst/>
              <a:cxnLst/>
              <a:rect l="l" t="t" r="r" b="b"/>
              <a:pathLst>
                <a:path w="4680" h="5497" extrusionOk="0">
                  <a:moveTo>
                    <a:pt x="0" y="0"/>
                  </a:moveTo>
                  <a:lnTo>
                    <a:pt x="0" y="3433"/>
                  </a:lnTo>
                  <a:cubicBezTo>
                    <a:pt x="0" y="4720"/>
                    <a:pt x="675" y="5497"/>
                    <a:pt x="1880" y="5497"/>
                  </a:cubicBezTo>
                  <a:cubicBezTo>
                    <a:pt x="2493" y="5497"/>
                    <a:pt x="3045" y="5252"/>
                    <a:pt x="3413" y="4720"/>
                  </a:cubicBezTo>
                  <a:lnTo>
                    <a:pt x="3433" y="4720"/>
                  </a:lnTo>
                  <a:lnTo>
                    <a:pt x="3433" y="5395"/>
                  </a:lnTo>
                  <a:lnTo>
                    <a:pt x="4680" y="5395"/>
                  </a:lnTo>
                  <a:lnTo>
                    <a:pt x="4680" y="0"/>
                  </a:lnTo>
                  <a:lnTo>
                    <a:pt x="3392" y="0"/>
                  </a:lnTo>
                  <a:lnTo>
                    <a:pt x="3392" y="3004"/>
                  </a:lnTo>
                  <a:cubicBezTo>
                    <a:pt x="3392" y="3924"/>
                    <a:pt x="3004" y="4373"/>
                    <a:pt x="2289" y="4373"/>
                  </a:cubicBezTo>
                  <a:cubicBezTo>
                    <a:pt x="1635" y="4373"/>
                    <a:pt x="1288" y="3944"/>
                    <a:pt x="1288" y="3127"/>
                  </a:cubicBezTo>
                  <a:lnTo>
                    <a:pt x="1288" y="0"/>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0" name="Google Shape;1729;g2f1c646a89f_0_320"/>
            <p:cNvSpPr/>
            <p:nvPr/>
          </p:nvSpPr>
          <p:spPr>
            <a:xfrm>
              <a:off x="7240350" y="2806925"/>
              <a:ext cx="120075" cy="140500"/>
            </a:xfrm>
            <a:custGeom>
              <a:avLst/>
              <a:gdLst/>
              <a:ahLst/>
              <a:cxnLst/>
              <a:rect l="l" t="t" r="r" b="b"/>
              <a:pathLst>
                <a:path w="4803" h="5620" extrusionOk="0">
                  <a:moveTo>
                    <a:pt x="2473" y="1083"/>
                  </a:moveTo>
                  <a:cubicBezTo>
                    <a:pt x="3005" y="1083"/>
                    <a:pt x="3515" y="1390"/>
                    <a:pt x="3515" y="2125"/>
                  </a:cubicBezTo>
                  <a:lnTo>
                    <a:pt x="3515" y="2268"/>
                  </a:lnTo>
                  <a:lnTo>
                    <a:pt x="1329" y="2268"/>
                  </a:lnTo>
                  <a:lnTo>
                    <a:pt x="1329" y="2186"/>
                  </a:lnTo>
                  <a:cubicBezTo>
                    <a:pt x="1329" y="1390"/>
                    <a:pt x="1922" y="1083"/>
                    <a:pt x="2473" y="1083"/>
                  </a:cubicBezTo>
                  <a:close/>
                  <a:moveTo>
                    <a:pt x="2473" y="0"/>
                  </a:moveTo>
                  <a:cubicBezTo>
                    <a:pt x="1145" y="0"/>
                    <a:pt x="1" y="838"/>
                    <a:pt x="1" y="2370"/>
                  </a:cubicBezTo>
                  <a:lnTo>
                    <a:pt x="1" y="3413"/>
                  </a:lnTo>
                  <a:cubicBezTo>
                    <a:pt x="1" y="4884"/>
                    <a:pt x="1186" y="5619"/>
                    <a:pt x="2514" y="5619"/>
                  </a:cubicBezTo>
                  <a:cubicBezTo>
                    <a:pt x="3475" y="5619"/>
                    <a:pt x="4312" y="5252"/>
                    <a:pt x="4741" y="4414"/>
                  </a:cubicBezTo>
                  <a:lnTo>
                    <a:pt x="3740" y="3842"/>
                  </a:lnTo>
                  <a:cubicBezTo>
                    <a:pt x="3475" y="4250"/>
                    <a:pt x="3005" y="4536"/>
                    <a:pt x="2575" y="4536"/>
                  </a:cubicBezTo>
                  <a:cubicBezTo>
                    <a:pt x="1901" y="4536"/>
                    <a:pt x="1329" y="4148"/>
                    <a:pt x="1329" y="3453"/>
                  </a:cubicBezTo>
                  <a:lnTo>
                    <a:pt x="1329" y="3167"/>
                  </a:lnTo>
                  <a:lnTo>
                    <a:pt x="4803" y="3167"/>
                  </a:lnTo>
                  <a:lnTo>
                    <a:pt x="4803" y="2125"/>
                  </a:lnTo>
                  <a:cubicBezTo>
                    <a:pt x="4803" y="695"/>
                    <a:pt x="3638" y="0"/>
                    <a:pt x="2473"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1" name="Google Shape;1730;g2f1c646a89f_0_320"/>
            <p:cNvSpPr/>
            <p:nvPr/>
          </p:nvSpPr>
          <p:spPr>
            <a:xfrm>
              <a:off x="5699125" y="3072550"/>
              <a:ext cx="122625" cy="191075"/>
            </a:xfrm>
            <a:custGeom>
              <a:avLst/>
              <a:gdLst/>
              <a:ahLst/>
              <a:cxnLst/>
              <a:rect l="l" t="t" r="r" b="b"/>
              <a:pathLst>
                <a:path w="4905" h="7643" extrusionOk="0">
                  <a:moveTo>
                    <a:pt x="2432" y="3107"/>
                  </a:moveTo>
                  <a:cubicBezTo>
                    <a:pt x="3086" y="3107"/>
                    <a:pt x="3617" y="3495"/>
                    <a:pt x="3617" y="4149"/>
                  </a:cubicBezTo>
                  <a:lnTo>
                    <a:pt x="3617" y="5477"/>
                  </a:lnTo>
                  <a:cubicBezTo>
                    <a:pt x="3617" y="6253"/>
                    <a:pt x="3004" y="6540"/>
                    <a:pt x="2473" y="6540"/>
                  </a:cubicBezTo>
                  <a:cubicBezTo>
                    <a:pt x="1819" y="6540"/>
                    <a:pt x="1308" y="6151"/>
                    <a:pt x="1308" y="5497"/>
                  </a:cubicBezTo>
                  <a:lnTo>
                    <a:pt x="1308" y="4169"/>
                  </a:lnTo>
                  <a:cubicBezTo>
                    <a:pt x="1308" y="3393"/>
                    <a:pt x="1901" y="3107"/>
                    <a:pt x="2432" y="3107"/>
                  </a:cubicBezTo>
                  <a:close/>
                  <a:moveTo>
                    <a:pt x="3617" y="1"/>
                  </a:moveTo>
                  <a:lnTo>
                    <a:pt x="3617" y="2678"/>
                  </a:lnTo>
                  <a:lnTo>
                    <a:pt x="3597" y="2678"/>
                  </a:lnTo>
                  <a:cubicBezTo>
                    <a:pt x="3311" y="2310"/>
                    <a:pt x="2820" y="2003"/>
                    <a:pt x="2228" y="2003"/>
                  </a:cubicBezTo>
                  <a:cubicBezTo>
                    <a:pt x="1022" y="2003"/>
                    <a:pt x="0" y="2739"/>
                    <a:pt x="0" y="4210"/>
                  </a:cubicBezTo>
                  <a:lnTo>
                    <a:pt x="0" y="5518"/>
                  </a:lnTo>
                  <a:cubicBezTo>
                    <a:pt x="0" y="6887"/>
                    <a:pt x="940" y="7643"/>
                    <a:pt x="2125" y="7643"/>
                  </a:cubicBezTo>
                  <a:cubicBezTo>
                    <a:pt x="2616" y="7643"/>
                    <a:pt x="3331" y="7336"/>
                    <a:pt x="3637" y="6907"/>
                  </a:cubicBezTo>
                  <a:lnTo>
                    <a:pt x="3658" y="6907"/>
                  </a:lnTo>
                  <a:lnTo>
                    <a:pt x="3658" y="7520"/>
                  </a:lnTo>
                  <a:lnTo>
                    <a:pt x="4904" y="7520"/>
                  </a:lnTo>
                  <a:lnTo>
                    <a:pt x="4904"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2" name="Google Shape;1731;g2f1c646a89f_0_320"/>
            <p:cNvSpPr/>
            <p:nvPr/>
          </p:nvSpPr>
          <p:spPr>
            <a:xfrm>
              <a:off x="5854925" y="3125675"/>
              <a:ext cx="117525" cy="137450"/>
            </a:xfrm>
            <a:custGeom>
              <a:avLst/>
              <a:gdLst/>
              <a:ahLst/>
              <a:cxnLst/>
              <a:rect l="l" t="t" r="r" b="b"/>
              <a:pathLst>
                <a:path w="4701" h="5498" extrusionOk="0">
                  <a:moveTo>
                    <a:pt x="1" y="1"/>
                  </a:moveTo>
                  <a:lnTo>
                    <a:pt x="1" y="3434"/>
                  </a:lnTo>
                  <a:cubicBezTo>
                    <a:pt x="1" y="4721"/>
                    <a:pt x="695" y="5498"/>
                    <a:pt x="1901" y="5498"/>
                  </a:cubicBezTo>
                  <a:cubicBezTo>
                    <a:pt x="2494" y="5498"/>
                    <a:pt x="3066" y="5252"/>
                    <a:pt x="3413" y="4721"/>
                  </a:cubicBezTo>
                  <a:lnTo>
                    <a:pt x="3454" y="4721"/>
                  </a:lnTo>
                  <a:lnTo>
                    <a:pt x="3454" y="5395"/>
                  </a:lnTo>
                  <a:lnTo>
                    <a:pt x="4700" y="5395"/>
                  </a:lnTo>
                  <a:lnTo>
                    <a:pt x="4700" y="1"/>
                  </a:lnTo>
                  <a:lnTo>
                    <a:pt x="3413" y="1"/>
                  </a:lnTo>
                  <a:lnTo>
                    <a:pt x="3413" y="3005"/>
                  </a:lnTo>
                  <a:cubicBezTo>
                    <a:pt x="3413" y="3924"/>
                    <a:pt x="3004" y="4374"/>
                    <a:pt x="2310" y="4374"/>
                  </a:cubicBezTo>
                  <a:cubicBezTo>
                    <a:pt x="1656" y="4374"/>
                    <a:pt x="1288" y="3945"/>
                    <a:pt x="1288" y="3127"/>
                  </a:cubicBezTo>
                  <a:lnTo>
                    <a:pt x="1288"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3" name="Google Shape;1732;g2f1c646a89f_0_320"/>
            <p:cNvSpPr/>
            <p:nvPr/>
          </p:nvSpPr>
          <p:spPr>
            <a:xfrm>
              <a:off x="6067950" y="3069500"/>
              <a:ext cx="147150" cy="194125"/>
            </a:xfrm>
            <a:custGeom>
              <a:avLst/>
              <a:gdLst/>
              <a:ahLst/>
              <a:cxnLst/>
              <a:rect l="l" t="t" r="r" b="b"/>
              <a:pathLst>
                <a:path w="5886" h="7765" extrusionOk="0">
                  <a:moveTo>
                    <a:pt x="3004" y="0"/>
                  </a:moveTo>
                  <a:cubicBezTo>
                    <a:pt x="1370" y="0"/>
                    <a:pt x="1" y="981"/>
                    <a:pt x="1" y="2759"/>
                  </a:cubicBezTo>
                  <a:lnTo>
                    <a:pt x="1" y="5170"/>
                  </a:lnTo>
                  <a:cubicBezTo>
                    <a:pt x="1" y="6845"/>
                    <a:pt x="1431" y="7765"/>
                    <a:pt x="3066" y="7765"/>
                  </a:cubicBezTo>
                  <a:cubicBezTo>
                    <a:pt x="4496" y="7765"/>
                    <a:pt x="5886" y="6968"/>
                    <a:pt x="5886" y="5292"/>
                  </a:cubicBezTo>
                  <a:lnTo>
                    <a:pt x="5886" y="5068"/>
                  </a:lnTo>
                  <a:lnTo>
                    <a:pt x="4557" y="5068"/>
                  </a:lnTo>
                  <a:lnTo>
                    <a:pt x="4557" y="5170"/>
                  </a:lnTo>
                  <a:cubicBezTo>
                    <a:pt x="4557" y="6151"/>
                    <a:pt x="3760" y="6518"/>
                    <a:pt x="3066" y="6518"/>
                  </a:cubicBezTo>
                  <a:cubicBezTo>
                    <a:pt x="2187" y="6518"/>
                    <a:pt x="1411" y="6008"/>
                    <a:pt x="1411" y="5109"/>
                  </a:cubicBezTo>
                  <a:lnTo>
                    <a:pt x="1411" y="2697"/>
                  </a:lnTo>
                  <a:cubicBezTo>
                    <a:pt x="1411" y="1614"/>
                    <a:pt x="2289" y="1247"/>
                    <a:pt x="3004" y="1247"/>
                  </a:cubicBezTo>
                  <a:cubicBezTo>
                    <a:pt x="3699" y="1247"/>
                    <a:pt x="4557" y="1614"/>
                    <a:pt x="4557" y="2595"/>
                  </a:cubicBezTo>
                  <a:lnTo>
                    <a:pt x="4557" y="2718"/>
                  </a:lnTo>
                  <a:lnTo>
                    <a:pt x="5886" y="2718"/>
                  </a:lnTo>
                  <a:lnTo>
                    <a:pt x="5886" y="2473"/>
                  </a:lnTo>
                  <a:cubicBezTo>
                    <a:pt x="5886" y="797"/>
                    <a:pt x="4455" y="0"/>
                    <a:pt x="3004"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4" name="Google Shape;1733;g2f1c646a89f_0_320"/>
            <p:cNvSpPr/>
            <p:nvPr/>
          </p:nvSpPr>
          <p:spPr>
            <a:xfrm>
              <a:off x="6239075" y="3123125"/>
              <a:ext cx="122650" cy="140500"/>
            </a:xfrm>
            <a:custGeom>
              <a:avLst/>
              <a:gdLst/>
              <a:ahLst/>
              <a:cxnLst/>
              <a:rect l="l" t="t" r="r" b="b"/>
              <a:pathLst>
                <a:path w="4906" h="5620" extrusionOk="0">
                  <a:moveTo>
                    <a:pt x="2433" y="1104"/>
                  </a:moveTo>
                  <a:cubicBezTo>
                    <a:pt x="3087" y="1104"/>
                    <a:pt x="3597" y="1472"/>
                    <a:pt x="3597" y="2126"/>
                  </a:cubicBezTo>
                  <a:lnTo>
                    <a:pt x="3597" y="3474"/>
                  </a:lnTo>
                  <a:cubicBezTo>
                    <a:pt x="3597" y="4251"/>
                    <a:pt x="3005" y="4537"/>
                    <a:pt x="2474" y="4537"/>
                  </a:cubicBezTo>
                  <a:cubicBezTo>
                    <a:pt x="1799" y="4537"/>
                    <a:pt x="1309" y="4149"/>
                    <a:pt x="1309" y="3495"/>
                  </a:cubicBezTo>
                  <a:lnTo>
                    <a:pt x="1309" y="2167"/>
                  </a:lnTo>
                  <a:cubicBezTo>
                    <a:pt x="1309" y="1390"/>
                    <a:pt x="1901" y="1104"/>
                    <a:pt x="2433" y="1104"/>
                  </a:cubicBezTo>
                  <a:close/>
                  <a:moveTo>
                    <a:pt x="2433" y="1"/>
                  </a:moveTo>
                  <a:cubicBezTo>
                    <a:pt x="1247" y="1"/>
                    <a:pt x="1" y="798"/>
                    <a:pt x="1" y="2269"/>
                  </a:cubicBezTo>
                  <a:lnTo>
                    <a:pt x="1" y="3495"/>
                  </a:lnTo>
                  <a:cubicBezTo>
                    <a:pt x="1" y="4884"/>
                    <a:pt x="1166" y="5620"/>
                    <a:pt x="2474" y="5620"/>
                  </a:cubicBezTo>
                  <a:cubicBezTo>
                    <a:pt x="3659" y="5620"/>
                    <a:pt x="4905" y="4823"/>
                    <a:pt x="4905" y="3352"/>
                  </a:cubicBezTo>
                  <a:lnTo>
                    <a:pt x="4905" y="2248"/>
                  </a:lnTo>
                  <a:cubicBezTo>
                    <a:pt x="4905" y="859"/>
                    <a:pt x="3740" y="1"/>
                    <a:pt x="2433"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5" name="Google Shape;1734;g2f1c646a89f_0_320"/>
            <p:cNvSpPr/>
            <p:nvPr/>
          </p:nvSpPr>
          <p:spPr>
            <a:xfrm>
              <a:off x="6390300" y="3123125"/>
              <a:ext cx="117000" cy="137450"/>
            </a:xfrm>
            <a:custGeom>
              <a:avLst/>
              <a:gdLst/>
              <a:ahLst/>
              <a:cxnLst/>
              <a:rect l="l" t="t" r="r" b="b"/>
              <a:pathLst>
                <a:path w="4680" h="5498" extrusionOk="0">
                  <a:moveTo>
                    <a:pt x="2800" y="1"/>
                  </a:moveTo>
                  <a:cubicBezTo>
                    <a:pt x="2207" y="1"/>
                    <a:pt x="1635" y="246"/>
                    <a:pt x="1267" y="757"/>
                  </a:cubicBezTo>
                  <a:lnTo>
                    <a:pt x="1247" y="757"/>
                  </a:lnTo>
                  <a:lnTo>
                    <a:pt x="1247" y="103"/>
                  </a:lnTo>
                  <a:lnTo>
                    <a:pt x="0" y="103"/>
                  </a:lnTo>
                  <a:lnTo>
                    <a:pt x="0" y="5497"/>
                  </a:lnTo>
                  <a:lnTo>
                    <a:pt x="1288" y="5497"/>
                  </a:lnTo>
                  <a:lnTo>
                    <a:pt x="1288" y="2473"/>
                  </a:lnTo>
                  <a:cubicBezTo>
                    <a:pt x="1288" y="1554"/>
                    <a:pt x="1697" y="1124"/>
                    <a:pt x="2391" y="1124"/>
                  </a:cubicBezTo>
                  <a:cubicBezTo>
                    <a:pt x="3045" y="1124"/>
                    <a:pt x="3393" y="1554"/>
                    <a:pt x="3393" y="2371"/>
                  </a:cubicBezTo>
                  <a:lnTo>
                    <a:pt x="3393" y="5497"/>
                  </a:lnTo>
                  <a:lnTo>
                    <a:pt x="4680" y="5497"/>
                  </a:lnTo>
                  <a:lnTo>
                    <a:pt x="4680" y="2044"/>
                  </a:lnTo>
                  <a:cubicBezTo>
                    <a:pt x="4680" y="757"/>
                    <a:pt x="4006" y="1"/>
                    <a:pt x="2800"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6" name="Google Shape;1735;g2f1c646a89f_0_320"/>
            <p:cNvSpPr/>
            <p:nvPr/>
          </p:nvSpPr>
          <p:spPr>
            <a:xfrm>
              <a:off x="6534350" y="3123125"/>
              <a:ext cx="121100" cy="189050"/>
            </a:xfrm>
            <a:custGeom>
              <a:avLst/>
              <a:gdLst/>
              <a:ahLst/>
              <a:cxnLst/>
              <a:rect l="l" t="t" r="r" b="b"/>
              <a:pathLst>
                <a:path w="4844" h="7562" extrusionOk="0">
                  <a:moveTo>
                    <a:pt x="2433" y="1104"/>
                  </a:moveTo>
                  <a:cubicBezTo>
                    <a:pt x="3107" y="1104"/>
                    <a:pt x="3597" y="1472"/>
                    <a:pt x="3597" y="2126"/>
                  </a:cubicBezTo>
                  <a:lnTo>
                    <a:pt x="3597" y="3331"/>
                  </a:lnTo>
                  <a:cubicBezTo>
                    <a:pt x="3597" y="4108"/>
                    <a:pt x="3005" y="4394"/>
                    <a:pt x="2473" y="4394"/>
                  </a:cubicBezTo>
                  <a:cubicBezTo>
                    <a:pt x="1820" y="4394"/>
                    <a:pt x="1309" y="4006"/>
                    <a:pt x="1309" y="3352"/>
                  </a:cubicBezTo>
                  <a:lnTo>
                    <a:pt x="1309" y="2167"/>
                  </a:lnTo>
                  <a:cubicBezTo>
                    <a:pt x="1309" y="1390"/>
                    <a:pt x="1901" y="1104"/>
                    <a:pt x="2433" y="1104"/>
                  </a:cubicBezTo>
                  <a:close/>
                  <a:moveTo>
                    <a:pt x="2126" y="1"/>
                  </a:moveTo>
                  <a:cubicBezTo>
                    <a:pt x="920" y="1"/>
                    <a:pt x="1" y="798"/>
                    <a:pt x="1" y="2269"/>
                  </a:cubicBezTo>
                  <a:lnTo>
                    <a:pt x="1" y="3290"/>
                  </a:lnTo>
                  <a:cubicBezTo>
                    <a:pt x="1" y="4680"/>
                    <a:pt x="839" y="5416"/>
                    <a:pt x="2146" y="5416"/>
                  </a:cubicBezTo>
                  <a:cubicBezTo>
                    <a:pt x="2739" y="5416"/>
                    <a:pt x="3229" y="5191"/>
                    <a:pt x="3577" y="4721"/>
                  </a:cubicBezTo>
                  <a:lnTo>
                    <a:pt x="3597" y="4721"/>
                  </a:lnTo>
                  <a:lnTo>
                    <a:pt x="3597" y="5273"/>
                  </a:lnTo>
                  <a:cubicBezTo>
                    <a:pt x="3597" y="6049"/>
                    <a:pt x="3168" y="6539"/>
                    <a:pt x="2392" y="6539"/>
                  </a:cubicBezTo>
                  <a:cubicBezTo>
                    <a:pt x="1922" y="6539"/>
                    <a:pt x="1554" y="6335"/>
                    <a:pt x="1309" y="5824"/>
                  </a:cubicBezTo>
                  <a:lnTo>
                    <a:pt x="83" y="6253"/>
                  </a:lnTo>
                  <a:cubicBezTo>
                    <a:pt x="348" y="7152"/>
                    <a:pt x="1411" y="7561"/>
                    <a:pt x="2269" y="7561"/>
                  </a:cubicBezTo>
                  <a:cubicBezTo>
                    <a:pt x="4149" y="7561"/>
                    <a:pt x="4844" y="6294"/>
                    <a:pt x="4844" y="5048"/>
                  </a:cubicBezTo>
                  <a:lnTo>
                    <a:pt x="4844" y="103"/>
                  </a:lnTo>
                  <a:lnTo>
                    <a:pt x="3618" y="103"/>
                  </a:lnTo>
                  <a:lnTo>
                    <a:pt x="3618" y="736"/>
                  </a:lnTo>
                  <a:lnTo>
                    <a:pt x="3597" y="736"/>
                  </a:lnTo>
                  <a:cubicBezTo>
                    <a:pt x="3311" y="328"/>
                    <a:pt x="2759" y="1"/>
                    <a:pt x="2126"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7" name="Google Shape;1736;g2f1c646a89f_0_320"/>
            <p:cNvSpPr/>
            <p:nvPr/>
          </p:nvSpPr>
          <p:spPr>
            <a:xfrm>
              <a:off x="6683025" y="3123125"/>
              <a:ext cx="123125" cy="140500"/>
            </a:xfrm>
            <a:custGeom>
              <a:avLst/>
              <a:gdLst/>
              <a:ahLst/>
              <a:cxnLst/>
              <a:rect l="l" t="t" r="r" b="b"/>
              <a:pathLst>
                <a:path w="4925" h="5620" extrusionOk="0">
                  <a:moveTo>
                    <a:pt x="2432" y="1104"/>
                  </a:moveTo>
                  <a:cubicBezTo>
                    <a:pt x="3106" y="1104"/>
                    <a:pt x="3617" y="1472"/>
                    <a:pt x="3617" y="2126"/>
                  </a:cubicBezTo>
                  <a:lnTo>
                    <a:pt x="3617" y="3474"/>
                  </a:lnTo>
                  <a:cubicBezTo>
                    <a:pt x="3617" y="4251"/>
                    <a:pt x="3024" y="4537"/>
                    <a:pt x="2493" y="4537"/>
                  </a:cubicBezTo>
                  <a:cubicBezTo>
                    <a:pt x="1819" y="4537"/>
                    <a:pt x="1308" y="4149"/>
                    <a:pt x="1308" y="3495"/>
                  </a:cubicBezTo>
                  <a:lnTo>
                    <a:pt x="1308" y="2167"/>
                  </a:lnTo>
                  <a:cubicBezTo>
                    <a:pt x="1308" y="1390"/>
                    <a:pt x="1901" y="1104"/>
                    <a:pt x="2432" y="1104"/>
                  </a:cubicBezTo>
                  <a:close/>
                  <a:moveTo>
                    <a:pt x="2432" y="1"/>
                  </a:moveTo>
                  <a:cubicBezTo>
                    <a:pt x="1247" y="1"/>
                    <a:pt x="0" y="798"/>
                    <a:pt x="0" y="2269"/>
                  </a:cubicBezTo>
                  <a:lnTo>
                    <a:pt x="0" y="3495"/>
                  </a:lnTo>
                  <a:cubicBezTo>
                    <a:pt x="0" y="4884"/>
                    <a:pt x="1185" y="5620"/>
                    <a:pt x="2493" y="5620"/>
                  </a:cubicBezTo>
                  <a:cubicBezTo>
                    <a:pt x="3678" y="5620"/>
                    <a:pt x="4925" y="4823"/>
                    <a:pt x="4925" y="3352"/>
                  </a:cubicBezTo>
                  <a:lnTo>
                    <a:pt x="4925" y="2248"/>
                  </a:lnTo>
                  <a:cubicBezTo>
                    <a:pt x="4925" y="859"/>
                    <a:pt x="3740" y="1"/>
                    <a:pt x="2432"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8" name="Google Shape;1737;g2f1c646a89f_0_320"/>
            <p:cNvSpPr/>
            <p:nvPr/>
          </p:nvSpPr>
          <p:spPr>
            <a:xfrm>
              <a:off x="5432975" y="2440125"/>
              <a:ext cx="21475" cy="823500"/>
            </a:xfrm>
            <a:custGeom>
              <a:avLst/>
              <a:gdLst/>
              <a:ahLst/>
              <a:cxnLst/>
              <a:rect l="l" t="t" r="r" b="b"/>
              <a:pathLst>
                <a:path w="859" h="32940" extrusionOk="0">
                  <a:moveTo>
                    <a:pt x="0" y="1"/>
                  </a:moveTo>
                  <a:lnTo>
                    <a:pt x="0" y="32940"/>
                  </a:lnTo>
                  <a:lnTo>
                    <a:pt x="858" y="32940"/>
                  </a:lnTo>
                  <a:lnTo>
                    <a:pt x="858" y="1"/>
                  </a:lnTo>
                  <a:close/>
                </a:path>
              </a:pathLst>
            </a:custGeom>
            <a:solidFill>
              <a:srgbClr val="64C8FA"/>
            </a:solidFill>
            <a:ln>
              <a:noFill/>
            </a:ln>
          </p:spPr>
          <p:txBody>
            <a:bodyPr spcFirstLastPara="1" wrap="square" lIns="91433" tIns="91433" rIns="91433" bIns="91433" anchor="ctr" anchorCtr="0">
              <a:noAutofit/>
            </a:bodyPr>
            <a:lstStyle/>
            <a:p>
              <a:pPr>
                <a:buClr>
                  <a:srgbClr val="000000"/>
                </a:buClr>
                <a:buSzPts val="1400"/>
              </a:pPr>
              <a:endParaRPr sz="186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82" name="Groupe 81"/>
          <p:cNvGrpSpPr/>
          <p:nvPr/>
        </p:nvGrpSpPr>
        <p:grpSpPr>
          <a:xfrm>
            <a:off x="235600" y="700090"/>
            <a:ext cx="11402864" cy="4934893"/>
            <a:chOff x="261303" y="1107511"/>
            <a:chExt cx="11150768" cy="4862984"/>
          </a:xfrm>
        </p:grpSpPr>
        <p:pic>
          <p:nvPicPr>
            <p:cNvPr id="70" name="Image 69"/>
            <p:cNvPicPr>
              <a:picLocks noChangeAspect="1"/>
            </p:cNvPicPr>
            <p:nvPr/>
          </p:nvPicPr>
          <p:blipFill>
            <a:blip r:embed="rId2"/>
            <a:stretch>
              <a:fillRect/>
            </a:stretch>
          </p:blipFill>
          <p:spPr>
            <a:xfrm>
              <a:off x="261303" y="1107511"/>
              <a:ext cx="11150768" cy="4862984"/>
            </a:xfrm>
            <a:prstGeom prst="rect">
              <a:avLst/>
            </a:prstGeom>
          </p:spPr>
        </p:pic>
        <p:sp>
          <p:nvSpPr>
            <p:cNvPr id="71" name="Flèche : bas 70"/>
            <p:cNvSpPr/>
            <p:nvPr/>
          </p:nvSpPr>
          <p:spPr>
            <a:xfrm>
              <a:off x="1864315" y="1882589"/>
              <a:ext cx="272402" cy="448235"/>
            </a:xfrm>
            <a:prstGeom prst="down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charset="0"/>
                <a:cs typeface="Times New Roman" panose="02020603050405020304" charset="0"/>
              </a:endParaRPr>
            </a:p>
          </p:txBody>
        </p:sp>
        <p:sp>
          <p:nvSpPr>
            <p:cNvPr id="72" name="Flèche : bas 71"/>
            <p:cNvSpPr/>
            <p:nvPr/>
          </p:nvSpPr>
          <p:spPr>
            <a:xfrm>
              <a:off x="2669702" y="2393578"/>
              <a:ext cx="272402" cy="448235"/>
            </a:xfrm>
            <a:prstGeom prst="down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charset="0"/>
                <a:cs typeface="Times New Roman" panose="02020603050405020304" charset="0"/>
              </a:endParaRPr>
            </a:p>
          </p:txBody>
        </p:sp>
        <p:sp>
          <p:nvSpPr>
            <p:cNvPr id="73" name="Flèche : bas 72"/>
            <p:cNvSpPr/>
            <p:nvPr/>
          </p:nvSpPr>
          <p:spPr>
            <a:xfrm>
              <a:off x="3258583" y="2169460"/>
              <a:ext cx="272402" cy="448235"/>
            </a:xfrm>
            <a:prstGeom prst="down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charset="0"/>
                <a:cs typeface="Times New Roman" panose="02020603050405020304" charset="0"/>
              </a:endParaRPr>
            </a:p>
          </p:txBody>
        </p:sp>
        <p:sp>
          <p:nvSpPr>
            <p:cNvPr id="74" name="Flèche : bas 73"/>
            <p:cNvSpPr/>
            <p:nvPr/>
          </p:nvSpPr>
          <p:spPr>
            <a:xfrm>
              <a:off x="5078101" y="2563907"/>
              <a:ext cx="272402" cy="448235"/>
            </a:xfrm>
            <a:prstGeom prst="down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charset="0"/>
                <a:cs typeface="Times New Roman" panose="02020603050405020304" charset="0"/>
              </a:endParaRPr>
            </a:p>
          </p:txBody>
        </p:sp>
        <p:sp>
          <p:nvSpPr>
            <p:cNvPr id="75" name="Flèche : bas 74"/>
            <p:cNvSpPr/>
            <p:nvPr/>
          </p:nvSpPr>
          <p:spPr>
            <a:xfrm>
              <a:off x="5902099" y="2545979"/>
              <a:ext cx="272402" cy="448235"/>
            </a:xfrm>
            <a:prstGeom prst="down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charset="0"/>
                <a:cs typeface="Times New Roman" panose="02020603050405020304" charset="0"/>
              </a:endParaRPr>
            </a:p>
          </p:txBody>
        </p:sp>
        <p:sp>
          <p:nvSpPr>
            <p:cNvPr id="76" name="Flèche : bas 75"/>
            <p:cNvSpPr/>
            <p:nvPr/>
          </p:nvSpPr>
          <p:spPr>
            <a:xfrm>
              <a:off x="6528265" y="2617695"/>
              <a:ext cx="272402" cy="448235"/>
            </a:xfrm>
            <a:prstGeom prst="down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charset="0"/>
                <a:cs typeface="Times New Roman" panose="02020603050405020304" charset="0"/>
              </a:endParaRPr>
            </a:p>
          </p:txBody>
        </p:sp>
        <p:sp>
          <p:nvSpPr>
            <p:cNvPr id="78" name="Flèche : bas 77"/>
            <p:cNvSpPr/>
            <p:nvPr/>
          </p:nvSpPr>
          <p:spPr>
            <a:xfrm>
              <a:off x="6725490" y="2770095"/>
              <a:ext cx="272402" cy="448235"/>
            </a:xfrm>
            <a:prstGeom prst="down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charset="0"/>
                  <a:cs typeface="Times New Roman" panose="02020603050405020304" charset="0"/>
                </a:rPr>
                <a:t>v</a:t>
              </a:r>
            </a:p>
          </p:txBody>
        </p:sp>
        <p:sp>
          <p:nvSpPr>
            <p:cNvPr id="80" name="Flèche : bas 79"/>
            <p:cNvSpPr/>
            <p:nvPr/>
          </p:nvSpPr>
          <p:spPr>
            <a:xfrm>
              <a:off x="9614935" y="2178427"/>
              <a:ext cx="272402" cy="448235"/>
            </a:xfrm>
            <a:prstGeom prst="down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charset="0"/>
                <a:cs typeface="Times New Roman" panose="02020603050405020304" charset="0"/>
              </a:endParaRPr>
            </a:p>
          </p:txBody>
        </p:sp>
        <p:sp>
          <p:nvSpPr>
            <p:cNvPr id="81" name="Flèche : bas 80"/>
            <p:cNvSpPr/>
            <p:nvPr/>
          </p:nvSpPr>
          <p:spPr>
            <a:xfrm>
              <a:off x="7706027" y="2903447"/>
              <a:ext cx="272402" cy="448235"/>
            </a:xfrm>
            <a:prstGeom prst="down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charset="0"/>
                  <a:cs typeface="Times New Roman" panose="02020603050405020304" charset="0"/>
                </a:rPr>
                <a:t>v</a:t>
              </a:r>
            </a:p>
          </p:txBody>
        </p:sp>
      </p:grpSp>
      <p:sp>
        <p:nvSpPr>
          <p:cNvPr id="83" name="ZoneTexte 82"/>
          <p:cNvSpPr txBox="1"/>
          <p:nvPr/>
        </p:nvSpPr>
        <p:spPr>
          <a:xfrm>
            <a:off x="4294094" y="5853953"/>
            <a:ext cx="7344370" cy="922020"/>
          </a:xfrm>
          <a:prstGeom prst="rect">
            <a:avLst/>
          </a:prstGeom>
          <a:noFill/>
        </p:spPr>
        <p:txBody>
          <a:bodyPr wrap="square" rtlCol="0">
            <a:spAutoFit/>
          </a:bodyPr>
          <a:lstStyle/>
          <a:p>
            <a:r>
              <a:rPr lang="en-US" b="1" dirty="0">
                <a:latin typeface="Times New Roman" panose="02020603050405020304" charset="0"/>
                <a:cs typeface="Times New Roman" panose="02020603050405020304" charset="0"/>
              </a:rPr>
              <a:t>Chambres froides à installer prochainement: Kalemie, Bukavu, Isiro, </a:t>
            </a:r>
            <a:r>
              <a:rPr lang="en-US" b="1" dirty="0" err="1">
                <a:latin typeface="Times New Roman" panose="02020603050405020304" charset="0"/>
                <a:cs typeface="Times New Roman" panose="02020603050405020304" charset="0"/>
              </a:rPr>
              <a:t>Lodja</a:t>
            </a:r>
            <a:r>
              <a:rPr lang="en-US" b="1" dirty="0">
                <a:latin typeface="Times New Roman" panose="02020603050405020304" charset="0"/>
                <a:cs typeface="Times New Roman" panose="02020603050405020304" charset="0"/>
              </a:rPr>
              <a:t>, Gemena, Coordination </a:t>
            </a:r>
            <a:r>
              <a:rPr lang="en-US" b="1" dirty="0" err="1">
                <a:latin typeface="Times New Roman" panose="02020603050405020304" charset="0"/>
                <a:cs typeface="Times New Roman" panose="02020603050405020304" charset="0"/>
              </a:rPr>
              <a:t>Kasai</a:t>
            </a:r>
            <a:r>
              <a:rPr lang="en-US" b="1" dirty="0">
                <a:latin typeface="Times New Roman" panose="02020603050405020304" charset="0"/>
                <a:cs typeface="Times New Roman" panose="02020603050405020304" charset="0"/>
              </a:rPr>
              <a:t> Oriental, Kisangani, </a:t>
            </a:r>
            <a:r>
              <a:rPr lang="en-US" b="1" dirty="0" err="1">
                <a:latin typeface="Times New Roman" panose="02020603050405020304" charset="0"/>
                <a:cs typeface="Times New Roman" panose="02020603050405020304" charset="0"/>
              </a:rPr>
              <a:t>Gbadolite</a:t>
            </a:r>
            <a:r>
              <a:rPr lang="en-US" b="1">
                <a:latin typeface="Times New Roman" panose="02020603050405020304" charset="0"/>
                <a:cs typeface="Times New Roman" panose="02020603050405020304" charset="0"/>
              </a:rPr>
              <a:t>, Mbandaka</a:t>
            </a:r>
            <a:r>
              <a:rPr lang="en-US" b="1" dirty="0">
                <a:latin typeface="Times New Roman" panose="02020603050405020304" charset="0"/>
                <a:cs typeface="Times New Roman" panose="02020603050405020304" charset="0"/>
              </a:rPr>
              <a:t>, </a:t>
            </a:r>
            <a:r>
              <a:rPr lang="en-US" b="1" dirty="0" err="1">
                <a:latin typeface="Times New Roman" panose="02020603050405020304" charset="0"/>
                <a:cs typeface="Times New Roman" panose="02020603050405020304" charset="0"/>
              </a:rPr>
              <a:t>Mweka</a:t>
            </a:r>
            <a:endParaRPr lang="en-US" b="1" dirty="0">
              <a:latin typeface="Times New Roman" panose="02020603050405020304" charset="0"/>
              <a:cs typeface="Times New Roman" panose="0202060305040502030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281"/>
        <p:cNvGrpSpPr/>
        <p:nvPr/>
      </p:nvGrpSpPr>
      <p:grpSpPr>
        <a:xfrm>
          <a:off x="0" y="0"/>
          <a:ext cx="0" cy="0"/>
          <a:chOff x="0" y="0"/>
          <a:chExt cx="0" cy="0"/>
        </a:xfrm>
      </p:grpSpPr>
      <p:sp>
        <p:nvSpPr>
          <p:cNvPr id="2567" name="Google Shape;2567;p48"/>
          <p:cNvSpPr txBox="1"/>
          <p:nvPr/>
        </p:nvSpPr>
        <p:spPr>
          <a:xfrm>
            <a:off x="458600" y="227293"/>
            <a:ext cx="11274800" cy="731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200"/>
              <a:buFont typeface="Arial" panose="020B0604020202020204"/>
              <a:buNone/>
            </a:pPr>
            <a:r>
              <a:rPr lang="en-GB" sz="2935" b="1" dirty="0" err="1">
                <a:solidFill>
                  <a:srgbClr val="0070C0"/>
                </a:solidFill>
                <a:latin typeface="Times New Roman" panose="02020603050405020304"/>
                <a:ea typeface="Times New Roman" panose="02020603050405020304"/>
                <a:cs typeface="Times New Roman" panose="02020603050405020304"/>
                <a:sym typeface="Times New Roman" panose="02020603050405020304"/>
              </a:rPr>
              <a:t>Propostion</a:t>
            </a:r>
            <a:r>
              <a:rPr lang="en-GB" sz="2935" b="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 des ECF acquis et </a:t>
            </a:r>
            <a:r>
              <a:rPr lang="en-GB" sz="2935" b="1" dirty="0" err="1">
                <a:solidFill>
                  <a:srgbClr val="0070C0"/>
                </a:solidFill>
                <a:latin typeface="Times New Roman" panose="02020603050405020304"/>
                <a:ea typeface="Times New Roman" panose="02020603050405020304"/>
                <a:cs typeface="Times New Roman" panose="02020603050405020304"/>
                <a:sym typeface="Times New Roman" panose="02020603050405020304"/>
              </a:rPr>
              <a:t>installés</a:t>
            </a:r>
            <a:r>
              <a:rPr lang="en-GB" sz="2935" b="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 sur les </a:t>
            </a:r>
            <a:r>
              <a:rPr lang="en-GB" sz="2935" b="1" dirty="0" err="1">
                <a:solidFill>
                  <a:srgbClr val="0070C0"/>
                </a:solidFill>
                <a:latin typeface="Times New Roman" panose="02020603050405020304"/>
                <a:ea typeface="Times New Roman" panose="02020603050405020304"/>
                <a:cs typeface="Times New Roman" panose="02020603050405020304"/>
                <a:sym typeface="Times New Roman" panose="02020603050405020304"/>
              </a:rPr>
              <a:t>reçus</a:t>
            </a:r>
            <a:r>
              <a:rPr lang="en-GB" sz="2935" b="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  </a:t>
            </a:r>
            <a:endParaRPr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568" name="Google Shape;2568;p48"/>
          <p:cNvSpPr/>
          <p:nvPr/>
        </p:nvSpPr>
        <p:spPr>
          <a:xfrm>
            <a:off x="0" y="272241"/>
            <a:ext cx="235600" cy="655200"/>
          </a:xfrm>
          <a:prstGeom prst="rect">
            <a:avLst/>
          </a:prstGeom>
          <a:solidFill>
            <a:srgbClr val="0070C0"/>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865"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223" name="Google Shape;223;p16"/>
          <p:cNvCxnSpPr/>
          <p:nvPr/>
        </p:nvCxnSpPr>
        <p:spPr>
          <a:xfrm>
            <a:off x="267700" y="6427967"/>
            <a:ext cx="11640400" cy="0"/>
          </a:xfrm>
          <a:prstGeom prst="straightConnector1">
            <a:avLst/>
          </a:prstGeom>
          <a:noFill/>
          <a:ln w="9525" cap="flat" cmpd="sng">
            <a:solidFill>
              <a:srgbClr val="9E9E9E"/>
            </a:solidFill>
            <a:prstDash val="solid"/>
            <a:round/>
            <a:headEnd type="none" w="med" len="med"/>
            <a:tailEnd type="none" w="med" len="med"/>
          </a:ln>
        </p:spPr>
      </p:cxnSp>
      <p:sp>
        <p:nvSpPr>
          <p:cNvPr id="224" name="Google Shape;224;p16"/>
          <p:cNvSpPr txBox="1"/>
          <p:nvPr/>
        </p:nvSpPr>
        <p:spPr>
          <a:xfrm>
            <a:off x="267700" y="6492843"/>
            <a:ext cx="11414800" cy="18415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graphicFrame>
        <p:nvGraphicFramePr>
          <p:cNvPr id="2" name="Tableau 1">
            <a:extLst>
              <a:ext uri="{FF2B5EF4-FFF2-40B4-BE49-F238E27FC236}">
                <a16:creationId xmlns:a16="http://schemas.microsoft.com/office/drawing/2014/main" id="{C5EA6BF5-B7B1-936B-613D-EE189517DD9D}"/>
              </a:ext>
            </a:extLst>
          </p:cNvPr>
          <p:cNvGraphicFramePr>
            <a:graphicFrameLocks noGrp="1"/>
          </p:cNvGraphicFramePr>
          <p:nvPr>
            <p:extLst>
              <p:ext uri="{D42A27DB-BD31-4B8C-83A1-F6EECF244321}">
                <p14:modId xmlns:p14="http://schemas.microsoft.com/office/powerpoint/2010/main" val="1429384345"/>
              </p:ext>
            </p:extLst>
          </p:nvPr>
        </p:nvGraphicFramePr>
        <p:xfrm>
          <a:off x="194234" y="1033430"/>
          <a:ext cx="11692964" cy="4593221"/>
        </p:xfrm>
        <a:graphic>
          <a:graphicData uri="http://schemas.openxmlformats.org/drawingml/2006/table">
            <a:tbl>
              <a:tblPr firstRow="1" bandRow="1">
                <a:tableStyleId>{5C22544A-7EE6-4342-B048-85BDC9FD1C3A}</a:tableStyleId>
              </a:tblPr>
              <a:tblGrid>
                <a:gridCol w="2923241">
                  <a:extLst>
                    <a:ext uri="{9D8B030D-6E8A-4147-A177-3AD203B41FA5}">
                      <a16:colId xmlns:a16="http://schemas.microsoft.com/office/drawing/2014/main" val="2306540111"/>
                    </a:ext>
                  </a:extLst>
                </a:gridCol>
                <a:gridCol w="2923241">
                  <a:extLst>
                    <a:ext uri="{9D8B030D-6E8A-4147-A177-3AD203B41FA5}">
                      <a16:colId xmlns:a16="http://schemas.microsoft.com/office/drawing/2014/main" val="1949992626"/>
                    </a:ext>
                  </a:extLst>
                </a:gridCol>
                <a:gridCol w="2923241">
                  <a:extLst>
                    <a:ext uri="{9D8B030D-6E8A-4147-A177-3AD203B41FA5}">
                      <a16:colId xmlns:a16="http://schemas.microsoft.com/office/drawing/2014/main" val="2597110576"/>
                    </a:ext>
                  </a:extLst>
                </a:gridCol>
                <a:gridCol w="2923241">
                  <a:extLst>
                    <a:ext uri="{9D8B030D-6E8A-4147-A177-3AD203B41FA5}">
                      <a16:colId xmlns:a16="http://schemas.microsoft.com/office/drawing/2014/main" val="2150368302"/>
                    </a:ext>
                  </a:extLst>
                </a:gridCol>
              </a:tblGrid>
              <a:tr h="810478">
                <a:tc>
                  <a:txBody>
                    <a:bodyPr/>
                    <a:lstStyle/>
                    <a:p>
                      <a:r>
                        <a:rPr lang="fr-CD" sz="2400" dirty="0">
                          <a:solidFill>
                            <a:schemeClr val="tx1"/>
                          </a:solidFill>
                          <a:latin typeface="Times New Roman" panose="02020603050405020304" pitchFamily="18" charset="0"/>
                          <a:cs typeface="Times New Roman" panose="02020603050405020304" pitchFamily="18" charset="0"/>
                        </a:rPr>
                        <a:t>Type d’équipement</a:t>
                      </a:r>
                    </a:p>
                  </a:txBody>
                  <a:tcPr/>
                </a:tc>
                <a:tc>
                  <a:txBody>
                    <a:bodyPr/>
                    <a:lstStyle/>
                    <a:p>
                      <a:r>
                        <a:rPr lang="fr-CD" sz="2400" dirty="0">
                          <a:solidFill>
                            <a:schemeClr val="tx1"/>
                          </a:solidFill>
                          <a:latin typeface="Times New Roman" panose="02020603050405020304" pitchFamily="18" charset="0"/>
                          <a:cs typeface="Times New Roman" panose="02020603050405020304" pitchFamily="18" charset="0"/>
                        </a:rPr>
                        <a:t>Equipements acquis</a:t>
                      </a:r>
                    </a:p>
                  </a:txBody>
                  <a:tcPr/>
                </a:tc>
                <a:tc>
                  <a:txBody>
                    <a:bodyPr/>
                    <a:lstStyle/>
                    <a:p>
                      <a:r>
                        <a:rPr lang="fr-CD" sz="2400" dirty="0">
                          <a:solidFill>
                            <a:schemeClr val="tx1"/>
                          </a:solidFill>
                          <a:latin typeface="Times New Roman" panose="02020603050405020304" pitchFamily="18" charset="0"/>
                          <a:cs typeface="Times New Roman" panose="02020603050405020304" pitchFamily="18" charset="0"/>
                        </a:rPr>
                        <a:t>Equipements installés</a:t>
                      </a:r>
                    </a:p>
                  </a:txBody>
                  <a:tcPr/>
                </a:tc>
                <a:tc>
                  <a:txBody>
                    <a:bodyPr/>
                    <a:lstStyle/>
                    <a:p>
                      <a:r>
                        <a:rPr lang="fr-CD" sz="2400" dirty="0">
                          <a:solidFill>
                            <a:schemeClr val="tx1"/>
                          </a:solidFill>
                          <a:latin typeface="Times New Roman" panose="02020603050405020304" pitchFamily="18" charset="0"/>
                          <a:cs typeface="Times New Roman" panose="02020603050405020304" pitchFamily="18" charset="0"/>
                        </a:rPr>
                        <a:t>Commentaires</a:t>
                      </a:r>
                    </a:p>
                  </a:txBody>
                  <a:tcPr/>
                </a:tc>
                <a:extLst>
                  <a:ext uri="{0D108BD9-81ED-4DB2-BD59-A6C34878D82A}">
                    <a16:rowId xmlns:a16="http://schemas.microsoft.com/office/drawing/2014/main" val="1143076281"/>
                  </a:ext>
                </a:extLst>
              </a:tr>
              <a:tr h="1159563">
                <a:tc>
                  <a:txBody>
                    <a:bodyPr/>
                    <a:lstStyle/>
                    <a:p>
                      <a:r>
                        <a:rPr lang="fr-CD" sz="2400" dirty="0">
                          <a:solidFill>
                            <a:schemeClr val="tx1"/>
                          </a:solidFill>
                          <a:latin typeface="Times New Roman" panose="02020603050405020304" pitchFamily="18" charset="0"/>
                          <a:cs typeface="Times New Roman" panose="02020603050405020304" pitchFamily="18" charset="0"/>
                        </a:rPr>
                        <a:t>Chambre froide</a:t>
                      </a:r>
                    </a:p>
                  </a:txBody>
                  <a:tcPr/>
                </a:tc>
                <a:tc>
                  <a:txBody>
                    <a:bodyPr/>
                    <a:lstStyle/>
                    <a:p>
                      <a:pPr algn="ctr"/>
                      <a:r>
                        <a:rPr lang="fr-CD" sz="2400" dirty="0">
                          <a:solidFill>
                            <a:schemeClr val="tx1"/>
                          </a:solidFill>
                          <a:latin typeface="Times New Roman" panose="02020603050405020304" pitchFamily="18" charset="0"/>
                          <a:cs typeface="Times New Roman" panose="02020603050405020304" pitchFamily="18" charset="0"/>
                        </a:rPr>
                        <a:t>14</a:t>
                      </a:r>
                    </a:p>
                  </a:txBody>
                  <a:tcPr anchor="ctr"/>
                </a:tc>
                <a:tc>
                  <a:txBody>
                    <a:bodyPr/>
                    <a:lstStyle/>
                    <a:p>
                      <a:pPr algn="ctr"/>
                      <a:r>
                        <a:rPr lang="fr-CD" sz="2400" dirty="0">
                          <a:solidFill>
                            <a:schemeClr val="tx1"/>
                          </a:solidFill>
                          <a:latin typeface="Times New Roman" panose="02020603050405020304" pitchFamily="18" charset="0"/>
                          <a:cs typeface="Times New Roman" panose="02020603050405020304" pitchFamily="18" charset="0"/>
                        </a:rPr>
                        <a:t>3</a:t>
                      </a:r>
                    </a:p>
                  </a:txBody>
                  <a:tcPr anchor="ctr"/>
                </a:tc>
                <a:tc>
                  <a:txBody>
                    <a:bodyPr/>
                    <a:lstStyle/>
                    <a:p>
                      <a:r>
                        <a:rPr lang="fr-CD" sz="2400" dirty="0">
                          <a:solidFill>
                            <a:schemeClr val="tx1"/>
                          </a:solidFill>
                          <a:latin typeface="Times New Roman" panose="02020603050405020304" pitchFamily="18" charset="0"/>
                          <a:cs typeface="Times New Roman" panose="02020603050405020304" pitchFamily="18" charset="0"/>
                        </a:rPr>
                        <a:t>-Dotation BM;</a:t>
                      </a:r>
                    </a:p>
                    <a:p>
                      <a:r>
                        <a:rPr lang="fr-CD" sz="2400" dirty="0">
                          <a:solidFill>
                            <a:schemeClr val="tx1"/>
                          </a:solidFill>
                          <a:latin typeface="Times New Roman" panose="02020603050405020304" pitchFamily="18" charset="0"/>
                          <a:cs typeface="Times New Roman" panose="02020603050405020304" pitchFamily="18" charset="0"/>
                        </a:rPr>
                        <a:t>- 11 en cours d’installation</a:t>
                      </a:r>
                    </a:p>
                  </a:txBody>
                  <a:tcPr/>
                </a:tc>
                <a:extLst>
                  <a:ext uri="{0D108BD9-81ED-4DB2-BD59-A6C34878D82A}">
                    <a16:rowId xmlns:a16="http://schemas.microsoft.com/office/drawing/2014/main" val="1489392113"/>
                  </a:ext>
                </a:extLst>
              </a:tr>
              <a:tr h="1159563">
                <a:tc>
                  <a:txBody>
                    <a:bodyPr/>
                    <a:lstStyle/>
                    <a:p>
                      <a:r>
                        <a:rPr lang="fr-CD" sz="2400" dirty="0">
                          <a:solidFill>
                            <a:schemeClr val="tx1"/>
                          </a:solidFill>
                          <a:latin typeface="Times New Roman" panose="02020603050405020304" pitchFamily="18" charset="0"/>
                          <a:cs typeface="Times New Roman" panose="02020603050405020304" pitchFamily="18" charset="0"/>
                        </a:rPr>
                        <a:t>Réfrigérateurs &amp; congélateurs</a:t>
                      </a:r>
                    </a:p>
                  </a:txBody>
                  <a:tcPr/>
                </a:tc>
                <a:tc>
                  <a:txBody>
                    <a:bodyPr/>
                    <a:lstStyle/>
                    <a:p>
                      <a:pPr algn="ctr"/>
                      <a:r>
                        <a:rPr lang="fr-CD" sz="2400" dirty="0">
                          <a:solidFill>
                            <a:schemeClr val="tx1"/>
                          </a:solidFill>
                          <a:latin typeface="Times New Roman" panose="02020603050405020304" pitchFamily="18" charset="0"/>
                          <a:cs typeface="Times New Roman" panose="02020603050405020304" pitchFamily="18" charset="0"/>
                        </a:rPr>
                        <a:t>3 424</a:t>
                      </a:r>
                    </a:p>
                  </a:txBody>
                  <a:tcPr anchor="ctr"/>
                </a:tc>
                <a:tc>
                  <a:txBody>
                    <a:bodyPr/>
                    <a:lstStyle/>
                    <a:p>
                      <a:pPr algn="ctr"/>
                      <a:r>
                        <a:rPr lang="fr-CD" sz="2400" dirty="0">
                          <a:solidFill>
                            <a:schemeClr val="tx1"/>
                          </a:solidFill>
                          <a:latin typeface="Times New Roman" panose="02020603050405020304" pitchFamily="18" charset="0"/>
                          <a:cs typeface="Times New Roman" panose="02020603050405020304" pitchFamily="18" charset="0"/>
                        </a:rPr>
                        <a:t>3 369 (98%)</a:t>
                      </a:r>
                    </a:p>
                  </a:txBody>
                  <a:tcPr anchor="ctr"/>
                </a:tc>
                <a:tc>
                  <a:txBody>
                    <a:bodyPr/>
                    <a:lstStyle/>
                    <a:p>
                      <a:pPr marL="342900" indent="-342900">
                        <a:buFontTx/>
                        <a:buChar char="-"/>
                      </a:pPr>
                      <a:r>
                        <a:rPr lang="fr-CD" sz="2400" dirty="0">
                          <a:solidFill>
                            <a:schemeClr val="tx1"/>
                          </a:solidFill>
                          <a:latin typeface="Times New Roman" panose="02020603050405020304" pitchFamily="18" charset="0"/>
                          <a:cs typeface="Times New Roman" panose="02020603050405020304" pitchFamily="18" charset="0"/>
                        </a:rPr>
                        <a:t>Dotation BM;</a:t>
                      </a:r>
                    </a:p>
                    <a:p>
                      <a:pPr marL="342900" indent="-342900">
                        <a:buFontTx/>
                        <a:buChar char="-"/>
                      </a:pPr>
                      <a:r>
                        <a:rPr lang="fr-CD" sz="2400" dirty="0">
                          <a:solidFill>
                            <a:schemeClr val="tx1"/>
                          </a:solidFill>
                          <a:latin typeface="Times New Roman" panose="02020603050405020304" pitchFamily="18" charset="0"/>
                          <a:cs typeface="Times New Roman" panose="02020603050405020304" pitchFamily="18" charset="0"/>
                        </a:rPr>
                        <a:t>Reste à installer 54</a:t>
                      </a:r>
                    </a:p>
                  </a:txBody>
                  <a:tcPr/>
                </a:tc>
                <a:extLst>
                  <a:ext uri="{0D108BD9-81ED-4DB2-BD59-A6C34878D82A}">
                    <a16:rowId xmlns:a16="http://schemas.microsoft.com/office/drawing/2014/main" val="2292728757"/>
                  </a:ext>
                </a:extLst>
              </a:tr>
              <a:tr h="710989">
                <a:tc>
                  <a:txBody>
                    <a:bodyPr/>
                    <a:lstStyle/>
                    <a:p>
                      <a:r>
                        <a:rPr lang="fr-CD" sz="2400" dirty="0">
                          <a:solidFill>
                            <a:schemeClr val="tx1"/>
                          </a:solidFill>
                          <a:latin typeface="Times New Roman" panose="02020603050405020304" pitchFamily="18" charset="0"/>
                          <a:cs typeface="Times New Roman" panose="02020603050405020304" pitchFamily="18" charset="0"/>
                        </a:rPr>
                        <a:t>KS Relief</a:t>
                      </a:r>
                    </a:p>
                  </a:txBody>
                  <a:tcPr/>
                </a:tc>
                <a:tc>
                  <a:txBody>
                    <a:bodyPr/>
                    <a:lstStyle/>
                    <a:p>
                      <a:pPr algn="ctr"/>
                      <a:r>
                        <a:rPr lang="fr-CD" sz="2400" dirty="0">
                          <a:solidFill>
                            <a:schemeClr val="tx1"/>
                          </a:solidFill>
                          <a:latin typeface="Times New Roman" panose="02020603050405020304" pitchFamily="18" charset="0"/>
                          <a:cs typeface="Times New Roman" panose="02020603050405020304" pitchFamily="18" charset="0"/>
                        </a:rPr>
                        <a:t>55</a:t>
                      </a:r>
                    </a:p>
                  </a:txBody>
                  <a:tcPr anchor="ctr"/>
                </a:tc>
                <a:tc>
                  <a:txBody>
                    <a:bodyPr/>
                    <a:lstStyle/>
                    <a:p>
                      <a:pPr algn="ctr"/>
                      <a:r>
                        <a:rPr lang="fr-CD" sz="2400" dirty="0">
                          <a:solidFill>
                            <a:schemeClr val="tx1"/>
                          </a:solidFill>
                          <a:latin typeface="Times New Roman" panose="02020603050405020304" pitchFamily="18" charset="0"/>
                          <a:cs typeface="Times New Roman" panose="02020603050405020304" pitchFamily="18" charset="0"/>
                        </a:rPr>
                        <a:t>55</a:t>
                      </a:r>
                    </a:p>
                  </a:txBody>
                  <a:tcPr anchor="ctr"/>
                </a:tc>
                <a:tc>
                  <a:txBody>
                    <a:bodyPr/>
                    <a:lstStyle/>
                    <a:p>
                      <a:pPr marL="342900" indent="-342900">
                        <a:buFontTx/>
                        <a:buChar char="-"/>
                      </a:pPr>
                      <a:endParaRPr lang="fr-CD" sz="24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59987297"/>
                  </a:ext>
                </a:extLst>
              </a:tr>
              <a:tr h="710989">
                <a:tc>
                  <a:txBody>
                    <a:bodyPr/>
                    <a:lstStyle/>
                    <a:p>
                      <a:r>
                        <a:rPr lang="fr-CD" sz="2400" dirty="0">
                          <a:solidFill>
                            <a:schemeClr val="tx1"/>
                          </a:solidFill>
                          <a:latin typeface="Times New Roman" panose="02020603050405020304" pitchFamily="18" charset="0"/>
                          <a:cs typeface="Times New Roman" panose="02020603050405020304" pitchFamily="18" charset="0"/>
                        </a:rPr>
                        <a:t>VPI2 &amp; VAR2</a:t>
                      </a:r>
                    </a:p>
                  </a:txBody>
                  <a:tcPr/>
                </a:tc>
                <a:tc>
                  <a:txBody>
                    <a:bodyPr/>
                    <a:lstStyle/>
                    <a:p>
                      <a:pPr algn="ctr"/>
                      <a:r>
                        <a:rPr lang="fr-CD" sz="2400" dirty="0">
                          <a:solidFill>
                            <a:schemeClr val="tx1"/>
                          </a:solidFill>
                          <a:latin typeface="Times New Roman" panose="02020603050405020304" pitchFamily="18" charset="0"/>
                          <a:cs typeface="Times New Roman" panose="02020603050405020304" pitchFamily="18" charset="0"/>
                        </a:rPr>
                        <a:t>56</a:t>
                      </a:r>
                    </a:p>
                  </a:txBody>
                  <a:tcPr anchor="ctr"/>
                </a:tc>
                <a:tc>
                  <a:txBody>
                    <a:bodyPr/>
                    <a:lstStyle/>
                    <a:p>
                      <a:pPr algn="ctr"/>
                      <a:r>
                        <a:rPr lang="fr-CD" sz="2400" dirty="0">
                          <a:solidFill>
                            <a:schemeClr val="tx1"/>
                          </a:solidFill>
                          <a:latin typeface="Times New Roman" panose="02020603050405020304" pitchFamily="18" charset="0"/>
                          <a:cs typeface="Times New Roman" panose="02020603050405020304" pitchFamily="18" charset="0"/>
                        </a:rPr>
                        <a:t>56</a:t>
                      </a:r>
                    </a:p>
                  </a:txBody>
                  <a:tcPr anchor="ctr"/>
                </a:tc>
                <a:tc>
                  <a:txBody>
                    <a:bodyPr/>
                    <a:lstStyle/>
                    <a:p>
                      <a:pPr marL="342900" indent="-342900">
                        <a:buFontTx/>
                        <a:buChar char="-"/>
                      </a:pPr>
                      <a:endParaRPr lang="fr-CD" sz="24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4177031"/>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281">
          <a:extLst>
            <a:ext uri="{FF2B5EF4-FFF2-40B4-BE49-F238E27FC236}">
              <a16:creationId xmlns:a16="http://schemas.microsoft.com/office/drawing/2014/main" id="{FE203D58-4E64-32EF-2614-C307A358A426}"/>
            </a:ext>
          </a:extLst>
        </p:cNvPr>
        <p:cNvGrpSpPr/>
        <p:nvPr/>
      </p:nvGrpSpPr>
      <p:grpSpPr>
        <a:xfrm>
          <a:off x="0" y="0"/>
          <a:ext cx="0" cy="0"/>
          <a:chOff x="0" y="0"/>
          <a:chExt cx="0" cy="0"/>
        </a:xfrm>
      </p:grpSpPr>
      <p:sp>
        <p:nvSpPr>
          <p:cNvPr id="2567" name="Google Shape;2567;p48">
            <a:extLst>
              <a:ext uri="{FF2B5EF4-FFF2-40B4-BE49-F238E27FC236}">
                <a16:creationId xmlns:a16="http://schemas.microsoft.com/office/drawing/2014/main" id="{67D0E32A-75E5-E027-13D9-D1F48416756D}"/>
              </a:ext>
            </a:extLst>
          </p:cNvPr>
          <p:cNvSpPr txBox="1"/>
          <p:nvPr/>
        </p:nvSpPr>
        <p:spPr>
          <a:xfrm>
            <a:off x="458600" y="227293"/>
            <a:ext cx="11274800" cy="731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200"/>
              <a:buFont typeface="Arial" panose="020B0604020202020204"/>
              <a:buNone/>
            </a:pPr>
            <a:r>
              <a:rPr lang="en-GB" sz="2935" b="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Situation de la maintenance des ECF à </a:t>
            </a:r>
            <a:r>
              <a:rPr lang="en-GB" sz="2935" b="1" dirty="0" err="1">
                <a:solidFill>
                  <a:srgbClr val="0070C0"/>
                </a:solidFill>
                <a:latin typeface="Times New Roman" panose="02020603050405020304"/>
                <a:ea typeface="Times New Roman" panose="02020603050405020304"/>
                <a:cs typeface="Times New Roman" panose="02020603050405020304"/>
                <a:sym typeface="Times New Roman" panose="02020603050405020304"/>
              </a:rPr>
              <a:t>tous</a:t>
            </a:r>
            <a:r>
              <a:rPr lang="en-GB" sz="2935" b="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 le </a:t>
            </a:r>
            <a:r>
              <a:rPr lang="en-GB" sz="2935" b="1" dirty="0" err="1">
                <a:solidFill>
                  <a:srgbClr val="0070C0"/>
                </a:solidFill>
                <a:latin typeface="Times New Roman" panose="02020603050405020304"/>
                <a:ea typeface="Times New Roman" panose="02020603050405020304"/>
                <a:cs typeface="Times New Roman" panose="02020603050405020304"/>
                <a:sym typeface="Times New Roman" panose="02020603050405020304"/>
              </a:rPr>
              <a:t>niveaux</a:t>
            </a:r>
            <a:endParaRPr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568" name="Google Shape;2568;p48">
            <a:extLst>
              <a:ext uri="{FF2B5EF4-FFF2-40B4-BE49-F238E27FC236}">
                <a16:creationId xmlns:a16="http://schemas.microsoft.com/office/drawing/2014/main" id="{C7CF8961-EB07-1C60-D6C0-98700425D24E}"/>
              </a:ext>
            </a:extLst>
          </p:cNvPr>
          <p:cNvSpPr/>
          <p:nvPr/>
        </p:nvSpPr>
        <p:spPr>
          <a:xfrm>
            <a:off x="0" y="272241"/>
            <a:ext cx="235600" cy="655200"/>
          </a:xfrm>
          <a:prstGeom prst="rect">
            <a:avLst/>
          </a:prstGeom>
          <a:solidFill>
            <a:srgbClr val="0070C0"/>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865"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223" name="Google Shape;223;p16">
            <a:extLst>
              <a:ext uri="{FF2B5EF4-FFF2-40B4-BE49-F238E27FC236}">
                <a16:creationId xmlns:a16="http://schemas.microsoft.com/office/drawing/2014/main" id="{E1FF0265-E629-67CF-134A-B15F955C4743}"/>
              </a:ext>
            </a:extLst>
          </p:cNvPr>
          <p:cNvCxnSpPr/>
          <p:nvPr/>
        </p:nvCxnSpPr>
        <p:spPr>
          <a:xfrm>
            <a:off x="267700" y="6427967"/>
            <a:ext cx="11640400" cy="0"/>
          </a:xfrm>
          <a:prstGeom prst="straightConnector1">
            <a:avLst/>
          </a:prstGeom>
          <a:noFill/>
          <a:ln w="9525" cap="flat" cmpd="sng">
            <a:solidFill>
              <a:srgbClr val="9E9E9E"/>
            </a:solidFill>
            <a:prstDash val="solid"/>
            <a:round/>
            <a:headEnd type="none" w="med" len="med"/>
            <a:tailEnd type="none" w="med" len="med"/>
          </a:ln>
        </p:spPr>
      </p:cxnSp>
      <p:sp>
        <p:nvSpPr>
          <p:cNvPr id="224" name="Google Shape;224;p16">
            <a:extLst>
              <a:ext uri="{FF2B5EF4-FFF2-40B4-BE49-F238E27FC236}">
                <a16:creationId xmlns:a16="http://schemas.microsoft.com/office/drawing/2014/main" id="{BCF1CE2A-3994-9F9F-6CBD-2105ABCADB83}"/>
              </a:ext>
            </a:extLst>
          </p:cNvPr>
          <p:cNvSpPr txBox="1"/>
          <p:nvPr/>
        </p:nvSpPr>
        <p:spPr>
          <a:xfrm>
            <a:off x="267700" y="6492843"/>
            <a:ext cx="11414800" cy="18415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graphicFrame>
        <p:nvGraphicFramePr>
          <p:cNvPr id="2" name="Tableau 1">
            <a:extLst>
              <a:ext uri="{FF2B5EF4-FFF2-40B4-BE49-F238E27FC236}">
                <a16:creationId xmlns:a16="http://schemas.microsoft.com/office/drawing/2014/main" id="{19F239D6-2385-A0AB-58CD-EFA05A5D1653}"/>
              </a:ext>
            </a:extLst>
          </p:cNvPr>
          <p:cNvGraphicFramePr>
            <a:graphicFrameLocks noGrp="1"/>
          </p:cNvGraphicFramePr>
          <p:nvPr>
            <p:extLst>
              <p:ext uri="{D42A27DB-BD31-4B8C-83A1-F6EECF244321}">
                <p14:modId xmlns:p14="http://schemas.microsoft.com/office/powerpoint/2010/main" val="2863398579"/>
              </p:ext>
            </p:extLst>
          </p:nvPr>
        </p:nvGraphicFramePr>
        <p:xfrm>
          <a:off x="235600" y="1023768"/>
          <a:ext cx="11529852" cy="5212080"/>
        </p:xfrm>
        <a:graphic>
          <a:graphicData uri="http://schemas.openxmlformats.org/drawingml/2006/table">
            <a:tbl>
              <a:tblPr firstRow="1" bandRow="1">
                <a:tableStyleId>{5C22544A-7EE6-4342-B048-85BDC9FD1C3A}</a:tableStyleId>
              </a:tblPr>
              <a:tblGrid>
                <a:gridCol w="1557341">
                  <a:extLst>
                    <a:ext uri="{9D8B030D-6E8A-4147-A177-3AD203B41FA5}">
                      <a16:colId xmlns:a16="http://schemas.microsoft.com/office/drawing/2014/main" val="283936904"/>
                    </a:ext>
                  </a:extLst>
                </a:gridCol>
                <a:gridCol w="1577788">
                  <a:extLst>
                    <a:ext uri="{9D8B030D-6E8A-4147-A177-3AD203B41FA5}">
                      <a16:colId xmlns:a16="http://schemas.microsoft.com/office/drawing/2014/main" val="814321118"/>
                    </a:ext>
                  </a:extLst>
                </a:gridCol>
                <a:gridCol w="1873624">
                  <a:extLst>
                    <a:ext uri="{9D8B030D-6E8A-4147-A177-3AD203B41FA5}">
                      <a16:colId xmlns:a16="http://schemas.microsoft.com/office/drawing/2014/main" val="2585741459"/>
                    </a:ext>
                  </a:extLst>
                </a:gridCol>
                <a:gridCol w="1640541">
                  <a:extLst>
                    <a:ext uri="{9D8B030D-6E8A-4147-A177-3AD203B41FA5}">
                      <a16:colId xmlns:a16="http://schemas.microsoft.com/office/drawing/2014/main" val="2070037547"/>
                    </a:ext>
                  </a:extLst>
                </a:gridCol>
                <a:gridCol w="1954306">
                  <a:extLst>
                    <a:ext uri="{9D8B030D-6E8A-4147-A177-3AD203B41FA5}">
                      <a16:colId xmlns:a16="http://schemas.microsoft.com/office/drawing/2014/main" val="3412654487"/>
                    </a:ext>
                  </a:extLst>
                </a:gridCol>
                <a:gridCol w="2926252">
                  <a:extLst>
                    <a:ext uri="{9D8B030D-6E8A-4147-A177-3AD203B41FA5}">
                      <a16:colId xmlns:a16="http://schemas.microsoft.com/office/drawing/2014/main" val="3671818742"/>
                    </a:ext>
                  </a:extLst>
                </a:gridCol>
              </a:tblGrid>
              <a:tr h="370840">
                <a:tc>
                  <a:txBody>
                    <a:bodyPr/>
                    <a:lstStyle/>
                    <a:p>
                      <a:r>
                        <a:rPr lang="fr-CD" sz="2000" dirty="0">
                          <a:latin typeface="Times New Roman" panose="02020603050405020304" pitchFamily="18" charset="0"/>
                          <a:cs typeface="Times New Roman" panose="02020603050405020304" pitchFamily="18" charset="0"/>
                        </a:rPr>
                        <a:t>Niveau </a:t>
                      </a:r>
                    </a:p>
                  </a:txBody>
                  <a:tcPr/>
                </a:tc>
                <a:tc>
                  <a:txBody>
                    <a:bodyPr/>
                    <a:lstStyle/>
                    <a:p>
                      <a:r>
                        <a:rPr lang="fr-CD" sz="2000" dirty="0">
                          <a:latin typeface="Times New Roman" panose="02020603050405020304" pitchFamily="18" charset="0"/>
                          <a:cs typeface="Times New Roman" panose="02020603050405020304" pitchFamily="18" charset="0"/>
                        </a:rPr>
                        <a:t>Types de maintenance</a:t>
                      </a:r>
                    </a:p>
                  </a:txBody>
                  <a:tcPr/>
                </a:tc>
                <a:tc>
                  <a:txBody>
                    <a:bodyPr/>
                    <a:lstStyle/>
                    <a:p>
                      <a:r>
                        <a:rPr lang="fr-CD" sz="2000" dirty="0">
                          <a:latin typeface="Times New Roman" panose="02020603050405020304" pitchFamily="18" charset="0"/>
                          <a:cs typeface="Times New Roman" panose="02020603050405020304" pitchFamily="18" charset="0"/>
                        </a:rPr>
                        <a:t>Nombre d’interventions planifiées</a:t>
                      </a:r>
                    </a:p>
                  </a:txBody>
                  <a:tcPr/>
                </a:tc>
                <a:tc>
                  <a:txBody>
                    <a:bodyPr/>
                    <a:lstStyle/>
                    <a:p>
                      <a:r>
                        <a:rPr lang="fr-CD" sz="2000" dirty="0">
                          <a:latin typeface="Times New Roman" panose="02020603050405020304" pitchFamily="18" charset="0"/>
                          <a:cs typeface="Times New Roman" panose="02020603050405020304" pitchFamily="18" charset="0"/>
                        </a:rPr>
                        <a:t>Nombre d’interventions</a:t>
                      </a:r>
                    </a:p>
                  </a:txBody>
                  <a:tcPr/>
                </a:tc>
                <a:tc>
                  <a:txBody>
                    <a:bodyPr/>
                    <a:lstStyle/>
                    <a:p>
                      <a:r>
                        <a:rPr lang="fr-CD" sz="2000" dirty="0">
                          <a:latin typeface="Times New Roman" panose="02020603050405020304" pitchFamily="18" charset="0"/>
                          <a:cs typeface="Times New Roman" panose="02020603050405020304" pitchFamily="18" charset="0"/>
                        </a:rPr>
                        <a:t>Observation</a:t>
                      </a:r>
                    </a:p>
                  </a:txBody>
                  <a:tcPr/>
                </a:tc>
                <a:tc>
                  <a:txBody>
                    <a:bodyPr/>
                    <a:lstStyle/>
                    <a:p>
                      <a:r>
                        <a:rPr lang="fr-CD" sz="2000" dirty="0">
                          <a:latin typeface="Times New Roman" panose="02020603050405020304" pitchFamily="18" charset="0"/>
                          <a:cs typeface="Times New Roman" panose="02020603050405020304" pitchFamily="18" charset="0"/>
                        </a:rPr>
                        <a:t>Commentaires</a:t>
                      </a:r>
                    </a:p>
                  </a:txBody>
                  <a:tcPr/>
                </a:tc>
                <a:extLst>
                  <a:ext uri="{0D108BD9-81ED-4DB2-BD59-A6C34878D82A}">
                    <a16:rowId xmlns:a16="http://schemas.microsoft.com/office/drawing/2014/main" val="1872553671"/>
                  </a:ext>
                </a:extLst>
              </a:tr>
              <a:tr h="370840">
                <a:tc rowSpan="2">
                  <a:txBody>
                    <a:bodyPr/>
                    <a:lstStyle/>
                    <a:p>
                      <a:r>
                        <a:rPr lang="fr-CD" sz="2000" dirty="0">
                          <a:latin typeface="Times New Roman" panose="02020603050405020304" pitchFamily="18" charset="0"/>
                          <a:cs typeface="Times New Roman" panose="02020603050405020304" pitchFamily="18" charset="0"/>
                        </a:rPr>
                        <a:t>Central</a:t>
                      </a:r>
                    </a:p>
                  </a:txBody>
                  <a:tcPr/>
                </a:tc>
                <a:tc>
                  <a:txBody>
                    <a:bodyPr/>
                    <a:lstStyle/>
                    <a:p>
                      <a:r>
                        <a:rPr lang="fr-CD" sz="2000" dirty="0">
                          <a:latin typeface="Times New Roman" panose="02020603050405020304" pitchFamily="18" charset="0"/>
                          <a:cs typeface="Times New Roman" panose="02020603050405020304" pitchFamily="18" charset="0"/>
                        </a:rPr>
                        <a:t>Préventive</a:t>
                      </a:r>
                    </a:p>
                  </a:txBody>
                  <a:tcPr anchor="ctr"/>
                </a:tc>
                <a:tc>
                  <a:txBody>
                    <a:bodyPr/>
                    <a:lstStyle/>
                    <a:p>
                      <a:pPr algn="ctr"/>
                      <a:r>
                        <a:rPr lang="fr-CD" sz="2000" dirty="0">
                          <a:latin typeface="Times New Roman" panose="02020603050405020304" pitchFamily="18" charset="0"/>
                          <a:cs typeface="Times New Roman" panose="02020603050405020304" pitchFamily="18" charset="0"/>
                        </a:rPr>
                        <a:t>12</a:t>
                      </a:r>
                    </a:p>
                  </a:txBody>
                  <a:tcPr anchor="ctr"/>
                </a:tc>
                <a:tc>
                  <a:txBody>
                    <a:bodyPr/>
                    <a:lstStyle/>
                    <a:p>
                      <a:pPr algn="ctr"/>
                      <a:r>
                        <a:rPr lang="fr-CD" sz="2000" dirty="0">
                          <a:latin typeface="Times New Roman" panose="02020603050405020304" pitchFamily="18" charset="0"/>
                          <a:cs typeface="Times New Roman" panose="02020603050405020304" pitchFamily="18" charset="0"/>
                        </a:rPr>
                        <a:t>12</a:t>
                      </a:r>
                    </a:p>
                  </a:txBody>
                  <a:tcPr anchor="ctr"/>
                </a:tc>
                <a:tc>
                  <a:txBody>
                    <a:bodyPr/>
                    <a:lstStyle/>
                    <a:p>
                      <a:pPr algn="ctr"/>
                      <a:endParaRPr lang="fr-CD" sz="2000" dirty="0">
                        <a:latin typeface="Times New Roman" panose="02020603050405020304" pitchFamily="18" charset="0"/>
                        <a:cs typeface="Times New Roman" panose="02020603050405020304" pitchFamily="18" charset="0"/>
                      </a:endParaRPr>
                    </a:p>
                  </a:txBody>
                  <a:tcPr anchor="ctr"/>
                </a:tc>
                <a:tc>
                  <a:txBody>
                    <a:bodyPr/>
                    <a:lstStyle/>
                    <a:p>
                      <a:endParaRPr lang="fr-CD" sz="200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58339730"/>
                  </a:ext>
                </a:extLst>
              </a:tr>
              <a:tr h="370840">
                <a:tc vMerge="1">
                  <a:txBody>
                    <a:bodyPr/>
                    <a:lstStyle/>
                    <a:p>
                      <a:endParaRPr lang="fr-CD" dirty="0"/>
                    </a:p>
                  </a:txBody>
                  <a:tcPr/>
                </a:tc>
                <a:tc>
                  <a:txBody>
                    <a:bodyPr/>
                    <a:lstStyle/>
                    <a:p>
                      <a:r>
                        <a:rPr lang="fr-CD" sz="2000" dirty="0">
                          <a:latin typeface="Times New Roman" panose="02020603050405020304" pitchFamily="18" charset="0"/>
                          <a:cs typeface="Times New Roman" panose="02020603050405020304" pitchFamily="18" charset="0"/>
                        </a:rPr>
                        <a:t>Curative</a:t>
                      </a:r>
                    </a:p>
                  </a:txBody>
                  <a:tcPr anchor="ctr"/>
                </a:tc>
                <a:tc>
                  <a:txBody>
                    <a:bodyPr/>
                    <a:lstStyle/>
                    <a:p>
                      <a:pPr algn="ctr"/>
                      <a:r>
                        <a:rPr lang="fr-CD" sz="2000" dirty="0">
                          <a:latin typeface="Times New Roman" panose="02020603050405020304" pitchFamily="18" charset="0"/>
                          <a:cs typeface="Times New Roman" panose="02020603050405020304" pitchFamily="18" charset="0"/>
                        </a:rPr>
                        <a:t>-</a:t>
                      </a:r>
                    </a:p>
                  </a:txBody>
                  <a:tcPr anchor="ctr"/>
                </a:tc>
                <a:tc>
                  <a:txBody>
                    <a:bodyPr/>
                    <a:lstStyle/>
                    <a:p>
                      <a:pPr algn="ctr"/>
                      <a:endParaRPr lang="fr-CD" sz="2000" dirty="0">
                        <a:latin typeface="Times New Roman" panose="02020603050405020304" pitchFamily="18" charset="0"/>
                        <a:cs typeface="Times New Roman" panose="02020603050405020304" pitchFamily="18" charset="0"/>
                      </a:endParaRPr>
                    </a:p>
                  </a:txBody>
                  <a:tcPr anchor="ctr"/>
                </a:tc>
                <a:tc>
                  <a:txBody>
                    <a:bodyPr/>
                    <a:lstStyle/>
                    <a:p>
                      <a:pPr algn="ctr"/>
                      <a:endParaRPr lang="fr-CD" sz="2000">
                        <a:latin typeface="Times New Roman" panose="02020603050405020304" pitchFamily="18" charset="0"/>
                        <a:cs typeface="Times New Roman" panose="02020603050405020304" pitchFamily="18" charset="0"/>
                      </a:endParaRPr>
                    </a:p>
                  </a:txBody>
                  <a:tcPr anchor="ctr"/>
                </a:tc>
                <a:tc>
                  <a:txBody>
                    <a:bodyPr/>
                    <a:lstStyle/>
                    <a:p>
                      <a:endParaRPr lang="fr-CD" sz="200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61331472"/>
                  </a:ext>
                </a:extLst>
              </a:tr>
              <a:tr h="370840">
                <a:tc rowSpan="2">
                  <a:txBody>
                    <a:bodyPr/>
                    <a:lstStyle/>
                    <a:p>
                      <a:r>
                        <a:rPr lang="fr-CD" sz="2000" dirty="0">
                          <a:latin typeface="Times New Roman" panose="02020603050405020304" pitchFamily="18" charset="0"/>
                          <a:cs typeface="Times New Roman" panose="02020603050405020304" pitchFamily="18" charset="0"/>
                        </a:rPr>
                        <a:t>Intermédiaire</a:t>
                      </a:r>
                    </a:p>
                  </a:txBody>
                  <a:tcPr/>
                </a:tc>
                <a:tc>
                  <a:txBody>
                    <a:bodyPr/>
                    <a:lstStyle/>
                    <a:p>
                      <a:r>
                        <a:rPr lang="fr-CD" sz="2000" dirty="0">
                          <a:latin typeface="Times New Roman" panose="02020603050405020304" pitchFamily="18" charset="0"/>
                          <a:cs typeface="Times New Roman" panose="02020603050405020304" pitchFamily="18" charset="0"/>
                        </a:rPr>
                        <a:t>Préventive</a:t>
                      </a:r>
                    </a:p>
                  </a:txBody>
                  <a:tcPr anchor="ctr"/>
                </a:tc>
                <a:tc>
                  <a:txBody>
                    <a:bodyPr/>
                    <a:lstStyle/>
                    <a:p>
                      <a:pPr algn="ctr"/>
                      <a:r>
                        <a:rPr lang="fr-CD" sz="2000" dirty="0">
                          <a:latin typeface="Times New Roman" panose="02020603050405020304" pitchFamily="18" charset="0"/>
                          <a:cs typeface="Times New Roman" panose="02020603050405020304" pitchFamily="18" charset="0"/>
                        </a:rPr>
                        <a:t>4</a:t>
                      </a:r>
                    </a:p>
                  </a:txBody>
                  <a:tcPr anchor="ctr"/>
                </a:tc>
                <a:tc>
                  <a:txBody>
                    <a:bodyPr/>
                    <a:lstStyle/>
                    <a:p>
                      <a:pPr algn="ctr"/>
                      <a:r>
                        <a:rPr lang="fr-CD" sz="2000" dirty="0">
                          <a:latin typeface="Times New Roman" panose="02020603050405020304" pitchFamily="18" charset="0"/>
                          <a:cs typeface="Times New Roman" panose="02020603050405020304" pitchFamily="18" charset="0"/>
                        </a:rPr>
                        <a:t>4</a:t>
                      </a:r>
                    </a:p>
                  </a:txBody>
                  <a:tcPr anchor="ctr"/>
                </a:tc>
                <a:tc>
                  <a:txBody>
                    <a:bodyPr/>
                    <a:lstStyle/>
                    <a:p>
                      <a:pPr algn="ctr"/>
                      <a:endParaRPr lang="fr-CD" sz="2000">
                        <a:latin typeface="Times New Roman" panose="02020603050405020304" pitchFamily="18" charset="0"/>
                        <a:cs typeface="Times New Roman" panose="02020603050405020304" pitchFamily="18" charset="0"/>
                      </a:endParaRPr>
                    </a:p>
                  </a:txBody>
                  <a:tcPr anchor="ctr"/>
                </a:tc>
                <a:tc>
                  <a:txBody>
                    <a:bodyPr/>
                    <a:lstStyle/>
                    <a:p>
                      <a:endParaRPr lang="fr-CD" sz="200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86746094"/>
                  </a:ext>
                </a:extLst>
              </a:tr>
              <a:tr h="370840">
                <a:tc vMerge="1">
                  <a:txBody>
                    <a:bodyPr/>
                    <a:lstStyle/>
                    <a:p>
                      <a:endParaRPr lang="fr-CD" dirty="0"/>
                    </a:p>
                  </a:txBody>
                  <a:tcPr/>
                </a:tc>
                <a:tc>
                  <a:txBody>
                    <a:bodyPr/>
                    <a:lstStyle/>
                    <a:p>
                      <a:r>
                        <a:rPr lang="fr-CD" sz="2000" dirty="0">
                          <a:latin typeface="Times New Roman" panose="02020603050405020304" pitchFamily="18" charset="0"/>
                          <a:cs typeface="Times New Roman" panose="02020603050405020304" pitchFamily="18" charset="0"/>
                        </a:rPr>
                        <a:t>Curative</a:t>
                      </a:r>
                    </a:p>
                  </a:txBody>
                  <a:tcPr anchor="ctr"/>
                </a:tc>
                <a:tc>
                  <a:txBody>
                    <a:bodyPr/>
                    <a:lstStyle/>
                    <a:p>
                      <a:pPr algn="ctr"/>
                      <a:r>
                        <a:rPr lang="fr-CD" sz="2000" dirty="0">
                          <a:latin typeface="Times New Roman" panose="02020603050405020304" pitchFamily="18" charset="0"/>
                          <a:cs typeface="Times New Roman" panose="02020603050405020304" pitchFamily="18" charset="0"/>
                        </a:rPr>
                        <a:t>-</a:t>
                      </a:r>
                    </a:p>
                  </a:txBody>
                  <a:tcPr anchor="ctr"/>
                </a:tc>
                <a:tc>
                  <a:txBody>
                    <a:bodyPr/>
                    <a:lstStyle/>
                    <a:p>
                      <a:pPr algn="ctr"/>
                      <a:r>
                        <a:rPr lang="fr-CD" sz="2000" dirty="0">
                          <a:latin typeface="Times New Roman" panose="02020603050405020304" pitchFamily="18" charset="0"/>
                          <a:cs typeface="Times New Roman" panose="02020603050405020304" pitchFamily="18" charset="0"/>
                        </a:rPr>
                        <a:t>23</a:t>
                      </a:r>
                    </a:p>
                  </a:txBody>
                  <a:tcPr anchor="ctr"/>
                </a:tc>
                <a:tc>
                  <a:txBody>
                    <a:bodyPr/>
                    <a:lstStyle/>
                    <a:p>
                      <a:pPr algn="ctr"/>
                      <a:endParaRPr lang="fr-CD" sz="2000" dirty="0">
                        <a:latin typeface="Times New Roman" panose="02020603050405020304" pitchFamily="18" charset="0"/>
                        <a:cs typeface="Times New Roman" panose="02020603050405020304" pitchFamily="18" charset="0"/>
                      </a:endParaRPr>
                    </a:p>
                  </a:txBody>
                  <a:tcPr anchor="ctr"/>
                </a:tc>
                <a:tc>
                  <a:txBody>
                    <a:bodyPr/>
                    <a:lstStyle/>
                    <a:p>
                      <a:endParaRPr lang="fr-CD"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88476074"/>
                  </a:ext>
                </a:extLst>
              </a:tr>
              <a:tr h="370840">
                <a:tc rowSpan="2">
                  <a:txBody>
                    <a:bodyPr/>
                    <a:lstStyle/>
                    <a:p>
                      <a:r>
                        <a:rPr lang="fr-CD" sz="2000" dirty="0">
                          <a:latin typeface="Times New Roman" panose="02020603050405020304" pitchFamily="18" charset="0"/>
                          <a:cs typeface="Times New Roman" panose="02020603050405020304" pitchFamily="18" charset="0"/>
                        </a:rPr>
                        <a:t>Opérationnel</a:t>
                      </a:r>
                    </a:p>
                  </a:txBody>
                  <a:tcPr/>
                </a:tc>
                <a:tc>
                  <a:txBody>
                    <a:bodyPr/>
                    <a:lstStyle/>
                    <a:p>
                      <a:r>
                        <a:rPr lang="fr-CD" sz="2000" dirty="0">
                          <a:latin typeface="Times New Roman" panose="02020603050405020304" pitchFamily="18" charset="0"/>
                          <a:cs typeface="Times New Roman" panose="02020603050405020304" pitchFamily="18" charset="0"/>
                        </a:rPr>
                        <a:t>Préventive</a:t>
                      </a:r>
                    </a:p>
                  </a:txBody>
                  <a:tcPr anchor="ctr"/>
                </a:tc>
                <a:tc>
                  <a:txBody>
                    <a:bodyPr/>
                    <a:lstStyle/>
                    <a:p>
                      <a:pPr algn="ctr"/>
                      <a:r>
                        <a:rPr lang="fr-CD" sz="2000" dirty="0">
                          <a:latin typeface="Times New Roman" panose="02020603050405020304" pitchFamily="18" charset="0"/>
                          <a:cs typeface="Times New Roman" panose="02020603050405020304" pitchFamily="18" charset="0"/>
                        </a:rPr>
                        <a:t>4</a:t>
                      </a:r>
                    </a:p>
                  </a:txBody>
                  <a:tcPr anchor="ctr"/>
                </a:tc>
                <a:tc>
                  <a:txBody>
                    <a:bodyPr/>
                    <a:lstStyle/>
                    <a:p>
                      <a:pPr algn="ctr"/>
                      <a:r>
                        <a:rPr lang="fr-CD" sz="2000" dirty="0">
                          <a:latin typeface="Times New Roman" panose="02020603050405020304" pitchFamily="18" charset="0"/>
                          <a:cs typeface="Times New Roman" panose="02020603050405020304" pitchFamily="18" charset="0"/>
                        </a:rPr>
                        <a:t>0</a:t>
                      </a:r>
                    </a:p>
                  </a:txBody>
                  <a:tcPr anchor="ctr"/>
                </a:tc>
                <a:tc>
                  <a:txBody>
                    <a:bodyPr/>
                    <a:lstStyle/>
                    <a:p>
                      <a:pPr algn="ctr"/>
                      <a:r>
                        <a:rPr lang="fr-CD" sz="2000" dirty="0">
                          <a:latin typeface="Times New Roman" panose="02020603050405020304" pitchFamily="18" charset="0"/>
                          <a:cs typeface="Times New Roman" panose="02020603050405020304" pitchFamily="18" charset="0"/>
                        </a:rPr>
                        <a:t>Pas de visibilité </a:t>
                      </a:r>
                    </a:p>
                  </a:txBody>
                  <a:tcPr anchor="ctr"/>
                </a:tc>
                <a:tc>
                  <a:txBody>
                    <a:bodyPr/>
                    <a:lstStyle/>
                    <a:p>
                      <a:pPr marL="342900" indent="-342900">
                        <a:buFontTx/>
                        <a:buChar char="-"/>
                      </a:pPr>
                      <a:r>
                        <a:rPr lang="fr-CD" sz="2000" dirty="0">
                          <a:latin typeface="Times New Roman" panose="02020603050405020304" pitchFamily="18" charset="0"/>
                          <a:cs typeface="Times New Roman" panose="02020603050405020304" pitchFamily="18" charset="0"/>
                        </a:rPr>
                        <a:t>Redynamisation des pools de maintenance;</a:t>
                      </a:r>
                    </a:p>
                    <a:p>
                      <a:pPr marL="342900" indent="-342900">
                        <a:buFontTx/>
                        <a:buChar char="-"/>
                      </a:pPr>
                      <a:r>
                        <a:rPr lang="fr-CD" sz="2000" dirty="0">
                          <a:latin typeface="Times New Roman" panose="02020603050405020304" pitchFamily="18" charset="0"/>
                          <a:cs typeface="Times New Roman" panose="02020603050405020304" pitchFamily="18" charset="0"/>
                        </a:rPr>
                        <a:t>IS &amp; IT non formés en maintenance préventive;</a:t>
                      </a:r>
                    </a:p>
                  </a:txBody>
                  <a:tcPr/>
                </a:tc>
                <a:extLst>
                  <a:ext uri="{0D108BD9-81ED-4DB2-BD59-A6C34878D82A}">
                    <a16:rowId xmlns:a16="http://schemas.microsoft.com/office/drawing/2014/main" val="242420231"/>
                  </a:ext>
                </a:extLst>
              </a:tr>
              <a:tr h="370840">
                <a:tc vMerge="1">
                  <a:txBody>
                    <a:bodyPr/>
                    <a:lstStyle/>
                    <a:p>
                      <a:endParaRPr lang="fr-CD" dirty="0"/>
                    </a:p>
                  </a:txBody>
                  <a:tcPr/>
                </a:tc>
                <a:tc>
                  <a:txBody>
                    <a:bodyPr/>
                    <a:lstStyle/>
                    <a:p>
                      <a:r>
                        <a:rPr lang="fr-CD" sz="2000" dirty="0">
                          <a:latin typeface="Times New Roman" panose="02020603050405020304" pitchFamily="18" charset="0"/>
                          <a:cs typeface="Times New Roman" panose="02020603050405020304" pitchFamily="18" charset="0"/>
                        </a:rPr>
                        <a:t>Curative</a:t>
                      </a:r>
                    </a:p>
                  </a:txBody>
                  <a:tcPr anchor="ctr"/>
                </a:tc>
                <a:tc>
                  <a:txBody>
                    <a:bodyPr/>
                    <a:lstStyle/>
                    <a:p>
                      <a:pPr algn="ctr"/>
                      <a:r>
                        <a:rPr lang="fr-CD" sz="2000" dirty="0">
                          <a:latin typeface="Times New Roman" panose="02020603050405020304" pitchFamily="18" charset="0"/>
                          <a:cs typeface="Times New Roman" panose="02020603050405020304" pitchFamily="18" charset="0"/>
                        </a:rPr>
                        <a:t>-</a:t>
                      </a:r>
                    </a:p>
                  </a:txBody>
                  <a:tcPr anchor="ctr"/>
                </a:tc>
                <a:tc>
                  <a:txBody>
                    <a:bodyPr/>
                    <a:lstStyle/>
                    <a:p>
                      <a:pPr algn="ctr"/>
                      <a:r>
                        <a:rPr lang="fr-CD" sz="2000" dirty="0">
                          <a:latin typeface="Times New Roman" panose="02020603050405020304" pitchFamily="18" charset="0"/>
                          <a:cs typeface="Times New Roman" panose="02020603050405020304" pitchFamily="18" charset="0"/>
                        </a:rPr>
                        <a:t>96</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fr-CD" sz="2000" dirty="0">
                          <a:latin typeface="Times New Roman" panose="02020603050405020304" pitchFamily="18" charset="0"/>
                          <a:cs typeface="Times New Roman" panose="02020603050405020304" pitchFamily="18" charset="0"/>
                        </a:rPr>
                        <a:t>Pas de visibilité </a:t>
                      </a:r>
                    </a:p>
                    <a:p>
                      <a:pPr algn="ctr"/>
                      <a:endParaRPr lang="fr-CD" sz="2000" dirty="0">
                        <a:latin typeface="Times New Roman" panose="02020603050405020304" pitchFamily="18" charset="0"/>
                        <a:cs typeface="Times New Roman" panose="02020603050405020304" pitchFamily="18" charset="0"/>
                      </a:endParaRPr>
                    </a:p>
                  </a:txBody>
                  <a:tcPr anchor="ctr"/>
                </a:tc>
                <a:tc>
                  <a:txBody>
                    <a:bodyPr/>
                    <a:lstStyle/>
                    <a:p>
                      <a:pPr marL="342900" indent="-342900">
                        <a:buFontTx/>
                        <a:buChar char="-"/>
                      </a:pPr>
                      <a:r>
                        <a:rPr lang="fr-CD" sz="2000" dirty="0">
                          <a:latin typeface="Times New Roman" panose="02020603050405020304" pitchFamily="18" charset="0"/>
                          <a:cs typeface="Times New Roman" panose="02020603050405020304" pitchFamily="18" charset="0"/>
                        </a:rPr>
                        <a:t>Insuffisance de fonds;</a:t>
                      </a:r>
                    </a:p>
                    <a:p>
                      <a:pPr marL="342900" indent="-342900">
                        <a:buFontTx/>
                        <a:buChar char="-"/>
                      </a:pPr>
                      <a:r>
                        <a:rPr lang="fr-CD" sz="2000" dirty="0">
                          <a:latin typeface="Times New Roman" panose="02020603050405020304" pitchFamily="18" charset="0"/>
                          <a:cs typeface="Times New Roman" panose="02020603050405020304" pitchFamily="18" charset="0"/>
                        </a:rPr>
                        <a:t>Insuffisance des pièces de rechange</a:t>
                      </a:r>
                    </a:p>
                  </a:txBody>
                  <a:tcPr/>
                </a:tc>
                <a:extLst>
                  <a:ext uri="{0D108BD9-81ED-4DB2-BD59-A6C34878D82A}">
                    <a16:rowId xmlns:a16="http://schemas.microsoft.com/office/drawing/2014/main" val="3992768718"/>
                  </a:ext>
                </a:extLst>
              </a:tr>
            </a:tbl>
          </a:graphicData>
        </a:graphic>
      </p:graphicFrame>
    </p:spTree>
    <p:extLst>
      <p:ext uri="{BB962C8B-B14F-4D97-AF65-F5344CB8AC3E}">
        <p14:creationId xmlns:p14="http://schemas.microsoft.com/office/powerpoint/2010/main" val="274111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
          <p:cNvSpPr txBox="1">
            <a:spLocks noGrp="1"/>
          </p:cNvSpPr>
          <p:nvPr>
            <p:ph type="sldNum" idx="12"/>
          </p:nvPr>
        </p:nvSpPr>
        <p:spPr>
          <a:xfrm>
            <a:off x="11296611" y="6217623"/>
            <a:ext cx="731600" cy="524800"/>
          </a:xfrm>
          <a:prstGeom prst="rect">
            <a:avLst/>
          </a:prstGeom>
          <a:noFill/>
          <a:ln>
            <a:noFill/>
          </a:ln>
        </p:spPr>
        <p:txBody>
          <a:bodyPr spcFirstLastPara="1" wrap="square" lIns="121900" tIns="121900" rIns="121900" bIns="121900" anchor="ctr" anchorCtr="0">
            <a:normAutofit/>
          </a:bodyPr>
          <a:lstStyle/>
          <a:p>
            <a:pPr marL="0" lvl="0" indent="0" algn="r" rtl="0">
              <a:lnSpc>
                <a:spcPct val="100000"/>
              </a:lnSpc>
              <a:spcBef>
                <a:spcPts val="0"/>
              </a:spcBef>
              <a:spcAft>
                <a:spcPts val="0"/>
              </a:spcAft>
              <a:buSzPts val="1000"/>
              <a:buNone/>
            </a:pPr>
            <a:fld id="{00000000-1234-1234-1234-123412341234}" type="slidenum">
              <a:rPr lang="en-GB" sz="1600"/>
              <a:t>36</a:t>
            </a:fld>
            <a:endParaRPr lang="en-GB" sz="1600"/>
          </a:p>
        </p:txBody>
      </p:sp>
      <p:sp>
        <p:nvSpPr>
          <p:cNvPr id="167" name="Google Shape;167;p1"/>
          <p:cNvSpPr txBox="1"/>
          <p:nvPr/>
        </p:nvSpPr>
        <p:spPr>
          <a:xfrm>
            <a:off x="295033" y="5920417"/>
            <a:ext cx="3302000" cy="34861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700"/>
              <a:buFont typeface="Arial" panose="020B0604020202020204"/>
              <a:buNone/>
            </a:pPr>
            <a:r>
              <a:rPr lang="en-GB" sz="2265" b="0" i="0" u="none" strike="noStrike" cap="none">
                <a:solidFill>
                  <a:srgbClr val="FFFFFF"/>
                </a:solidFill>
                <a:latin typeface="Arial" panose="020B0604020202020204"/>
                <a:ea typeface="Arial" panose="020B0604020202020204"/>
                <a:cs typeface="Arial" panose="020B0604020202020204"/>
                <a:sym typeface="Arial" panose="020B0604020202020204"/>
              </a:rPr>
              <a:t>October 2024</a:t>
            </a:r>
            <a:endParaRPr sz="2265"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pic>
        <p:nvPicPr>
          <p:cNvPr id="168" name="Google Shape;168;p1"/>
          <p:cNvPicPr preferRelativeResize="0"/>
          <p:nvPr/>
        </p:nvPicPr>
        <p:blipFill rotWithShape="1">
          <a:blip r:embed="rId3"/>
          <a:srcRect l="-17785"/>
          <a:stretch>
            <a:fillRect/>
          </a:stretch>
        </p:blipFill>
        <p:spPr>
          <a:xfrm>
            <a:off x="-683503" y="1646443"/>
            <a:ext cx="4526453" cy="3703151"/>
          </a:xfrm>
          <a:prstGeom prst="rect">
            <a:avLst/>
          </a:prstGeom>
          <a:noFill/>
          <a:ln>
            <a:noFill/>
          </a:ln>
        </p:spPr>
      </p:pic>
      <p:sp>
        <p:nvSpPr>
          <p:cNvPr id="169" name="Google Shape;169;p1"/>
          <p:cNvSpPr txBox="1"/>
          <p:nvPr/>
        </p:nvSpPr>
        <p:spPr>
          <a:xfrm>
            <a:off x="4648835" y="3042920"/>
            <a:ext cx="7215505" cy="122301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panose="020B0604020202020204"/>
              <a:buNone/>
            </a:pPr>
            <a:r>
              <a:rPr lang="fr-FR" sz="4000" b="1" i="0" u="none" strike="noStrike" cap="none" dirty="0" err="1">
                <a:solidFill>
                  <a:srgbClr val="145ABE"/>
                </a:solidFill>
                <a:latin typeface="Times New Roman" panose="02020603050405020304"/>
                <a:ea typeface="Times New Roman" panose="02020603050405020304"/>
                <a:cs typeface="Times New Roman" panose="02020603050405020304"/>
                <a:sym typeface="Times New Roman" panose="02020603050405020304"/>
              </a:rPr>
              <a:t>ANALYSE FFOM/LE</a:t>
            </a:r>
            <a:r>
              <a:rPr lang="en-US" altLang="en-US" sz="4000" b="1" i="0" u="none" strike="noStrike" cap="none" dirty="0" err="1">
                <a:solidFill>
                  <a:srgbClr val="145ABE"/>
                </a:solidFill>
                <a:latin typeface="Times New Roman" panose="02020603050405020304"/>
                <a:ea typeface="Times New Roman" panose="02020603050405020304"/>
                <a:cs typeface="Times New Roman" panose="02020603050405020304"/>
                <a:sym typeface="Times New Roman" panose="02020603050405020304"/>
              </a:rPr>
              <a:t>Ç</a:t>
            </a:r>
            <a:r>
              <a:rPr lang="fr-FR" sz="4000" b="1" i="0" u="none" strike="noStrike" cap="none" dirty="0" err="1">
                <a:solidFill>
                  <a:srgbClr val="145ABE"/>
                </a:solidFill>
                <a:latin typeface="Times New Roman" panose="02020603050405020304"/>
                <a:ea typeface="Times New Roman" panose="02020603050405020304"/>
                <a:cs typeface="Times New Roman" panose="02020603050405020304"/>
                <a:sym typeface="Times New Roman" panose="02020603050405020304"/>
              </a:rPr>
              <a:t>ONS APPRISES -BONNE PRATIQUE</a:t>
            </a:r>
            <a:endParaRPr lang="fr-FR" altLang="en-GB" sz="4000" b="1" i="0" u="none" strike="noStrike" cap="none" dirty="0" err="1">
              <a:solidFill>
                <a:srgbClr val="145ABE"/>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0" name="Google Shape;170;p1"/>
          <p:cNvSpPr/>
          <p:nvPr/>
        </p:nvSpPr>
        <p:spPr>
          <a:xfrm>
            <a:off x="3660828" y="1516400"/>
            <a:ext cx="373600" cy="1867200"/>
          </a:xfrm>
          <a:prstGeom prst="rect">
            <a:avLst/>
          </a:prstGeom>
          <a:solidFill>
            <a:srgbClr val="145ABE"/>
          </a:solidFill>
          <a:ln>
            <a:noFill/>
          </a:ln>
        </p:spPr>
        <p:txBody>
          <a:bodyPr spcFirstLastPara="1" wrap="square" lIns="91433" tIns="91433" rIns="91433" bIns="91433" anchor="ctr" anchorCtr="0">
            <a:noAutofit/>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247">
          <a:extLst>
            <a:ext uri="{FF2B5EF4-FFF2-40B4-BE49-F238E27FC236}">
              <a16:creationId xmlns:a16="http://schemas.microsoft.com/office/drawing/2014/main" id="{870262E9-6CE4-69D0-70B5-71F9A09E5C12}"/>
            </a:ext>
          </a:extLst>
        </p:cNvPr>
        <p:cNvGrpSpPr/>
        <p:nvPr/>
      </p:nvGrpSpPr>
      <p:grpSpPr>
        <a:xfrm>
          <a:off x="0" y="0"/>
          <a:ext cx="0" cy="0"/>
          <a:chOff x="0" y="0"/>
          <a:chExt cx="0" cy="0"/>
        </a:xfrm>
      </p:grpSpPr>
      <p:sp>
        <p:nvSpPr>
          <p:cNvPr id="2248" name="Google Shape;2248;p24">
            <a:extLst>
              <a:ext uri="{FF2B5EF4-FFF2-40B4-BE49-F238E27FC236}">
                <a16:creationId xmlns:a16="http://schemas.microsoft.com/office/drawing/2014/main" id="{A44B2948-B213-37F2-2113-DCB98FCC6142}"/>
              </a:ext>
            </a:extLst>
          </p:cNvPr>
          <p:cNvSpPr txBox="1"/>
          <p:nvPr/>
        </p:nvSpPr>
        <p:spPr>
          <a:xfrm>
            <a:off x="458592" y="317942"/>
            <a:ext cx="11274800" cy="548833"/>
          </a:xfrm>
          <a:prstGeom prst="rect">
            <a:avLst/>
          </a:prstGeom>
          <a:noFill/>
          <a:ln>
            <a:noFill/>
          </a:ln>
        </p:spPr>
        <p:txBody>
          <a:bodyPr spcFirstLastPara="1" wrap="square" lIns="0" tIns="0" rIns="0" bIns="0" anchor="t" anchorCtr="0">
            <a:noAutofit/>
          </a:bodyPr>
          <a:lstStyle/>
          <a:p>
            <a:pPr>
              <a:buClr>
                <a:schemeClr val="dk1"/>
              </a:buClr>
              <a:buSzPts val="2200"/>
            </a:pPr>
            <a:r>
              <a:rPr lang="en-GB" sz="2933" b="1" dirty="0">
                <a:solidFill>
                  <a:srgbClr val="0070C0"/>
                </a:solidFill>
                <a:latin typeface="Times New Roman"/>
                <a:ea typeface="Times New Roman"/>
                <a:cs typeface="Times New Roman"/>
                <a:sym typeface="Times New Roman"/>
              </a:rPr>
              <a:t>Analyse FFOM</a:t>
            </a:r>
            <a:endParaRPr sz="2933" dirty="0">
              <a:solidFill>
                <a:srgbClr val="0070C0"/>
              </a:solidFill>
              <a:latin typeface="Times New Roman"/>
              <a:ea typeface="Times New Roman"/>
              <a:cs typeface="Times New Roman"/>
              <a:sym typeface="Times New Roman"/>
            </a:endParaRPr>
          </a:p>
        </p:txBody>
      </p:sp>
      <p:sp>
        <p:nvSpPr>
          <p:cNvPr id="2249" name="Google Shape;2249;p24">
            <a:extLst>
              <a:ext uri="{FF2B5EF4-FFF2-40B4-BE49-F238E27FC236}">
                <a16:creationId xmlns:a16="http://schemas.microsoft.com/office/drawing/2014/main" id="{7441E68D-92E1-F3A7-F53B-C8F24FF36C65}"/>
              </a:ext>
            </a:extLst>
          </p:cNvPr>
          <p:cNvSpPr/>
          <p:nvPr/>
        </p:nvSpPr>
        <p:spPr>
          <a:xfrm>
            <a:off x="0" y="272241"/>
            <a:ext cx="235600" cy="655200"/>
          </a:xfrm>
          <a:prstGeom prst="rect">
            <a:avLst/>
          </a:prstGeom>
          <a:solidFill>
            <a:srgbClr val="0070C0"/>
          </a:solidFill>
          <a:ln>
            <a:noFill/>
          </a:ln>
        </p:spPr>
        <p:txBody>
          <a:bodyPr spcFirstLastPara="1" wrap="square" lIns="91400" tIns="91400" rIns="91400" bIns="91400"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grpSp>
        <p:nvGrpSpPr>
          <p:cNvPr id="2250" name="Google Shape;2250;p24">
            <a:extLst>
              <a:ext uri="{FF2B5EF4-FFF2-40B4-BE49-F238E27FC236}">
                <a16:creationId xmlns:a16="http://schemas.microsoft.com/office/drawing/2014/main" id="{34A0B06C-74EF-5E2E-E11F-D2BD753B0D86}"/>
              </a:ext>
            </a:extLst>
          </p:cNvPr>
          <p:cNvGrpSpPr/>
          <p:nvPr/>
        </p:nvGrpSpPr>
        <p:grpSpPr>
          <a:xfrm>
            <a:off x="117174" y="6277328"/>
            <a:ext cx="3141409" cy="430360"/>
            <a:chOff x="238125" y="2363000"/>
            <a:chExt cx="7122300" cy="975725"/>
          </a:xfrm>
        </p:grpSpPr>
        <p:sp>
          <p:nvSpPr>
            <p:cNvPr id="2251" name="Google Shape;2251;p24">
              <a:extLst>
                <a:ext uri="{FF2B5EF4-FFF2-40B4-BE49-F238E27FC236}">
                  <a16:creationId xmlns:a16="http://schemas.microsoft.com/office/drawing/2014/main" id="{EDAFE1DF-6FD2-A5F8-55ED-3C5DC40CA274}"/>
                </a:ext>
              </a:extLst>
            </p:cNvPr>
            <p:cNvSpPr/>
            <p:nvPr/>
          </p:nvSpPr>
          <p:spPr>
            <a:xfrm>
              <a:off x="238125" y="2363000"/>
              <a:ext cx="695275" cy="955800"/>
            </a:xfrm>
            <a:custGeom>
              <a:avLst/>
              <a:gdLst/>
              <a:ahLst/>
              <a:cxnLst/>
              <a:rect l="l" t="t" r="r" b="b"/>
              <a:pathLst>
                <a:path w="27811" h="38232" extrusionOk="0">
                  <a:moveTo>
                    <a:pt x="13895" y="0"/>
                  </a:moveTo>
                  <a:cubicBezTo>
                    <a:pt x="10626" y="0"/>
                    <a:pt x="7949" y="2656"/>
                    <a:pt x="7949" y="5946"/>
                  </a:cubicBezTo>
                  <a:cubicBezTo>
                    <a:pt x="7949" y="9236"/>
                    <a:pt x="10626" y="11893"/>
                    <a:pt x="13895" y="11893"/>
                  </a:cubicBezTo>
                  <a:cubicBezTo>
                    <a:pt x="17185" y="11893"/>
                    <a:pt x="19862" y="9236"/>
                    <a:pt x="19862" y="5946"/>
                  </a:cubicBezTo>
                  <a:cubicBezTo>
                    <a:pt x="19862" y="2656"/>
                    <a:pt x="17185" y="0"/>
                    <a:pt x="13895" y="0"/>
                  </a:cubicBezTo>
                  <a:close/>
                  <a:moveTo>
                    <a:pt x="7070" y="18738"/>
                  </a:moveTo>
                  <a:lnTo>
                    <a:pt x="7070" y="26380"/>
                  </a:lnTo>
                  <a:cubicBezTo>
                    <a:pt x="5987" y="25706"/>
                    <a:pt x="5252" y="24500"/>
                    <a:pt x="5252" y="23111"/>
                  </a:cubicBezTo>
                  <a:lnTo>
                    <a:pt x="5252" y="21987"/>
                  </a:lnTo>
                  <a:cubicBezTo>
                    <a:pt x="5252" y="20618"/>
                    <a:pt x="5987" y="19412"/>
                    <a:pt x="7070" y="18738"/>
                  </a:cubicBezTo>
                  <a:close/>
                  <a:moveTo>
                    <a:pt x="20557" y="18636"/>
                  </a:moveTo>
                  <a:cubicBezTo>
                    <a:pt x="21742" y="19269"/>
                    <a:pt x="22559" y="20536"/>
                    <a:pt x="22559" y="21987"/>
                  </a:cubicBezTo>
                  <a:lnTo>
                    <a:pt x="22559" y="23131"/>
                  </a:lnTo>
                  <a:cubicBezTo>
                    <a:pt x="22559" y="24562"/>
                    <a:pt x="21742" y="25828"/>
                    <a:pt x="20557" y="26482"/>
                  </a:cubicBezTo>
                  <a:lnTo>
                    <a:pt x="20557" y="18636"/>
                  </a:lnTo>
                  <a:close/>
                  <a:moveTo>
                    <a:pt x="9052" y="12935"/>
                  </a:moveTo>
                  <a:cubicBezTo>
                    <a:pt x="4066" y="12935"/>
                    <a:pt x="0" y="17001"/>
                    <a:pt x="0" y="21987"/>
                  </a:cubicBezTo>
                  <a:lnTo>
                    <a:pt x="0" y="23111"/>
                  </a:lnTo>
                  <a:cubicBezTo>
                    <a:pt x="0" y="27443"/>
                    <a:pt x="3024" y="31060"/>
                    <a:pt x="7070" y="31959"/>
                  </a:cubicBezTo>
                  <a:lnTo>
                    <a:pt x="7070" y="38232"/>
                  </a:lnTo>
                  <a:lnTo>
                    <a:pt x="20557" y="38232"/>
                  </a:lnTo>
                  <a:lnTo>
                    <a:pt x="20557" y="31999"/>
                  </a:lnTo>
                  <a:cubicBezTo>
                    <a:pt x="24684" y="31162"/>
                    <a:pt x="27811" y="27504"/>
                    <a:pt x="27811" y="23111"/>
                  </a:cubicBezTo>
                  <a:lnTo>
                    <a:pt x="27811" y="21987"/>
                  </a:lnTo>
                  <a:cubicBezTo>
                    <a:pt x="27811" y="17001"/>
                    <a:pt x="23744" y="12935"/>
                    <a:pt x="18738" y="12935"/>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52" name="Google Shape;2252;p24">
              <a:extLst>
                <a:ext uri="{FF2B5EF4-FFF2-40B4-BE49-F238E27FC236}">
                  <a16:creationId xmlns:a16="http://schemas.microsoft.com/office/drawing/2014/main" id="{71D2F630-59D9-E6A3-F06C-B7CB2C38BE61}"/>
                </a:ext>
              </a:extLst>
            </p:cNvPr>
            <p:cNvSpPr/>
            <p:nvPr/>
          </p:nvSpPr>
          <p:spPr>
            <a:xfrm>
              <a:off x="238125" y="2791600"/>
              <a:ext cx="695275" cy="547125"/>
            </a:xfrm>
            <a:custGeom>
              <a:avLst/>
              <a:gdLst/>
              <a:ahLst/>
              <a:cxnLst/>
              <a:rect l="l" t="t" r="r" b="b"/>
              <a:pathLst>
                <a:path w="27811" h="21885" extrusionOk="0">
                  <a:moveTo>
                    <a:pt x="13895" y="0"/>
                  </a:moveTo>
                  <a:cubicBezTo>
                    <a:pt x="11443" y="0"/>
                    <a:pt x="9441" y="2003"/>
                    <a:pt x="9441" y="4475"/>
                  </a:cubicBezTo>
                  <a:cubicBezTo>
                    <a:pt x="9441" y="6927"/>
                    <a:pt x="11443" y="8930"/>
                    <a:pt x="13895" y="8930"/>
                  </a:cubicBezTo>
                  <a:cubicBezTo>
                    <a:pt x="16368" y="8930"/>
                    <a:pt x="18370" y="6927"/>
                    <a:pt x="18370" y="4475"/>
                  </a:cubicBezTo>
                  <a:cubicBezTo>
                    <a:pt x="18370" y="2003"/>
                    <a:pt x="16368" y="0"/>
                    <a:pt x="13895" y="0"/>
                  </a:cubicBezTo>
                  <a:close/>
                  <a:moveTo>
                    <a:pt x="0" y="5987"/>
                  </a:moveTo>
                  <a:cubicBezTo>
                    <a:pt x="0" y="10973"/>
                    <a:pt x="4066" y="15039"/>
                    <a:pt x="9052" y="15039"/>
                  </a:cubicBezTo>
                  <a:lnTo>
                    <a:pt x="9686" y="15039"/>
                  </a:lnTo>
                  <a:lnTo>
                    <a:pt x="9686" y="21885"/>
                  </a:lnTo>
                  <a:lnTo>
                    <a:pt x="17941" y="21885"/>
                  </a:lnTo>
                  <a:lnTo>
                    <a:pt x="17941" y="15039"/>
                  </a:lnTo>
                  <a:lnTo>
                    <a:pt x="18738" y="15039"/>
                  </a:lnTo>
                  <a:cubicBezTo>
                    <a:pt x="23744" y="15039"/>
                    <a:pt x="27811" y="10973"/>
                    <a:pt x="27811" y="5987"/>
                  </a:cubicBezTo>
                  <a:lnTo>
                    <a:pt x="22559" y="5987"/>
                  </a:lnTo>
                  <a:cubicBezTo>
                    <a:pt x="22559" y="8092"/>
                    <a:pt x="20843" y="9788"/>
                    <a:pt x="18738" y="9788"/>
                  </a:cubicBezTo>
                  <a:lnTo>
                    <a:pt x="9052" y="9788"/>
                  </a:lnTo>
                  <a:cubicBezTo>
                    <a:pt x="6948" y="9788"/>
                    <a:pt x="5252" y="8092"/>
                    <a:pt x="5252" y="5987"/>
                  </a:cubicBezTo>
                  <a:close/>
                </a:path>
              </a:pathLst>
            </a:custGeom>
            <a:solidFill>
              <a:srgbClr val="64C8FA"/>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53" name="Google Shape;2253;p24">
              <a:extLst>
                <a:ext uri="{FF2B5EF4-FFF2-40B4-BE49-F238E27FC236}">
                  <a16:creationId xmlns:a16="http://schemas.microsoft.com/office/drawing/2014/main" id="{4B6FB594-4595-E4B4-DF0E-87AAB7CE3CF4}"/>
                </a:ext>
              </a:extLst>
            </p:cNvPr>
            <p:cNvSpPr/>
            <p:nvPr/>
          </p:nvSpPr>
          <p:spPr>
            <a:xfrm>
              <a:off x="1191350" y="2441650"/>
              <a:ext cx="614600" cy="794900"/>
            </a:xfrm>
            <a:custGeom>
              <a:avLst/>
              <a:gdLst/>
              <a:ahLst/>
              <a:cxnLst/>
              <a:rect l="l" t="t" r="r" b="b"/>
              <a:pathLst>
                <a:path w="24584" h="31796" extrusionOk="0">
                  <a:moveTo>
                    <a:pt x="12568" y="5620"/>
                  </a:moveTo>
                  <a:cubicBezTo>
                    <a:pt x="15653" y="5620"/>
                    <a:pt x="17799" y="6969"/>
                    <a:pt x="17799" y="10218"/>
                  </a:cubicBezTo>
                  <a:cubicBezTo>
                    <a:pt x="17799" y="13119"/>
                    <a:pt x="15797" y="14775"/>
                    <a:pt x="12629" y="14775"/>
                  </a:cubicBezTo>
                  <a:lnTo>
                    <a:pt x="6908" y="14775"/>
                  </a:lnTo>
                  <a:lnTo>
                    <a:pt x="6908" y="5620"/>
                  </a:lnTo>
                  <a:close/>
                  <a:moveTo>
                    <a:pt x="1" y="1"/>
                  </a:moveTo>
                  <a:lnTo>
                    <a:pt x="1" y="31796"/>
                  </a:lnTo>
                  <a:lnTo>
                    <a:pt x="6908" y="31796"/>
                  </a:lnTo>
                  <a:lnTo>
                    <a:pt x="6908" y="20333"/>
                  </a:lnTo>
                  <a:lnTo>
                    <a:pt x="13876" y="20333"/>
                  </a:lnTo>
                  <a:cubicBezTo>
                    <a:pt x="21355" y="20333"/>
                    <a:pt x="24583" y="15122"/>
                    <a:pt x="24583" y="10136"/>
                  </a:cubicBezTo>
                  <a:cubicBezTo>
                    <a:pt x="24583" y="3883"/>
                    <a:pt x="20251" y="1"/>
                    <a:pt x="13651"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54" name="Google Shape;2254;p24">
              <a:extLst>
                <a:ext uri="{FF2B5EF4-FFF2-40B4-BE49-F238E27FC236}">
                  <a16:creationId xmlns:a16="http://schemas.microsoft.com/office/drawing/2014/main" id="{BA40A698-BBB0-C520-1355-2FA558E858CB}"/>
                </a:ext>
              </a:extLst>
            </p:cNvPr>
            <p:cNvSpPr/>
            <p:nvPr/>
          </p:nvSpPr>
          <p:spPr>
            <a:xfrm>
              <a:off x="1911675" y="2441650"/>
              <a:ext cx="571650" cy="794900"/>
            </a:xfrm>
            <a:custGeom>
              <a:avLst/>
              <a:gdLst/>
              <a:ahLst/>
              <a:cxnLst/>
              <a:rect l="l" t="t" r="r" b="b"/>
              <a:pathLst>
                <a:path w="22866" h="31796" extrusionOk="0">
                  <a:moveTo>
                    <a:pt x="0" y="1"/>
                  </a:moveTo>
                  <a:lnTo>
                    <a:pt x="0" y="31796"/>
                  </a:lnTo>
                  <a:lnTo>
                    <a:pt x="22866" y="31796"/>
                  </a:lnTo>
                  <a:lnTo>
                    <a:pt x="22866" y="25952"/>
                  </a:lnTo>
                  <a:lnTo>
                    <a:pt x="6907" y="25952"/>
                  </a:lnTo>
                  <a:lnTo>
                    <a:pt x="6907" y="18596"/>
                  </a:lnTo>
                  <a:lnTo>
                    <a:pt x="20598" y="18596"/>
                  </a:lnTo>
                  <a:lnTo>
                    <a:pt x="20598" y="12752"/>
                  </a:lnTo>
                  <a:lnTo>
                    <a:pt x="6907" y="12752"/>
                  </a:lnTo>
                  <a:lnTo>
                    <a:pt x="6907" y="5845"/>
                  </a:lnTo>
                  <a:lnTo>
                    <a:pt x="22743" y="5845"/>
                  </a:lnTo>
                  <a:lnTo>
                    <a:pt x="22743"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55" name="Google Shape;2255;p24">
              <a:extLst>
                <a:ext uri="{FF2B5EF4-FFF2-40B4-BE49-F238E27FC236}">
                  <a16:creationId xmlns:a16="http://schemas.microsoft.com/office/drawing/2014/main" id="{F6A818A9-40D1-4458-C352-B401DDF23443}"/>
                </a:ext>
              </a:extLst>
            </p:cNvPr>
            <p:cNvSpPr/>
            <p:nvPr/>
          </p:nvSpPr>
          <p:spPr>
            <a:xfrm>
              <a:off x="2542575" y="2441650"/>
              <a:ext cx="692225" cy="798475"/>
            </a:xfrm>
            <a:custGeom>
              <a:avLst/>
              <a:gdLst/>
              <a:ahLst/>
              <a:cxnLst/>
              <a:rect l="l" t="t" r="r" b="b"/>
              <a:pathLst>
                <a:path w="27689" h="31939" extrusionOk="0">
                  <a:moveTo>
                    <a:pt x="0" y="1"/>
                  </a:moveTo>
                  <a:lnTo>
                    <a:pt x="10299" y="31939"/>
                  </a:lnTo>
                  <a:lnTo>
                    <a:pt x="17267" y="31939"/>
                  </a:lnTo>
                  <a:lnTo>
                    <a:pt x="27688" y="1"/>
                  </a:lnTo>
                  <a:lnTo>
                    <a:pt x="20965" y="1"/>
                  </a:lnTo>
                  <a:lnTo>
                    <a:pt x="14181" y="22928"/>
                  </a:lnTo>
                  <a:lnTo>
                    <a:pt x="14038" y="22928"/>
                  </a:lnTo>
                  <a:lnTo>
                    <a:pt x="7315"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56" name="Google Shape;2256;p24">
              <a:extLst>
                <a:ext uri="{FF2B5EF4-FFF2-40B4-BE49-F238E27FC236}">
                  <a16:creationId xmlns:a16="http://schemas.microsoft.com/office/drawing/2014/main" id="{3CC6E646-FC63-153D-8386-3AD2175C0856}"/>
                </a:ext>
              </a:extLst>
            </p:cNvPr>
            <p:cNvSpPr/>
            <p:nvPr/>
          </p:nvSpPr>
          <p:spPr>
            <a:xfrm>
              <a:off x="3487650" y="2440125"/>
              <a:ext cx="140000" cy="188025"/>
            </a:xfrm>
            <a:custGeom>
              <a:avLst/>
              <a:gdLst/>
              <a:ahLst/>
              <a:cxnLst/>
              <a:rect l="l" t="t" r="r" b="b"/>
              <a:pathLst>
                <a:path w="5600" h="7521" extrusionOk="0">
                  <a:moveTo>
                    <a:pt x="2861" y="1186"/>
                  </a:moveTo>
                  <a:cubicBezTo>
                    <a:pt x="3637" y="1186"/>
                    <a:pt x="4230" y="1472"/>
                    <a:pt x="4230" y="2350"/>
                  </a:cubicBezTo>
                  <a:cubicBezTo>
                    <a:pt x="4230" y="3127"/>
                    <a:pt x="3699" y="3515"/>
                    <a:pt x="2881" y="3515"/>
                  </a:cubicBezTo>
                  <a:lnTo>
                    <a:pt x="1390" y="3515"/>
                  </a:lnTo>
                  <a:lnTo>
                    <a:pt x="1390" y="1186"/>
                  </a:lnTo>
                  <a:close/>
                  <a:moveTo>
                    <a:pt x="0" y="1"/>
                  </a:moveTo>
                  <a:lnTo>
                    <a:pt x="0" y="7520"/>
                  </a:lnTo>
                  <a:lnTo>
                    <a:pt x="1390" y="7520"/>
                  </a:lnTo>
                  <a:lnTo>
                    <a:pt x="1390" y="4700"/>
                  </a:lnTo>
                  <a:lnTo>
                    <a:pt x="3127" y="4700"/>
                  </a:lnTo>
                  <a:cubicBezTo>
                    <a:pt x="4823" y="4700"/>
                    <a:pt x="5599" y="3515"/>
                    <a:pt x="5599" y="2371"/>
                  </a:cubicBezTo>
                  <a:cubicBezTo>
                    <a:pt x="5599" y="818"/>
                    <a:pt x="4496" y="1"/>
                    <a:pt x="3045"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57" name="Google Shape;2257;p24">
              <a:extLst>
                <a:ext uri="{FF2B5EF4-FFF2-40B4-BE49-F238E27FC236}">
                  <a16:creationId xmlns:a16="http://schemas.microsoft.com/office/drawing/2014/main" id="{DBE84ED6-3FE2-EBFD-5CD0-3F9BF734C46E}"/>
                </a:ext>
              </a:extLst>
            </p:cNvPr>
            <p:cNvSpPr/>
            <p:nvPr/>
          </p:nvSpPr>
          <p:spPr>
            <a:xfrm>
              <a:off x="3650100" y="2490700"/>
              <a:ext cx="86850" cy="137450"/>
            </a:xfrm>
            <a:custGeom>
              <a:avLst/>
              <a:gdLst/>
              <a:ahLst/>
              <a:cxnLst/>
              <a:rect l="l" t="t" r="r" b="b"/>
              <a:pathLst>
                <a:path w="3474" h="5498" extrusionOk="0">
                  <a:moveTo>
                    <a:pt x="3045" y="0"/>
                  </a:moveTo>
                  <a:cubicBezTo>
                    <a:pt x="2391" y="0"/>
                    <a:pt x="1594" y="430"/>
                    <a:pt x="1287" y="1002"/>
                  </a:cubicBezTo>
                  <a:lnTo>
                    <a:pt x="1267" y="1002"/>
                  </a:lnTo>
                  <a:lnTo>
                    <a:pt x="1267" y="103"/>
                  </a:lnTo>
                  <a:lnTo>
                    <a:pt x="0" y="103"/>
                  </a:lnTo>
                  <a:lnTo>
                    <a:pt x="0" y="5497"/>
                  </a:lnTo>
                  <a:lnTo>
                    <a:pt x="1287" y="5497"/>
                  </a:lnTo>
                  <a:lnTo>
                    <a:pt x="1287" y="2739"/>
                  </a:lnTo>
                  <a:cubicBezTo>
                    <a:pt x="1287" y="1737"/>
                    <a:pt x="2023" y="1165"/>
                    <a:pt x="2984" y="1165"/>
                  </a:cubicBezTo>
                  <a:cubicBezTo>
                    <a:pt x="3167" y="1165"/>
                    <a:pt x="3310" y="1165"/>
                    <a:pt x="3474" y="1206"/>
                  </a:cubicBezTo>
                  <a:lnTo>
                    <a:pt x="3474" y="21"/>
                  </a:lnTo>
                  <a:cubicBezTo>
                    <a:pt x="3331" y="0"/>
                    <a:pt x="3188" y="0"/>
                    <a:pt x="3045"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58" name="Google Shape;2258;p24">
              <a:extLst>
                <a:ext uri="{FF2B5EF4-FFF2-40B4-BE49-F238E27FC236}">
                  <a16:creationId xmlns:a16="http://schemas.microsoft.com/office/drawing/2014/main" id="{F311FA1B-E31C-4042-8258-A14CEA061694}"/>
                </a:ext>
              </a:extLst>
            </p:cNvPr>
            <p:cNvSpPr/>
            <p:nvPr/>
          </p:nvSpPr>
          <p:spPr>
            <a:xfrm>
              <a:off x="3752775" y="2490700"/>
              <a:ext cx="122625" cy="140500"/>
            </a:xfrm>
            <a:custGeom>
              <a:avLst/>
              <a:gdLst/>
              <a:ahLst/>
              <a:cxnLst/>
              <a:rect l="l" t="t" r="r" b="b"/>
              <a:pathLst>
                <a:path w="4905" h="5620" extrusionOk="0">
                  <a:moveTo>
                    <a:pt x="2432" y="1104"/>
                  </a:moveTo>
                  <a:cubicBezTo>
                    <a:pt x="3106" y="1104"/>
                    <a:pt x="3597" y="1472"/>
                    <a:pt x="3597" y="2126"/>
                  </a:cubicBezTo>
                  <a:lnTo>
                    <a:pt x="3597" y="3474"/>
                  </a:lnTo>
                  <a:cubicBezTo>
                    <a:pt x="3597" y="4251"/>
                    <a:pt x="3025" y="4537"/>
                    <a:pt x="2473" y="4537"/>
                  </a:cubicBezTo>
                  <a:cubicBezTo>
                    <a:pt x="1819" y="4537"/>
                    <a:pt x="1308" y="4149"/>
                    <a:pt x="1308" y="3495"/>
                  </a:cubicBezTo>
                  <a:lnTo>
                    <a:pt x="1308" y="2166"/>
                  </a:lnTo>
                  <a:cubicBezTo>
                    <a:pt x="1308" y="1390"/>
                    <a:pt x="1901" y="1104"/>
                    <a:pt x="2432" y="1104"/>
                  </a:cubicBezTo>
                  <a:close/>
                  <a:moveTo>
                    <a:pt x="2432" y="0"/>
                  </a:moveTo>
                  <a:cubicBezTo>
                    <a:pt x="1247" y="0"/>
                    <a:pt x="0" y="797"/>
                    <a:pt x="0" y="2269"/>
                  </a:cubicBezTo>
                  <a:lnTo>
                    <a:pt x="0" y="3495"/>
                  </a:lnTo>
                  <a:cubicBezTo>
                    <a:pt x="0" y="4884"/>
                    <a:pt x="1165" y="5620"/>
                    <a:pt x="2473" y="5620"/>
                  </a:cubicBezTo>
                  <a:cubicBezTo>
                    <a:pt x="3679" y="5620"/>
                    <a:pt x="4905" y="4823"/>
                    <a:pt x="4905" y="3352"/>
                  </a:cubicBezTo>
                  <a:lnTo>
                    <a:pt x="4905" y="2248"/>
                  </a:lnTo>
                  <a:cubicBezTo>
                    <a:pt x="4905" y="859"/>
                    <a:pt x="3740" y="0"/>
                    <a:pt x="2432"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59" name="Google Shape;2259;p24">
              <a:extLst>
                <a:ext uri="{FF2B5EF4-FFF2-40B4-BE49-F238E27FC236}">
                  <a16:creationId xmlns:a16="http://schemas.microsoft.com/office/drawing/2014/main" id="{EFDD1D2D-2727-2C22-F705-07A4F8B18E19}"/>
                </a:ext>
              </a:extLst>
            </p:cNvPr>
            <p:cNvSpPr/>
            <p:nvPr/>
          </p:nvSpPr>
          <p:spPr>
            <a:xfrm>
              <a:off x="3897850" y="2490700"/>
              <a:ext cx="121100" cy="189050"/>
            </a:xfrm>
            <a:custGeom>
              <a:avLst/>
              <a:gdLst/>
              <a:ahLst/>
              <a:cxnLst/>
              <a:rect l="l" t="t" r="r" b="b"/>
              <a:pathLst>
                <a:path w="4844" h="7562" extrusionOk="0">
                  <a:moveTo>
                    <a:pt x="2432" y="1104"/>
                  </a:moveTo>
                  <a:cubicBezTo>
                    <a:pt x="3086" y="1104"/>
                    <a:pt x="3597" y="1472"/>
                    <a:pt x="3597" y="2126"/>
                  </a:cubicBezTo>
                  <a:lnTo>
                    <a:pt x="3597" y="3331"/>
                  </a:lnTo>
                  <a:cubicBezTo>
                    <a:pt x="3597" y="4108"/>
                    <a:pt x="3004" y="4394"/>
                    <a:pt x="2473" y="4394"/>
                  </a:cubicBezTo>
                  <a:cubicBezTo>
                    <a:pt x="1799" y="4394"/>
                    <a:pt x="1308" y="4006"/>
                    <a:pt x="1308" y="3352"/>
                  </a:cubicBezTo>
                  <a:lnTo>
                    <a:pt x="1308" y="2166"/>
                  </a:lnTo>
                  <a:cubicBezTo>
                    <a:pt x="1308" y="1390"/>
                    <a:pt x="1901" y="1104"/>
                    <a:pt x="2432" y="1104"/>
                  </a:cubicBezTo>
                  <a:close/>
                  <a:moveTo>
                    <a:pt x="2105" y="0"/>
                  </a:moveTo>
                  <a:cubicBezTo>
                    <a:pt x="920" y="0"/>
                    <a:pt x="1" y="797"/>
                    <a:pt x="1" y="2269"/>
                  </a:cubicBezTo>
                  <a:lnTo>
                    <a:pt x="1" y="3290"/>
                  </a:lnTo>
                  <a:cubicBezTo>
                    <a:pt x="1" y="4680"/>
                    <a:pt x="818" y="5415"/>
                    <a:pt x="2126" y="5415"/>
                  </a:cubicBezTo>
                  <a:cubicBezTo>
                    <a:pt x="2739" y="5415"/>
                    <a:pt x="3229" y="5191"/>
                    <a:pt x="3577" y="4721"/>
                  </a:cubicBezTo>
                  <a:lnTo>
                    <a:pt x="3597" y="4721"/>
                  </a:lnTo>
                  <a:lnTo>
                    <a:pt x="3597" y="5272"/>
                  </a:lnTo>
                  <a:cubicBezTo>
                    <a:pt x="3597" y="6049"/>
                    <a:pt x="3168" y="6539"/>
                    <a:pt x="2391" y="6539"/>
                  </a:cubicBezTo>
                  <a:cubicBezTo>
                    <a:pt x="1921" y="6539"/>
                    <a:pt x="1554" y="6335"/>
                    <a:pt x="1308" y="5824"/>
                  </a:cubicBezTo>
                  <a:lnTo>
                    <a:pt x="82" y="6253"/>
                  </a:lnTo>
                  <a:cubicBezTo>
                    <a:pt x="348" y="7152"/>
                    <a:pt x="1390" y="7561"/>
                    <a:pt x="2269" y="7561"/>
                  </a:cubicBezTo>
                  <a:cubicBezTo>
                    <a:pt x="4128" y="7561"/>
                    <a:pt x="4844" y="6294"/>
                    <a:pt x="4844" y="5048"/>
                  </a:cubicBezTo>
                  <a:lnTo>
                    <a:pt x="4844" y="103"/>
                  </a:lnTo>
                  <a:lnTo>
                    <a:pt x="3617" y="103"/>
                  </a:lnTo>
                  <a:lnTo>
                    <a:pt x="3617" y="736"/>
                  </a:lnTo>
                  <a:lnTo>
                    <a:pt x="3597" y="736"/>
                  </a:lnTo>
                  <a:cubicBezTo>
                    <a:pt x="3311" y="327"/>
                    <a:pt x="2739" y="0"/>
                    <a:pt x="2105"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60" name="Google Shape;2260;p24">
              <a:extLst>
                <a:ext uri="{FF2B5EF4-FFF2-40B4-BE49-F238E27FC236}">
                  <a16:creationId xmlns:a16="http://schemas.microsoft.com/office/drawing/2014/main" id="{548C8FA5-D1CE-F778-E5FE-D66CAB73B536}"/>
                </a:ext>
              </a:extLst>
            </p:cNvPr>
            <p:cNvSpPr/>
            <p:nvPr/>
          </p:nvSpPr>
          <p:spPr>
            <a:xfrm>
              <a:off x="4051100" y="2490700"/>
              <a:ext cx="86875" cy="137450"/>
            </a:xfrm>
            <a:custGeom>
              <a:avLst/>
              <a:gdLst/>
              <a:ahLst/>
              <a:cxnLst/>
              <a:rect l="l" t="t" r="r" b="b"/>
              <a:pathLst>
                <a:path w="3475" h="5498" extrusionOk="0">
                  <a:moveTo>
                    <a:pt x="3046" y="0"/>
                  </a:moveTo>
                  <a:cubicBezTo>
                    <a:pt x="2392" y="0"/>
                    <a:pt x="1595" y="430"/>
                    <a:pt x="1288" y="1002"/>
                  </a:cubicBezTo>
                  <a:lnTo>
                    <a:pt x="1268" y="1002"/>
                  </a:lnTo>
                  <a:lnTo>
                    <a:pt x="1268" y="103"/>
                  </a:lnTo>
                  <a:lnTo>
                    <a:pt x="1" y="103"/>
                  </a:lnTo>
                  <a:lnTo>
                    <a:pt x="1" y="5497"/>
                  </a:lnTo>
                  <a:lnTo>
                    <a:pt x="1288" y="5497"/>
                  </a:lnTo>
                  <a:lnTo>
                    <a:pt x="1288" y="2739"/>
                  </a:lnTo>
                  <a:cubicBezTo>
                    <a:pt x="1288" y="1737"/>
                    <a:pt x="2024" y="1165"/>
                    <a:pt x="2984" y="1165"/>
                  </a:cubicBezTo>
                  <a:cubicBezTo>
                    <a:pt x="3168" y="1165"/>
                    <a:pt x="3311" y="1165"/>
                    <a:pt x="3475" y="1206"/>
                  </a:cubicBezTo>
                  <a:lnTo>
                    <a:pt x="3475" y="21"/>
                  </a:lnTo>
                  <a:cubicBezTo>
                    <a:pt x="3332" y="0"/>
                    <a:pt x="3189" y="0"/>
                    <a:pt x="3046"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61" name="Google Shape;2261;p24">
              <a:extLst>
                <a:ext uri="{FF2B5EF4-FFF2-40B4-BE49-F238E27FC236}">
                  <a16:creationId xmlns:a16="http://schemas.microsoft.com/office/drawing/2014/main" id="{D9BD12C3-FB55-9763-2923-0A535D7340CB}"/>
                </a:ext>
              </a:extLst>
            </p:cNvPr>
            <p:cNvSpPr/>
            <p:nvPr/>
          </p:nvSpPr>
          <p:spPr>
            <a:xfrm>
              <a:off x="4149700" y="2490200"/>
              <a:ext cx="120600" cy="140500"/>
            </a:xfrm>
            <a:custGeom>
              <a:avLst/>
              <a:gdLst/>
              <a:ahLst/>
              <a:cxnLst/>
              <a:rect l="l" t="t" r="r" b="b"/>
              <a:pathLst>
                <a:path w="4824" h="5620" extrusionOk="0">
                  <a:moveTo>
                    <a:pt x="3434" y="3269"/>
                  </a:moveTo>
                  <a:lnTo>
                    <a:pt x="3434" y="3515"/>
                  </a:lnTo>
                  <a:cubicBezTo>
                    <a:pt x="3434" y="4107"/>
                    <a:pt x="3270" y="4598"/>
                    <a:pt x="2228" y="4618"/>
                  </a:cubicBezTo>
                  <a:cubicBezTo>
                    <a:pt x="1635" y="4618"/>
                    <a:pt x="1268" y="4373"/>
                    <a:pt x="1268" y="3923"/>
                  </a:cubicBezTo>
                  <a:cubicBezTo>
                    <a:pt x="1268" y="3453"/>
                    <a:pt x="1615" y="3269"/>
                    <a:pt x="2167" y="3269"/>
                  </a:cubicBezTo>
                  <a:close/>
                  <a:moveTo>
                    <a:pt x="2412" y="0"/>
                  </a:moveTo>
                  <a:cubicBezTo>
                    <a:pt x="1390" y="0"/>
                    <a:pt x="266" y="409"/>
                    <a:pt x="266" y="1594"/>
                  </a:cubicBezTo>
                  <a:lnTo>
                    <a:pt x="266" y="1737"/>
                  </a:lnTo>
                  <a:lnTo>
                    <a:pt x="1431" y="1737"/>
                  </a:lnTo>
                  <a:lnTo>
                    <a:pt x="1431" y="1553"/>
                  </a:lnTo>
                  <a:cubicBezTo>
                    <a:pt x="1431" y="1206"/>
                    <a:pt x="1840" y="1022"/>
                    <a:pt x="2412" y="1022"/>
                  </a:cubicBezTo>
                  <a:cubicBezTo>
                    <a:pt x="3045" y="1022"/>
                    <a:pt x="3434" y="1247"/>
                    <a:pt x="3434" y="1819"/>
                  </a:cubicBezTo>
                  <a:lnTo>
                    <a:pt x="3434" y="2330"/>
                  </a:lnTo>
                  <a:lnTo>
                    <a:pt x="2003" y="2330"/>
                  </a:lnTo>
                  <a:cubicBezTo>
                    <a:pt x="961" y="2330"/>
                    <a:pt x="1" y="2943"/>
                    <a:pt x="1" y="3985"/>
                  </a:cubicBezTo>
                  <a:cubicBezTo>
                    <a:pt x="1" y="5006"/>
                    <a:pt x="757" y="5619"/>
                    <a:pt x="1881" y="5619"/>
                  </a:cubicBezTo>
                  <a:cubicBezTo>
                    <a:pt x="2575" y="5619"/>
                    <a:pt x="2984" y="5517"/>
                    <a:pt x="3474" y="5006"/>
                  </a:cubicBezTo>
                  <a:lnTo>
                    <a:pt x="3495" y="5006"/>
                  </a:lnTo>
                  <a:cubicBezTo>
                    <a:pt x="3495" y="5109"/>
                    <a:pt x="3515" y="5435"/>
                    <a:pt x="3536" y="5517"/>
                  </a:cubicBezTo>
                  <a:lnTo>
                    <a:pt x="4823" y="5517"/>
                  </a:lnTo>
                  <a:cubicBezTo>
                    <a:pt x="4762" y="5395"/>
                    <a:pt x="4721" y="4598"/>
                    <a:pt x="4721" y="4352"/>
                  </a:cubicBezTo>
                  <a:lnTo>
                    <a:pt x="4721" y="1737"/>
                  </a:lnTo>
                  <a:cubicBezTo>
                    <a:pt x="4721" y="409"/>
                    <a:pt x="3617" y="0"/>
                    <a:pt x="2412"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62" name="Google Shape;2262;p24">
              <a:extLst>
                <a:ext uri="{FF2B5EF4-FFF2-40B4-BE49-F238E27FC236}">
                  <a16:creationId xmlns:a16="http://schemas.microsoft.com/office/drawing/2014/main" id="{F85D5DA7-AD7C-63F6-B3B8-D53C64CE3186}"/>
                </a:ext>
              </a:extLst>
            </p:cNvPr>
            <p:cNvSpPr/>
            <p:nvPr/>
          </p:nvSpPr>
          <p:spPr>
            <a:xfrm>
              <a:off x="4300925" y="2490700"/>
              <a:ext cx="197200" cy="137450"/>
            </a:xfrm>
            <a:custGeom>
              <a:avLst/>
              <a:gdLst/>
              <a:ahLst/>
              <a:cxnLst/>
              <a:rect l="l" t="t" r="r" b="b"/>
              <a:pathLst>
                <a:path w="7888" h="5498" extrusionOk="0">
                  <a:moveTo>
                    <a:pt x="2800" y="0"/>
                  </a:moveTo>
                  <a:cubicBezTo>
                    <a:pt x="2166" y="0"/>
                    <a:pt x="1635" y="246"/>
                    <a:pt x="1267" y="757"/>
                  </a:cubicBezTo>
                  <a:lnTo>
                    <a:pt x="1247" y="757"/>
                  </a:lnTo>
                  <a:lnTo>
                    <a:pt x="1247" y="103"/>
                  </a:lnTo>
                  <a:lnTo>
                    <a:pt x="0" y="103"/>
                  </a:lnTo>
                  <a:lnTo>
                    <a:pt x="0" y="5497"/>
                  </a:lnTo>
                  <a:lnTo>
                    <a:pt x="1287" y="5497"/>
                  </a:lnTo>
                  <a:lnTo>
                    <a:pt x="1287" y="2330"/>
                  </a:lnTo>
                  <a:cubicBezTo>
                    <a:pt x="1287" y="1431"/>
                    <a:pt x="1880" y="1124"/>
                    <a:pt x="2330" y="1124"/>
                  </a:cubicBezTo>
                  <a:cubicBezTo>
                    <a:pt x="3106" y="1124"/>
                    <a:pt x="3310" y="1696"/>
                    <a:pt x="3310" y="2371"/>
                  </a:cubicBezTo>
                  <a:lnTo>
                    <a:pt x="3310" y="5497"/>
                  </a:lnTo>
                  <a:lnTo>
                    <a:pt x="4598" y="5497"/>
                  </a:lnTo>
                  <a:lnTo>
                    <a:pt x="4598" y="2371"/>
                  </a:lnTo>
                  <a:cubicBezTo>
                    <a:pt x="4598" y="1676"/>
                    <a:pt x="4904" y="1124"/>
                    <a:pt x="5620" y="1124"/>
                  </a:cubicBezTo>
                  <a:cubicBezTo>
                    <a:pt x="6355" y="1124"/>
                    <a:pt x="6600" y="1615"/>
                    <a:pt x="6600" y="2350"/>
                  </a:cubicBezTo>
                  <a:lnTo>
                    <a:pt x="6600" y="5497"/>
                  </a:lnTo>
                  <a:lnTo>
                    <a:pt x="7888" y="5497"/>
                  </a:lnTo>
                  <a:lnTo>
                    <a:pt x="7888" y="1901"/>
                  </a:lnTo>
                  <a:cubicBezTo>
                    <a:pt x="7888" y="573"/>
                    <a:pt x="7009" y="0"/>
                    <a:pt x="6008" y="0"/>
                  </a:cubicBezTo>
                  <a:cubicBezTo>
                    <a:pt x="5272" y="0"/>
                    <a:pt x="4720" y="307"/>
                    <a:pt x="4332" y="797"/>
                  </a:cubicBezTo>
                  <a:cubicBezTo>
                    <a:pt x="3985" y="287"/>
                    <a:pt x="3515" y="0"/>
                    <a:pt x="2800"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63" name="Google Shape;2263;p24">
              <a:extLst>
                <a:ext uri="{FF2B5EF4-FFF2-40B4-BE49-F238E27FC236}">
                  <a16:creationId xmlns:a16="http://schemas.microsoft.com/office/drawing/2014/main" id="{CB698232-B013-6D28-E0F1-AE7BB82E4271}"/>
                </a:ext>
              </a:extLst>
            </p:cNvPr>
            <p:cNvSpPr/>
            <p:nvPr/>
          </p:nvSpPr>
          <p:spPr>
            <a:xfrm>
              <a:off x="4532325" y="2490700"/>
              <a:ext cx="197725" cy="137450"/>
            </a:xfrm>
            <a:custGeom>
              <a:avLst/>
              <a:gdLst/>
              <a:ahLst/>
              <a:cxnLst/>
              <a:rect l="l" t="t" r="r" b="b"/>
              <a:pathLst>
                <a:path w="7909" h="5498" extrusionOk="0">
                  <a:moveTo>
                    <a:pt x="2800" y="0"/>
                  </a:moveTo>
                  <a:cubicBezTo>
                    <a:pt x="2167" y="0"/>
                    <a:pt x="1636" y="246"/>
                    <a:pt x="1268" y="757"/>
                  </a:cubicBezTo>
                  <a:lnTo>
                    <a:pt x="1247" y="757"/>
                  </a:lnTo>
                  <a:lnTo>
                    <a:pt x="1247" y="103"/>
                  </a:lnTo>
                  <a:lnTo>
                    <a:pt x="1" y="103"/>
                  </a:lnTo>
                  <a:lnTo>
                    <a:pt x="1" y="5497"/>
                  </a:lnTo>
                  <a:lnTo>
                    <a:pt x="1288" y="5497"/>
                  </a:lnTo>
                  <a:lnTo>
                    <a:pt x="1288" y="2330"/>
                  </a:lnTo>
                  <a:cubicBezTo>
                    <a:pt x="1288" y="1431"/>
                    <a:pt x="1881" y="1124"/>
                    <a:pt x="2330" y="1124"/>
                  </a:cubicBezTo>
                  <a:cubicBezTo>
                    <a:pt x="3127" y="1124"/>
                    <a:pt x="3311" y="1696"/>
                    <a:pt x="3311" y="2371"/>
                  </a:cubicBezTo>
                  <a:lnTo>
                    <a:pt x="3311" y="5497"/>
                  </a:lnTo>
                  <a:lnTo>
                    <a:pt x="4598" y="5497"/>
                  </a:lnTo>
                  <a:lnTo>
                    <a:pt x="4598" y="2371"/>
                  </a:lnTo>
                  <a:cubicBezTo>
                    <a:pt x="4598" y="1676"/>
                    <a:pt x="4905" y="1124"/>
                    <a:pt x="5641" y="1124"/>
                  </a:cubicBezTo>
                  <a:cubicBezTo>
                    <a:pt x="6356" y="1124"/>
                    <a:pt x="6621" y="1615"/>
                    <a:pt x="6621" y="2350"/>
                  </a:cubicBezTo>
                  <a:lnTo>
                    <a:pt x="6621" y="5497"/>
                  </a:lnTo>
                  <a:lnTo>
                    <a:pt x="7909" y="5497"/>
                  </a:lnTo>
                  <a:lnTo>
                    <a:pt x="7909" y="1901"/>
                  </a:lnTo>
                  <a:cubicBezTo>
                    <a:pt x="7909" y="573"/>
                    <a:pt x="7010" y="0"/>
                    <a:pt x="6008" y="0"/>
                  </a:cubicBezTo>
                  <a:cubicBezTo>
                    <a:pt x="5273" y="0"/>
                    <a:pt x="4721" y="307"/>
                    <a:pt x="4353" y="797"/>
                  </a:cubicBezTo>
                  <a:lnTo>
                    <a:pt x="4333" y="797"/>
                  </a:lnTo>
                  <a:cubicBezTo>
                    <a:pt x="4006" y="287"/>
                    <a:pt x="3515" y="0"/>
                    <a:pt x="2800"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64" name="Google Shape;2264;p24">
              <a:extLst>
                <a:ext uri="{FF2B5EF4-FFF2-40B4-BE49-F238E27FC236}">
                  <a16:creationId xmlns:a16="http://schemas.microsoft.com/office/drawing/2014/main" id="{7128AD77-9F4A-6B2B-C018-DE6B4EC79D3C}"/>
                </a:ext>
              </a:extLst>
            </p:cNvPr>
            <p:cNvSpPr/>
            <p:nvPr/>
          </p:nvSpPr>
          <p:spPr>
            <a:xfrm>
              <a:off x="4758125" y="2490700"/>
              <a:ext cx="120075" cy="140500"/>
            </a:xfrm>
            <a:custGeom>
              <a:avLst/>
              <a:gdLst/>
              <a:ahLst/>
              <a:cxnLst/>
              <a:rect l="l" t="t" r="r" b="b"/>
              <a:pathLst>
                <a:path w="4803" h="5620" extrusionOk="0">
                  <a:moveTo>
                    <a:pt x="2473" y="1083"/>
                  </a:moveTo>
                  <a:cubicBezTo>
                    <a:pt x="3004" y="1083"/>
                    <a:pt x="3515" y="1390"/>
                    <a:pt x="3515" y="2126"/>
                  </a:cubicBezTo>
                  <a:lnTo>
                    <a:pt x="3515" y="2269"/>
                  </a:lnTo>
                  <a:lnTo>
                    <a:pt x="1329" y="2269"/>
                  </a:lnTo>
                  <a:lnTo>
                    <a:pt x="1329" y="2187"/>
                  </a:lnTo>
                  <a:cubicBezTo>
                    <a:pt x="1329" y="1390"/>
                    <a:pt x="1921" y="1083"/>
                    <a:pt x="2473" y="1083"/>
                  </a:cubicBezTo>
                  <a:close/>
                  <a:moveTo>
                    <a:pt x="2473" y="0"/>
                  </a:moveTo>
                  <a:cubicBezTo>
                    <a:pt x="1145" y="0"/>
                    <a:pt x="1" y="838"/>
                    <a:pt x="1" y="2371"/>
                  </a:cubicBezTo>
                  <a:lnTo>
                    <a:pt x="1" y="3413"/>
                  </a:lnTo>
                  <a:cubicBezTo>
                    <a:pt x="1" y="4884"/>
                    <a:pt x="1186" y="5620"/>
                    <a:pt x="2514" y="5620"/>
                  </a:cubicBezTo>
                  <a:cubicBezTo>
                    <a:pt x="3474" y="5620"/>
                    <a:pt x="4333" y="5252"/>
                    <a:pt x="4741" y="4414"/>
                  </a:cubicBezTo>
                  <a:lnTo>
                    <a:pt x="3761" y="3842"/>
                  </a:lnTo>
                  <a:cubicBezTo>
                    <a:pt x="3474" y="4271"/>
                    <a:pt x="3025" y="4537"/>
                    <a:pt x="2575" y="4537"/>
                  </a:cubicBezTo>
                  <a:cubicBezTo>
                    <a:pt x="1901" y="4537"/>
                    <a:pt x="1349" y="4149"/>
                    <a:pt x="1349" y="3454"/>
                  </a:cubicBezTo>
                  <a:lnTo>
                    <a:pt x="1349" y="3168"/>
                  </a:lnTo>
                  <a:lnTo>
                    <a:pt x="4803" y="3168"/>
                  </a:lnTo>
                  <a:lnTo>
                    <a:pt x="4803" y="2126"/>
                  </a:lnTo>
                  <a:cubicBezTo>
                    <a:pt x="4803" y="695"/>
                    <a:pt x="3638" y="0"/>
                    <a:pt x="2473"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65" name="Google Shape;2265;p24">
              <a:extLst>
                <a:ext uri="{FF2B5EF4-FFF2-40B4-BE49-F238E27FC236}">
                  <a16:creationId xmlns:a16="http://schemas.microsoft.com/office/drawing/2014/main" id="{E3B824AF-105E-0414-909F-CF10DAC9F540}"/>
                </a:ext>
              </a:extLst>
            </p:cNvPr>
            <p:cNvSpPr/>
            <p:nvPr/>
          </p:nvSpPr>
          <p:spPr>
            <a:xfrm>
              <a:off x="3487650" y="2756350"/>
              <a:ext cx="131300" cy="188000"/>
            </a:xfrm>
            <a:custGeom>
              <a:avLst/>
              <a:gdLst/>
              <a:ahLst/>
              <a:cxnLst/>
              <a:rect l="l" t="t" r="r" b="b"/>
              <a:pathLst>
                <a:path w="5252" h="7520" extrusionOk="0">
                  <a:moveTo>
                    <a:pt x="0" y="0"/>
                  </a:moveTo>
                  <a:lnTo>
                    <a:pt x="0" y="7520"/>
                  </a:lnTo>
                  <a:lnTo>
                    <a:pt x="5252" y="7520"/>
                  </a:lnTo>
                  <a:lnTo>
                    <a:pt x="5252" y="6294"/>
                  </a:lnTo>
                  <a:lnTo>
                    <a:pt x="1390" y="6294"/>
                  </a:lnTo>
                  <a:lnTo>
                    <a:pt x="1390" y="4312"/>
                  </a:lnTo>
                  <a:lnTo>
                    <a:pt x="4782" y="4312"/>
                  </a:lnTo>
                  <a:lnTo>
                    <a:pt x="4782" y="3065"/>
                  </a:lnTo>
                  <a:lnTo>
                    <a:pt x="1390" y="3065"/>
                  </a:lnTo>
                  <a:lnTo>
                    <a:pt x="1390" y="1226"/>
                  </a:lnTo>
                  <a:lnTo>
                    <a:pt x="5211" y="1226"/>
                  </a:lnTo>
                  <a:lnTo>
                    <a:pt x="5211" y="0"/>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66" name="Google Shape;2266;p24">
              <a:extLst>
                <a:ext uri="{FF2B5EF4-FFF2-40B4-BE49-F238E27FC236}">
                  <a16:creationId xmlns:a16="http://schemas.microsoft.com/office/drawing/2014/main" id="{391EAAA7-0545-FF30-7173-46625C645228}"/>
                </a:ext>
              </a:extLst>
            </p:cNvPr>
            <p:cNvSpPr/>
            <p:nvPr/>
          </p:nvSpPr>
          <p:spPr>
            <a:xfrm>
              <a:off x="3650600" y="2756350"/>
              <a:ext cx="58275" cy="189550"/>
            </a:xfrm>
            <a:custGeom>
              <a:avLst/>
              <a:gdLst/>
              <a:ahLst/>
              <a:cxnLst/>
              <a:rect l="l" t="t" r="r" b="b"/>
              <a:pathLst>
                <a:path w="2331" h="7582" extrusionOk="0">
                  <a:moveTo>
                    <a:pt x="1" y="0"/>
                  </a:moveTo>
                  <a:lnTo>
                    <a:pt x="1" y="6069"/>
                  </a:lnTo>
                  <a:cubicBezTo>
                    <a:pt x="1" y="6559"/>
                    <a:pt x="21" y="7581"/>
                    <a:pt x="1308" y="7581"/>
                  </a:cubicBezTo>
                  <a:cubicBezTo>
                    <a:pt x="1635" y="7581"/>
                    <a:pt x="2064" y="7520"/>
                    <a:pt x="2330" y="7438"/>
                  </a:cubicBezTo>
                  <a:lnTo>
                    <a:pt x="2330" y="6457"/>
                  </a:lnTo>
                  <a:cubicBezTo>
                    <a:pt x="2105" y="6478"/>
                    <a:pt x="1983" y="6498"/>
                    <a:pt x="1758" y="6498"/>
                  </a:cubicBezTo>
                  <a:cubicBezTo>
                    <a:pt x="1390" y="6498"/>
                    <a:pt x="1288" y="6294"/>
                    <a:pt x="1288" y="6069"/>
                  </a:cubicBezTo>
                  <a:lnTo>
                    <a:pt x="1288" y="0"/>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67" name="Google Shape;2267;p24">
              <a:extLst>
                <a:ext uri="{FF2B5EF4-FFF2-40B4-BE49-F238E27FC236}">
                  <a16:creationId xmlns:a16="http://schemas.microsoft.com/office/drawing/2014/main" id="{40E109DF-A3F0-6E29-B5D2-0D0245E9BEA2}"/>
                </a:ext>
              </a:extLst>
            </p:cNvPr>
            <p:cNvSpPr/>
            <p:nvPr/>
          </p:nvSpPr>
          <p:spPr>
            <a:xfrm>
              <a:off x="3723150" y="2806400"/>
              <a:ext cx="120075" cy="140500"/>
            </a:xfrm>
            <a:custGeom>
              <a:avLst/>
              <a:gdLst/>
              <a:ahLst/>
              <a:cxnLst/>
              <a:rect l="l" t="t" r="r" b="b"/>
              <a:pathLst>
                <a:path w="4803" h="5620" extrusionOk="0">
                  <a:moveTo>
                    <a:pt x="3413" y="3250"/>
                  </a:moveTo>
                  <a:lnTo>
                    <a:pt x="3413" y="3515"/>
                  </a:lnTo>
                  <a:cubicBezTo>
                    <a:pt x="3413" y="4108"/>
                    <a:pt x="3249" y="4598"/>
                    <a:pt x="2228" y="4598"/>
                  </a:cubicBezTo>
                  <a:cubicBezTo>
                    <a:pt x="1615" y="4598"/>
                    <a:pt x="1247" y="4373"/>
                    <a:pt x="1247" y="3924"/>
                  </a:cubicBezTo>
                  <a:cubicBezTo>
                    <a:pt x="1247" y="3454"/>
                    <a:pt x="1615" y="3250"/>
                    <a:pt x="2146" y="3250"/>
                  </a:cubicBezTo>
                  <a:close/>
                  <a:moveTo>
                    <a:pt x="2391" y="1"/>
                  </a:moveTo>
                  <a:cubicBezTo>
                    <a:pt x="1390" y="1"/>
                    <a:pt x="266" y="409"/>
                    <a:pt x="266" y="1594"/>
                  </a:cubicBezTo>
                  <a:lnTo>
                    <a:pt x="266" y="1737"/>
                  </a:lnTo>
                  <a:lnTo>
                    <a:pt x="1410" y="1737"/>
                  </a:lnTo>
                  <a:lnTo>
                    <a:pt x="1410" y="1554"/>
                  </a:lnTo>
                  <a:cubicBezTo>
                    <a:pt x="1410" y="1206"/>
                    <a:pt x="1819" y="1022"/>
                    <a:pt x="2391" y="1022"/>
                  </a:cubicBezTo>
                  <a:cubicBezTo>
                    <a:pt x="3045" y="1022"/>
                    <a:pt x="3413" y="1247"/>
                    <a:pt x="3413" y="1819"/>
                  </a:cubicBezTo>
                  <a:lnTo>
                    <a:pt x="3413" y="2330"/>
                  </a:lnTo>
                  <a:lnTo>
                    <a:pt x="1982" y="2330"/>
                  </a:lnTo>
                  <a:cubicBezTo>
                    <a:pt x="940" y="2330"/>
                    <a:pt x="0" y="2943"/>
                    <a:pt x="0" y="3985"/>
                  </a:cubicBezTo>
                  <a:cubicBezTo>
                    <a:pt x="0" y="5007"/>
                    <a:pt x="756" y="5620"/>
                    <a:pt x="1880" y="5620"/>
                  </a:cubicBezTo>
                  <a:cubicBezTo>
                    <a:pt x="2575" y="5620"/>
                    <a:pt x="2984" y="5518"/>
                    <a:pt x="3454" y="5007"/>
                  </a:cubicBezTo>
                  <a:lnTo>
                    <a:pt x="3474" y="5007"/>
                  </a:lnTo>
                  <a:cubicBezTo>
                    <a:pt x="3494" y="5109"/>
                    <a:pt x="3515" y="5436"/>
                    <a:pt x="3535" y="5518"/>
                  </a:cubicBezTo>
                  <a:lnTo>
                    <a:pt x="4802" y="5518"/>
                  </a:lnTo>
                  <a:cubicBezTo>
                    <a:pt x="4741" y="5395"/>
                    <a:pt x="4700" y="4598"/>
                    <a:pt x="4700" y="4353"/>
                  </a:cubicBezTo>
                  <a:lnTo>
                    <a:pt x="4700" y="1737"/>
                  </a:lnTo>
                  <a:cubicBezTo>
                    <a:pt x="4700" y="409"/>
                    <a:pt x="3597" y="1"/>
                    <a:pt x="2391"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68" name="Google Shape;2268;p24">
              <a:extLst>
                <a:ext uri="{FF2B5EF4-FFF2-40B4-BE49-F238E27FC236}">
                  <a16:creationId xmlns:a16="http://schemas.microsoft.com/office/drawing/2014/main" id="{4AC6662D-DE41-2D01-999B-E7109626906C}"/>
                </a:ext>
              </a:extLst>
            </p:cNvPr>
            <p:cNvSpPr/>
            <p:nvPr/>
          </p:nvSpPr>
          <p:spPr>
            <a:xfrm>
              <a:off x="3872825" y="2806925"/>
              <a:ext cx="86350" cy="137425"/>
            </a:xfrm>
            <a:custGeom>
              <a:avLst/>
              <a:gdLst/>
              <a:ahLst/>
              <a:cxnLst/>
              <a:rect l="l" t="t" r="r" b="b"/>
              <a:pathLst>
                <a:path w="3454" h="5497" extrusionOk="0">
                  <a:moveTo>
                    <a:pt x="3025" y="0"/>
                  </a:moveTo>
                  <a:cubicBezTo>
                    <a:pt x="2391" y="0"/>
                    <a:pt x="1594" y="429"/>
                    <a:pt x="1267" y="1001"/>
                  </a:cubicBezTo>
                  <a:lnTo>
                    <a:pt x="1247" y="1001"/>
                  </a:lnTo>
                  <a:lnTo>
                    <a:pt x="1247" y="102"/>
                  </a:lnTo>
                  <a:lnTo>
                    <a:pt x="0" y="102"/>
                  </a:lnTo>
                  <a:lnTo>
                    <a:pt x="0" y="5497"/>
                  </a:lnTo>
                  <a:lnTo>
                    <a:pt x="1288" y="5497"/>
                  </a:lnTo>
                  <a:lnTo>
                    <a:pt x="1288" y="2738"/>
                  </a:lnTo>
                  <a:cubicBezTo>
                    <a:pt x="1288" y="1737"/>
                    <a:pt x="2003" y="1165"/>
                    <a:pt x="2984" y="1165"/>
                  </a:cubicBezTo>
                  <a:cubicBezTo>
                    <a:pt x="3147" y="1165"/>
                    <a:pt x="3290" y="1165"/>
                    <a:pt x="3454" y="1206"/>
                  </a:cubicBezTo>
                  <a:lnTo>
                    <a:pt x="3454" y="20"/>
                  </a:lnTo>
                  <a:cubicBezTo>
                    <a:pt x="3331" y="0"/>
                    <a:pt x="3168" y="0"/>
                    <a:pt x="3025"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69" name="Google Shape;2269;p24">
              <a:extLst>
                <a:ext uri="{FF2B5EF4-FFF2-40B4-BE49-F238E27FC236}">
                  <a16:creationId xmlns:a16="http://schemas.microsoft.com/office/drawing/2014/main" id="{565EC5DB-907D-C2DD-6ADA-B3E007F7F960}"/>
                </a:ext>
              </a:extLst>
            </p:cNvPr>
            <p:cNvSpPr/>
            <p:nvPr/>
          </p:nvSpPr>
          <p:spPr>
            <a:xfrm>
              <a:off x="3975000" y="2806925"/>
              <a:ext cx="121600" cy="189025"/>
            </a:xfrm>
            <a:custGeom>
              <a:avLst/>
              <a:gdLst/>
              <a:ahLst/>
              <a:cxnLst/>
              <a:rect l="l" t="t" r="r" b="b"/>
              <a:pathLst>
                <a:path w="4864" h="7561" extrusionOk="0">
                  <a:moveTo>
                    <a:pt x="2452" y="1103"/>
                  </a:moveTo>
                  <a:cubicBezTo>
                    <a:pt x="3106" y="1103"/>
                    <a:pt x="3617" y="1471"/>
                    <a:pt x="3617" y="2125"/>
                  </a:cubicBezTo>
                  <a:lnTo>
                    <a:pt x="3617" y="3331"/>
                  </a:lnTo>
                  <a:cubicBezTo>
                    <a:pt x="3617" y="4107"/>
                    <a:pt x="3024" y="4393"/>
                    <a:pt x="2493" y="4393"/>
                  </a:cubicBezTo>
                  <a:cubicBezTo>
                    <a:pt x="1819" y="4393"/>
                    <a:pt x="1308" y="4005"/>
                    <a:pt x="1308" y="3351"/>
                  </a:cubicBezTo>
                  <a:lnTo>
                    <a:pt x="1308" y="2166"/>
                  </a:lnTo>
                  <a:cubicBezTo>
                    <a:pt x="1308" y="1390"/>
                    <a:pt x="1901" y="1103"/>
                    <a:pt x="2452" y="1103"/>
                  </a:cubicBezTo>
                  <a:close/>
                  <a:moveTo>
                    <a:pt x="2125" y="0"/>
                  </a:moveTo>
                  <a:cubicBezTo>
                    <a:pt x="940" y="0"/>
                    <a:pt x="0" y="797"/>
                    <a:pt x="0" y="2268"/>
                  </a:cubicBezTo>
                  <a:lnTo>
                    <a:pt x="0" y="3290"/>
                  </a:lnTo>
                  <a:cubicBezTo>
                    <a:pt x="0" y="4679"/>
                    <a:pt x="838" y="5415"/>
                    <a:pt x="2146" y="5415"/>
                  </a:cubicBezTo>
                  <a:cubicBezTo>
                    <a:pt x="2759" y="5415"/>
                    <a:pt x="3249" y="5190"/>
                    <a:pt x="3597" y="4720"/>
                  </a:cubicBezTo>
                  <a:lnTo>
                    <a:pt x="3617" y="4720"/>
                  </a:lnTo>
                  <a:lnTo>
                    <a:pt x="3617" y="5272"/>
                  </a:lnTo>
                  <a:cubicBezTo>
                    <a:pt x="3617" y="6048"/>
                    <a:pt x="3188" y="6539"/>
                    <a:pt x="2391" y="6539"/>
                  </a:cubicBezTo>
                  <a:cubicBezTo>
                    <a:pt x="1941" y="6539"/>
                    <a:pt x="1574" y="6335"/>
                    <a:pt x="1308" y="5824"/>
                  </a:cubicBezTo>
                  <a:lnTo>
                    <a:pt x="82" y="6253"/>
                  </a:lnTo>
                  <a:cubicBezTo>
                    <a:pt x="368" y="7152"/>
                    <a:pt x="1410" y="7561"/>
                    <a:pt x="2289" y="7561"/>
                  </a:cubicBezTo>
                  <a:cubicBezTo>
                    <a:pt x="4148" y="7561"/>
                    <a:pt x="4864" y="6294"/>
                    <a:pt x="4864" y="5047"/>
                  </a:cubicBezTo>
                  <a:lnTo>
                    <a:pt x="4864" y="102"/>
                  </a:lnTo>
                  <a:lnTo>
                    <a:pt x="3637" y="102"/>
                  </a:lnTo>
                  <a:lnTo>
                    <a:pt x="3637" y="736"/>
                  </a:lnTo>
                  <a:lnTo>
                    <a:pt x="3617" y="736"/>
                  </a:lnTo>
                  <a:cubicBezTo>
                    <a:pt x="3331" y="327"/>
                    <a:pt x="2759" y="0"/>
                    <a:pt x="2125"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70" name="Google Shape;2270;p24">
              <a:extLst>
                <a:ext uri="{FF2B5EF4-FFF2-40B4-BE49-F238E27FC236}">
                  <a16:creationId xmlns:a16="http://schemas.microsoft.com/office/drawing/2014/main" id="{72E24079-DDA4-58C9-5F79-03F4073BDEF1}"/>
                </a:ext>
              </a:extLst>
            </p:cNvPr>
            <p:cNvSpPr/>
            <p:nvPr/>
          </p:nvSpPr>
          <p:spPr>
            <a:xfrm>
              <a:off x="4130300" y="2754800"/>
              <a:ext cx="32200" cy="189550"/>
            </a:xfrm>
            <a:custGeom>
              <a:avLst/>
              <a:gdLst/>
              <a:ahLst/>
              <a:cxnLst/>
              <a:rect l="l" t="t" r="r" b="b"/>
              <a:pathLst>
                <a:path w="1288" h="7582" extrusionOk="0">
                  <a:moveTo>
                    <a:pt x="0" y="1"/>
                  </a:moveTo>
                  <a:lnTo>
                    <a:pt x="0" y="1370"/>
                  </a:lnTo>
                  <a:lnTo>
                    <a:pt x="1288" y="1370"/>
                  </a:lnTo>
                  <a:lnTo>
                    <a:pt x="1288" y="1"/>
                  </a:lnTo>
                  <a:close/>
                  <a:moveTo>
                    <a:pt x="0" y="2187"/>
                  </a:moveTo>
                  <a:lnTo>
                    <a:pt x="0" y="7582"/>
                  </a:lnTo>
                  <a:lnTo>
                    <a:pt x="1288" y="7582"/>
                  </a:lnTo>
                  <a:lnTo>
                    <a:pt x="1288" y="2187"/>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71" name="Google Shape;2271;p24">
              <a:extLst>
                <a:ext uri="{FF2B5EF4-FFF2-40B4-BE49-F238E27FC236}">
                  <a16:creationId xmlns:a16="http://schemas.microsoft.com/office/drawing/2014/main" id="{5AFBDCEB-6A89-D896-95A3-F74C8AC4AC12}"/>
                </a:ext>
              </a:extLst>
            </p:cNvPr>
            <p:cNvSpPr/>
            <p:nvPr/>
          </p:nvSpPr>
          <p:spPr>
            <a:xfrm>
              <a:off x="3479475" y="3072550"/>
              <a:ext cx="122625" cy="191075"/>
            </a:xfrm>
            <a:custGeom>
              <a:avLst/>
              <a:gdLst/>
              <a:ahLst/>
              <a:cxnLst/>
              <a:rect l="l" t="t" r="r" b="b"/>
              <a:pathLst>
                <a:path w="4905" h="7643" extrusionOk="0">
                  <a:moveTo>
                    <a:pt x="2432" y="3107"/>
                  </a:moveTo>
                  <a:cubicBezTo>
                    <a:pt x="3106" y="3107"/>
                    <a:pt x="3617" y="3495"/>
                    <a:pt x="3617" y="4149"/>
                  </a:cubicBezTo>
                  <a:lnTo>
                    <a:pt x="3617" y="5477"/>
                  </a:lnTo>
                  <a:cubicBezTo>
                    <a:pt x="3617" y="6253"/>
                    <a:pt x="3024" y="6540"/>
                    <a:pt x="2473" y="6540"/>
                  </a:cubicBezTo>
                  <a:cubicBezTo>
                    <a:pt x="1819" y="6540"/>
                    <a:pt x="1308" y="6151"/>
                    <a:pt x="1308" y="5497"/>
                  </a:cubicBezTo>
                  <a:lnTo>
                    <a:pt x="1308" y="4169"/>
                  </a:lnTo>
                  <a:cubicBezTo>
                    <a:pt x="1308" y="3393"/>
                    <a:pt x="1901" y="3107"/>
                    <a:pt x="2432" y="3107"/>
                  </a:cubicBezTo>
                  <a:close/>
                  <a:moveTo>
                    <a:pt x="3637" y="1"/>
                  </a:moveTo>
                  <a:lnTo>
                    <a:pt x="3637" y="2678"/>
                  </a:lnTo>
                  <a:lnTo>
                    <a:pt x="3597" y="2678"/>
                  </a:lnTo>
                  <a:cubicBezTo>
                    <a:pt x="3331" y="2310"/>
                    <a:pt x="2820" y="2003"/>
                    <a:pt x="2227" y="2003"/>
                  </a:cubicBezTo>
                  <a:cubicBezTo>
                    <a:pt x="1022" y="2003"/>
                    <a:pt x="0" y="2739"/>
                    <a:pt x="0" y="4210"/>
                  </a:cubicBezTo>
                  <a:lnTo>
                    <a:pt x="0" y="5518"/>
                  </a:lnTo>
                  <a:cubicBezTo>
                    <a:pt x="0" y="6887"/>
                    <a:pt x="961" y="7643"/>
                    <a:pt x="2125" y="7643"/>
                  </a:cubicBezTo>
                  <a:cubicBezTo>
                    <a:pt x="2616" y="7643"/>
                    <a:pt x="3351" y="7336"/>
                    <a:pt x="3658" y="6907"/>
                  </a:cubicBezTo>
                  <a:lnTo>
                    <a:pt x="3658" y="7520"/>
                  </a:lnTo>
                  <a:lnTo>
                    <a:pt x="4904" y="7520"/>
                  </a:lnTo>
                  <a:lnTo>
                    <a:pt x="4904"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72" name="Google Shape;2272;p24">
              <a:extLst>
                <a:ext uri="{FF2B5EF4-FFF2-40B4-BE49-F238E27FC236}">
                  <a16:creationId xmlns:a16="http://schemas.microsoft.com/office/drawing/2014/main" id="{2370FB20-CE52-9144-2F94-B5AE4E4AE7E3}"/>
                </a:ext>
              </a:extLst>
            </p:cNvPr>
            <p:cNvSpPr/>
            <p:nvPr/>
          </p:nvSpPr>
          <p:spPr>
            <a:xfrm>
              <a:off x="3630675" y="3123125"/>
              <a:ext cx="120075" cy="140500"/>
            </a:xfrm>
            <a:custGeom>
              <a:avLst/>
              <a:gdLst/>
              <a:ahLst/>
              <a:cxnLst/>
              <a:rect l="l" t="t" r="r" b="b"/>
              <a:pathLst>
                <a:path w="4803" h="5620" extrusionOk="0">
                  <a:moveTo>
                    <a:pt x="2494" y="1084"/>
                  </a:moveTo>
                  <a:cubicBezTo>
                    <a:pt x="3004" y="1084"/>
                    <a:pt x="3536" y="1390"/>
                    <a:pt x="3536" y="2126"/>
                  </a:cubicBezTo>
                  <a:lnTo>
                    <a:pt x="3536" y="2269"/>
                  </a:lnTo>
                  <a:lnTo>
                    <a:pt x="1349" y="2269"/>
                  </a:lnTo>
                  <a:lnTo>
                    <a:pt x="1349" y="2187"/>
                  </a:lnTo>
                  <a:cubicBezTo>
                    <a:pt x="1349" y="1390"/>
                    <a:pt x="1942" y="1084"/>
                    <a:pt x="2494" y="1084"/>
                  </a:cubicBezTo>
                  <a:close/>
                  <a:moveTo>
                    <a:pt x="2473" y="1"/>
                  </a:moveTo>
                  <a:cubicBezTo>
                    <a:pt x="1145" y="1"/>
                    <a:pt x="1" y="838"/>
                    <a:pt x="1" y="2371"/>
                  </a:cubicBezTo>
                  <a:lnTo>
                    <a:pt x="1" y="3413"/>
                  </a:lnTo>
                  <a:cubicBezTo>
                    <a:pt x="1" y="4884"/>
                    <a:pt x="1206" y="5620"/>
                    <a:pt x="2534" y="5620"/>
                  </a:cubicBezTo>
                  <a:cubicBezTo>
                    <a:pt x="3474" y="5620"/>
                    <a:pt x="4333" y="5252"/>
                    <a:pt x="4741" y="4414"/>
                  </a:cubicBezTo>
                  <a:lnTo>
                    <a:pt x="3761" y="3842"/>
                  </a:lnTo>
                  <a:cubicBezTo>
                    <a:pt x="3474" y="4251"/>
                    <a:pt x="3025" y="4537"/>
                    <a:pt x="2596" y="4537"/>
                  </a:cubicBezTo>
                  <a:cubicBezTo>
                    <a:pt x="1901" y="4537"/>
                    <a:pt x="1349" y="4149"/>
                    <a:pt x="1349" y="3454"/>
                  </a:cubicBezTo>
                  <a:lnTo>
                    <a:pt x="1349" y="3168"/>
                  </a:lnTo>
                  <a:lnTo>
                    <a:pt x="4803" y="3168"/>
                  </a:lnTo>
                  <a:lnTo>
                    <a:pt x="4803" y="2126"/>
                  </a:lnTo>
                  <a:cubicBezTo>
                    <a:pt x="4803" y="695"/>
                    <a:pt x="3658" y="1"/>
                    <a:pt x="2473"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73" name="Google Shape;2273;p24">
              <a:extLst>
                <a:ext uri="{FF2B5EF4-FFF2-40B4-BE49-F238E27FC236}">
                  <a16:creationId xmlns:a16="http://schemas.microsoft.com/office/drawing/2014/main" id="{A3B45D4B-6E68-6643-3844-E804F46728C9}"/>
                </a:ext>
              </a:extLst>
            </p:cNvPr>
            <p:cNvSpPr/>
            <p:nvPr/>
          </p:nvSpPr>
          <p:spPr>
            <a:xfrm>
              <a:off x="3828375" y="3072550"/>
              <a:ext cx="158400" cy="188525"/>
            </a:xfrm>
            <a:custGeom>
              <a:avLst/>
              <a:gdLst/>
              <a:ahLst/>
              <a:cxnLst/>
              <a:rect l="l" t="t" r="r" b="b"/>
              <a:pathLst>
                <a:path w="6336" h="7541" extrusionOk="0">
                  <a:moveTo>
                    <a:pt x="1" y="1"/>
                  </a:moveTo>
                  <a:lnTo>
                    <a:pt x="2473" y="7541"/>
                  </a:lnTo>
                  <a:lnTo>
                    <a:pt x="3842" y="7541"/>
                  </a:lnTo>
                  <a:lnTo>
                    <a:pt x="6335" y="1"/>
                  </a:lnTo>
                  <a:lnTo>
                    <a:pt x="4925" y="1"/>
                  </a:lnTo>
                  <a:lnTo>
                    <a:pt x="3229" y="5538"/>
                  </a:lnTo>
                  <a:lnTo>
                    <a:pt x="3209" y="5538"/>
                  </a:lnTo>
                  <a:lnTo>
                    <a:pt x="1513"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74" name="Google Shape;2274;p24">
              <a:extLst>
                <a:ext uri="{FF2B5EF4-FFF2-40B4-BE49-F238E27FC236}">
                  <a16:creationId xmlns:a16="http://schemas.microsoft.com/office/drawing/2014/main" id="{9E34335C-7F39-C363-0EC0-F6234A91BDFB}"/>
                </a:ext>
              </a:extLst>
            </p:cNvPr>
            <p:cNvSpPr/>
            <p:nvPr/>
          </p:nvSpPr>
          <p:spPr>
            <a:xfrm>
              <a:off x="3982150" y="3122625"/>
              <a:ext cx="120075" cy="140500"/>
            </a:xfrm>
            <a:custGeom>
              <a:avLst/>
              <a:gdLst/>
              <a:ahLst/>
              <a:cxnLst/>
              <a:rect l="l" t="t" r="r" b="b"/>
              <a:pathLst>
                <a:path w="4803" h="5620" extrusionOk="0">
                  <a:moveTo>
                    <a:pt x="3413" y="3249"/>
                  </a:moveTo>
                  <a:lnTo>
                    <a:pt x="3413" y="3515"/>
                  </a:lnTo>
                  <a:cubicBezTo>
                    <a:pt x="3413" y="4107"/>
                    <a:pt x="3249" y="4598"/>
                    <a:pt x="2228" y="4598"/>
                  </a:cubicBezTo>
                  <a:cubicBezTo>
                    <a:pt x="1615" y="4598"/>
                    <a:pt x="1247" y="4373"/>
                    <a:pt x="1247" y="3923"/>
                  </a:cubicBezTo>
                  <a:cubicBezTo>
                    <a:pt x="1247" y="3454"/>
                    <a:pt x="1615" y="3249"/>
                    <a:pt x="2166" y="3249"/>
                  </a:cubicBezTo>
                  <a:close/>
                  <a:moveTo>
                    <a:pt x="2391" y="0"/>
                  </a:moveTo>
                  <a:cubicBezTo>
                    <a:pt x="1390" y="0"/>
                    <a:pt x="266" y="409"/>
                    <a:pt x="266" y="1594"/>
                  </a:cubicBezTo>
                  <a:lnTo>
                    <a:pt x="266" y="1737"/>
                  </a:lnTo>
                  <a:lnTo>
                    <a:pt x="1410" y="1737"/>
                  </a:lnTo>
                  <a:lnTo>
                    <a:pt x="1410" y="1553"/>
                  </a:lnTo>
                  <a:cubicBezTo>
                    <a:pt x="1410" y="1206"/>
                    <a:pt x="1819" y="1001"/>
                    <a:pt x="2391" y="1001"/>
                  </a:cubicBezTo>
                  <a:cubicBezTo>
                    <a:pt x="3045" y="1001"/>
                    <a:pt x="3413" y="1247"/>
                    <a:pt x="3413" y="1819"/>
                  </a:cubicBezTo>
                  <a:lnTo>
                    <a:pt x="3413" y="2330"/>
                  </a:lnTo>
                  <a:lnTo>
                    <a:pt x="1982" y="2330"/>
                  </a:lnTo>
                  <a:cubicBezTo>
                    <a:pt x="940" y="2330"/>
                    <a:pt x="0" y="2943"/>
                    <a:pt x="0" y="3985"/>
                  </a:cubicBezTo>
                  <a:cubicBezTo>
                    <a:pt x="0" y="5006"/>
                    <a:pt x="756" y="5620"/>
                    <a:pt x="1880" y="5620"/>
                  </a:cubicBezTo>
                  <a:cubicBezTo>
                    <a:pt x="2575" y="5620"/>
                    <a:pt x="2984" y="5517"/>
                    <a:pt x="3454" y="5027"/>
                  </a:cubicBezTo>
                  <a:lnTo>
                    <a:pt x="3474" y="5027"/>
                  </a:lnTo>
                  <a:cubicBezTo>
                    <a:pt x="3495" y="5109"/>
                    <a:pt x="3515" y="5436"/>
                    <a:pt x="3535" y="5517"/>
                  </a:cubicBezTo>
                  <a:lnTo>
                    <a:pt x="4802" y="5517"/>
                  </a:lnTo>
                  <a:cubicBezTo>
                    <a:pt x="4741" y="5395"/>
                    <a:pt x="4700" y="4598"/>
                    <a:pt x="4700" y="4353"/>
                  </a:cubicBezTo>
                  <a:lnTo>
                    <a:pt x="4700" y="1717"/>
                  </a:lnTo>
                  <a:cubicBezTo>
                    <a:pt x="4700" y="409"/>
                    <a:pt x="3597" y="0"/>
                    <a:pt x="2391"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75" name="Google Shape;2275;p24">
              <a:extLst>
                <a:ext uri="{FF2B5EF4-FFF2-40B4-BE49-F238E27FC236}">
                  <a16:creationId xmlns:a16="http://schemas.microsoft.com/office/drawing/2014/main" id="{3773845B-9A6B-208D-9480-23DAF0277F41}"/>
                </a:ext>
              </a:extLst>
            </p:cNvPr>
            <p:cNvSpPr/>
            <p:nvPr/>
          </p:nvSpPr>
          <p:spPr>
            <a:xfrm>
              <a:off x="4127225" y="3123125"/>
              <a:ext cx="120575" cy="140500"/>
            </a:xfrm>
            <a:custGeom>
              <a:avLst/>
              <a:gdLst/>
              <a:ahLst/>
              <a:cxnLst/>
              <a:rect l="l" t="t" r="r" b="b"/>
              <a:pathLst>
                <a:path w="4823" h="5620" extrusionOk="0">
                  <a:moveTo>
                    <a:pt x="2473" y="1"/>
                  </a:moveTo>
                  <a:cubicBezTo>
                    <a:pt x="1124" y="1"/>
                    <a:pt x="1" y="838"/>
                    <a:pt x="1" y="2371"/>
                  </a:cubicBezTo>
                  <a:lnTo>
                    <a:pt x="1" y="3413"/>
                  </a:lnTo>
                  <a:cubicBezTo>
                    <a:pt x="1" y="4843"/>
                    <a:pt x="1186" y="5620"/>
                    <a:pt x="2514" y="5620"/>
                  </a:cubicBezTo>
                  <a:cubicBezTo>
                    <a:pt x="3679" y="5620"/>
                    <a:pt x="4823" y="4946"/>
                    <a:pt x="4823" y="3515"/>
                  </a:cubicBezTo>
                  <a:lnTo>
                    <a:pt x="4823" y="3454"/>
                  </a:lnTo>
                  <a:lnTo>
                    <a:pt x="3577" y="3454"/>
                  </a:lnTo>
                  <a:lnTo>
                    <a:pt x="3577" y="3515"/>
                  </a:lnTo>
                  <a:cubicBezTo>
                    <a:pt x="3577" y="4251"/>
                    <a:pt x="3025" y="4537"/>
                    <a:pt x="2514" y="4537"/>
                  </a:cubicBezTo>
                  <a:cubicBezTo>
                    <a:pt x="1819" y="4537"/>
                    <a:pt x="1329" y="4149"/>
                    <a:pt x="1329" y="3454"/>
                  </a:cubicBezTo>
                  <a:lnTo>
                    <a:pt x="1329" y="2187"/>
                  </a:lnTo>
                  <a:cubicBezTo>
                    <a:pt x="1329" y="1390"/>
                    <a:pt x="1921" y="1084"/>
                    <a:pt x="2473" y="1084"/>
                  </a:cubicBezTo>
                  <a:cubicBezTo>
                    <a:pt x="3004" y="1084"/>
                    <a:pt x="3577" y="1390"/>
                    <a:pt x="3577" y="2126"/>
                  </a:cubicBezTo>
                  <a:lnTo>
                    <a:pt x="3577" y="2228"/>
                  </a:lnTo>
                  <a:lnTo>
                    <a:pt x="4823" y="2228"/>
                  </a:lnTo>
                  <a:lnTo>
                    <a:pt x="4823" y="2126"/>
                  </a:lnTo>
                  <a:cubicBezTo>
                    <a:pt x="4823" y="695"/>
                    <a:pt x="3638" y="1"/>
                    <a:pt x="2473"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76" name="Google Shape;2276;p24">
              <a:extLst>
                <a:ext uri="{FF2B5EF4-FFF2-40B4-BE49-F238E27FC236}">
                  <a16:creationId xmlns:a16="http://schemas.microsoft.com/office/drawing/2014/main" id="{F0B59C32-98BB-9681-252C-43026A777B4D}"/>
                </a:ext>
              </a:extLst>
            </p:cNvPr>
            <p:cNvSpPr/>
            <p:nvPr/>
          </p:nvSpPr>
          <p:spPr>
            <a:xfrm>
              <a:off x="4265675" y="3123125"/>
              <a:ext cx="121100" cy="140500"/>
            </a:xfrm>
            <a:custGeom>
              <a:avLst/>
              <a:gdLst/>
              <a:ahLst/>
              <a:cxnLst/>
              <a:rect l="l" t="t" r="r" b="b"/>
              <a:pathLst>
                <a:path w="4844" h="5620" extrusionOk="0">
                  <a:moveTo>
                    <a:pt x="2473" y="1"/>
                  </a:moveTo>
                  <a:cubicBezTo>
                    <a:pt x="1145" y="1"/>
                    <a:pt x="0" y="838"/>
                    <a:pt x="0" y="2371"/>
                  </a:cubicBezTo>
                  <a:lnTo>
                    <a:pt x="0" y="3413"/>
                  </a:lnTo>
                  <a:cubicBezTo>
                    <a:pt x="0" y="4843"/>
                    <a:pt x="1185" y="5620"/>
                    <a:pt x="2514" y="5620"/>
                  </a:cubicBezTo>
                  <a:cubicBezTo>
                    <a:pt x="3678" y="5620"/>
                    <a:pt x="4843" y="4946"/>
                    <a:pt x="4843" y="3515"/>
                  </a:cubicBezTo>
                  <a:lnTo>
                    <a:pt x="4843" y="3454"/>
                  </a:lnTo>
                  <a:lnTo>
                    <a:pt x="3576" y="3454"/>
                  </a:lnTo>
                  <a:lnTo>
                    <a:pt x="3576" y="3515"/>
                  </a:lnTo>
                  <a:cubicBezTo>
                    <a:pt x="3576" y="4251"/>
                    <a:pt x="3045" y="4537"/>
                    <a:pt x="2514" y="4537"/>
                  </a:cubicBezTo>
                  <a:cubicBezTo>
                    <a:pt x="1839" y="4537"/>
                    <a:pt x="1328" y="4149"/>
                    <a:pt x="1328" y="3454"/>
                  </a:cubicBezTo>
                  <a:lnTo>
                    <a:pt x="1328" y="2187"/>
                  </a:lnTo>
                  <a:cubicBezTo>
                    <a:pt x="1328" y="1390"/>
                    <a:pt x="1921" y="1084"/>
                    <a:pt x="2473" y="1084"/>
                  </a:cubicBezTo>
                  <a:cubicBezTo>
                    <a:pt x="3004" y="1084"/>
                    <a:pt x="3576" y="1390"/>
                    <a:pt x="3576" y="2126"/>
                  </a:cubicBezTo>
                  <a:lnTo>
                    <a:pt x="3576" y="2228"/>
                  </a:lnTo>
                  <a:lnTo>
                    <a:pt x="4843" y="2228"/>
                  </a:lnTo>
                  <a:lnTo>
                    <a:pt x="4843" y="2126"/>
                  </a:lnTo>
                  <a:cubicBezTo>
                    <a:pt x="4843" y="695"/>
                    <a:pt x="3637" y="1"/>
                    <a:pt x="2473"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77" name="Google Shape;2277;p24">
              <a:extLst>
                <a:ext uri="{FF2B5EF4-FFF2-40B4-BE49-F238E27FC236}">
                  <a16:creationId xmlns:a16="http://schemas.microsoft.com/office/drawing/2014/main" id="{7568E580-31C8-8DB5-6725-0D541051423F}"/>
                </a:ext>
              </a:extLst>
            </p:cNvPr>
            <p:cNvSpPr/>
            <p:nvPr/>
          </p:nvSpPr>
          <p:spPr>
            <a:xfrm>
              <a:off x="4410750" y="3070500"/>
              <a:ext cx="31700" cy="190075"/>
            </a:xfrm>
            <a:custGeom>
              <a:avLst/>
              <a:gdLst/>
              <a:ahLst/>
              <a:cxnLst/>
              <a:rect l="l" t="t" r="r" b="b"/>
              <a:pathLst>
                <a:path w="1268" h="7603" extrusionOk="0">
                  <a:moveTo>
                    <a:pt x="0" y="1"/>
                  </a:moveTo>
                  <a:lnTo>
                    <a:pt x="0" y="1370"/>
                  </a:lnTo>
                  <a:lnTo>
                    <a:pt x="1267" y="1370"/>
                  </a:lnTo>
                  <a:lnTo>
                    <a:pt x="1267" y="1"/>
                  </a:lnTo>
                  <a:close/>
                  <a:moveTo>
                    <a:pt x="0" y="2208"/>
                  </a:moveTo>
                  <a:lnTo>
                    <a:pt x="0" y="7602"/>
                  </a:lnTo>
                  <a:lnTo>
                    <a:pt x="1267" y="7602"/>
                  </a:lnTo>
                  <a:lnTo>
                    <a:pt x="1267" y="2208"/>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78" name="Google Shape;2278;p24">
              <a:extLst>
                <a:ext uri="{FF2B5EF4-FFF2-40B4-BE49-F238E27FC236}">
                  <a16:creationId xmlns:a16="http://schemas.microsoft.com/office/drawing/2014/main" id="{E2C25EDF-56CD-5073-495D-0D6C6BC4BC9D}"/>
                </a:ext>
              </a:extLst>
            </p:cNvPr>
            <p:cNvSpPr/>
            <p:nvPr/>
          </p:nvSpPr>
          <p:spPr>
            <a:xfrm>
              <a:off x="4477675" y="3123125"/>
              <a:ext cx="117000" cy="137450"/>
            </a:xfrm>
            <a:custGeom>
              <a:avLst/>
              <a:gdLst/>
              <a:ahLst/>
              <a:cxnLst/>
              <a:rect l="l" t="t" r="r" b="b"/>
              <a:pathLst>
                <a:path w="4680" h="5498" extrusionOk="0">
                  <a:moveTo>
                    <a:pt x="2800" y="1"/>
                  </a:moveTo>
                  <a:cubicBezTo>
                    <a:pt x="2187" y="1"/>
                    <a:pt x="1615" y="246"/>
                    <a:pt x="1267" y="757"/>
                  </a:cubicBezTo>
                  <a:lnTo>
                    <a:pt x="1247" y="757"/>
                  </a:lnTo>
                  <a:lnTo>
                    <a:pt x="1247" y="103"/>
                  </a:lnTo>
                  <a:lnTo>
                    <a:pt x="0" y="103"/>
                  </a:lnTo>
                  <a:lnTo>
                    <a:pt x="0" y="5497"/>
                  </a:lnTo>
                  <a:lnTo>
                    <a:pt x="1288" y="5497"/>
                  </a:lnTo>
                  <a:lnTo>
                    <a:pt x="1288" y="2473"/>
                  </a:lnTo>
                  <a:cubicBezTo>
                    <a:pt x="1288" y="1554"/>
                    <a:pt x="1696" y="1124"/>
                    <a:pt x="2391" y="1124"/>
                  </a:cubicBezTo>
                  <a:cubicBezTo>
                    <a:pt x="3045" y="1124"/>
                    <a:pt x="3392" y="1554"/>
                    <a:pt x="3392" y="2371"/>
                  </a:cubicBezTo>
                  <a:lnTo>
                    <a:pt x="3392" y="5497"/>
                  </a:lnTo>
                  <a:lnTo>
                    <a:pt x="4680" y="5497"/>
                  </a:lnTo>
                  <a:lnTo>
                    <a:pt x="4680" y="2044"/>
                  </a:lnTo>
                  <a:cubicBezTo>
                    <a:pt x="4680" y="757"/>
                    <a:pt x="4005" y="1"/>
                    <a:pt x="2800"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79" name="Google Shape;2279;p24">
              <a:extLst>
                <a:ext uri="{FF2B5EF4-FFF2-40B4-BE49-F238E27FC236}">
                  <a16:creationId xmlns:a16="http://schemas.microsoft.com/office/drawing/2014/main" id="{B0D1C517-BCF0-F3C2-7A88-C10ECFBA6535}"/>
                </a:ext>
              </a:extLst>
            </p:cNvPr>
            <p:cNvSpPr/>
            <p:nvPr/>
          </p:nvSpPr>
          <p:spPr>
            <a:xfrm>
              <a:off x="4619175" y="3122625"/>
              <a:ext cx="120075" cy="140500"/>
            </a:xfrm>
            <a:custGeom>
              <a:avLst/>
              <a:gdLst/>
              <a:ahLst/>
              <a:cxnLst/>
              <a:rect l="l" t="t" r="r" b="b"/>
              <a:pathLst>
                <a:path w="4803" h="5620" extrusionOk="0">
                  <a:moveTo>
                    <a:pt x="3433" y="3249"/>
                  </a:moveTo>
                  <a:lnTo>
                    <a:pt x="3433" y="3515"/>
                  </a:lnTo>
                  <a:cubicBezTo>
                    <a:pt x="3433" y="4107"/>
                    <a:pt x="3250" y="4598"/>
                    <a:pt x="2228" y="4598"/>
                  </a:cubicBezTo>
                  <a:cubicBezTo>
                    <a:pt x="1615" y="4598"/>
                    <a:pt x="1247" y="4373"/>
                    <a:pt x="1247" y="3923"/>
                  </a:cubicBezTo>
                  <a:cubicBezTo>
                    <a:pt x="1247" y="3454"/>
                    <a:pt x="1615" y="3249"/>
                    <a:pt x="2167" y="3249"/>
                  </a:cubicBezTo>
                  <a:close/>
                  <a:moveTo>
                    <a:pt x="2412" y="0"/>
                  </a:moveTo>
                  <a:cubicBezTo>
                    <a:pt x="1390" y="0"/>
                    <a:pt x="266" y="409"/>
                    <a:pt x="266" y="1594"/>
                  </a:cubicBezTo>
                  <a:lnTo>
                    <a:pt x="266" y="1737"/>
                  </a:lnTo>
                  <a:lnTo>
                    <a:pt x="1431" y="1737"/>
                  </a:lnTo>
                  <a:lnTo>
                    <a:pt x="1431" y="1553"/>
                  </a:lnTo>
                  <a:cubicBezTo>
                    <a:pt x="1431" y="1206"/>
                    <a:pt x="1840" y="1001"/>
                    <a:pt x="2391" y="1001"/>
                  </a:cubicBezTo>
                  <a:cubicBezTo>
                    <a:pt x="3045" y="1001"/>
                    <a:pt x="3433" y="1247"/>
                    <a:pt x="3433" y="1819"/>
                  </a:cubicBezTo>
                  <a:lnTo>
                    <a:pt x="3433" y="2330"/>
                  </a:lnTo>
                  <a:lnTo>
                    <a:pt x="2003" y="2330"/>
                  </a:lnTo>
                  <a:cubicBezTo>
                    <a:pt x="941" y="2330"/>
                    <a:pt x="1" y="2943"/>
                    <a:pt x="1" y="3985"/>
                  </a:cubicBezTo>
                  <a:cubicBezTo>
                    <a:pt x="1" y="5006"/>
                    <a:pt x="757" y="5620"/>
                    <a:pt x="1881" y="5620"/>
                  </a:cubicBezTo>
                  <a:cubicBezTo>
                    <a:pt x="2575" y="5620"/>
                    <a:pt x="2984" y="5517"/>
                    <a:pt x="3454" y="5027"/>
                  </a:cubicBezTo>
                  <a:lnTo>
                    <a:pt x="3474" y="5027"/>
                  </a:lnTo>
                  <a:cubicBezTo>
                    <a:pt x="3495" y="5109"/>
                    <a:pt x="3515" y="5436"/>
                    <a:pt x="3536" y="5517"/>
                  </a:cubicBezTo>
                  <a:lnTo>
                    <a:pt x="4803" y="5517"/>
                  </a:lnTo>
                  <a:cubicBezTo>
                    <a:pt x="4741" y="5395"/>
                    <a:pt x="4721" y="4598"/>
                    <a:pt x="4721" y="4353"/>
                  </a:cubicBezTo>
                  <a:lnTo>
                    <a:pt x="4721" y="1717"/>
                  </a:lnTo>
                  <a:cubicBezTo>
                    <a:pt x="4721" y="409"/>
                    <a:pt x="3597" y="0"/>
                    <a:pt x="2412"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80" name="Google Shape;2280;p24">
              <a:extLst>
                <a:ext uri="{FF2B5EF4-FFF2-40B4-BE49-F238E27FC236}">
                  <a16:creationId xmlns:a16="http://schemas.microsoft.com/office/drawing/2014/main" id="{D5EBFF7E-E9C8-51E3-393D-DE916100D02F}"/>
                </a:ext>
              </a:extLst>
            </p:cNvPr>
            <p:cNvSpPr/>
            <p:nvPr/>
          </p:nvSpPr>
          <p:spPr>
            <a:xfrm>
              <a:off x="4756600" y="3084825"/>
              <a:ext cx="79725" cy="177800"/>
            </a:xfrm>
            <a:custGeom>
              <a:avLst/>
              <a:gdLst/>
              <a:ahLst/>
              <a:cxnLst/>
              <a:rect l="l" t="t" r="r" b="b"/>
              <a:pathLst>
                <a:path w="3189" h="7112" extrusionOk="0">
                  <a:moveTo>
                    <a:pt x="736" y="0"/>
                  </a:moveTo>
                  <a:lnTo>
                    <a:pt x="736" y="1635"/>
                  </a:lnTo>
                  <a:lnTo>
                    <a:pt x="0" y="1635"/>
                  </a:lnTo>
                  <a:lnTo>
                    <a:pt x="0" y="2656"/>
                  </a:lnTo>
                  <a:lnTo>
                    <a:pt x="736" y="2656"/>
                  </a:lnTo>
                  <a:lnTo>
                    <a:pt x="736" y="5742"/>
                  </a:lnTo>
                  <a:cubicBezTo>
                    <a:pt x="736" y="6702"/>
                    <a:pt x="1410" y="7111"/>
                    <a:pt x="2248" y="7111"/>
                  </a:cubicBezTo>
                  <a:cubicBezTo>
                    <a:pt x="2432" y="7111"/>
                    <a:pt x="2902" y="7070"/>
                    <a:pt x="3188" y="7009"/>
                  </a:cubicBezTo>
                  <a:lnTo>
                    <a:pt x="3188" y="5905"/>
                  </a:lnTo>
                  <a:cubicBezTo>
                    <a:pt x="2943" y="5946"/>
                    <a:pt x="2779" y="5967"/>
                    <a:pt x="2534" y="5967"/>
                  </a:cubicBezTo>
                  <a:cubicBezTo>
                    <a:pt x="2228" y="5967"/>
                    <a:pt x="2023" y="5844"/>
                    <a:pt x="2023" y="5435"/>
                  </a:cubicBezTo>
                  <a:lnTo>
                    <a:pt x="2023" y="2656"/>
                  </a:lnTo>
                  <a:lnTo>
                    <a:pt x="3188" y="2656"/>
                  </a:lnTo>
                  <a:lnTo>
                    <a:pt x="3188" y="1635"/>
                  </a:lnTo>
                  <a:lnTo>
                    <a:pt x="2023" y="1635"/>
                  </a:lnTo>
                  <a:lnTo>
                    <a:pt x="2023" y="0"/>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81" name="Google Shape;2281;p24">
              <a:extLst>
                <a:ext uri="{FF2B5EF4-FFF2-40B4-BE49-F238E27FC236}">
                  <a16:creationId xmlns:a16="http://schemas.microsoft.com/office/drawing/2014/main" id="{DDBC668B-22FF-C7FB-957C-E276560C146B}"/>
                </a:ext>
              </a:extLst>
            </p:cNvPr>
            <p:cNvSpPr/>
            <p:nvPr/>
          </p:nvSpPr>
          <p:spPr>
            <a:xfrm>
              <a:off x="4857750" y="3070500"/>
              <a:ext cx="32200" cy="190075"/>
            </a:xfrm>
            <a:custGeom>
              <a:avLst/>
              <a:gdLst/>
              <a:ahLst/>
              <a:cxnLst/>
              <a:rect l="l" t="t" r="r" b="b"/>
              <a:pathLst>
                <a:path w="1288" h="7603" extrusionOk="0">
                  <a:moveTo>
                    <a:pt x="0" y="1"/>
                  </a:moveTo>
                  <a:lnTo>
                    <a:pt x="0" y="1370"/>
                  </a:lnTo>
                  <a:lnTo>
                    <a:pt x="1288" y="1370"/>
                  </a:lnTo>
                  <a:lnTo>
                    <a:pt x="1288" y="1"/>
                  </a:lnTo>
                  <a:close/>
                  <a:moveTo>
                    <a:pt x="0" y="2208"/>
                  </a:moveTo>
                  <a:lnTo>
                    <a:pt x="0" y="7602"/>
                  </a:lnTo>
                  <a:lnTo>
                    <a:pt x="1288" y="7602"/>
                  </a:lnTo>
                  <a:lnTo>
                    <a:pt x="1288" y="2208"/>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82" name="Google Shape;2282;p24">
              <a:extLst>
                <a:ext uri="{FF2B5EF4-FFF2-40B4-BE49-F238E27FC236}">
                  <a16:creationId xmlns:a16="http://schemas.microsoft.com/office/drawing/2014/main" id="{F415E044-8C76-FF20-5FF9-5540BEB9C5AF}"/>
                </a:ext>
              </a:extLst>
            </p:cNvPr>
            <p:cNvSpPr/>
            <p:nvPr/>
          </p:nvSpPr>
          <p:spPr>
            <a:xfrm>
              <a:off x="4918525" y="3123125"/>
              <a:ext cx="122650" cy="140500"/>
            </a:xfrm>
            <a:custGeom>
              <a:avLst/>
              <a:gdLst/>
              <a:ahLst/>
              <a:cxnLst/>
              <a:rect l="l" t="t" r="r" b="b"/>
              <a:pathLst>
                <a:path w="4906" h="5620" extrusionOk="0">
                  <a:moveTo>
                    <a:pt x="2433" y="1104"/>
                  </a:moveTo>
                  <a:cubicBezTo>
                    <a:pt x="3107" y="1104"/>
                    <a:pt x="3597" y="1472"/>
                    <a:pt x="3597" y="2126"/>
                  </a:cubicBezTo>
                  <a:lnTo>
                    <a:pt x="3597" y="3474"/>
                  </a:lnTo>
                  <a:cubicBezTo>
                    <a:pt x="3597" y="4251"/>
                    <a:pt x="3025" y="4537"/>
                    <a:pt x="2473" y="4537"/>
                  </a:cubicBezTo>
                  <a:cubicBezTo>
                    <a:pt x="1820" y="4537"/>
                    <a:pt x="1309" y="4149"/>
                    <a:pt x="1309" y="3495"/>
                  </a:cubicBezTo>
                  <a:lnTo>
                    <a:pt x="1309" y="2167"/>
                  </a:lnTo>
                  <a:cubicBezTo>
                    <a:pt x="1309" y="1390"/>
                    <a:pt x="1901" y="1104"/>
                    <a:pt x="2433" y="1104"/>
                  </a:cubicBezTo>
                  <a:close/>
                  <a:moveTo>
                    <a:pt x="2433" y="1"/>
                  </a:moveTo>
                  <a:cubicBezTo>
                    <a:pt x="1247" y="1"/>
                    <a:pt x="1" y="798"/>
                    <a:pt x="1" y="2269"/>
                  </a:cubicBezTo>
                  <a:lnTo>
                    <a:pt x="1" y="3495"/>
                  </a:lnTo>
                  <a:cubicBezTo>
                    <a:pt x="1" y="4884"/>
                    <a:pt x="1166" y="5620"/>
                    <a:pt x="2473" y="5620"/>
                  </a:cubicBezTo>
                  <a:cubicBezTo>
                    <a:pt x="3679" y="5620"/>
                    <a:pt x="4905" y="4823"/>
                    <a:pt x="4905" y="3352"/>
                  </a:cubicBezTo>
                  <a:lnTo>
                    <a:pt x="4905" y="2248"/>
                  </a:lnTo>
                  <a:cubicBezTo>
                    <a:pt x="4905" y="859"/>
                    <a:pt x="3740" y="1"/>
                    <a:pt x="2433"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83" name="Google Shape;2283;p24">
              <a:extLst>
                <a:ext uri="{FF2B5EF4-FFF2-40B4-BE49-F238E27FC236}">
                  <a16:creationId xmlns:a16="http://schemas.microsoft.com/office/drawing/2014/main" id="{2E8AEDB5-8ABA-EC1B-CB49-6A46D550DFA5}"/>
                </a:ext>
              </a:extLst>
            </p:cNvPr>
            <p:cNvSpPr/>
            <p:nvPr/>
          </p:nvSpPr>
          <p:spPr>
            <a:xfrm>
              <a:off x="5069750" y="3123125"/>
              <a:ext cx="117525" cy="137450"/>
            </a:xfrm>
            <a:custGeom>
              <a:avLst/>
              <a:gdLst/>
              <a:ahLst/>
              <a:cxnLst/>
              <a:rect l="l" t="t" r="r" b="b"/>
              <a:pathLst>
                <a:path w="4701" h="5498" extrusionOk="0">
                  <a:moveTo>
                    <a:pt x="2800" y="1"/>
                  </a:moveTo>
                  <a:cubicBezTo>
                    <a:pt x="2207" y="1"/>
                    <a:pt x="1635" y="246"/>
                    <a:pt x="1267" y="757"/>
                  </a:cubicBezTo>
                  <a:lnTo>
                    <a:pt x="1247" y="757"/>
                  </a:lnTo>
                  <a:lnTo>
                    <a:pt x="1247" y="103"/>
                  </a:lnTo>
                  <a:lnTo>
                    <a:pt x="0" y="103"/>
                  </a:lnTo>
                  <a:lnTo>
                    <a:pt x="0" y="5497"/>
                  </a:lnTo>
                  <a:lnTo>
                    <a:pt x="1288" y="5497"/>
                  </a:lnTo>
                  <a:lnTo>
                    <a:pt x="1288" y="2473"/>
                  </a:lnTo>
                  <a:cubicBezTo>
                    <a:pt x="1288" y="1554"/>
                    <a:pt x="1696" y="1124"/>
                    <a:pt x="2412" y="1124"/>
                  </a:cubicBezTo>
                  <a:cubicBezTo>
                    <a:pt x="3066" y="1124"/>
                    <a:pt x="3413" y="1554"/>
                    <a:pt x="3413" y="2371"/>
                  </a:cubicBezTo>
                  <a:lnTo>
                    <a:pt x="3413" y="5497"/>
                  </a:lnTo>
                  <a:lnTo>
                    <a:pt x="4700" y="5497"/>
                  </a:lnTo>
                  <a:lnTo>
                    <a:pt x="4700" y="2044"/>
                  </a:lnTo>
                  <a:cubicBezTo>
                    <a:pt x="4700" y="757"/>
                    <a:pt x="4026" y="1"/>
                    <a:pt x="2800"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84" name="Google Shape;2284;p24">
              <a:extLst>
                <a:ext uri="{FF2B5EF4-FFF2-40B4-BE49-F238E27FC236}">
                  <a16:creationId xmlns:a16="http://schemas.microsoft.com/office/drawing/2014/main" id="{8A54D577-7208-C459-1ECA-4D62011EC7A3}"/>
                </a:ext>
              </a:extLst>
            </p:cNvPr>
            <p:cNvSpPr/>
            <p:nvPr/>
          </p:nvSpPr>
          <p:spPr>
            <a:xfrm>
              <a:off x="5706775" y="2440125"/>
              <a:ext cx="147675" cy="188025"/>
            </a:xfrm>
            <a:custGeom>
              <a:avLst/>
              <a:gdLst/>
              <a:ahLst/>
              <a:cxnLst/>
              <a:rect l="l" t="t" r="r" b="b"/>
              <a:pathLst>
                <a:path w="5907" h="7521" extrusionOk="0">
                  <a:moveTo>
                    <a:pt x="2780" y="1186"/>
                  </a:moveTo>
                  <a:cubicBezTo>
                    <a:pt x="3577" y="1186"/>
                    <a:pt x="4149" y="1472"/>
                    <a:pt x="4149" y="2350"/>
                  </a:cubicBezTo>
                  <a:cubicBezTo>
                    <a:pt x="4149" y="3127"/>
                    <a:pt x="3618" y="3515"/>
                    <a:pt x="2800" y="3515"/>
                  </a:cubicBezTo>
                  <a:lnTo>
                    <a:pt x="1411" y="3515"/>
                  </a:lnTo>
                  <a:lnTo>
                    <a:pt x="1411" y="1186"/>
                  </a:lnTo>
                  <a:close/>
                  <a:moveTo>
                    <a:pt x="1" y="1"/>
                  </a:moveTo>
                  <a:lnTo>
                    <a:pt x="1" y="7520"/>
                  </a:lnTo>
                  <a:lnTo>
                    <a:pt x="1411" y="7520"/>
                  </a:lnTo>
                  <a:lnTo>
                    <a:pt x="1411" y="4700"/>
                  </a:lnTo>
                  <a:lnTo>
                    <a:pt x="2616" y="4700"/>
                  </a:lnTo>
                  <a:lnTo>
                    <a:pt x="4374" y="7520"/>
                  </a:lnTo>
                  <a:lnTo>
                    <a:pt x="5906" y="7520"/>
                  </a:lnTo>
                  <a:lnTo>
                    <a:pt x="4047" y="4537"/>
                  </a:lnTo>
                  <a:cubicBezTo>
                    <a:pt x="5048" y="4189"/>
                    <a:pt x="5538" y="3250"/>
                    <a:pt x="5538" y="2371"/>
                  </a:cubicBezTo>
                  <a:cubicBezTo>
                    <a:pt x="5538" y="818"/>
                    <a:pt x="4394" y="1"/>
                    <a:pt x="2984"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85" name="Google Shape;2285;p24">
              <a:extLst>
                <a:ext uri="{FF2B5EF4-FFF2-40B4-BE49-F238E27FC236}">
                  <a16:creationId xmlns:a16="http://schemas.microsoft.com/office/drawing/2014/main" id="{A95B4414-9F4F-4E63-418C-870DC73BB771}"/>
                </a:ext>
              </a:extLst>
            </p:cNvPr>
            <p:cNvSpPr/>
            <p:nvPr/>
          </p:nvSpPr>
          <p:spPr>
            <a:xfrm>
              <a:off x="5868725" y="2425825"/>
              <a:ext cx="120575" cy="205375"/>
            </a:xfrm>
            <a:custGeom>
              <a:avLst/>
              <a:gdLst/>
              <a:ahLst/>
              <a:cxnLst/>
              <a:rect l="l" t="t" r="r" b="b"/>
              <a:pathLst>
                <a:path w="4823" h="8215" extrusionOk="0">
                  <a:moveTo>
                    <a:pt x="2841" y="0"/>
                  </a:moveTo>
                  <a:lnTo>
                    <a:pt x="1942" y="1839"/>
                  </a:lnTo>
                  <a:lnTo>
                    <a:pt x="2943" y="1839"/>
                  </a:lnTo>
                  <a:lnTo>
                    <a:pt x="4291" y="0"/>
                  </a:lnTo>
                  <a:close/>
                  <a:moveTo>
                    <a:pt x="2493" y="3678"/>
                  </a:moveTo>
                  <a:cubicBezTo>
                    <a:pt x="3004" y="3678"/>
                    <a:pt x="3535" y="3985"/>
                    <a:pt x="3535" y="4721"/>
                  </a:cubicBezTo>
                  <a:lnTo>
                    <a:pt x="3535" y="4864"/>
                  </a:lnTo>
                  <a:lnTo>
                    <a:pt x="1349" y="4864"/>
                  </a:lnTo>
                  <a:lnTo>
                    <a:pt x="1349" y="4782"/>
                  </a:lnTo>
                  <a:cubicBezTo>
                    <a:pt x="1349" y="3985"/>
                    <a:pt x="1942" y="3678"/>
                    <a:pt x="2493" y="3678"/>
                  </a:cubicBezTo>
                  <a:close/>
                  <a:moveTo>
                    <a:pt x="2493" y="2595"/>
                  </a:moveTo>
                  <a:cubicBezTo>
                    <a:pt x="1145" y="2595"/>
                    <a:pt x="0" y="3433"/>
                    <a:pt x="0" y="4966"/>
                  </a:cubicBezTo>
                  <a:lnTo>
                    <a:pt x="0" y="6008"/>
                  </a:lnTo>
                  <a:cubicBezTo>
                    <a:pt x="0" y="7479"/>
                    <a:pt x="1206" y="8215"/>
                    <a:pt x="2534" y="8215"/>
                  </a:cubicBezTo>
                  <a:cubicBezTo>
                    <a:pt x="3474" y="8215"/>
                    <a:pt x="4332" y="7847"/>
                    <a:pt x="4761" y="7009"/>
                  </a:cubicBezTo>
                  <a:lnTo>
                    <a:pt x="3760" y="6437"/>
                  </a:lnTo>
                  <a:cubicBezTo>
                    <a:pt x="3474" y="6866"/>
                    <a:pt x="3025" y="7132"/>
                    <a:pt x="2595" y="7132"/>
                  </a:cubicBezTo>
                  <a:cubicBezTo>
                    <a:pt x="1901" y="7132"/>
                    <a:pt x="1349" y="6744"/>
                    <a:pt x="1349" y="6049"/>
                  </a:cubicBezTo>
                  <a:lnTo>
                    <a:pt x="1349" y="5763"/>
                  </a:lnTo>
                  <a:lnTo>
                    <a:pt x="4823" y="5763"/>
                  </a:lnTo>
                  <a:lnTo>
                    <a:pt x="4823" y="4721"/>
                  </a:lnTo>
                  <a:cubicBezTo>
                    <a:pt x="4823" y="3290"/>
                    <a:pt x="3658" y="2595"/>
                    <a:pt x="2493" y="2595"/>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86" name="Google Shape;2286;p24">
              <a:extLst>
                <a:ext uri="{FF2B5EF4-FFF2-40B4-BE49-F238E27FC236}">
                  <a16:creationId xmlns:a16="http://schemas.microsoft.com/office/drawing/2014/main" id="{92E07CD0-161A-427A-5E92-BB8F5FB88A47}"/>
                </a:ext>
              </a:extLst>
            </p:cNvPr>
            <p:cNvSpPr/>
            <p:nvPr/>
          </p:nvSpPr>
          <p:spPr>
            <a:xfrm>
              <a:off x="6017900" y="2490200"/>
              <a:ext cx="123125" cy="188525"/>
            </a:xfrm>
            <a:custGeom>
              <a:avLst/>
              <a:gdLst/>
              <a:ahLst/>
              <a:cxnLst/>
              <a:rect l="l" t="t" r="r" b="b"/>
              <a:pathLst>
                <a:path w="4925" h="7541" extrusionOk="0">
                  <a:moveTo>
                    <a:pt x="2452" y="1124"/>
                  </a:moveTo>
                  <a:cubicBezTo>
                    <a:pt x="3106" y="1124"/>
                    <a:pt x="3617" y="1492"/>
                    <a:pt x="3617" y="2146"/>
                  </a:cubicBezTo>
                  <a:lnTo>
                    <a:pt x="3617" y="3494"/>
                  </a:lnTo>
                  <a:cubicBezTo>
                    <a:pt x="3617" y="4271"/>
                    <a:pt x="3024" y="4557"/>
                    <a:pt x="2473" y="4557"/>
                  </a:cubicBezTo>
                  <a:cubicBezTo>
                    <a:pt x="1819" y="4557"/>
                    <a:pt x="1287" y="4169"/>
                    <a:pt x="1287" y="3515"/>
                  </a:cubicBezTo>
                  <a:lnTo>
                    <a:pt x="1287" y="2268"/>
                  </a:lnTo>
                  <a:cubicBezTo>
                    <a:pt x="1287" y="1471"/>
                    <a:pt x="1900" y="1124"/>
                    <a:pt x="2452" y="1124"/>
                  </a:cubicBezTo>
                  <a:close/>
                  <a:moveTo>
                    <a:pt x="2800" y="0"/>
                  </a:moveTo>
                  <a:cubicBezTo>
                    <a:pt x="2309" y="0"/>
                    <a:pt x="1696" y="225"/>
                    <a:pt x="1267" y="736"/>
                  </a:cubicBezTo>
                  <a:lnTo>
                    <a:pt x="1267" y="123"/>
                  </a:lnTo>
                  <a:lnTo>
                    <a:pt x="0" y="123"/>
                  </a:lnTo>
                  <a:lnTo>
                    <a:pt x="0" y="7540"/>
                  </a:lnTo>
                  <a:lnTo>
                    <a:pt x="1287" y="7540"/>
                  </a:lnTo>
                  <a:lnTo>
                    <a:pt x="1287" y="4965"/>
                  </a:lnTo>
                  <a:lnTo>
                    <a:pt x="1328" y="4965"/>
                  </a:lnTo>
                  <a:cubicBezTo>
                    <a:pt x="1594" y="5333"/>
                    <a:pt x="2084" y="5640"/>
                    <a:pt x="2697" y="5640"/>
                  </a:cubicBezTo>
                  <a:cubicBezTo>
                    <a:pt x="3903" y="5640"/>
                    <a:pt x="4925" y="4904"/>
                    <a:pt x="4925" y="3453"/>
                  </a:cubicBezTo>
                  <a:lnTo>
                    <a:pt x="4925" y="2146"/>
                  </a:lnTo>
                  <a:cubicBezTo>
                    <a:pt x="4925" y="756"/>
                    <a:pt x="3964" y="0"/>
                    <a:pt x="2800"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87" name="Google Shape;2287;p24">
              <a:extLst>
                <a:ext uri="{FF2B5EF4-FFF2-40B4-BE49-F238E27FC236}">
                  <a16:creationId xmlns:a16="http://schemas.microsoft.com/office/drawing/2014/main" id="{A1B95F58-817D-F2E0-49D5-C093C079E882}"/>
                </a:ext>
              </a:extLst>
            </p:cNvPr>
            <p:cNvSpPr/>
            <p:nvPr/>
          </p:nvSpPr>
          <p:spPr>
            <a:xfrm>
              <a:off x="6167575" y="2493250"/>
              <a:ext cx="117525" cy="137450"/>
            </a:xfrm>
            <a:custGeom>
              <a:avLst/>
              <a:gdLst/>
              <a:ahLst/>
              <a:cxnLst/>
              <a:rect l="l" t="t" r="r" b="b"/>
              <a:pathLst>
                <a:path w="4701" h="5498" extrusionOk="0">
                  <a:moveTo>
                    <a:pt x="0" y="1"/>
                  </a:moveTo>
                  <a:lnTo>
                    <a:pt x="0" y="3434"/>
                  </a:lnTo>
                  <a:cubicBezTo>
                    <a:pt x="0" y="4721"/>
                    <a:pt x="695" y="5497"/>
                    <a:pt x="1901" y="5497"/>
                  </a:cubicBezTo>
                  <a:cubicBezTo>
                    <a:pt x="2514" y="5497"/>
                    <a:pt x="3065" y="5252"/>
                    <a:pt x="3413" y="4721"/>
                  </a:cubicBezTo>
                  <a:lnTo>
                    <a:pt x="3454" y="4721"/>
                  </a:lnTo>
                  <a:lnTo>
                    <a:pt x="3454" y="5395"/>
                  </a:lnTo>
                  <a:lnTo>
                    <a:pt x="4700" y="5395"/>
                  </a:lnTo>
                  <a:lnTo>
                    <a:pt x="4700" y="1"/>
                  </a:lnTo>
                  <a:lnTo>
                    <a:pt x="3413" y="1"/>
                  </a:lnTo>
                  <a:lnTo>
                    <a:pt x="3413" y="3004"/>
                  </a:lnTo>
                  <a:cubicBezTo>
                    <a:pt x="3413" y="3924"/>
                    <a:pt x="3004" y="4373"/>
                    <a:pt x="2309" y="4373"/>
                  </a:cubicBezTo>
                  <a:cubicBezTo>
                    <a:pt x="1655" y="4373"/>
                    <a:pt x="1288" y="3944"/>
                    <a:pt x="1288" y="3127"/>
                  </a:cubicBezTo>
                  <a:lnTo>
                    <a:pt x="1288"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88" name="Google Shape;2288;p24">
              <a:extLst>
                <a:ext uri="{FF2B5EF4-FFF2-40B4-BE49-F238E27FC236}">
                  <a16:creationId xmlns:a16="http://schemas.microsoft.com/office/drawing/2014/main" id="{EEF35799-9A23-B54A-BDB7-CD810407B500}"/>
                </a:ext>
              </a:extLst>
            </p:cNvPr>
            <p:cNvSpPr/>
            <p:nvPr/>
          </p:nvSpPr>
          <p:spPr>
            <a:xfrm>
              <a:off x="6318275" y="2440125"/>
              <a:ext cx="122625" cy="191075"/>
            </a:xfrm>
            <a:custGeom>
              <a:avLst/>
              <a:gdLst/>
              <a:ahLst/>
              <a:cxnLst/>
              <a:rect l="l" t="t" r="r" b="b"/>
              <a:pathLst>
                <a:path w="4905" h="7643" extrusionOk="0">
                  <a:moveTo>
                    <a:pt x="2432" y="3127"/>
                  </a:moveTo>
                  <a:cubicBezTo>
                    <a:pt x="3106" y="3127"/>
                    <a:pt x="3597" y="3495"/>
                    <a:pt x="3597" y="4149"/>
                  </a:cubicBezTo>
                  <a:lnTo>
                    <a:pt x="3597" y="5497"/>
                  </a:lnTo>
                  <a:cubicBezTo>
                    <a:pt x="3597" y="6274"/>
                    <a:pt x="3004" y="6560"/>
                    <a:pt x="2473" y="6560"/>
                  </a:cubicBezTo>
                  <a:cubicBezTo>
                    <a:pt x="1798" y="6560"/>
                    <a:pt x="1288" y="6172"/>
                    <a:pt x="1288" y="5518"/>
                  </a:cubicBezTo>
                  <a:lnTo>
                    <a:pt x="1288" y="4271"/>
                  </a:lnTo>
                  <a:cubicBezTo>
                    <a:pt x="1288" y="3495"/>
                    <a:pt x="1901" y="3127"/>
                    <a:pt x="2432" y="3127"/>
                  </a:cubicBezTo>
                  <a:close/>
                  <a:moveTo>
                    <a:pt x="0" y="1"/>
                  </a:moveTo>
                  <a:lnTo>
                    <a:pt x="0" y="7520"/>
                  </a:lnTo>
                  <a:lnTo>
                    <a:pt x="1226" y="7520"/>
                  </a:lnTo>
                  <a:lnTo>
                    <a:pt x="1226" y="6989"/>
                  </a:lnTo>
                  <a:lnTo>
                    <a:pt x="1267" y="6989"/>
                  </a:lnTo>
                  <a:cubicBezTo>
                    <a:pt x="1533" y="7336"/>
                    <a:pt x="2023" y="7643"/>
                    <a:pt x="2636" y="7643"/>
                  </a:cubicBezTo>
                  <a:cubicBezTo>
                    <a:pt x="3842" y="7643"/>
                    <a:pt x="4904" y="6907"/>
                    <a:pt x="4904" y="5456"/>
                  </a:cubicBezTo>
                  <a:lnTo>
                    <a:pt x="4904" y="4149"/>
                  </a:lnTo>
                  <a:cubicBezTo>
                    <a:pt x="4904" y="2759"/>
                    <a:pt x="3964" y="2023"/>
                    <a:pt x="2779" y="2023"/>
                  </a:cubicBezTo>
                  <a:cubicBezTo>
                    <a:pt x="2289" y="2023"/>
                    <a:pt x="1696" y="2207"/>
                    <a:pt x="1288" y="2739"/>
                  </a:cubicBezTo>
                  <a:lnTo>
                    <a:pt x="1288"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89" name="Google Shape;2289;p24">
              <a:extLst>
                <a:ext uri="{FF2B5EF4-FFF2-40B4-BE49-F238E27FC236}">
                  <a16:creationId xmlns:a16="http://schemas.microsoft.com/office/drawing/2014/main" id="{DE059693-0B7D-48C3-BD9A-8F432ADF297A}"/>
                </a:ext>
              </a:extLst>
            </p:cNvPr>
            <p:cNvSpPr/>
            <p:nvPr/>
          </p:nvSpPr>
          <p:spPr>
            <a:xfrm>
              <a:off x="6469475" y="2440125"/>
              <a:ext cx="58775" cy="189550"/>
            </a:xfrm>
            <a:custGeom>
              <a:avLst/>
              <a:gdLst/>
              <a:ahLst/>
              <a:cxnLst/>
              <a:rect l="l" t="t" r="r" b="b"/>
              <a:pathLst>
                <a:path w="2351" h="7582" extrusionOk="0">
                  <a:moveTo>
                    <a:pt x="1" y="1"/>
                  </a:moveTo>
                  <a:lnTo>
                    <a:pt x="1" y="6069"/>
                  </a:lnTo>
                  <a:cubicBezTo>
                    <a:pt x="1" y="6560"/>
                    <a:pt x="42" y="7581"/>
                    <a:pt x="1309" y="7581"/>
                  </a:cubicBezTo>
                  <a:cubicBezTo>
                    <a:pt x="1656" y="7581"/>
                    <a:pt x="2065" y="7520"/>
                    <a:pt x="2351" y="7438"/>
                  </a:cubicBezTo>
                  <a:lnTo>
                    <a:pt x="2351" y="6458"/>
                  </a:lnTo>
                  <a:cubicBezTo>
                    <a:pt x="2105" y="6478"/>
                    <a:pt x="1983" y="6498"/>
                    <a:pt x="1758" y="6498"/>
                  </a:cubicBezTo>
                  <a:cubicBezTo>
                    <a:pt x="1411" y="6498"/>
                    <a:pt x="1288" y="6315"/>
                    <a:pt x="1288" y="6069"/>
                  </a:cubicBezTo>
                  <a:lnTo>
                    <a:pt x="1288"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90" name="Google Shape;2290;p24">
              <a:extLst>
                <a:ext uri="{FF2B5EF4-FFF2-40B4-BE49-F238E27FC236}">
                  <a16:creationId xmlns:a16="http://schemas.microsoft.com/office/drawing/2014/main" id="{74642EFD-72EA-DA97-A940-2124C32A00A4}"/>
                </a:ext>
              </a:extLst>
            </p:cNvPr>
            <p:cNvSpPr/>
            <p:nvPr/>
          </p:nvSpPr>
          <p:spPr>
            <a:xfrm>
              <a:off x="6550700" y="2438600"/>
              <a:ext cx="32225" cy="189550"/>
            </a:xfrm>
            <a:custGeom>
              <a:avLst/>
              <a:gdLst/>
              <a:ahLst/>
              <a:cxnLst/>
              <a:rect l="l" t="t" r="r" b="b"/>
              <a:pathLst>
                <a:path w="1289" h="7582" extrusionOk="0">
                  <a:moveTo>
                    <a:pt x="1" y="0"/>
                  </a:moveTo>
                  <a:lnTo>
                    <a:pt x="1" y="1369"/>
                  </a:lnTo>
                  <a:lnTo>
                    <a:pt x="1288" y="1369"/>
                  </a:lnTo>
                  <a:lnTo>
                    <a:pt x="1288" y="0"/>
                  </a:lnTo>
                  <a:close/>
                  <a:moveTo>
                    <a:pt x="1" y="2187"/>
                  </a:moveTo>
                  <a:lnTo>
                    <a:pt x="1" y="7581"/>
                  </a:lnTo>
                  <a:lnTo>
                    <a:pt x="1288" y="7581"/>
                  </a:lnTo>
                  <a:lnTo>
                    <a:pt x="1288" y="2187"/>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91" name="Google Shape;2291;p24">
              <a:extLst>
                <a:ext uri="{FF2B5EF4-FFF2-40B4-BE49-F238E27FC236}">
                  <a16:creationId xmlns:a16="http://schemas.microsoft.com/office/drawing/2014/main" id="{B5619624-8F6B-D05E-E6C0-BA812C8C02A5}"/>
                </a:ext>
              </a:extLst>
            </p:cNvPr>
            <p:cNvSpPr/>
            <p:nvPr/>
          </p:nvSpPr>
          <p:spPr>
            <a:xfrm>
              <a:off x="6611500" y="2490700"/>
              <a:ext cx="122625" cy="188025"/>
            </a:xfrm>
            <a:custGeom>
              <a:avLst/>
              <a:gdLst/>
              <a:ahLst/>
              <a:cxnLst/>
              <a:rect l="l" t="t" r="r" b="b"/>
              <a:pathLst>
                <a:path w="4905" h="7521" extrusionOk="0">
                  <a:moveTo>
                    <a:pt x="2432" y="1083"/>
                  </a:moveTo>
                  <a:cubicBezTo>
                    <a:pt x="3086" y="1083"/>
                    <a:pt x="3617" y="1472"/>
                    <a:pt x="3617" y="2126"/>
                  </a:cubicBezTo>
                  <a:lnTo>
                    <a:pt x="3617" y="3454"/>
                  </a:lnTo>
                  <a:cubicBezTo>
                    <a:pt x="3617" y="4230"/>
                    <a:pt x="3004" y="4516"/>
                    <a:pt x="2473" y="4516"/>
                  </a:cubicBezTo>
                  <a:cubicBezTo>
                    <a:pt x="1799" y="4516"/>
                    <a:pt x="1308" y="4128"/>
                    <a:pt x="1308" y="3474"/>
                  </a:cubicBezTo>
                  <a:lnTo>
                    <a:pt x="1308" y="2146"/>
                  </a:lnTo>
                  <a:cubicBezTo>
                    <a:pt x="1308" y="1370"/>
                    <a:pt x="1880" y="1083"/>
                    <a:pt x="2432" y="1083"/>
                  </a:cubicBezTo>
                  <a:close/>
                  <a:moveTo>
                    <a:pt x="2207" y="0"/>
                  </a:moveTo>
                  <a:cubicBezTo>
                    <a:pt x="1022" y="0"/>
                    <a:pt x="0" y="716"/>
                    <a:pt x="0" y="2187"/>
                  </a:cubicBezTo>
                  <a:lnTo>
                    <a:pt x="0" y="3495"/>
                  </a:lnTo>
                  <a:cubicBezTo>
                    <a:pt x="0" y="4864"/>
                    <a:pt x="940" y="5620"/>
                    <a:pt x="2126" y="5620"/>
                  </a:cubicBezTo>
                  <a:cubicBezTo>
                    <a:pt x="2596" y="5620"/>
                    <a:pt x="3331" y="5313"/>
                    <a:pt x="3638" y="4884"/>
                  </a:cubicBezTo>
                  <a:lnTo>
                    <a:pt x="3638" y="7520"/>
                  </a:lnTo>
                  <a:lnTo>
                    <a:pt x="4905" y="7520"/>
                  </a:lnTo>
                  <a:lnTo>
                    <a:pt x="4905" y="82"/>
                  </a:lnTo>
                  <a:lnTo>
                    <a:pt x="3617" y="82"/>
                  </a:lnTo>
                  <a:lnTo>
                    <a:pt x="3617" y="654"/>
                  </a:lnTo>
                  <a:lnTo>
                    <a:pt x="3576" y="654"/>
                  </a:lnTo>
                  <a:cubicBezTo>
                    <a:pt x="3311" y="307"/>
                    <a:pt x="2820" y="0"/>
                    <a:pt x="2207"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92" name="Google Shape;2292;p24">
              <a:extLst>
                <a:ext uri="{FF2B5EF4-FFF2-40B4-BE49-F238E27FC236}">
                  <a16:creationId xmlns:a16="http://schemas.microsoft.com/office/drawing/2014/main" id="{E1A711D7-4172-35D5-1AFD-DBDCF8DC8B67}"/>
                </a:ext>
              </a:extLst>
            </p:cNvPr>
            <p:cNvSpPr/>
            <p:nvPr/>
          </p:nvSpPr>
          <p:spPr>
            <a:xfrm>
              <a:off x="6767300" y="2493250"/>
              <a:ext cx="117025" cy="137450"/>
            </a:xfrm>
            <a:custGeom>
              <a:avLst/>
              <a:gdLst/>
              <a:ahLst/>
              <a:cxnLst/>
              <a:rect l="l" t="t" r="r" b="b"/>
              <a:pathLst>
                <a:path w="4681" h="5498" extrusionOk="0">
                  <a:moveTo>
                    <a:pt x="1" y="1"/>
                  </a:moveTo>
                  <a:lnTo>
                    <a:pt x="1" y="3434"/>
                  </a:lnTo>
                  <a:cubicBezTo>
                    <a:pt x="1" y="4721"/>
                    <a:pt x="675" y="5497"/>
                    <a:pt x="1901" y="5497"/>
                  </a:cubicBezTo>
                  <a:cubicBezTo>
                    <a:pt x="2494" y="5497"/>
                    <a:pt x="3046" y="5252"/>
                    <a:pt x="3413" y="4721"/>
                  </a:cubicBezTo>
                  <a:lnTo>
                    <a:pt x="3434" y="4721"/>
                  </a:lnTo>
                  <a:lnTo>
                    <a:pt x="3434" y="5395"/>
                  </a:lnTo>
                  <a:lnTo>
                    <a:pt x="4680" y="5395"/>
                  </a:lnTo>
                  <a:lnTo>
                    <a:pt x="4680" y="1"/>
                  </a:lnTo>
                  <a:lnTo>
                    <a:pt x="3393" y="1"/>
                  </a:lnTo>
                  <a:lnTo>
                    <a:pt x="3393" y="3004"/>
                  </a:lnTo>
                  <a:cubicBezTo>
                    <a:pt x="3393" y="3924"/>
                    <a:pt x="3005" y="4373"/>
                    <a:pt x="2289" y="4373"/>
                  </a:cubicBezTo>
                  <a:cubicBezTo>
                    <a:pt x="1636" y="4373"/>
                    <a:pt x="1288" y="3944"/>
                    <a:pt x="1288" y="3127"/>
                  </a:cubicBezTo>
                  <a:lnTo>
                    <a:pt x="1288"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93" name="Google Shape;2293;p24">
              <a:extLst>
                <a:ext uri="{FF2B5EF4-FFF2-40B4-BE49-F238E27FC236}">
                  <a16:creationId xmlns:a16="http://schemas.microsoft.com/office/drawing/2014/main" id="{D74B5EAE-76DE-F2AA-D06D-C52171D499EB}"/>
                </a:ext>
              </a:extLst>
            </p:cNvPr>
            <p:cNvSpPr/>
            <p:nvPr/>
          </p:nvSpPr>
          <p:spPr>
            <a:xfrm>
              <a:off x="6911375" y="2490700"/>
              <a:ext cx="120075" cy="140500"/>
            </a:xfrm>
            <a:custGeom>
              <a:avLst/>
              <a:gdLst/>
              <a:ahLst/>
              <a:cxnLst/>
              <a:rect l="l" t="t" r="r" b="b"/>
              <a:pathLst>
                <a:path w="4803" h="5620" extrusionOk="0">
                  <a:moveTo>
                    <a:pt x="2473" y="1083"/>
                  </a:moveTo>
                  <a:cubicBezTo>
                    <a:pt x="3004" y="1083"/>
                    <a:pt x="3515" y="1390"/>
                    <a:pt x="3515" y="2126"/>
                  </a:cubicBezTo>
                  <a:lnTo>
                    <a:pt x="3515" y="2269"/>
                  </a:lnTo>
                  <a:lnTo>
                    <a:pt x="1349" y="2269"/>
                  </a:lnTo>
                  <a:lnTo>
                    <a:pt x="1349" y="2187"/>
                  </a:lnTo>
                  <a:cubicBezTo>
                    <a:pt x="1349" y="1390"/>
                    <a:pt x="1921" y="1083"/>
                    <a:pt x="2473" y="1083"/>
                  </a:cubicBezTo>
                  <a:close/>
                  <a:moveTo>
                    <a:pt x="2473" y="0"/>
                  </a:moveTo>
                  <a:cubicBezTo>
                    <a:pt x="1145" y="0"/>
                    <a:pt x="0" y="838"/>
                    <a:pt x="0" y="2371"/>
                  </a:cubicBezTo>
                  <a:lnTo>
                    <a:pt x="0" y="3413"/>
                  </a:lnTo>
                  <a:cubicBezTo>
                    <a:pt x="0" y="4884"/>
                    <a:pt x="1185" y="5620"/>
                    <a:pt x="2514" y="5620"/>
                  </a:cubicBezTo>
                  <a:cubicBezTo>
                    <a:pt x="3474" y="5620"/>
                    <a:pt x="4332" y="5252"/>
                    <a:pt x="4741" y="4414"/>
                  </a:cubicBezTo>
                  <a:lnTo>
                    <a:pt x="3760" y="3842"/>
                  </a:lnTo>
                  <a:cubicBezTo>
                    <a:pt x="3474" y="4271"/>
                    <a:pt x="3024" y="4537"/>
                    <a:pt x="2575" y="4537"/>
                  </a:cubicBezTo>
                  <a:cubicBezTo>
                    <a:pt x="1901" y="4537"/>
                    <a:pt x="1349" y="4149"/>
                    <a:pt x="1349" y="3454"/>
                  </a:cubicBezTo>
                  <a:lnTo>
                    <a:pt x="1349" y="3168"/>
                  </a:lnTo>
                  <a:lnTo>
                    <a:pt x="4802" y="3168"/>
                  </a:lnTo>
                  <a:lnTo>
                    <a:pt x="4802" y="2126"/>
                  </a:lnTo>
                  <a:cubicBezTo>
                    <a:pt x="4802" y="695"/>
                    <a:pt x="3658" y="0"/>
                    <a:pt x="2473"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94" name="Google Shape;2294;p24">
              <a:extLst>
                <a:ext uri="{FF2B5EF4-FFF2-40B4-BE49-F238E27FC236}">
                  <a16:creationId xmlns:a16="http://schemas.microsoft.com/office/drawing/2014/main" id="{6D3BD3B9-0CEB-ACE8-E7D5-A1A20F384A1B}"/>
                </a:ext>
              </a:extLst>
            </p:cNvPr>
            <p:cNvSpPr/>
            <p:nvPr/>
          </p:nvSpPr>
          <p:spPr>
            <a:xfrm>
              <a:off x="5706775" y="2756350"/>
              <a:ext cx="147675" cy="188000"/>
            </a:xfrm>
            <a:custGeom>
              <a:avLst/>
              <a:gdLst/>
              <a:ahLst/>
              <a:cxnLst/>
              <a:rect l="l" t="t" r="r" b="b"/>
              <a:pathLst>
                <a:path w="5907" h="7520" extrusionOk="0">
                  <a:moveTo>
                    <a:pt x="2841" y="1226"/>
                  </a:moveTo>
                  <a:cubicBezTo>
                    <a:pt x="3720" y="1226"/>
                    <a:pt x="4496" y="1757"/>
                    <a:pt x="4496" y="2656"/>
                  </a:cubicBezTo>
                  <a:lnTo>
                    <a:pt x="4496" y="4822"/>
                  </a:lnTo>
                  <a:cubicBezTo>
                    <a:pt x="4496" y="5905"/>
                    <a:pt x="3618" y="6273"/>
                    <a:pt x="2902" y="6273"/>
                  </a:cubicBezTo>
                  <a:lnTo>
                    <a:pt x="1411" y="6273"/>
                  </a:lnTo>
                  <a:lnTo>
                    <a:pt x="1411" y="1226"/>
                  </a:lnTo>
                  <a:close/>
                  <a:moveTo>
                    <a:pt x="1" y="0"/>
                  </a:moveTo>
                  <a:lnTo>
                    <a:pt x="1" y="7520"/>
                  </a:lnTo>
                  <a:lnTo>
                    <a:pt x="2943" y="7520"/>
                  </a:lnTo>
                  <a:cubicBezTo>
                    <a:pt x="4435" y="7520"/>
                    <a:pt x="5906" y="6519"/>
                    <a:pt x="5906" y="4741"/>
                  </a:cubicBezTo>
                  <a:lnTo>
                    <a:pt x="5906" y="2738"/>
                  </a:lnTo>
                  <a:cubicBezTo>
                    <a:pt x="5906" y="1063"/>
                    <a:pt x="4578" y="0"/>
                    <a:pt x="2943"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95" name="Google Shape;2295;p24">
              <a:extLst>
                <a:ext uri="{FF2B5EF4-FFF2-40B4-BE49-F238E27FC236}">
                  <a16:creationId xmlns:a16="http://schemas.microsoft.com/office/drawing/2014/main" id="{D6DC137D-6F33-FBB3-3795-84308A47C4F0}"/>
                </a:ext>
              </a:extLst>
            </p:cNvPr>
            <p:cNvSpPr/>
            <p:nvPr/>
          </p:nvSpPr>
          <p:spPr>
            <a:xfrm>
              <a:off x="5879450" y="2742025"/>
              <a:ext cx="120075" cy="205400"/>
            </a:xfrm>
            <a:custGeom>
              <a:avLst/>
              <a:gdLst/>
              <a:ahLst/>
              <a:cxnLst/>
              <a:rect l="l" t="t" r="r" b="b"/>
              <a:pathLst>
                <a:path w="4803" h="8216" extrusionOk="0">
                  <a:moveTo>
                    <a:pt x="2820" y="1"/>
                  </a:moveTo>
                  <a:lnTo>
                    <a:pt x="1942" y="1840"/>
                  </a:lnTo>
                  <a:lnTo>
                    <a:pt x="2943" y="1840"/>
                  </a:lnTo>
                  <a:lnTo>
                    <a:pt x="4292" y="1"/>
                  </a:lnTo>
                  <a:close/>
                  <a:moveTo>
                    <a:pt x="2473" y="3679"/>
                  </a:moveTo>
                  <a:cubicBezTo>
                    <a:pt x="3004" y="3679"/>
                    <a:pt x="3515" y="3986"/>
                    <a:pt x="3515" y="4721"/>
                  </a:cubicBezTo>
                  <a:lnTo>
                    <a:pt x="3515" y="4864"/>
                  </a:lnTo>
                  <a:lnTo>
                    <a:pt x="1349" y="4864"/>
                  </a:lnTo>
                  <a:lnTo>
                    <a:pt x="1349" y="4782"/>
                  </a:lnTo>
                  <a:cubicBezTo>
                    <a:pt x="1349" y="3986"/>
                    <a:pt x="1942" y="3679"/>
                    <a:pt x="2473" y="3679"/>
                  </a:cubicBezTo>
                  <a:close/>
                  <a:moveTo>
                    <a:pt x="2473" y="2596"/>
                  </a:moveTo>
                  <a:cubicBezTo>
                    <a:pt x="1145" y="2596"/>
                    <a:pt x="0" y="3434"/>
                    <a:pt x="0" y="4966"/>
                  </a:cubicBezTo>
                  <a:lnTo>
                    <a:pt x="0" y="6009"/>
                  </a:lnTo>
                  <a:cubicBezTo>
                    <a:pt x="0" y="7480"/>
                    <a:pt x="1186" y="8215"/>
                    <a:pt x="2534" y="8215"/>
                  </a:cubicBezTo>
                  <a:cubicBezTo>
                    <a:pt x="3474" y="8215"/>
                    <a:pt x="4332" y="7848"/>
                    <a:pt x="4741" y="7010"/>
                  </a:cubicBezTo>
                  <a:lnTo>
                    <a:pt x="3760" y="6438"/>
                  </a:lnTo>
                  <a:cubicBezTo>
                    <a:pt x="3474" y="6846"/>
                    <a:pt x="3025" y="7132"/>
                    <a:pt x="2596" y="7132"/>
                  </a:cubicBezTo>
                  <a:cubicBezTo>
                    <a:pt x="1901" y="7132"/>
                    <a:pt x="1349" y="6744"/>
                    <a:pt x="1349" y="6049"/>
                  </a:cubicBezTo>
                  <a:lnTo>
                    <a:pt x="1349" y="5763"/>
                  </a:lnTo>
                  <a:lnTo>
                    <a:pt x="4802" y="5763"/>
                  </a:lnTo>
                  <a:lnTo>
                    <a:pt x="4802" y="4721"/>
                  </a:lnTo>
                  <a:cubicBezTo>
                    <a:pt x="4802" y="3291"/>
                    <a:pt x="3658" y="2596"/>
                    <a:pt x="2473" y="2596"/>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96" name="Google Shape;2296;p24">
              <a:extLst>
                <a:ext uri="{FF2B5EF4-FFF2-40B4-BE49-F238E27FC236}">
                  <a16:creationId xmlns:a16="http://schemas.microsoft.com/office/drawing/2014/main" id="{57E4C94D-1B27-3FEF-E208-9AF8911FDD31}"/>
                </a:ext>
              </a:extLst>
            </p:cNvPr>
            <p:cNvSpPr/>
            <p:nvPr/>
          </p:nvSpPr>
          <p:spPr>
            <a:xfrm>
              <a:off x="6028625" y="2806925"/>
              <a:ext cx="197200" cy="137425"/>
            </a:xfrm>
            <a:custGeom>
              <a:avLst/>
              <a:gdLst/>
              <a:ahLst/>
              <a:cxnLst/>
              <a:rect l="l" t="t" r="r" b="b"/>
              <a:pathLst>
                <a:path w="7888" h="5497" extrusionOk="0">
                  <a:moveTo>
                    <a:pt x="2779" y="0"/>
                  </a:moveTo>
                  <a:cubicBezTo>
                    <a:pt x="2146" y="0"/>
                    <a:pt x="1614" y="266"/>
                    <a:pt x="1247" y="756"/>
                  </a:cubicBezTo>
                  <a:lnTo>
                    <a:pt x="1226" y="756"/>
                  </a:lnTo>
                  <a:lnTo>
                    <a:pt x="1226" y="102"/>
                  </a:lnTo>
                  <a:lnTo>
                    <a:pt x="0" y="102"/>
                  </a:lnTo>
                  <a:lnTo>
                    <a:pt x="0" y="5497"/>
                  </a:lnTo>
                  <a:lnTo>
                    <a:pt x="1288" y="5497"/>
                  </a:lnTo>
                  <a:lnTo>
                    <a:pt x="1288" y="2330"/>
                  </a:lnTo>
                  <a:cubicBezTo>
                    <a:pt x="1288" y="1430"/>
                    <a:pt x="1860" y="1124"/>
                    <a:pt x="2330" y="1124"/>
                  </a:cubicBezTo>
                  <a:cubicBezTo>
                    <a:pt x="3106" y="1124"/>
                    <a:pt x="3310" y="1696"/>
                    <a:pt x="3310" y="2370"/>
                  </a:cubicBezTo>
                  <a:lnTo>
                    <a:pt x="3310" y="5497"/>
                  </a:lnTo>
                  <a:lnTo>
                    <a:pt x="4577" y="5497"/>
                  </a:lnTo>
                  <a:lnTo>
                    <a:pt x="4577" y="2391"/>
                  </a:lnTo>
                  <a:cubicBezTo>
                    <a:pt x="4577" y="1676"/>
                    <a:pt x="4884" y="1124"/>
                    <a:pt x="5620" y="1124"/>
                  </a:cubicBezTo>
                  <a:cubicBezTo>
                    <a:pt x="6355" y="1124"/>
                    <a:pt x="6600" y="1635"/>
                    <a:pt x="6600" y="2350"/>
                  </a:cubicBezTo>
                  <a:lnTo>
                    <a:pt x="6600" y="5497"/>
                  </a:lnTo>
                  <a:lnTo>
                    <a:pt x="7888" y="5497"/>
                  </a:lnTo>
                  <a:lnTo>
                    <a:pt x="7888" y="1900"/>
                  </a:lnTo>
                  <a:cubicBezTo>
                    <a:pt x="7888" y="572"/>
                    <a:pt x="6989" y="0"/>
                    <a:pt x="5987" y="0"/>
                  </a:cubicBezTo>
                  <a:cubicBezTo>
                    <a:pt x="5252" y="0"/>
                    <a:pt x="4720" y="307"/>
                    <a:pt x="4332" y="797"/>
                  </a:cubicBezTo>
                  <a:lnTo>
                    <a:pt x="4312" y="797"/>
                  </a:lnTo>
                  <a:cubicBezTo>
                    <a:pt x="3985" y="286"/>
                    <a:pt x="3494" y="0"/>
                    <a:pt x="2779"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97" name="Google Shape;2297;p24">
              <a:extLst>
                <a:ext uri="{FF2B5EF4-FFF2-40B4-BE49-F238E27FC236}">
                  <a16:creationId xmlns:a16="http://schemas.microsoft.com/office/drawing/2014/main" id="{46D1B2CE-2E80-CF7D-41B2-BD07A2CAAFA5}"/>
                </a:ext>
              </a:extLst>
            </p:cNvPr>
            <p:cNvSpPr/>
            <p:nvPr/>
          </p:nvSpPr>
          <p:spPr>
            <a:xfrm>
              <a:off x="6253900" y="2806925"/>
              <a:ext cx="122625" cy="140500"/>
            </a:xfrm>
            <a:custGeom>
              <a:avLst/>
              <a:gdLst/>
              <a:ahLst/>
              <a:cxnLst/>
              <a:rect l="l" t="t" r="r" b="b"/>
              <a:pathLst>
                <a:path w="4905" h="5620" extrusionOk="0">
                  <a:moveTo>
                    <a:pt x="2432" y="1103"/>
                  </a:moveTo>
                  <a:cubicBezTo>
                    <a:pt x="3107" y="1103"/>
                    <a:pt x="3597" y="1471"/>
                    <a:pt x="3597" y="2125"/>
                  </a:cubicBezTo>
                  <a:lnTo>
                    <a:pt x="3597" y="3474"/>
                  </a:lnTo>
                  <a:cubicBezTo>
                    <a:pt x="3597" y="4250"/>
                    <a:pt x="3025" y="4536"/>
                    <a:pt x="2473" y="4536"/>
                  </a:cubicBezTo>
                  <a:cubicBezTo>
                    <a:pt x="1819" y="4536"/>
                    <a:pt x="1308" y="4148"/>
                    <a:pt x="1308" y="3494"/>
                  </a:cubicBezTo>
                  <a:lnTo>
                    <a:pt x="1308" y="2166"/>
                  </a:lnTo>
                  <a:cubicBezTo>
                    <a:pt x="1308" y="1390"/>
                    <a:pt x="1901" y="1103"/>
                    <a:pt x="2432" y="1103"/>
                  </a:cubicBezTo>
                  <a:close/>
                  <a:moveTo>
                    <a:pt x="2432" y="0"/>
                  </a:moveTo>
                  <a:cubicBezTo>
                    <a:pt x="1247" y="0"/>
                    <a:pt x="1" y="797"/>
                    <a:pt x="1" y="2268"/>
                  </a:cubicBezTo>
                  <a:lnTo>
                    <a:pt x="1" y="3494"/>
                  </a:lnTo>
                  <a:cubicBezTo>
                    <a:pt x="1" y="4884"/>
                    <a:pt x="1165" y="5619"/>
                    <a:pt x="2473" y="5619"/>
                  </a:cubicBezTo>
                  <a:cubicBezTo>
                    <a:pt x="3679" y="5619"/>
                    <a:pt x="4905" y="4822"/>
                    <a:pt x="4905" y="3351"/>
                  </a:cubicBezTo>
                  <a:lnTo>
                    <a:pt x="4905" y="2248"/>
                  </a:lnTo>
                  <a:cubicBezTo>
                    <a:pt x="4905" y="858"/>
                    <a:pt x="3740" y="0"/>
                    <a:pt x="2432"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98" name="Google Shape;2298;p24">
              <a:extLst>
                <a:ext uri="{FF2B5EF4-FFF2-40B4-BE49-F238E27FC236}">
                  <a16:creationId xmlns:a16="http://schemas.microsoft.com/office/drawing/2014/main" id="{74DA15AD-06A6-1CBF-8071-6C90B61AD4E8}"/>
                </a:ext>
              </a:extLst>
            </p:cNvPr>
            <p:cNvSpPr/>
            <p:nvPr/>
          </p:nvSpPr>
          <p:spPr>
            <a:xfrm>
              <a:off x="6398975" y="2806925"/>
              <a:ext cx="121100" cy="140500"/>
            </a:xfrm>
            <a:custGeom>
              <a:avLst/>
              <a:gdLst/>
              <a:ahLst/>
              <a:cxnLst/>
              <a:rect l="l" t="t" r="r" b="b"/>
              <a:pathLst>
                <a:path w="4844" h="5620" extrusionOk="0">
                  <a:moveTo>
                    <a:pt x="2473" y="0"/>
                  </a:moveTo>
                  <a:cubicBezTo>
                    <a:pt x="1145" y="0"/>
                    <a:pt x="1" y="838"/>
                    <a:pt x="1" y="2370"/>
                  </a:cubicBezTo>
                  <a:lnTo>
                    <a:pt x="1" y="3413"/>
                  </a:lnTo>
                  <a:cubicBezTo>
                    <a:pt x="1" y="4843"/>
                    <a:pt x="1186" y="5619"/>
                    <a:pt x="2514" y="5619"/>
                  </a:cubicBezTo>
                  <a:cubicBezTo>
                    <a:pt x="3679" y="5619"/>
                    <a:pt x="4823" y="4945"/>
                    <a:pt x="4823" y="3515"/>
                  </a:cubicBezTo>
                  <a:lnTo>
                    <a:pt x="4823" y="3453"/>
                  </a:lnTo>
                  <a:lnTo>
                    <a:pt x="3577" y="3453"/>
                  </a:lnTo>
                  <a:lnTo>
                    <a:pt x="3577" y="3515"/>
                  </a:lnTo>
                  <a:cubicBezTo>
                    <a:pt x="3577" y="4250"/>
                    <a:pt x="3046" y="4536"/>
                    <a:pt x="2514" y="4536"/>
                  </a:cubicBezTo>
                  <a:cubicBezTo>
                    <a:pt x="1840" y="4536"/>
                    <a:pt x="1329" y="4148"/>
                    <a:pt x="1329" y="3453"/>
                  </a:cubicBezTo>
                  <a:lnTo>
                    <a:pt x="1329" y="2186"/>
                  </a:lnTo>
                  <a:cubicBezTo>
                    <a:pt x="1329" y="1390"/>
                    <a:pt x="1922" y="1083"/>
                    <a:pt x="2473" y="1083"/>
                  </a:cubicBezTo>
                  <a:cubicBezTo>
                    <a:pt x="3005" y="1083"/>
                    <a:pt x="3577" y="1390"/>
                    <a:pt x="3577" y="2125"/>
                  </a:cubicBezTo>
                  <a:lnTo>
                    <a:pt x="3577" y="2227"/>
                  </a:lnTo>
                  <a:lnTo>
                    <a:pt x="4844" y="2227"/>
                  </a:lnTo>
                  <a:lnTo>
                    <a:pt x="4844" y="2125"/>
                  </a:lnTo>
                  <a:cubicBezTo>
                    <a:pt x="4844" y="695"/>
                    <a:pt x="3638" y="0"/>
                    <a:pt x="2473"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99" name="Google Shape;2299;p24">
              <a:extLst>
                <a:ext uri="{FF2B5EF4-FFF2-40B4-BE49-F238E27FC236}">
                  <a16:creationId xmlns:a16="http://schemas.microsoft.com/office/drawing/2014/main" id="{33B2EA26-90E1-4496-9208-896FF3543CA7}"/>
                </a:ext>
              </a:extLst>
            </p:cNvPr>
            <p:cNvSpPr/>
            <p:nvPr/>
          </p:nvSpPr>
          <p:spPr>
            <a:xfrm>
              <a:off x="6542025" y="2806925"/>
              <a:ext cx="86875" cy="137425"/>
            </a:xfrm>
            <a:custGeom>
              <a:avLst/>
              <a:gdLst/>
              <a:ahLst/>
              <a:cxnLst/>
              <a:rect l="l" t="t" r="r" b="b"/>
              <a:pathLst>
                <a:path w="3475" h="5497" extrusionOk="0">
                  <a:moveTo>
                    <a:pt x="3045" y="0"/>
                  </a:moveTo>
                  <a:cubicBezTo>
                    <a:pt x="2391" y="0"/>
                    <a:pt x="1594" y="429"/>
                    <a:pt x="1288" y="1001"/>
                  </a:cubicBezTo>
                  <a:lnTo>
                    <a:pt x="1267" y="1001"/>
                  </a:lnTo>
                  <a:lnTo>
                    <a:pt x="1267" y="102"/>
                  </a:lnTo>
                  <a:lnTo>
                    <a:pt x="0" y="102"/>
                  </a:lnTo>
                  <a:lnTo>
                    <a:pt x="0" y="5497"/>
                  </a:lnTo>
                  <a:lnTo>
                    <a:pt x="1288" y="5497"/>
                  </a:lnTo>
                  <a:lnTo>
                    <a:pt x="1288" y="2738"/>
                  </a:lnTo>
                  <a:cubicBezTo>
                    <a:pt x="1288" y="1737"/>
                    <a:pt x="2023" y="1165"/>
                    <a:pt x="2984" y="1165"/>
                  </a:cubicBezTo>
                  <a:cubicBezTo>
                    <a:pt x="3168" y="1165"/>
                    <a:pt x="3311" y="1165"/>
                    <a:pt x="3474" y="1206"/>
                  </a:cubicBezTo>
                  <a:lnTo>
                    <a:pt x="3474" y="20"/>
                  </a:lnTo>
                  <a:cubicBezTo>
                    <a:pt x="3331" y="0"/>
                    <a:pt x="3188" y="0"/>
                    <a:pt x="3045"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00" name="Google Shape;2300;p24">
              <a:extLst>
                <a:ext uri="{FF2B5EF4-FFF2-40B4-BE49-F238E27FC236}">
                  <a16:creationId xmlns:a16="http://schemas.microsoft.com/office/drawing/2014/main" id="{4A2314A9-832C-CAB5-6709-4634E2DC8947}"/>
                </a:ext>
              </a:extLst>
            </p:cNvPr>
            <p:cNvSpPr/>
            <p:nvPr/>
          </p:nvSpPr>
          <p:spPr>
            <a:xfrm>
              <a:off x="6640625" y="2806400"/>
              <a:ext cx="120575" cy="140500"/>
            </a:xfrm>
            <a:custGeom>
              <a:avLst/>
              <a:gdLst/>
              <a:ahLst/>
              <a:cxnLst/>
              <a:rect l="l" t="t" r="r" b="b"/>
              <a:pathLst>
                <a:path w="4823" h="5620" extrusionOk="0">
                  <a:moveTo>
                    <a:pt x="3433" y="3250"/>
                  </a:moveTo>
                  <a:lnTo>
                    <a:pt x="3433" y="3515"/>
                  </a:lnTo>
                  <a:cubicBezTo>
                    <a:pt x="3433" y="4108"/>
                    <a:pt x="3270" y="4598"/>
                    <a:pt x="2227" y="4598"/>
                  </a:cubicBezTo>
                  <a:cubicBezTo>
                    <a:pt x="1635" y="4598"/>
                    <a:pt x="1267" y="4373"/>
                    <a:pt x="1267" y="3924"/>
                  </a:cubicBezTo>
                  <a:cubicBezTo>
                    <a:pt x="1267" y="3454"/>
                    <a:pt x="1614" y="3250"/>
                    <a:pt x="2166" y="3250"/>
                  </a:cubicBezTo>
                  <a:close/>
                  <a:moveTo>
                    <a:pt x="2411" y="1"/>
                  </a:moveTo>
                  <a:cubicBezTo>
                    <a:pt x="1390" y="1"/>
                    <a:pt x="266" y="409"/>
                    <a:pt x="266" y="1594"/>
                  </a:cubicBezTo>
                  <a:lnTo>
                    <a:pt x="266" y="1737"/>
                  </a:lnTo>
                  <a:lnTo>
                    <a:pt x="1431" y="1737"/>
                  </a:lnTo>
                  <a:lnTo>
                    <a:pt x="1431" y="1554"/>
                  </a:lnTo>
                  <a:cubicBezTo>
                    <a:pt x="1431" y="1206"/>
                    <a:pt x="1839" y="1022"/>
                    <a:pt x="2391" y="1022"/>
                  </a:cubicBezTo>
                  <a:cubicBezTo>
                    <a:pt x="3045" y="1022"/>
                    <a:pt x="3433" y="1247"/>
                    <a:pt x="3433" y="1819"/>
                  </a:cubicBezTo>
                  <a:lnTo>
                    <a:pt x="3433" y="2330"/>
                  </a:lnTo>
                  <a:lnTo>
                    <a:pt x="2003" y="2330"/>
                  </a:lnTo>
                  <a:cubicBezTo>
                    <a:pt x="961" y="2330"/>
                    <a:pt x="0" y="2943"/>
                    <a:pt x="0" y="3985"/>
                  </a:cubicBezTo>
                  <a:cubicBezTo>
                    <a:pt x="0" y="5007"/>
                    <a:pt x="756" y="5620"/>
                    <a:pt x="1880" y="5620"/>
                  </a:cubicBezTo>
                  <a:cubicBezTo>
                    <a:pt x="2575" y="5620"/>
                    <a:pt x="2984" y="5518"/>
                    <a:pt x="3474" y="5007"/>
                  </a:cubicBezTo>
                  <a:lnTo>
                    <a:pt x="3494" y="5007"/>
                  </a:lnTo>
                  <a:cubicBezTo>
                    <a:pt x="3494" y="5109"/>
                    <a:pt x="3515" y="5436"/>
                    <a:pt x="3535" y="5518"/>
                  </a:cubicBezTo>
                  <a:lnTo>
                    <a:pt x="4823" y="5518"/>
                  </a:lnTo>
                  <a:cubicBezTo>
                    <a:pt x="4741" y="5395"/>
                    <a:pt x="4720" y="4598"/>
                    <a:pt x="4720" y="4353"/>
                  </a:cubicBezTo>
                  <a:lnTo>
                    <a:pt x="4720" y="1737"/>
                  </a:lnTo>
                  <a:cubicBezTo>
                    <a:pt x="4720" y="409"/>
                    <a:pt x="3617" y="1"/>
                    <a:pt x="2411"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01" name="Google Shape;2301;p24">
              <a:extLst>
                <a:ext uri="{FF2B5EF4-FFF2-40B4-BE49-F238E27FC236}">
                  <a16:creationId xmlns:a16="http://schemas.microsoft.com/office/drawing/2014/main" id="{D83DBCA2-0B25-111A-ED79-E3993AA50BC9}"/>
                </a:ext>
              </a:extLst>
            </p:cNvPr>
            <p:cNvSpPr/>
            <p:nvPr/>
          </p:nvSpPr>
          <p:spPr>
            <a:xfrm>
              <a:off x="6778550" y="2768600"/>
              <a:ext cx="79200" cy="177800"/>
            </a:xfrm>
            <a:custGeom>
              <a:avLst/>
              <a:gdLst/>
              <a:ahLst/>
              <a:cxnLst/>
              <a:rect l="l" t="t" r="r" b="b"/>
              <a:pathLst>
                <a:path w="3168" h="7112" extrusionOk="0">
                  <a:moveTo>
                    <a:pt x="716" y="1"/>
                  </a:moveTo>
                  <a:lnTo>
                    <a:pt x="716" y="1635"/>
                  </a:lnTo>
                  <a:lnTo>
                    <a:pt x="0" y="1635"/>
                  </a:lnTo>
                  <a:lnTo>
                    <a:pt x="0" y="2657"/>
                  </a:lnTo>
                  <a:lnTo>
                    <a:pt x="716" y="2657"/>
                  </a:lnTo>
                  <a:lnTo>
                    <a:pt x="716" y="5742"/>
                  </a:lnTo>
                  <a:cubicBezTo>
                    <a:pt x="716" y="6703"/>
                    <a:pt x="1390" y="7111"/>
                    <a:pt x="2228" y="7111"/>
                  </a:cubicBezTo>
                  <a:cubicBezTo>
                    <a:pt x="2412" y="7111"/>
                    <a:pt x="2882" y="7071"/>
                    <a:pt x="3168" y="7009"/>
                  </a:cubicBezTo>
                  <a:lnTo>
                    <a:pt x="3168" y="5906"/>
                  </a:lnTo>
                  <a:cubicBezTo>
                    <a:pt x="2922" y="5947"/>
                    <a:pt x="2779" y="5967"/>
                    <a:pt x="2514" y="5967"/>
                  </a:cubicBezTo>
                  <a:cubicBezTo>
                    <a:pt x="2207" y="5967"/>
                    <a:pt x="2003" y="5845"/>
                    <a:pt x="2003" y="5436"/>
                  </a:cubicBezTo>
                  <a:lnTo>
                    <a:pt x="2003" y="2657"/>
                  </a:lnTo>
                  <a:lnTo>
                    <a:pt x="3168" y="2657"/>
                  </a:lnTo>
                  <a:lnTo>
                    <a:pt x="3168" y="1635"/>
                  </a:lnTo>
                  <a:lnTo>
                    <a:pt x="2003" y="1635"/>
                  </a:lnTo>
                  <a:lnTo>
                    <a:pt x="2003"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02" name="Google Shape;2302;p24">
              <a:extLst>
                <a:ext uri="{FF2B5EF4-FFF2-40B4-BE49-F238E27FC236}">
                  <a16:creationId xmlns:a16="http://schemas.microsoft.com/office/drawing/2014/main" id="{52205476-FD5F-47AF-1F96-FA6E8C474344}"/>
                </a:ext>
              </a:extLst>
            </p:cNvPr>
            <p:cNvSpPr/>
            <p:nvPr/>
          </p:nvSpPr>
          <p:spPr>
            <a:xfrm>
              <a:off x="6879700" y="2754800"/>
              <a:ext cx="32200" cy="189550"/>
            </a:xfrm>
            <a:custGeom>
              <a:avLst/>
              <a:gdLst/>
              <a:ahLst/>
              <a:cxnLst/>
              <a:rect l="l" t="t" r="r" b="b"/>
              <a:pathLst>
                <a:path w="1288" h="7582" extrusionOk="0">
                  <a:moveTo>
                    <a:pt x="0" y="1"/>
                  </a:moveTo>
                  <a:lnTo>
                    <a:pt x="0" y="1370"/>
                  </a:lnTo>
                  <a:lnTo>
                    <a:pt x="1288" y="1370"/>
                  </a:lnTo>
                  <a:lnTo>
                    <a:pt x="1288" y="1"/>
                  </a:lnTo>
                  <a:close/>
                  <a:moveTo>
                    <a:pt x="0" y="2187"/>
                  </a:moveTo>
                  <a:lnTo>
                    <a:pt x="0" y="7582"/>
                  </a:lnTo>
                  <a:lnTo>
                    <a:pt x="1288" y="7582"/>
                  </a:lnTo>
                  <a:lnTo>
                    <a:pt x="1288" y="2187"/>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03" name="Google Shape;2303;p24">
              <a:extLst>
                <a:ext uri="{FF2B5EF4-FFF2-40B4-BE49-F238E27FC236}">
                  <a16:creationId xmlns:a16="http://schemas.microsoft.com/office/drawing/2014/main" id="{5D3ABF86-92CD-BBE9-8390-F9E338886DC0}"/>
                </a:ext>
              </a:extLst>
            </p:cNvPr>
            <p:cNvSpPr/>
            <p:nvPr/>
          </p:nvSpPr>
          <p:spPr>
            <a:xfrm>
              <a:off x="6939975" y="2806925"/>
              <a:ext cx="122625" cy="188000"/>
            </a:xfrm>
            <a:custGeom>
              <a:avLst/>
              <a:gdLst/>
              <a:ahLst/>
              <a:cxnLst/>
              <a:rect l="l" t="t" r="r" b="b"/>
              <a:pathLst>
                <a:path w="4905" h="7520" extrusionOk="0">
                  <a:moveTo>
                    <a:pt x="2432" y="1083"/>
                  </a:moveTo>
                  <a:cubicBezTo>
                    <a:pt x="3107" y="1083"/>
                    <a:pt x="3638" y="1471"/>
                    <a:pt x="3638" y="2125"/>
                  </a:cubicBezTo>
                  <a:lnTo>
                    <a:pt x="3638" y="3453"/>
                  </a:lnTo>
                  <a:cubicBezTo>
                    <a:pt x="3638" y="4230"/>
                    <a:pt x="3025" y="4516"/>
                    <a:pt x="2473" y="4516"/>
                  </a:cubicBezTo>
                  <a:cubicBezTo>
                    <a:pt x="1819" y="4516"/>
                    <a:pt x="1308" y="4128"/>
                    <a:pt x="1308" y="3474"/>
                  </a:cubicBezTo>
                  <a:lnTo>
                    <a:pt x="1308" y="2146"/>
                  </a:lnTo>
                  <a:cubicBezTo>
                    <a:pt x="1308" y="1369"/>
                    <a:pt x="1901" y="1083"/>
                    <a:pt x="2432" y="1083"/>
                  </a:cubicBezTo>
                  <a:close/>
                  <a:moveTo>
                    <a:pt x="2228" y="0"/>
                  </a:moveTo>
                  <a:cubicBezTo>
                    <a:pt x="1022" y="0"/>
                    <a:pt x="1" y="715"/>
                    <a:pt x="1" y="2186"/>
                  </a:cubicBezTo>
                  <a:lnTo>
                    <a:pt x="1" y="3494"/>
                  </a:lnTo>
                  <a:cubicBezTo>
                    <a:pt x="1" y="4863"/>
                    <a:pt x="961" y="5619"/>
                    <a:pt x="2126" y="5619"/>
                  </a:cubicBezTo>
                  <a:cubicBezTo>
                    <a:pt x="2616" y="5619"/>
                    <a:pt x="3352" y="5313"/>
                    <a:pt x="3658" y="4884"/>
                  </a:cubicBezTo>
                  <a:lnTo>
                    <a:pt x="3658" y="7520"/>
                  </a:lnTo>
                  <a:lnTo>
                    <a:pt x="4905" y="7520"/>
                  </a:lnTo>
                  <a:lnTo>
                    <a:pt x="4905" y="82"/>
                  </a:lnTo>
                  <a:lnTo>
                    <a:pt x="3638" y="82"/>
                  </a:lnTo>
                  <a:lnTo>
                    <a:pt x="3638" y="654"/>
                  </a:lnTo>
                  <a:lnTo>
                    <a:pt x="3597" y="654"/>
                  </a:lnTo>
                  <a:cubicBezTo>
                    <a:pt x="3331" y="307"/>
                    <a:pt x="2820" y="0"/>
                    <a:pt x="2228"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04" name="Google Shape;2304;p24">
              <a:extLst>
                <a:ext uri="{FF2B5EF4-FFF2-40B4-BE49-F238E27FC236}">
                  <a16:creationId xmlns:a16="http://schemas.microsoft.com/office/drawing/2014/main" id="{58FD3F12-75C0-AD76-87A0-4CA5A898F2EE}"/>
                </a:ext>
              </a:extLst>
            </p:cNvPr>
            <p:cNvSpPr/>
            <p:nvPr/>
          </p:nvSpPr>
          <p:spPr>
            <a:xfrm>
              <a:off x="7096300" y="2809475"/>
              <a:ext cx="117000" cy="137425"/>
            </a:xfrm>
            <a:custGeom>
              <a:avLst/>
              <a:gdLst/>
              <a:ahLst/>
              <a:cxnLst/>
              <a:rect l="l" t="t" r="r" b="b"/>
              <a:pathLst>
                <a:path w="4680" h="5497" extrusionOk="0">
                  <a:moveTo>
                    <a:pt x="0" y="0"/>
                  </a:moveTo>
                  <a:lnTo>
                    <a:pt x="0" y="3433"/>
                  </a:lnTo>
                  <a:cubicBezTo>
                    <a:pt x="0" y="4720"/>
                    <a:pt x="675" y="5497"/>
                    <a:pt x="1880" y="5497"/>
                  </a:cubicBezTo>
                  <a:cubicBezTo>
                    <a:pt x="2493" y="5497"/>
                    <a:pt x="3045" y="5252"/>
                    <a:pt x="3413" y="4720"/>
                  </a:cubicBezTo>
                  <a:lnTo>
                    <a:pt x="3433" y="4720"/>
                  </a:lnTo>
                  <a:lnTo>
                    <a:pt x="3433" y="5395"/>
                  </a:lnTo>
                  <a:lnTo>
                    <a:pt x="4680" y="5395"/>
                  </a:lnTo>
                  <a:lnTo>
                    <a:pt x="4680" y="0"/>
                  </a:lnTo>
                  <a:lnTo>
                    <a:pt x="3392" y="0"/>
                  </a:lnTo>
                  <a:lnTo>
                    <a:pt x="3392" y="3004"/>
                  </a:lnTo>
                  <a:cubicBezTo>
                    <a:pt x="3392" y="3924"/>
                    <a:pt x="3004" y="4373"/>
                    <a:pt x="2289" y="4373"/>
                  </a:cubicBezTo>
                  <a:cubicBezTo>
                    <a:pt x="1635" y="4373"/>
                    <a:pt x="1288" y="3944"/>
                    <a:pt x="1288" y="3127"/>
                  </a:cubicBezTo>
                  <a:lnTo>
                    <a:pt x="1288" y="0"/>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05" name="Google Shape;2305;p24">
              <a:extLst>
                <a:ext uri="{FF2B5EF4-FFF2-40B4-BE49-F238E27FC236}">
                  <a16:creationId xmlns:a16="http://schemas.microsoft.com/office/drawing/2014/main" id="{61D6E9A3-BAC4-CC97-18B3-88CEF4E58E4C}"/>
                </a:ext>
              </a:extLst>
            </p:cNvPr>
            <p:cNvSpPr/>
            <p:nvPr/>
          </p:nvSpPr>
          <p:spPr>
            <a:xfrm>
              <a:off x="7240350" y="2806925"/>
              <a:ext cx="120075" cy="140500"/>
            </a:xfrm>
            <a:custGeom>
              <a:avLst/>
              <a:gdLst/>
              <a:ahLst/>
              <a:cxnLst/>
              <a:rect l="l" t="t" r="r" b="b"/>
              <a:pathLst>
                <a:path w="4803" h="5620" extrusionOk="0">
                  <a:moveTo>
                    <a:pt x="2473" y="1083"/>
                  </a:moveTo>
                  <a:cubicBezTo>
                    <a:pt x="3005" y="1083"/>
                    <a:pt x="3515" y="1390"/>
                    <a:pt x="3515" y="2125"/>
                  </a:cubicBezTo>
                  <a:lnTo>
                    <a:pt x="3515" y="2268"/>
                  </a:lnTo>
                  <a:lnTo>
                    <a:pt x="1329" y="2268"/>
                  </a:lnTo>
                  <a:lnTo>
                    <a:pt x="1329" y="2186"/>
                  </a:lnTo>
                  <a:cubicBezTo>
                    <a:pt x="1329" y="1390"/>
                    <a:pt x="1922" y="1083"/>
                    <a:pt x="2473" y="1083"/>
                  </a:cubicBezTo>
                  <a:close/>
                  <a:moveTo>
                    <a:pt x="2473" y="0"/>
                  </a:moveTo>
                  <a:cubicBezTo>
                    <a:pt x="1145" y="0"/>
                    <a:pt x="1" y="838"/>
                    <a:pt x="1" y="2370"/>
                  </a:cubicBezTo>
                  <a:lnTo>
                    <a:pt x="1" y="3413"/>
                  </a:lnTo>
                  <a:cubicBezTo>
                    <a:pt x="1" y="4884"/>
                    <a:pt x="1186" y="5619"/>
                    <a:pt x="2514" y="5619"/>
                  </a:cubicBezTo>
                  <a:cubicBezTo>
                    <a:pt x="3475" y="5619"/>
                    <a:pt x="4312" y="5252"/>
                    <a:pt x="4741" y="4414"/>
                  </a:cubicBezTo>
                  <a:lnTo>
                    <a:pt x="3740" y="3842"/>
                  </a:lnTo>
                  <a:cubicBezTo>
                    <a:pt x="3475" y="4250"/>
                    <a:pt x="3005" y="4536"/>
                    <a:pt x="2575" y="4536"/>
                  </a:cubicBezTo>
                  <a:cubicBezTo>
                    <a:pt x="1901" y="4536"/>
                    <a:pt x="1329" y="4148"/>
                    <a:pt x="1329" y="3453"/>
                  </a:cubicBezTo>
                  <a:lnTo>
                    <a:pt x="1329" y="3167"/>
                  </a:lnTo>
                  <a:lnTo>
                    <a:pt x="4803" y="3167"/>
                  </a:lnTo>
                  <a:lnTo>
                    <a:pt x="4803" y="2125"/>
                  </a:lnTo>
                  <a:cubicBezTo>
                    <a:pt x="4803" y="695"/>
                    <a:pt x="3638" y="0"/>
                    <a:pt x="2473"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06" name="Google Shape;2306;p24">
              <a:extLst>
                <a:ext uri="{FF2B5EF4-FFF2-40B4-BE49-F238E27FC236}">
                  <a16:creationId xmlns:a16="http://schemas.microsoft.com/office/drawing/2014/main" id="{442645DA-57B6-FE74-A7A1-7AC7F924EC7C}"/>
                </a:ext>
              </a:extLst>
            </p:cNvPr>
            <p:cNvSpPr/>
            <p:nvPr/>
          </p:nvSpPr>
          <p:spPr>
            <a:xfrm>
              <a:off x="5699125" y="3072550"/>
              <a:ext cx="122625" cy="191075"/>
            </a:xfrm>
            <a:custGeom>
              <a:avLst/>
              <a:gdLst/>
              <a:ahLst/>
              <a:cxnLst/>
              <a:rect l="l" t="t" r="r" b="b"/>
              <a:pathLst>
                <a:path w="4905" h="7643" extrusionOk="0">
                  <a:moveTo>
                    <a:pt x="2432" y="3107"/>
                  </a:moveTo>
                  <a:cubicBezTo>
                    <a:pt x="3086" y="3107"/>
                    <a:pt x="3617" y="3495"/>
                    <a:pt x="3617" y="4149"/>
                  </a:cubicBezTo>
                  <a:lnTo>
                    <a:pt x="3617" y="5477"/>
                  </a:lnTo>
                  <a:cubicBezTo>
                    <a:pt x="3617" y="6253"/>
                    <a:pt x="3004" y="6540"/>
                    <a:pt x="2473" y="6540"/>
                  </a:cubicBezTo>
                  <a:cubicBezTo>
                    <a:pt x="1819" y="6540"/>
                    <a:pt x="1308" y="6151"/>
                    <a:pt x="1308" y="5497"/>
                  </a:cubicBezTo>
                  <a:lnTo>
                    <a:pt x="1308" y="4169"/>
                  </a:lnTo>
                  <a:cubicBezTo>
                    <a:pt x="1308" y="3393"/>
                    <a:pt x="1901" y="3107"/>
                    <a:pt x="2432" y="3107"/>
                  </a:cubicBezTo>
                  <a:close/>
                  <a:moveTo>
                    <a:pt x="3617" y="1"/>
                  </a:moveTo>
                  <a:lnTo>
                    <a:pt x="3617" y="2678"/>
                  </a:lnTo>
                  <a:lnTo>
                    <a:pt x="3597" y="2678"/>
                  </a:lnTo>
                  <a:cubicBezTo>
                    <a:pt x="3311" y="2310"/>
                    <a:pt x="2820" y="2003"/>
                    <a:pt x="2228" y="2003"/>
                  </a:cubicBezTo>
                  <a:cubicBezTo>
                    <a:pt x="1022" y="2003"/>
                    <a:pt x="0" y="2739"/>
                    <a:pt x="0" y="4210"/>
                  </a:cubicBezTo>
                  <a:lnTo>
                    <a:pt x="0" y="5518"/>
                  </a:lnTo>
                  <a:cubicBezTo>
                    <a:pt x="0" y="6887"/>
                    <a:pt x="940" y="7643"/>
                    <a:pt x="2125" y="7643"/>
                  </a:cubicBezTo>
                  <a:cubicBezTo>
                    <a:pt x="2616" y="7643"/>
                    <a:pt x="3331" y="7336"/>
                    <a:pt x="3637" y="6907"/>
                  </a:cubicBezTo>
                  <a:lnTo>
                    <a:pt x="3658" y="6907"/>
                  </a:lnTo>
                  <a:lnTo>
                    <a:pt x="3658" y="7520"/>
                  </a:lnTo>
                  <a:lnTo>
                    <a:pt x="4904" y="7520"/>
                  </a:lnTo>
                  <a:lnTo>
                    <a:pt x="4904"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07" name="Google Shape;2307;p24">
              <a:extLst>
                <a:ext uri="{FF2B5EF4-FFF2-40B4-BE49-F238E27FC236}">
                  <a16:creationId xmlns:a16="http://schemas.microsoft.com/office/drawing/2014/main" id="{7887B1EE-6B48-5627-199F-81F9EF6BD129}"/>
                </a:ext>
              </a:extLst>
            </p:cNvPr>
            <p:cNvSpPr/>
            <p:nvPr/>
          </p:nvSpPr>
          <p:spPr>
            <a:xfrm>
              <a:off x="5854925" y="3125675"/>
              <a:ext cx="117525" cy="137450"/>
            </a:xfrm>
            <a:custGeom>
              <a:avLst/>
              <a:gdLst/>
              <a:ahLst/>
              <a:cxnLst/>
              <a:rect l="l" t="t" r="r" b="b"/>
              <a:pathLst>
                <a:path w="4701" h="5498" extrusionOk="0">
                  <a:moveTo>
                    <a:pt x="1" y="1"/>
                  </a:moveTo>
                  <a:lnTo>
                    <a:pt x="1" y="3434"/>
                  </a:lnTo>
                  <a:cubicBezTo>
                    <a:pt x="1" y="4721"/>
                    <a:pt x="695" y="5498"/>
                    <a:pt x="1901" y="5498"/>
                  </a:cubicBezTo>
                  <a:cubicBezTo>
                    <a:pt x="2494" y="5498"/>
                    <a:pt x="3066" y="5252"/>
                    <a:pt x="3413" y="4721"/>
                  </a:cubicBezTo>
                  <a:lnTo>
                    <a:pt x="3454" y="4721"/>
                  </a:lnTo>
                  <a:lnTo>
                    <a:pt x="3454" y="5395"/>
                  </a:lnTo>
                  <a:lnTo>
                    <a:pt x="4700" y="5395"/>
                  </a:lnTo>
                  <a:lnTo>
                    <a:pt x="4700" y="1"/>
                  </a:lnTo>
                  <a:lnTo>
                    <a:pt x="3413" y="1"/>
                  </a:lnTo>
                  <a:lnTo>
                    <a:pt x="3413" y="3005"/>
                  </a:lnTo>
                  <a:cubicBezTo>
                    <a:pt x="3413" y="3924"/>
                    <a:pt x="3004" y="4374"/>
                    <a:pt x="2310" y="4374"/>
                  </a:cubicBezTo>
                  <a:cubicBezTo>
                    <a:pt x="1656" y="4374"/>
                    <a:pt x="1288" y="3945"/>
                    <a:pt x="1288" y="3127"/>
                  </a:cubicBezTo>
                  <a:lnTo>
                    <a:pt x="1288"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08" name="Google Shape;2308;p24">
              <a:extLst>
                <a:ext uri="{FF2B5EF4-FFF2-40B4-BE49-F238E27FC236}">
                  <a16:creationId xmlns:a16="http://schemas.microsoft.com/office/drawing/2014/main" id="{D45D4357-7626-1318-B930-F9B8FD497837}"/>
                </a:ext>
              </a:extLst>
            </p:cNvPr>
            <p:cNvSpPr/>
            <p:nvPr/>
          </p:nvSpPr>
          <p:spPr>
            <a:xfrm>
              <a:off x="6067950" y="3069500"/>
              <a:ext cx="147150" cy="194125"/>
            </a:xfrm>
            <a:custGeom>
              <a:avLst/>
              <a:gdLst/>
              <a:ahLst/>
              <a:cxnLst/>
              <a:rect l="l" t="t" r="r" b="b"/>
              <a:pathLst>
                <a:path w="5886" h="7765" extrusionOk="0">
                  <a:moveTo>
                    <a:pt x="3004" y="0"/>
                  </a:moveTo>
                  <a:cubicBezTo>
                    <a:pt x="1370" y="0"/>
                    <a:pt x="1" y="981"/>
                    <a:pt x="1" y="2759"/>
                  </a:cubicBezTo>
                  <a:lnTo>
                    <a:pt x="1" y="5170"/>
                  </a:lnTo>
                  <a:cubicBezTo>
                    <a:pt x="1" y="6845"/>
                    <a:pt x="1431" y="7765"/>
                    <a:pt x="3066" y="7765"/>
                  </a:cubicBezTo>
                  <a:cubicBezTo>
                    <a:pt x="4496" y="7765"/>
                    <a:pt x="5886" y="6968"/>
                    <a:pt x="5886" y="5292"/>
                  </a:cubicBezTo>
                  <a:lnTo>
                    <a:pt x="5886" y="5068"/>
                  </a:lnTo>
                  <a:lnTo>
                    <a:pt x="4557" y="5068"/>
                  </a:lnTo>
                  <a:lnTo>
                    <a:pt x="4557" y="5170"/>
                  </a:lnTo>
                  <a:cubicBezTo>
                    <a:pt x="4557" y="6151"/>
                    <a:pt x="3760" y="6518"/>
                    <a:pt x="3066" y="6518"/>
                  </a:cubicBezTo>
                  <a:cubicBezTo>
                    <a:pt x="2187" y="6518"/>
                    <a:pt x="1411" y="6008"/>
                    <a:pt x="1411" y="5109"/>
                  </a:cubicBezTo>
                  <a:lnTo>
                    <a:pt x="1411" y="2697"/>
                  </a:lnTo>
                  <a:cubicBezTo>
                    <a:pt x="1411" y="1614"/>
                    <a:pt x="2289" y="1247"/>
                    <a:pt x="3004" y="1247"/>
                  </a:cubicBezTo>
                  <a:cubicBezTo>
                    <a:pt x="3699" y="1247"/>
                    <a:pt x="4557" y="1614"/>
                    <a:pt x="4557" y="2595"/>
                  </a:cubicBezTo>
                  <a:lnTo>
                    <a:pt x="4557" y="2718"/>
                  </a:lnTo>
                  <a:lnTo>
                    <a:pt x="5886" y="2718"/>
                  </a:lnTo>
                  <a:lnTo>
                    <a:pt x="5886" y="2473"/>
                  </a:lnTo>
                  <a:cubicBezTo>
                    <a:pt x="5886" y="797"/>
                    <a:pt x="4455" y="0"/>
                    <a:pt x="3004"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09" name="Google Shape;2309;p24">
              <a:extLst>
                <a:ext uri="{FF2B5EF4-FFF2-40B4-BE49-F238E27FC236}">
                  <a16:creationId xmlns:a16="http://schemas.microsoft.com/office/drawing/2014/main" id="{7F70183B-95A6-AC04-CCC4-9FE3191A46E6}"/>
                </a:ext>
              </a:extLst>
            </p:cNvPr>
            <p:cNvSpPr/>
            <p:nvPr/>
          </p:nvSpPr>
          <p:spPr>
            <a:xfrm>
              <a:off x="6239075" y="3123125"/>
              <a:ext cx="122650" cy="140500"/>
            </a:xfrm>
            <a:custGeom>
              <a:avLst/>
              <a:gdLst/>
              <a:ahLst/>
              <a:cxnLst/>
              <a:rect l="l" t="t" r="r" b="b"/>
              <a:pathLst>
                <a:path w="4906" h="5620" extrusionOk="0">
                  <a:moveTo>
                    <a:pt x="2433" y="1104"/>
                  </a:moveTo>
                  <a:cubicBezTo>
                    <a:pt x="3087" y="1104"/>
                    <a:pt x="3597" y="1472"/>
                    <a:pt x="3597" y="2126"/>
                  </a:cubicBezTo>
                  <a:lnTo>
                    <a:pt x="3597" y="3474"/>
                  </a:lnTo>
                  <a:cubicBezTo>
                    <a:pt x="3597" y="4251"/>
                    <a:pt x="3005" y="4537"/>
                    <a:pt x="2474" y="4537"/>
                  </a:cubicBezTo>
                  <a:cubicBezTo>
                    <a:pt x="1799" y="4537"/>
                    <a:pt x="1309" y="4149"/>
                    <a:pt x="1309" y="3495"/>
                  </a:cubicBezTo>
                  <a:lnTo>
                    <a:pt x="1309" y="2167"/>
                  </a:lnTo>
                  <a:cubicBezTo>
                    <a:pt x="1309" y="1390"/>
                    <a:pt x="1901" y="1104"/>
                    <a:pt x="2433" y="1104"/>
                  </a:cubicBezTo>
                  <a:close/>
                  <a:moveTo>
                    <a:pt x="2433" y="1"/>
                  </a:moveTo>
                  <a:cubicBezTo>
                    <a:pt x="1247" y="1"/>
                    <a:pt x="1" y="798"/>
                    <a:pt x="1" y="2269"/>
                  </a:cubicBezTo>
                  <a:lnTo>
                    <a:pt x="1" y="3495"/>
                  </a:lnTo>
                  <a:cubicBezTo>
                    <a:pt x="1" y="4884"/>
                    <a:pt x="1166" y="5620"/>
                    <a:pt x="2474" y="5620"/>
                  </a:cubicBezTo>
                  <a:cubicBezTo>
                    <a:pt x="3659" y="5620"/>
                    <a:pt x="4905" y="4823"/>
                    <a:pt x="4905" y="3352"/>
                  </a:cubicBezTo>
                  <a:lnTo>
                    <a:pt x="4905" y="2248"/>
                  </a:lnTo>
                  <a:cubicBezTo>
                    <a:pt x="4905" y="859"/>
                    <a:pt x="3740" y="1"/>
                    <a:pt x="2433"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10" name="Google Shape;2310;p24">
              <a:extLst>
                <a:ext uri="{FF2B5EF4-FFF2-40B4-BE49-F238E27FC236}">
                  <a16:creationId xmlns:a16="http://schemas.microsoft.com/office/drawing/2014/main" id="{EADFB14A-88C4-3F4F-F8A3-948CD552D580}"/>
                </a:ext>
              </a:extLst>
            </p:cNvPr>
            <p:cNvSpPr/>
            <p:nvPr/>
          </p:nvSpPr>
          <p:spPr>
            <a:xfrm>
              <a:off x="6390300" y="3123125"/>
              <a:ext cx="117000" cy="137450"/>
            </a:xfrm>
            <a:custGeom>
              <a:avLst/>
              <a:gdLst/>
              <a:ahLst/>
              <a:cxnLst/>
              <a:rect l="l" t="t" r="r" b="b"/>
              <a:pathLst>
                <a:path w="4680" h="5498" extrusionOk="0">
                  <a:moveTo>
                    <a:pt x="2800" y="1"/>
                  </a:moveTo>
                  <a:cubicBezTo>
                    <a:pt x="2207" y="1"/>
                    <a:pt x="1635" y="246"/>
                    <a:pt x="1267" y="757"/>
                  </a:cubicBezTo>
                  <a:lnTo>
                    <a:pt x="1247" y="757"/>
                  </a:lnTo>
                  <a:lnTo>
                    <a:pt x="1247" y="103"/>
                  </a:lnTo>
                  <a:lnTo>
                    <a:pt x="0" y="103"/>
                  </a:lnTo>
                  <a:lnTo>
                    <a:pt x="0" y="5497"/>
                  </a:lnTo>
                  <a:lnTo>
                    <a:pt x="1288" y="5497"/>
                  </a:lnTo>
                  <a:lnTo>
                    <a:pt x="1288" y="2473"/>
                  </a:lnTo>
                  <a:cubicBezTo>
                    <a:pt x="1288" y="1554"/>
                    <a:pt x="1697" y="1124"/>
                    <a:pt x="2391" y="1124"/>
                  </a:cubicBezTo>
                  <a:cubicBezTo>
                    <a:pt x="3045" y="1124"/>
                    <a:pt x="3393" y="1554"/>
                    <a:pt x="3393" y="2371"/>
                  </a:cubicBezTo>
                  <a:lnTo>
                    <a:pt x="3393" y="5497"/>
                  </a:lnTo>
                  <a:lnTo>
                    <a:pt x="4680" y="5497"/>
                  </a:lnTo>
                  <a:lnTo>
                    <a:pt x="4680" y="2044"/>
                  </a:lnTo>
                  <a:cubicBezTo>
                    <a:pt x="4680" y="757"/>
                    <a:pt x="4006" y="1"/>
                    <a:pt x="2800"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11" name="Google Shape;2311;p24">
              <a:extLst>
                <a:ext uri="{FF2B5EF4-FFF2-40B4-BE49-F238E27FC236}">
                  <a16:creationId xmlns:a16="http://schemas.microsoft.com/office/drawing/2014/main" id="{618E2D5F-38EB-557A-5393-C85DA7C2CED4}"/>
                </a:ext>
              </a:extLst>
            </p:cNvPr>
            <p:cNvSpPr/>
            <p:nvPr/>
          </p:nvSpPr>
          <p:spPr>
            <a:xfrm>
              <a:off x="6534350" y="3123125"/>
              <a:ext cx="121100" cy="189050"/>
            </a:xfrm>
            <a:custGeom>
              <a:avLst/>
              <a:gdLst/>
              <a:ahLst/>
              <a:cxnLst/>
              <a:rect l="l" t="t" r="r" b="b"/>
              <a:pathLst>
                <a:path w="4844" h="7562" extrusionOk="0">
                  <a:moveTo>
                    <a:pt x="2433" y="1104"/>
                  </a:moveTo>
                  <a:cubicBezTo>
                    <a:pt x="3107" y="1104"/>
                    <a:pt x="3597" y="1472"/>
                    <a:pt x="3597" y="2126"/>
                  </a:cubicBezTo>
                  <a:lnTo>
                    <a:pt x="3597" y="3331"/>
                  </a:lnTo>
                  <a:cubicBezTo>
                    <a:pt x="3597" y="4108"/>
                    <a:pt x="3005" y="4394"/>
                    <a:pt x="2473" y="4394"/>
                  </a:cubicBezTo>
                  <a:cubicBezTo>
                    <a:pt x="1820" y="4394"/>
                    <a:pt x="1309" y="4006"/>
                    <a:pt x="1309" y="3352"/>
                  </a:cubicBezTo>
                  <a:lnTo>
                    <a:pt x="1309" y="2167"/>
                  </a:lnTo>
                  <a:cubicBezTo>
                    <a:pt x="1309" y="1390"/>
                    <a:pt x="1901" y="1104"/>
                    <a:pt x="2433" y="1104"/>
                  </a:cubicBezTo>
                  <a:close/>
                  <a:moveTo>
                    <a:pt x="2126" y="1"/>
                  </a:moveTo>
                  <a:cubicBezTo>
                    <a:pt x="920" y="1"/>
                    <a:pt x="1" y="798"/>
                    <a:pt x="1" y="2269"/>
                  </a:cubicBezTo>
                  <a:lnTo>
                    <a:pt x="1" y="3290"/>
                  </a:lnTo>
                  <a:cubicBezTo>
                    <a:pt x="1" y="4680"/>
                    <a:pt x="839" y="5416"/>
                    <a:pt x="2146" y="5416"/>
                  </a:cubicBezTo>
                  <a:cubicBezTo>
                    <a:pt x="2739" y="5416"/>
                    <a:pt x="3229" y="5191"/>
                    <a:pt x="3577" y="4721"/>
                  </a:cubicBezTo>
                  <a:lnTo>
                    <a:pt x="3597" y="4721"/>
                  </a:lnTo>
                  <a:lnTo>
                    <a:pt x="3597" y="5273"/>
                  </a:lnTo>
                  <a:cubicBezTo>
                    <a:pt x="3597" y="6049"/>
                    <a:pt x="3168" y="6539"/>
                    <a:pt x="2392" y="6539"/>
                  </a:cubicBezTo>
                  <a:cubicBezTo>
                    <a:pt x="1922" y="6539"/>
                    <a:pt x="1554" y="6335"/>
                    <a:pt x="1309" y="5824"/>
                  </a:cubicBezTo>
                  <a:lnTo>
                    <a:pt x="83" y="6253"/>
                  </a:lnTo>
                  <a:cubicBezTo>
                    <a:pt x="348" y="7152"/>
                    <a:pt x="1411" y="7561"/>
                    <a:pt x="2269" y="7561"/>
                  </a:cubicBezTo>
                  <a:cubicBezTo>
                    <a:pt x="4149" y="7561"/>
                    <a:pt x="4844" y="6294"/>
                    <a:pt x="4844" y="5048"/>
                  </a:cubicBezTo>
                  <a:lnTo>
                    <a:pt x="4844" y="103"/>
                  </a:lnTo>
                  <a:lnTo>
                    <a:pt x="3618" y="103"/>
                  </a:lnTo>
                  <a:lnTo>
                    <a:pt x="3618" y="736"/>
                  </a:lnTo>
                  <a:lnTo>
                    <a:pt x="3597" y="736"/>
                  </a:lnTo>
                  <a:cubicBezTo>
                    <a:pt x="3311" y="328"/>
                    <a:pt x="2759" y="1"/>
                    <a:pt x="2126"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12" name="Google Shape;2312;p24">
              <a:extLst>
                <a:ext uri="{FF2B5EF4-FFF2-40B4-BE49-F238E27FC236}">
                  <a16:creationId xmlns:a16="http://schemas.microsoft.com/office/drawing/2014/main" id="{DC6783BD-84FE-BE8F-AC77-50025BA27779}"/>
                </a:ext>
              </a:extLst>
            </p:cNvPr>
            <p:cNvSpPr/>
            <p:nvPr/>
          </p:nvSpPr>
          <p:spPr>
            <a:xfrm>
              <a:off x="6683025" y="3123125"/>
              <a:ext cx="123125" cy="140500"/>
            </a:xfrm>
            <a:custGeom>
              <a:avLst/>
              <a:gdLst/>
              <a:ahLst/>
              <a:cxnLst/>
              <a:rect l="l" t="t" r="r" b="b"/>
              <a:pathLst>
                <a:path w="4925" h="5620" extrusionOk="0">
                  <a:moveTo>
                    <a:pt x="2432" y="1104"/>
                  </a:moveTo>
                  <a:cubicBezTo>
                    <a:pt x="3106" y="1104"/>
                    <a:pt x="3617" y="1472"/>
                    <a:pt x="3617" y="2126"/>
                  </a:cubicBezTo>
                  <a:lnTo>
                    <a:pt x="3617" y="3474"/>
                  </a:lnTo>
                  <a:cubicBezTo>
                    <a:pt x="3617" y="4251"/>
                    <a:pt x="3024" y="4537"/>
                    <a:pt x="2493" y="4537"/>
                  </a:cubicBezTo>
                  <a:cubicBezTo>
                    <a:pt x="1819" y="4537"/>
                    <a:pt x="1308" y="4149"/>
                    <a:pt x="1308" y="3495"/>
                  </a:cubicBezTo>
                  <a:lnTo>
                    <a:pt x="1308" y="2167"/>
                  </a:lnTo>
                  <a:cubicBezTo>
                    <a:pt x="1308" y="1390"/>
                    <a:pt x="1901" y="1104"/>
                    <a:pt x="2432" y="1104"/>
                  </a:cubicBezTo>
                  <a:close/>
                  <a:moveTo>
                    <a:pt x="2432" y="1"/>
                  </a:moveTo>
                  <a:cubicBezTo>
                    <a:pt x="1247" y="1"/>
                    <a:pt x="0" y="798"/>
                    <a:pt x="0" y="2269"/>
                  </a:cubicBezTo>
                  <a:lnTo>
                    <a:pt x="0" y="3495"/>
                  </a:lnTo>
                  <a:cubicBezTo>
                    <a:pt x="0" y="4884"/>
                    <a:pt x="1185" y="5620"/>
                    <a:pt x="2493" y="5620"/>
                  </a:cubicBezTo>
                  <a:cubicBezTo>
                    <a:pt x="3678" y="5620"/>
                    <a:pt x="4925" y="4823"/>
                    <a:pt x="4925" y="3352"/>
                  </a:cubicBezTo>
                  <a:lnTo>
                    <a:pt x="4925" y="2248"/>
                  </a:lnTo>
                  <a:cubicBezTo>
                    <a:pt x="4925" y="859"/>
                    <a:pt x="3740" y="1"/>
                    <a:pt x="2432"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13" name="Google Shape;2313;p24">
              <a:extLst>
                <a:ext uri="{FF2B5EF4-FFF2-40B4-BE49-F238E27FC236}">
                  <a16:creationId xmlns:a16="http://schemas.microsoft.com/office/drawing/2014/main" id="{2FE83C54-57AC-A688-8F2D-EAB5FB6D6EC0}"/>
                </a:ext>
              </a:extLst>
            </p:cNvPr>
            <p:cNvSpPr/>
            <p:nvPr/>
          </p:nvSpPr>
          <p:spPr>
            <a:xfrm>
              <a:off x="5432975" y="2440125"/>
              <a:ext cx="21475" cy="823500"/>
            </a:xfrm>
            <a:custGeom>
              <a:avLst/>
              <a:gdLst/>
              <a:ahLst/>
              <a:cxnLst/>
              <a:rect l="l" t="t" r="r" b="b"/>
              <a:pathLst>
                <a:path w="859" h="32940" extrusionOk="0">
                  <a:moveTo>
                    <a:pt x="0" y="1"/>
                  </a:moveTo>
                  <a:lnTo>
                    <a:pt x="0" y="32940"/>
                  </a:lnTo>
                  <a:lnTo>
                    <a:pt x="858" y="32940"/>
                  </a:lnTo>
                  <a:lnTo>
                    <a:pt x="858" y="1"/>
                  </a:lnTo>
                  <a:close/>
                </a:path>
              </a:pathLst>
            </a:custGeom>
            <a:solidFill>
              <a:srgbClr val="64C8FA"/>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grpSp>
      <p:graphicFrame>
        <p:nvGraphicFramePr>
          <p:cNvPr id="2" name="Google Shape;550;p45">
            <a:extLst>
              <a:ext uri="{FF2B5EF4-FFF2-40B4-BE49-F238E27FC236}">
                <a16:creationId xmlns:a16="http://schemas.microsoft.com/office/drawing/2014/main" id="{AF14986E-E6B0-832F-69DA-1A80AF854F81}"/>
              </a:ext>
            </a:extLst>
          </p:cNvPr>
          <p:cNvGraphicFramePr/>
          <p:nvPr>
            <p:extLst>
              <p:ext uri="{D42A27DB-BD31-4B8C-83A1-F6EECF244321}">
                <p14:modId xmlns:p14="http://schemas.microsoft.com/office/powerpoint/2010/main" val="3348760270"/>
              </p:ext>
            </p:extLst>
          </p:nvPr>
        </p:nvGraphicFramePr>
        <p:xfrm>
          <a:off x="212989" y="933945"/>
          <a:ext cx="11931390" cy="5167835"/>
        </p:xfrm>
        <a:graphic>
          <a:graphicData uri="http://schemas.openxmlformats.org/drawingml/2006/table">
            <a:tbl>
              <a:tblPr firstRow="1" bandRow="1">
                <a:tableStyleId>{B301B821-A1FF-4177-AEE7-76D212191A09}</a:tableStyleId>
              </a:tblPr>
              <a:tblGrid>
                <a:gridCol w="1557921">
                  <a:extLst>
                    <a:ext uri="{9D8B030D-6E8A-4147-A177-3AD203B41FA5}">
                      <a16:colId xmlns:a16="http://schemas.microsoft.com/office/drawing/2014/main" val="20000"/>
                    </a:ext>
                  </a:extLst>
                </a:gridCol>
                <a:gridCol w="3839316">
                  <a:extLst>
                    <a:ext uri="{9D8B030D-6E8A-4147-A177-3AD203B41FA5}">
                      <a16:colId xmlns:a16="http://schemas.microsoft.com/office/drawing/2014/main" val="20001"/>
                    </a:ext>
                  </a:extLst>
                </a:gridCol>
                <a:gridCol w="3171825">
                  <a:extLst>
                    <a:ext uri="{9D8B030D-6E8A-4147-A177-3AD203B41FA5}">
                      <a16:colId xmlns:a16="http://schemas.microsoft.com/office/drawing/2014/main" val="20002"/>
                    </a:ext>
                  </a:extLst>
                </a:gridCol>
                <a:gridCol w="1552575">
                  <a:extLst>
                    <a:ext uri="{9D8B030D-6E8A-4147-A177-3AD203B41FA5}">
                      <a16:colId xmlns:a16="http://schemas.microsoft.com/office/drawing/2014/main" val="20003"/>
                    </a:ext>
                  </a:extLst>
                </a:gridCol>
                <a:gridCol w="1809753">
                  <a:extLst>
                    <a:ext uri="{9D8B030D-6E8A-4147-A177-3AD203B41FA5}">
                      <a16:colId xmlns:a16="http://schemas.microsoft.com/office/drawing/2014/main" val="20004"/>
                    </a:ext>
                  </a:extLst>
                </a:gridCol>
              </a:tblGrid>
              <a:tr h="335293">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l" rtl="0">
                        <a:spcBef>
                          <a:spcPts val="0"/>
                        </a:spcBef>
                        <a:spcAft>
                          <a:spcPts val="0"/>
                        </a:spcAft>
                        <a:buNone/>
                      </a:pPr>
                      <a:r>
                        <a:rPr lang="fr-FR" sz="1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Domaines</a:t>
                      </a:r>
                      <a:endParaRPr sz="12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121933" marR="121933" marT="60967" marB="60967"/>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l" rtl="0">
                        <a:spcBef>
                          <a:spcPts val="0"/>
                        </a:spcBef>
                        <a:spcAft>
                          <a:spcPts val="0"/>
                        </a:spcAft>
                        <a:buNone/>
                      </a:pPr>
                      <a:r>
                        <a:rPr lang="fr-FR" sz="1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Points forts</a:t>
                      </a:r>
                      <a:endParaRPr sz="12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121933" marR="121933" marT="60967" marB="60967"/>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l" rtl="0">
                        <a:spcBef>
                          <a:spcPts val="0"/>
                        </a:spcBef>
                        <a:spcAft>
                          <a:spcPts val="0"/>
                        </a:spcAft>
                        <a:buNone/>
                      </a:pPr>
                      <a:r>
                        <a:rPr lang="fr-FR" sz="1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Points à améliorer</a:t>
                      </a:r>
                      <a:endParaRPr sz="1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121933" marR="121933" marT="60967" marB="60967"/>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l" rtl="0">
                        <a:spcBef>
                          <a:spcPts val="0"/>
                        </a:spcBef>
                        <a:spcAft>
                          <a:spcPts val="0"/>
                        </a:spcAft>
                        <a:buNone/>
                      </a:pPr>
                      <a:r>
                        <a:rPr lang="fr-FR" sz="1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Opportunité</a:t>
                      </a:r>
                      <a:endParaRPr sz="12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121933" marR="121933" marT="60967" marB="60967"/>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l" rtl="0">
                        <a:spcBef>
                          <a:spcPts val="0"/>
                        </a:spcBef>
                        <a:spcAft>
                          <a:spcPts val="0"/>
                        </a:spcAft>
                        <a:buNone/>
                      </a:pPr>
                      <a:r>
                        <a:rPr lang="fr-FR" sz="1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Menaces</a:t>
                      </a:r>
                      <a:endParaRPr sz="1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121933" marR="121933" marT="60967" marB="60967"/>
                </a:tc>
                <a:extLst>
                  <a:ext uri="{0D108BD9-81ED-4DB2-BD59-A6C34878D82A}">
                    <a16:rowId xmlns:a16="http://schemas.microsoft.com/office/drawing/2014/main" val="10000"/>
                  </a:ext>
                </a:extLst>
              </a:tr>
              <a:tr h="4832541">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l" rtl="0">
                        <a:spcBef>
                          <a:spcPts val="0"/>
                        </a:spcBef>
                        <a:spcAft>
                          <a:spcPts val="0"/>
                        </a:spcAft>
                        <a:buNone/>
                      </a:pPr>
                      <a:r>
                        <a:rPr lang="fr-FR" sz="1600" dirty="0">
                          <a:latin typeface="Times New Roman" panose="02020603050405020304" pitchFamily="18" charset="0"/>
                          <a:cs typeface="Times New Roman" panose="02020603050405020304" pitchFamily="18" charset="0"/>
                        </a:rPr>
                        <a:t>Approvisionnement en vaccins (1/2)</a:t>
                      </a:r>
                      <a:endParaRPr sz="1600" dirty="0">
                        <a:latin typeface="Times New Roman" panose="02020603050405020304" pitchFamily="18" charset="0"/>
                        <a:cs typeface="Times New Roman" panose="02020603050405020304" pitchFamily="18" charset="0"/>
                      </a:endParaRPr>
                    </a:p>
                  </a:txBody>
                  <a:tcPr marL="121933" marR="121933" marT="60967" marB="60967"/>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171450" indent="-171450" algn="l">
                        <a:lnSpc>
                          <a:spcPct val="150000"/>
                        </a:lnSpc>
                        <a:buFont typeface="Wingdings" panose="05000000000000000000" pitchFamily="2" charset="2"/>
                        <a:buChar char="§"/>
                      </a:pPr>
                      <a:r>
                        <a:rPr lang="en-US" sz="1600" b="0" u="none" strike="noStrike" cap="none" dirty="0">
                          <a:solidFill>
                            <a:schemeClr val="tx1"/>
                          </a:solidFill>
                          <a:latin typeface="Times New Roman" panose="02020603050405020304" pitchFamily="18" charset="0"/>
                          <a:cs typeface="Times New Roman" panose="02020603050405020304" pitchFamily="18" charset="0"/>
                          <a:sym typeface="Arial"/>
                        </a:rPr>
                        <a:t>Anticipation de </a:t>
                      </a:r>
                      <a:r>
                        <a:rPr lang="en-US" sz="1600" b="0" u="none" strike="noStrike" cap="none" dirty="0" err="1">
                          <a:solidFill>
                            <a:schemeClr val="tx1"/>
                          </a:solidFill>
                          <a:latin typeface="Times New Roman" panose="02020603050405020304" pitchFamily="18" charset="0"/>
                          <a:cs typeface="Times New Roman" panose="02020603050405020304" pitchFamily="18" charset="0"/>
                          <a:sym typeface="Arial"/>
                        </a:rPr>
                        <a:t>l’approvisionnement</a:t>
                      </a:r>
                      <a:r>
                        <a:rPr lang="en-US" sz="1600" b="0" u="none" strike="noStrike" cap="none" dirty="0">
                          <a:solidFill>
                            <a:schemeClr val="tx1"/>
                          </a:solidFill>
                          <a:latin typeface="Times New Roman" panose="02020603050405020304" pitchFamily="18" charset="0"/>
                          <a:cs typeface="Times New Roman" panose="02020603050405020304" pitchFamily="18" charset="0"/>
                          <a:sym typeface="Arial"/>
                        </a:rPr>
                        <a:t> des </a:t>
                      </a:r>
                      <a:r>
                        <a:rPr lang="en-US" sz="1600" b="0" u="none" strike="noStrike" cap="none" dirty="0" err="1">
                          <a:solidFill>
                            <a:schemeClr val="tx1"/>
                          </a:solidFill>
                          <a:latin typeface="Times New Roman" panose="02020603050405020304" pitchFamily="18" charset="0"/>
                          <a:cs typeface="Times New Roman" panose="02020603050405020304" pitchFamily="18" charset="0"/>
                          <a:sym typeface="Arial"/>
                        </a:rPr>
                        <a:t>vaccins</a:t>
                      </a:r>
                      <a:r>
                        <a:rPr lang="en-US" sz="1600" b="0" u="none" strike="noStrike" cap="none" dirty="0">
                          <a:solidFill>
                            <a:schemeClr val="tx1"/>
                          </a:solidFill>
                          <a:latin typeface="Times New Roman" panose="02020603050405020304" pitchFamily="18" charset="0"/>
                          <a:cs typeface="Times New Roman" panose="02020603050405020304" pitchFamily="18" charset="0"/>
                          <a:sym typeface="Arial"/>
                        </a:rPr>
                        <a:t> </a:t>
                      </a:r>
                      <a:r>
                        <a:rPr lang="en-US" sz="1600" b="0" u="none" strike="noStrike" cap="none" dirty="0" err="1">
                          <a:solidFill>
                            <a:schemeClr val="tx1"/>
                          </a:solidFill>
                          <a:latin typeface="Times New Roman" panose="02020603050405020304" pitchFamily="18" charset="0"/>
                          <a:cs typeface="Times New Roman" panose="02020603050405020304" pitchFamily="18" charset="0"/>
                          <a:sym typeface="Arial"/>
                        </a:rPr>
                        <a:t>financés</a:t>
                      </a:r>
                      <a:r>
                        <a:rPr lang="en-US" sz="1600" b="0" u="none" strike="noStrike" cap="none" dirty="0">
                          <a:solidFill>
                            <a:schemeClr val="tx1"/>
                          </a:solidFill>
                          <a:latin typeface="Times New Roman" panose="02020603050405020304" pitchFamily="18" charset="0"/>
                          <a:cs typeface="Times New Roman" panose="02020603050405020304" pitchFamily="18" charset="0"/>
                          <a:sym typeface="Arial"/>
                        </a:rPr>
                        <a:t> par GAVI pour </a:t>
                      </a:r>
                      <a:r>
                        <a:rPr lang="en-US" sz="1600" b="0" u="none" strike="noStrike" cap="none" dirty="0" err="1">
                          <a:solidFill>
                            <a:schemeClr val="tx1"/>
                          </a:solidFill>
                          <a:latin typeface="Times New Roman" panose="02020603050405020304" pitchFamily="18" charset="0"/>
                          <a:cs typeface="Times New Roman" panose="02020603050405020304" pitchFamily="18" charset="0"/>
                          <a:sym typeface="Arial"/>
                        </a:rPr>
                        <a:t>éviter</a:t>
                      </a:r>
                      <a:r>
                        <a:rPr lang="en-US" sz="1600" b="0" u="none" strike="noStrike" cap="none" dirty="0">
                          <a:solidFill>
                            <a:schemeClr val="tx1"/>
                          </a:solidFill>
                          <a:latin typeface="Times New Roman" panose="02020603050405020304" pitchFamily="18" charset="0"/>
                          <a:cs typeface="Times New Roman" panose="02020603050405020304" pitchFamily="18" charset="0"/>
                          <a:sym typeface="Arial"/>
                        </a:rPr>
                        <a:t> les ruptures de </a:t>
                      </a:r>
                      <a:r>
                        <a:rPr lang="en-US" sz="1600" b="0" u="none" strike="noStrike" cap="none" dirty="0" err="1">
                          <a:solidFill>
                            <a:schemeClr val="tx1"/>
                          </a:solidFill>
                          <a:latin typeface="Times New Roman" panose="02020603050405020304" pitchFamily="18" charset="0"/>
                          <a:cs typeface="Times New Roman" panose="02020603050405020304" pitchFamily="18" charset="0"/>
                          <a:sym typeface="Arial"/>
                        </a:rPr>
                        <a:t>vaccins</a:t>
                      </a:r>
                      <a:r>
                        <a:rPr lang="en-US" sz="1600" b="0" u="none" strike="noStrike" cap="none" dirty="0">
                          <a:solidFill>
                            <a:schemeClr val="tx1"/>
                          </a:solidFill>
                          <a:latin typeface="Times New Roman" panose="02020603050405020304" pitchFamily="18" charset="0"/>
                          <a:cs typeface="Times New Roman" panose="02020603050405020304" pitchFamily="18" charset="0"/>
                          <a:sym typeface="Arial"/>
                        </a:rPr>
                        <a:t> ;</a:t>
                      </a:r>
                    </a:p>
                    <a:p>
                      <a:pPr marL="171450" indent="-171450" algn="l">
                        <a:lnSpc>
                          <a:spcPct val="150000"/>
                        </a:lnSpc>
                        <a:buFont typeface="Wingdings" panose="05000000000000000000" pitchFamily="2" charset="2"/>
                        <a:buChar char="§"/>
                      </a:pPr>
                      <a:r>
                        <a:rPr lang="en-US" sz="1600" b="0" u="none" strike="noStrike" cap="none" dirty="0" err="1">
                          <a:solidFill>
                            <a:schemeClr val="tx1"/>
                          </a:solidFill>
                          <a:latin typeface="Times New Roman" panose="02020603050405020304" pitchFamily="18" charset="0"/>
                          <a:cs typeface="Times New Roman" panose="02020603050405020304" pitchFamily="18" charset="0"/>
                          <a:sym typeface="Arial"/>
                        </a:rPr>
                        <a:t>Prefinancement</a:t>
                      </a:r>
                      <a:r>
                        <a:rPr lang="en-US" sz="1600" b="0" u="none" strike="noStrike" cap="none" dirty="0">
                          <a:solidFill>
                            <a:schemeClr val="tx1"/>
                          </a:solidFill>
                          <a:latin typeface="Times New Roman" panose="02020603050405020304" pitchFamily="18" charset="0"/>
                          <a:cs typeface="Times New Roman" panose="02020603050405020304" pitchFamily="18" charset="0"/>
                          <a:sym typeface="Arial"/>
                        </a:rPr>
                        <a:t> des </a:t>
                      </a:r>
                      <a:r>
                        <a:rPr lang="en-US" sz="1600" b="0" u="none" strike="noStrike" cap="none" dirty="0" err="1">
                          <a:solidFill>
                            <a:schemeClr val="tx1"/>
                          </a:solidFill>
                          <a:latin typeface="Times New Roman" panose="02020603050405020304" pitchFamily="18" charset="0"/>
                          <a:cs typeface="Times New Roman" panose="02020603050405020304" pitchFamily="18" charset="0"/>
                          <a:sym typeface="Arial"/>
                        </a:rPr>
                        <a:t>vaccins</a:t>
                      </a:r>
                      <a:r>
                        <a:rPr lang="en-US" sz="1600" b="0" u="none" strike="noStrike" cap="none" dirty="0">
                          <a:solidFill>
                            <a:schemeClr val="tx1"/>
                          </a:solidFill>
                          <a:latin typeface="Times New Roman" panose="02020603050405020304" pitchFamily="18" charset="0"/>
                          <a:cs typeface="Times New Roman" panose="02020603050405020304" pitchFamily="18" charset="0"/>
                          <a:sym typeface="Arial"/>
                        </a:rPr>
                        <a:t> par </a:t>
                      </a:r>
                      <a:r>
                        <a:rPr lang="en-US" sz="1600" b="0" u="none" strike="noStrike" cap="none" dirty="0" err="1">
                          <a:solidFill>
                            <a:schemeClr val="tx1"/>
                          </a:solidFill>
                          <a:latin typeface="Times New Roman" panose="02020603050405020304" pitchFamily="18" charset="0"/>
                          <a:cs typeface="Times New Roman" panose="02020603050405020304" pitchFamily="18" charset="0"/>
                          <a:sym typeface="Arial"/>
                        </a:rPr>
                        <a:t>l’UNICEF</a:t>
                      </a:r>
                      <a:r>
                        <a:rPr lang="en-US" sz="1600" b="0" u="none" strike="noStrike" cap="none" dirty="0">
                          <a:solidFill>
                            <a:schemeClr val="tx1"/>
                          </a:solidFill>
                          <a:latin typeface="Times New Roman" panose="02020603050405020304" pitchFamily="18" charset="0"/>
                          <a:cs typeface="Times New Roman" panose="02020603050405020304" pitchFamily="18" charset="0"/>
                          <a:sym typeface="Arial"/>
                        </a:rPr>
                        <a:t> ;</a:t>
                      </a:r>
                    </a:p>
                    <a:p>
                      <a:pPr marL="171450" lvl="0" indent="-171450" algn="l">
                        <a:lnSpc>
                          <a:spcPct val="150000"/>
                        </a:lnSpc>
                        <a:buFont typeface="Wingdings" panose="05000000000000000000" pitchFamily="2" charset="2"/>
                        <a:buChar char="§"/>
                      </a:pPr>
                      <a:r>
                        <a:rPr lang="fr-FR" sz="1600" b="0" u="none" strike="noStrike" cap="none" dirty="0">
                          <a:solidFill>
                            <a:schemeClr val="tx1"/>
                          </a:solidFill>
                          <a:latin typeface="Times New Roman" panose="02020603050405020304" pitchFamily="18" charset="0"/>
                          <a:cs typeface="Times New Roman" panose="02020603050405020304" pitchFamily="18" charset="0"/>
                          <a:sym typeface="Arial"/>
                        </a:rPr>
                        <a:t>Renforcement des capacités des ressources humaines dans la gestion  des vaccins (</a:t>
                      </a:r>
                      <a:r>
                        <a:rPr lang="fr-FR" sz="1600" b="0" u="none" strike="noStrike" cap="none" dirty="0" err="1">
                          <a:solidFill>
                            <a:schemeClr val="tx1"/>
                          </a:solidFill>
                          <a:latin typeface="Times New Roman" panose="02020603050405020304" pitchFamily="18" charset="0"/>
                          <a:cs typeface="Times New Roman" panose="02020603050405020304" pitchFamily="18" charset="0"/>
                          <a:sym typeface="Arial"/>
                        </a:rPr>
                        <a:t>forecast</a:t>
                      </a:r>
                      <a:r>
                        <a:rPr lang="fr-FR" sz="1600" b="0" u="none" strike="noStrike" cap="none" dirty="0">
                          <a:solidFill>
                            <a:schemeClr val="tx1"/>
                          </a:solidFill>
                          <a:latin typeface="Times New Roman" panose="02020603050405020304" pitchFamily="18" charset="0"/>
                          <a:cs typeface="Times New Roman" panose="02020603050405020304" pitchFamily="18" charset="0"/>
                          <a:sym typeface="Arial"/>
                        </a:rPr>
                        <a:t>, CCL …) ; </a:t>
                      </a:r>
                    </a:p>
                  </a:txBody>
                  <a:tcPr marL="121933" marR="121933" marT="60967" marB="60967"/>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171450" marR="0" indent="-171450" algn="l" defTabSz="914400" rtl="0" eaLnBrk="1" fontAlgn="auto" latinLnBrk="0" hangingPunct="1">
                        <a:lnSpc>
                          <a:spcPct val="150000"/>
                        </a:lnSpc>
                        <a:spcBef>
                          <a:spcPts val="0"/>
                        </a:spcBef>
                        <a:spcAft>
                          <a:spcPts val="0"/>
                        </a:spcAft>
                        <a:buClr>
                          <a:srgbClr val="000000"/>
                        </a:buClr>
                        <a:buSzTx/>
                        <a:buFont typeface="Wingdings" panose="05000000000000000000" pitchFamily="2" charset="2"/>
                        <a:buChar char="§"/>
                        <a:tabLst/>
                        <a:defRPr/>
                      </a:pPr>
                      <a:r>
                        <a:rPr lang="fr-CD" sz="1600" b="0" u="none" strike="noStrike" cap="none" dirty="0">
                          <a:solidFill>
                            <a:schemeClr val="tx1"/>
                          </a:solidFill>
                          <a:latin typeface="Times New Roman" panose="02020603050405020304" pitchFamily="18" charset="0"/>
                          <a:cs typeface="Times New Roman" panose="02020603050405020304" pitchFamily="18" charset="0"/>
                          <a:sym typeface="Arial"/>
                        </a:rPr>
                        <a:t>Distributions fractionnées des certains vaccins vers les provinces ;</a:t>
                      </a:r>
                    </a:p>
                    <a:p>
                      <a:pPr marL="171450" indent="-171450">
                        <a:lnSpc>
                          <a:spcPct val="150000"/>
                        </a:lnSpc>
                        <a:buFont typeface="Wingdings" panose="05000000000000000000" pitchFamily="2" charset="2"/>
                        <a:buChar char="§"/>
                      </a:pPr>
                      <a:r>
                        <a:rPr lang="fr-FR" sz="1600" b="0" u="none" strike="noStrike" cap="none" dirty="0">
                          <a:solidFill>
                            <a:schemeClr val="tx1"/>
                          </a:solidFill>
                          <a:latin typeface="Times New Roman" panose="02020603050405020304" pitchFamily="18" charset="0"/>
                          <a:cs typeface="Times New Roman" panose="02020603050405020304" pitchFamily="18" charset="0"/>
                          <a:sym typeface="Arial"/>
                        </a:rPr>
                        <a:t>Faible complétude des données logistiques dans le DHIS2 ;</a:t>
                      </a:r>
                    </a:p>
                    <a:p>
                      <a:pPr marL="171450" indent="-171450">
                        <a:lnSpc>
                          <a:spcPct val="150000"/>
                        </a:lnSpc>
                        <a:buFont typeface="Wingdings" panose="05000000000000000000" pitchFamily="2" charset="2"/>
                        <a:buChar char="§"/>
                      </a:pPr>
                      <a:r>
                        <a:rPr lang="en-GB" sz="1600" dirty="0" err="1">
                          <a:solidFill>
                            <a:schemeClr val="tx1"/>
                          </a:solidFill>
                          <a:latin typeface="Times New Roman" panose="02020603050405020304" pitchFamily="18" charset="0"/>
                          <a:cs typeface="Times New Roman" panose="02020603050405020304" pitchFamily="18" charset="0"/>
                          <a:sym typeface="Times New Roman"/>
                        </a:rPr>
                        <a:t>Inadéquation</a:t>
                      </a:r>
                      <a:r>
                        <a:rPr lang="en-GB" sz="1600" dirty="0">
                          <a:solidFill>
                            <a:schemeClr val="tx1"/>
                          </a:solidFill>
                          <a:latin typeface="Times New Roman" panose="02020603050405020304" pitchFamily="18" charset="0"/>
                          <a:cs typeface="Times New Roman" panose="02020603050405020304" pitchFamily="18" charset="0"/>
                          <a:sym typeface="Times New Roman"/>
                        </a:rPr>
                        <a:t> entre les </a:t>
                      </a:r>
                      <a:r>
                        <a:rPr lang="en-GB" sz="1600" dirty="0" err="1">
                          <a:solidFill>
                            <a:schemeClr val="tx1"/>
                          </a:solidFill>
                          <a:latin typeface="Times New Roman" panose="02020603050405020304" pitchFamily="18" charset="0"/>
                          <a:cs typeface="Times New Roman" panose="02020603050405020304" pitchFamily="18" charset="0"/>
                          <a:sym typeface="Times New Roman"/>
                        </a:rPr>
                        <a:t>quantités</a:t>
                      </a:r>
                      <a:r>
                        <a:rPr lang="en-GB" sz="1600" dirty="0">
                          <a:solidFill>
                            <a:schemeClr val="tx1"/>
                          </a:solidFill>
                          <a:latin typeface="Times New Roman" panose="02020603050405020304" pitchFamily="18" charset="0"/>
                          <a:cs typeface="Times New Roman" panose="02020603050405020304" pitchFamily="18" charset="0"/>
                          <a:sym typeface="Times New Roman"/>
                        </a:rPr>
                        <a:t>  de la </a:t>
                      </a:r>
                      <a:r>
                        <a:rPr lang="en-GB" sz="1600" dirty="0" err="1">
                          <a:solidFill>
                            <a:schemeClr val="tx1"/>
                          </a:solidFill>
                          <a:latin typeface="Times New Roman" panose="02020603050405020304" pitchFamily="18" charset="0"/>
                          <a:cs typeface="Times New Roman" panose="02020603050405020304" pitchFamily="18" charset="0"/>
                          <a:sym typeface="Times New Roman"/>
                        </a:rPr>
                        <a:t>lettre</a:t>
                      </a:r>
                      <a:r>
                        <a:rPr lang="en-GB" sz="1600" dirty="0">
                          <a:solidFill>
                            <a:schemeClr val="tx1"/>
                          </a:solidFill>
                          <a:latin typeface="Times New Roman" panose="02020603050405020304" pitchFamily="18" charset="0"/>
                          <a:cs typeface="Times New Roman" panose="02020603050405020304" pitchFamily="18" charset="0"/>
                          <a:sym typeface="Times New Roman"/>
                        </a:rPr>
                        <a:t> de decision de GAVI et </a:t>
                      </a:r>
                      <a:r>
                        <a:rPr lang="en-GB" sz="1600" dirty="0" err="1">
                          <a:solidFill>
                            <a:schemeClr val="tx1"/>
                          </a:solidFill>
                          <a:latin typeface="Times New Roman" panose="02020603050405020304" pitchFamily="18" charset="0"/>
                          <a:cs typeface="Times New Roman" panose="02020603050405020304" pitchFamily="18" charset="0"/>
                          <a:sym typeface="Times New Roman"/>
                        </a:rPr>
                        <a:t>besoin</a:t>
                      </a:r>
                      <a:r>
                        <a:rPr lang="en-GB" sz="1600" dirty="0">
                          <a:solidFill>
                            <a:schemeClr val="tx1"/>
                          </a:solidFill>
                          <a:latin typeface="Times New Roman" panose="02020603050405020304" pitchFamily="18" charset="0"/>
                          <a:cs typeface="Times New Roman" panose="02020603050405020304" pitchFamily="18" charset="0"/>
                          <a:sym typeface="Times New Roman"/>
                        </a:rPr>
                        <a:t> reel du pays ;</a:t>
                      </a:r>
                    </a:p>
                    <a:p>
                      <a:pPr marL="171450" marR="0" lvl="0" indent="-171450" algn="l" defTabSz="914400" rtl="0" eaLnBrk="1" fontAlgn="auto" latinLnBrk="0" hangingPunct="1">
                        <a:lnSpc>
                          <a:spcPct val="150000"/>
                        </a:lnSpc>
                        <a:spcBef>
                          <a:spcPts val="0"/>
                        </a:spcBef>
                        <a:spcAft>
                          <a:spcPts val="0"/>
                        </a:spcAft>
                        <a:buClr>
                          <a:srgbClr val="000000"/>
                        </a:buClr>
                        <a:buSzTx/>
                        <a:buFont typeface="Wingdings" panose="05000000000000000000" pitchFamily="2" charset="2"/>
                        <a:buChar char="§"/>
                        <a:tabLst/>
                        <a:defRPr/>
                      </a:pPr>
                      <a:r>
                        <a:rPr lang="en-US" sz="1600" b="0" u="none" strike="noStrike" cap="none" dirty="0">
                          <a:solidFill>
                            <a:schemeClr val="tx1"/>
                          </a:solidFill>
                          <a:latin typeface="Times New Roman" panose="02020603050405020304" pitchFamily="18" charset="0"/>
                          <a:cs typeface="Times New Roman" panose="02020603050405020304" pitchFamily="18" charset="0"/>
                          <a:sym typeface="Arial"/>
                        </a:rPr>
                        <a:t>Retard de </a:t>
                      </a:r>
                      <a:r>
                        <a:rPr lang="en-US" sz="1600" b="0" u="none" strike="noStrike" cap="none" dirty="0" err="1">
                          <a:solidFill>
                            <a:schemeClr val="tx1"/>
                          </a:solidFill>
                          <a:latin typeface="Times New Roman" panose="02020603050405020304" pitchFamily="18" charset="0"/>
                          <a:cs typeface="Times New Roman" panose="02020603050405020304" pitchFamily="18" charset="0"/>
                          <a:sym typeface="Arial"/>
                        </a:rPr>
                        <a:t>paiement</a:t>
                      </a:r>
                      <a:r>
                        <a:rPr lang="en-US" sz="1600" b="0" u="none" strike="noStrike" cap="none" dirty="0">
                          <a:solidFill>
                            <a:schemeClr val="tx1"/>
                          </a:solidFill>
                          <a:latin typeface="Times New Roman" panose="02020603050405020304" pitchFamily="18" charset="0"/>
                          <a:cs typeface="Times New Roman" panose="02020603050405020304" pitchFamily="18" charset="0"/>
                          <a:sym typeface="Arial"/>
                        </a:rPr>
                        <a:t> du co-</a:t>
                      </a:r>
                      <a:r>
                        <a:rPr lang="en-US" sz="1600" b="0" u="none" strike="noStrike" cap="none" dirty="0" err="1">
                          <a:solidFill>
                            <a:schemeClr val="tx1"/>
                          </a:solidFill>
                          <a:latin typeface="Times New Roman" panose="02020603050405020304" pitchFamily="18" charset="0"/>
                          <a:cs typeface="Times New Roman" panose="02020603050405020304" pitchFamily="18" charset="0"/>
                          <a:sym typeface="Arial"/>
                        </a:rPr>
                        <a:t>financement</a:t>
                      </a:r>
                      <a:r>
                        <a:rPr lang="en-US" sz="1600" b="0" u="none" strike="noStrike" cap="none" dirty="0">
                          <a:solidFill>
                            <a:schemeClr val="tx1"/>
                          </a:solidFill>
                          <a:latin typeface="Times New Roman" panose="02020603050405020304" pitchFamily="18" charset="0"/>
                          <a:cs typeface="Times New Roman" panose="02020603050405020304" pitchFamily="18" charset="0"/>
                          <a:sym typeface="Arial"/>
                        </a:rPr>
                        <a:t> des </a:t>
                      </a:r>
                      <a:r>
                        <a:rPr lang="en-US" sz="1600" b="0" u="none" strike="noStrike" cap="none" dirty="0" err="1">
                          <a:solidFill>
                            <a:schemeClr val="tx1"/>
                          </a:solidFill>
                          <a:latin typeface="Times New Roman" panose="02020603050405020304" pitchFamily="18" charset="0"/>
                          <a:cs typeface="Times New Roman" panose="02020603050405020304" pitchFamily="18" charset="0"/>
                          <a:sym typeface="Arial"/>
                        </a:rPr>
                        <a:t>vaccins</a:t>
                      </a:r>
                      <a:r>
                        <a:rPr lang="en-US" sz="1600" b="0" u="none" strike="noStrike" cap="none" dirty="0">
                          <a:solidFill>
                            <a:schemeClr val="tx1"/>
                          </a:solidFill>
                          <a:latin typeface="Times New Roman" panose="02020603050405020304" pitchFamily="18" charset="0"/>
                          <a:cs typeface="Times New Roman" panose="02020603050405020304" pitchFamily="18" charset="0"/>
                          <a:sym typeface="Arial"/>
                        </a:rPr>
                        <a:t> par le </a:t>
                      </a:r>
                      <a:r>
                        <a:rPr lang="en-US" sz="1600" b="0" u="none" strike="noStrike" cap="none" dirty="0" err="1">
                          <a:solidFill>
                            <a:schemeClr val="tx1"/>
                          </a:solidFill>
                          <a:latin typeface="Times New Roman" panose="02020603050405020304" pitchFamily="18" charset="0"/>
                          <a:cs typeface="Times New Roman" panose="02020603050405020304" pitchFamily="18" charset="0"/>
                          <a:sym typeface="Arial"/>
                        </a:rPr>
                        <a:t>Gouvernement</a:t>
                      </a:r>
                      <a:r>
                        <a:rPr lang="en-US" sz="1600" b="0" u="none" strike="noStrike" cap="none" dirty="0">
                          <a:solidFill>
                            <a:schemeClr val="tx1"/>
                          </a:solidFill>
                          <a:latin typeface="Times New Roman" panose="02020603050405020304" pitchFamily="18" charset="0"/>
                          <a:cs typeface="Times New Roman" panose="02020603050405020304" pitchFamily="18" charset="0"/>
                          <a:sym typeface="Arial"/>
                        </a:rPr>
                        <a:t> ;</a:t>
                      </a:r>
                      <a:endParaRPr lang="en-GB" sz="1600" dirty="0">
                        <a:solidFill>
                          <a:schemeClr val="tx1"/>
                        </a:solidFill>
                        <a:latin typeface="Times New Roman" panose="02020603050405020304" pitchFamily="18" charset="0"/>
                        <a:cs typeface="Times New Roman" panose="02020603050405020304" pitchFamily="18" charset="0"/>
                        <a:sym typeface="Times New Roman"/>
                      </a:endParaRPr>
                    </a:p>
                    <a:p>
                      <a:pPr marL="217170" marR="0" lvl="0" indent="0" algn="l" rtl="0">
                        <a:lnSpc>
                          <a:spcPct val="100000"/>
                        </a:lnSpc>
                        <a:spcBef>
                          <a:spcPts val="0"/>
                        </a:spcBef>
                        <a:spcAft>
                          <a:spcPts val="0"/>
                        </a:spcAft>
                        <a:buNone/>
                      </a:pPr>
                      <a:endParaRPr sz="1600" dirty="0">
                        <a:latin typeface="Times New Roman" panose="02020603050405020304" pitchFamily="18" charset="0"/>
                        <a:ea typeface="Arial"/>
                        <a:cs typeface="Times New Roman" panose="02020603050405020304" pitchFamily="18" charset="0"/>
                        <a:sym typeface="Arial"/>
                      </a:endParaRPr>
                    </a:p>
                  </a:txBody>
                  <a:tcPr marL="121933" marR="121933" marT="60967" marB="60967"/>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lvl="0" indent="0">
                        <a:lnSpc>
                          <a:spcPct val="150000"/>
                        </a:lnSpc>
                        <a:buFont typeface="Wingdings" panose="05000000000000000000" pitchFamily="2" charset="2"/>
                        <a:buNone/>
                      </a:pPr>
                      <a:endParaRPr lang="fr-CD" sz="1600" b="0" u="none" strike="noStrike" cap="none" dirty="0">
                        <a:solidFill>
                          <a:schemeClr val="tx1"/>
                        </a:solidFill>
                        <a:latin typeface="Times New Roman" panose="02020603050405020304" pitchFamily="18" charset="0"/>
                        <a:cs typeface="Times New Roman" panose="02020603050405020304" pitchFamily="18" charset="0"/>
                        <a:sym typeface="Arial"/>
                      </a:endParaRPr>
                    </a:p>
                    <a:p>
                      <a:pPr marL="0" marR="0" lvl="0" indent="0" algn="l" rtl="0">
                        <a:spcBef>
                          <a:spcPts val="0"/>
                        </a:spcBef>
                        <a:spcAft>
                          <a:spcPts val="0"/>
                        </a:spcAft>
                        <a:buNone/>
                      </a:pPr>
                      <a:endParaRPr sz="1600" dirty="0">
                        <a:latin typeface="Times New Roman" panose="02020603050405020304" pitchFamily="18" charset="0"/>
                        <a:cs typeface="Times New Roman" panose="02020603050405020304" pitchFamily="18" charset="0"/>
                      </a:endParaRPr>
                    </a:p>
                  </a:txBody>
                  <a:tcPr marL="121933" marR="121933" marT="60967" marB="60967"/>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171450" marR="0" lvl="0" indent="-171450" algn="l" rtl="0">
                        <a:spcBef>
                          <a:spcPts val="0"/>
                        </a:spcBef>
                        <a:spcAft>
                          <a:spcPts val="0"/>
                        </a:spcAft>
                        <a:buFont typeface="Wingdings" panose="05000000000000000000" pitchFamily="2" charset="2"/>
                        <a:buChar char="§"/>
                      </a:pPr>
                      <a:r>
                        <a:rPr lang="fr-FR" sz="1600" dirty="0">
                          <a:latin typeface="Times New Roman" panose="02020603050405020304" pitchFamily="18" charset="0"/>
                          <a:cs typeface="Times New Roman" panose="02020603050405020304" pitchFamily="18" charset="0"/>
                        </a:rPr>
                        <a:t>Insécurité dans certaines provinces ;</a:t>
                      </a:r>
                    </a:p>
                  </a:txBody>
                  <a:tcPr marL="121933" marR="121933" marT="60967" marB="60967"/>
                </a:tc>
                <a:extLst>
                  <a:ext uri="{0D108BD9-81ED-4DB2-BD59-A6C34878D82A}">
                    <a16:rowId xmlns:a16="http://schemas.microsoft.com/office/drawing/2014/main" val="10001"/>
                  </a:ext>
                </a:extLst>
              </a:tr>
            </a:tbl>
          </a:graphicData>
        </a:graphic>
      </p:graphicFrame>
      <p:sp>
        <p:nvSpPr>
          <p:cNvPr id="4" name="Organigramme : Données stockées 3">
            <a:extLst>
              <a:ext uri="{FF2B5EF4-FFF2-40B4-BE49-F238E27FC236}">
                <a16:creationId xmlns:a16="http://schemas.microsoft.com/office/drawing/2014/main" id="{B45C61C8-A15F-2921-ADD9-3A4BAD53650F}"/>
              </a:ext>
            </a:extLst>
          </p:cNvPr>
          <p:cNvSpPr/>
          <p:nvPr/>
        </p:nvSpPr>
        <p:spPr>
          <a:xfrm>
            <a:off x="11439526" y="314326"/>
            <a:ext cx="552449" cy="438149"/>
          </a:xfrm>
          <a:prstGeom prst="flowChartOnlineStorage">
            <a:avLst/>
          </a:prstGeom>
          <a:solidFill>
            <a:srgbClr val="0070C0"/>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600" dirty="0">
                <a:latin typeface="Times New Roman" panose="02020603050405020304" pitchFamily="18" charset="0"/>
                <a:cs typeface="Times New Roman" panose="02020603050405020304" pitchFamily="18" charset="0"/>
              </a:rPr>
              <a:t>1</a:t>
            </a:r>
          </a:p>
        </p:txBody>
      </p:sp>
    </p:spTree>
    <p:extLst>
      <p:ext uri="{BB962C8B-B14F-4D97-AF65-F5344CB8AC3E}">
        <p14:creationId xmlns:p14="http://schemas.microsoft.com/office/powerpoint/2010/main" val="19884256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247"/>
        <p:cNvGrpSpPr/>
        <p:nvPr/>
      </p:nvGrpSpPr>
      <p:grpSpPr>
        <a:xfrm>
          <a:off x="0" y="0"/>
          <a:ext cx="0" cy="0"/>
          <a:chOff x="0" y="0"/>
          <a:chExt cx="0" cy="0"/>
        </a:xfrm>
      </p:grpSpPr>
      <p:sp>
        <p:nvSpPr>
          <p:cNvPr id="2248" name="Google Shape;2248;p24"/>
          <p:cNvSpPr txBox="1"/>
          <p:nvPr/>
        </p:nvSpPr>
        <p:spPr>
          <a:xfrm>
            <a:off x="458592" y="317942"/>
            <a:ext cx="11274800" cy="434533"/>
          </a:xfrm>
          <a:prstGeom prst="rect">
            <a:avLst/>
          </a:prstGeom>
          <a:noFill/>
          <a:ln>
            <a:noFill/>
          </a:ln>
        </p:spPr>
        <p:txBody>
          <a:bodyPr spcFirstLastPara="1" wrap="square" lIns="0" tIns="0" rIns="0" bIns="0" anchor="t" anchorCtr="0">
            <a:noAutofit/>
          </a:bodyPr>
          <a:lstStyle/>
          <a:p>
            <a:pPr>
              <a:buClr>
                <a:schemeClr val="dk1"/>
              </a:buClr>
              <a:buSzPts val="2200"/>
            </a:pPr>
            <a:r>
              <a:rPr lang="en-GB" sz="2933" b="1" dirty="0">
                <a:solidFill>
                  <a:srgbClr val="0070C0"/>
                </a:solidFill>
                <a:latin typeface="Times New Roman"/>
                <a:ea typeface="Times New Roman"/>
                <a:cs typeface="Times New Roman"/>
                <a:sym typeface="Times New Roman"/>
              </a:rPr>
              <a:t>Analyse FFOM</a:t>
            </a:r>
            <a:endParaRPr sz="2933" dirty="0">
              <a:solidFill>
                <a:srgbClr val="0070C0"/>
              </a:solidFill>
              <a:latin typeface="Times New Roman"/>
              <a:ea typeface="Times New Roman"/>
              <a:cs typeface="Times New Roman"/>
              <a:sym typeface="Times New Roman"/>
            </a:endParaRPr>
          </a:p>
        </p:txBody>
      </p:sp>
      <p:sp>
        <p:nvSpPr>
          <p:cNvPr id="2249" name="Google Shape;2249;p24"/>
          <p:cNvSpPr/>
          <p:nvPr/>
        </p:nvSpPr>
        <p:spPr>
          <a:xfrm>
            <a:off x="0" y="272241"/>
            <a:ext cx="235600" cy="655200"/>
          </a:xfrm>
          <a:prstGeom prst="rect">
            <a:avLst/>
          </a:prstGeom>
          <a:solidFill>
            <a:srgbClr val="0070C0"/>
          </a:solidFill>
          <a:ln>
            <a:noFill/>
          </a:ln>
        </p:spPr>
        <p:txBody>
          <a:bodyPr spcFirstLastPara="1" wrap="square" lIns="91400" tIns="91400" rIns="91400" bIns="91400"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grpSp>
        <p:nvGrpSpPr>
          <p:cNvPr id="2250" name="Google Shape;2250;p24"/>
          <p:cNvGrpSpPr/>
          <p:nvPr/>
        </p:nvGrpSpPr>
        <p:grpSpPr>
          <a:xfrm>
            <a:off x="117174" y="6277328"/>
            <a:ext cx="3141409" cy="430360"/>
            <a:chOff x="238125" y="2363000"/>
            <a:chExt cx="7122300" cy="975725"/>
          </a:xfrm>
        </p:grpSpPr>
        <p:sp>
          <p:nvSpPr>
            <p:cNvPr id="2251" name="Google Shape;2251;p24"/>
            <p:cNvSpPr/>
            <p:nvPr/>
          </p:nvSpPr>
          <p:spPr>
            <a:xfrm>
              <a:off x="238125" y="2363000"/>
              <a:ext cx="695275" cy="955800"/>
            </a:xfrm>
            <a:custGeom>
              <a:avLst/>
              <a:gdLst/>
              <a:ahLst/>
              <a:cxnLst/>
              <a:rect l="l" t="t" r="r" b="b"/>
              <a:pathLst>
                <a:path w="27811" h="38232" extrusionOk="0">
                  <a:moveTo>
                    <a:pt x="13895" y="0"/>
                  </a:moveTo>
                  <a:cubicBezTo>
                    <a:pt x="10626" y="0"/>
                    <a:pt x="7949" y="2656"/>
                    <a:pt x="7949" y="5946"/>
                  </a:cubicBezTo>
                  <a:cubicBezTo>
                    <a:pt x="7949" y="9236"/>
                    <a:pt x="10626" y="11893"/>
                    <a:pt x="13895" y="11893"/>
                  </a:cubicBezTo>
                  <a:cubicBezTo>
                    <a:pt x="17185" y="11893"/>
                    <a:pt x="19862" y="9236"/>
                    <a:pt x="19862" y="5946"/>
                  </a:cubicBezTo>
                  <a:cubicBezTo>
                    <a:pt x="19862" y="2656"/>
                    <a:pt x="17185" y="0"/>
                    <a:pt x="13895" y="0"/>
                  </a:cubicBezTo>
                  <a:close/>
                  <a:moveTo>
                    <a:pt x="7070" y="18738"/>
                  </a:moveTo>
                  <a:lnTo>
                    <a:pt x="7070" y="26380"/>
                  </a:lnTo>
                  <a:cubicBezTo>
                    <a:pt x="5987" y="25706"/>
                    <a:pt x="5252" y="24500"/>
                    <a:pt x="5252" y="23111"/>
                  </a:cubicBezTo>
                  <a:lnTo>
                    <a:pt x="5252" y="21987"/>
                  </a:lnTo>
                  <a:cubicBezTo>
                    <a:pt x="5252" y="20618"/>
                    <a:pt x="5987" y="19412"/>
                    <a:pt x="7070" y="18738"/>
                  </a:cubicBezTo>
                  <a:close/>
                  <a:moveTo>
                    <a:pt x="20557" y="18636"/>
                  </a:moveTo>
                  <a:cubicBezTo>
                    <a:pt x="21742" y="19269"/>
                    <a:pt x="22559" y="20536"/>
                    <a:pt x="22559" y="21987"/>
                  </a:cubicBezTo>
                  <a:lnTo>
                    <a:pt x="22559" y="23131"/>
                  </a:lnTo>
                  <a:cubicBezTo>
                    <a:pt x="22559" y="24562"/>
                    <a:pt x="21742" y="25828"/>
                    <a:pt x="20557" y="26482"/>
                  </a:cubicBezTo>
                  <a:lnTo>
                    <a:pt x="20557" y="18636"/>
                  </a:lnTo>
                  <a:close/>
                  <a:moveTo>
                    <a:pt x="9052" y="12935"/>
                  </a:moveTo>
                  <a:cubicBezTo>
                    <a:pt x="4066" y="12935"/>
                    <a:pt x="0" y="17001"/>
                    <a:pt x="0" y="21987"/>
                  </a:cubicBezTo>
                  <a:lnTo>
                    <a:pt x="0" y="23111"/>
                  </a:lnTo>
                  <a:cubicBezTo>
                    <a:pt x="0" y="27443"/>
                    <a:pt x="3024" y="31060"/>
                    <a:pt x="7070" y="31959"/>
                  </a:cubicBezTo>
                  <a:lnTo>
                    <a:pt x="7070" y="38232"/>
                  </a:lnTo>
                  <a:lnTo>
                    <a:pt x="20557" y="38232"/>
                  </a:lnTo>
                  <a:lnTo>
                    <a:pt x="20557" y="31999"/>
                  </a:lnTo>
                  <a:cubicBezTo>
                    <a:pt x="24684" y="31162"/>
                    <a:pt x="27811" y="27504"/>
                    <a:pt x="27811" y="23111"/>
                  </a:cubicBezTo>
                  <a:lnTo>
                    <a:pt x="27811" y="21987"/>
                  </a:lnTo>
                  <a:cubicBezTo>
                    <a:pt x="27811" y="17001"/>
                    <a:pt x="23744" y="12935"/>
                    <a:pt x="18738" y="12935"/>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52" name="Google Shape;2252;p24"/>
            <p:cNvSpPr/>
            <p:nvPr/>
          </p:nvSpPr>
          <p:spPr>
            <a:xfrm>
              <a:off x="238125" y="2791600"/>
              <a:ext cx="695275" cy="547125"/>
            </a:xfrm>
            <a:custGeom>
              <a:avLst/>
              <a:gdLst/>
              <a:ahLst/>
              <a:cxnLst/>
              <a:rect l="l" t="t" r="r" b="b"/>
              <a:pathLst>
                <a:path w="27811" h="21885" extrusionOk="0">
                  <a:moveTo>
                    <a:pt x="13895" y="0"/>
                  </a:moveTo>
                  <a:cubicBezTo>
                    <a:pt x="11443" y="0"/>
                    <a:pt x="9441" y="2003"/>
                    <a:pt x="9441" y="4475"/>
                  </a:cubicBezTo>
                  <a:cubicBezTo>
                    <a:pt x="9441" y="6927"/>
                    <a:pt x="11443" y="8930"/>
                    <a:pt x="13895" y="8930"/>
                  </a:cubicBezTo>
                  <a:cubicBezTo>
                    <a:pt x="16368" y="8930"/>
                    <a:pt x="18370" y="6927"/>
                    <a:pt x="18370" y="4475"/>
                  </a:cubicBezTo>
                  <a:cubicBezTo>
                    <a:pt x="18370" y="2003"/>
                    <a:pt x="16368" y="0"/>
                    <a:pt x="13895" y="0"/>
                  </a:cubicBezTo>
                  <a:close/>
                  <a:moveTo>
                    <a:pt x="0" y="5987"/>
                  </a:moveTo>
                  <a:cubicBezTo>
                    <a:pt x="0" y="10973"/>
                    <a:pt x="4066" y="15039"/>
                    <a:pt x="9052" y="15039"/>
                  </a:cubicBezTo>
                  <a:lnTo>
                    <a:pt x="9686" y="15039"/>
                  </a:lnTo>
                  <a:lnTo>
                    <a:pt x="9686" y="21885"/>
                  </a:lnTo>
                  <a:lnTo>
                    <a:pt x="17941" y="21885"/>
                  </a:lnTo>
                  <a:lnTo>
                    <a:pt x="17941" y="15039"/>
                  </a:lnTo>
                  <a:lnTo>
                    <a:pt x="18738" y="15039"/>
                  </a:lnTo>
                  <a:cubicBezTo>
                    <a:pt x="23744" y="15039"/>
                    <a:pt x="27811" y="10973"/>
                    <a:pt x="27811" y="5987"/>
                  </a:cubicBezTo>
                  <a:lnTo>
                    <a:pt x="22559" y="5987"/>
                  </a:lnTo>
                  <a:cubicBezTo>
                    <a:pt x="22559" y="8092"/>
                    <a:pt x="20843" y="9788"/>
                    <a:pt x="18738" y="9788"/>
                  </a:cubicBezTo>
                  <a:lnTo>
                    <a:pt x="9052" y="9788"/>
                  </a:lnTo>
                  <a:cubicBezTo>
                    <a:pt x="6948" y="9788"/>
                    <a:pt x="5252" y="8092"/>
                    <a:pt x="5252" y="5987"/>
                  </a:cubicBezTo>
                  <a:close/>
                </a:path>
              </a:pathLst>
            </a:custGeom>
            <a:solidFill>
              <a:srgbClr val="64C8FA"/>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53" name="Google Shape;2253;p24"/>
            <p:cNvSpPr/>
            <p:nvPr/>
          </p:nvSpPr>
          <p:spPr>
            <a:xfrm>
              <a:off x="1191350" y="2441650"/>
              <a:ext cx="614600" cy="794900"/>
            </a:xfrm>
            <a:custGeom>
              <a:avLst/>
              <a:gdLst/>
              <a:ahLst/>
              <a:cxnLst/>
              <a:rect l="l" t="t" r="r" b="b"/>
              <a:pathLst>
                <a:path w="24584" h="31796" extrusionOk="0">
                  <a:moveTo>
                    <a:pt x="12568" y="5620"/>
                  </a:moveTo>
                  <a:cubicBezTo>
                    <a:pt x="15653" y="5620"/>
                    <a:pt x="17799" y="6969"/>
                    <a:pt x="17799" y="10218"/>
                  </a:cubicBezTo>
                  <a:cubicBezTo>
                    <a:pt x="17799" y="13119"/>
                    <a:pt x="15797" y="14775"/>
                    <a:pt x="12629" y="14775"/>
                  </a:cubicBezTo>
                  <a:lnTo>
                    <a:pt x="6908" y="14775"/>
                  </a:lnTo>
                  <a:lnTo>
                    <a:pt x="6908" y="5620"/>
                  </a:lnTo>
                  <a:close/>
                  <a:moveTo>
                    <a:pt x="1" y="1"/>
                  </a:moveTo>
                  <a:lnTo>
                    <a:pt x="1" y="31796"/>
                  </a:lnTo>
                  <a:lnTo>
                    <a:pt x="6908" y="31796"/>
                  </a:lnTo>
                  <a:lnTo>
                    <a:pt x="6908" y="20333"/>
                  </a:lnTo>
                  <a:lnTo>
                    <a:pt x="13876" y="20333"/>
                  </a:lnTo>
                  <a:cubicBezTo>
                    <a:pt x="21355" y="20333"/>
                    <a:pt x="24583" y="15122"/>
                    <a:pt x="24583" y="10136"/>
                  </a:cubicBezTo>
                  <a:cubicBezTo>
                    <a:pt x="24583" y="3883"/>
                    <a:pt x="20251" y="1"/>
                    <a:pt x="13651"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54" name="Google Shape;2254;p24"/>
            <p:cNvSpPr/>
            <p:nvPr/>
          </p:nvSpPr>
          <p:spPr>
            <a:xfrm>
              <a:off x="1911675" y="2441650"/>
              <a:ext cx="571650" cy="794900"/>
            </a:xfrm>
            <a:custGeom>
              <a:avLst/>
              <a:gdLst/>
              <a:ahLst/>
              <a:cxnLst/>
              <a:rect l="l" t="t" r="r" b="b"/>
              <a:pathLst>
                <a:path w="22866" h="31796" extrusionOk="0">
                  <a:moveTo>
                    <a:pt x="0" y="1"/>
                  </a:moveTo>
                  <a:lnTo>
                    <a:pt x="0" y="31796"/>
                  </a:lnTo>
                  <a:lnTo>
                    <a:pt x="22866" y="31796"/>
                  </a:lnTo>
                  <a:lnTo>
                    <a:pt x="22866" y="25952"/>
                  </a:lnTo>
                  <a:lnTo>
                    <a:pt x="6907" y="25952"/>
                  </a:lnTo>
                  <a:lnTo>
                    <a:pt x="6907" y="18596"/>
                  </a:lnTo>
                  <a:lnTo>
                    <a:pt x="20598" y="18596"/>
                  </a:lnTo>
                  <a:lnTo>
                    <a:pt x="20598" y="12752"/>
                  </a:lnTo>
                  <a:lnTo>
                    <a:pt x="6907" y="12752"/>
                  </a:lnTo>
                  <a:lnTo>
                    <a:pt x="6907" y="5845"/>
                  </a:lnTo>
                  <a:lnTo>
                    <a:pt x="22743" y="5845"/>
                  </a:lnTo>
                  <a:lnTo>
                    <a:pt x="22743"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55" name="Google Shape;2255;p24"/>
            <p:cNvSpPr/>
            <p:nvPr/>
          </p:nvSpPr>
          <p:spPr>
            <a:xfrm>
              <a:off x="2542575" y="2441650"/>
              <a:ext cx="692225" cy="798475"/>
            </a:xfrm>
            <a:custGeom>
              <a:avLst/>
              <a:gdLst/>
              <a:ahLst/>
              <a:cxnLst/>
              <a:rect l="l" t="t" r="r" b="b"/>
              <a:pathLst>
                <a:path w="27689" h="31939" extrusionOk="0">
                  <a:moveTo>
                    <a:pt x="0" y="1"/>
                  </a:moveTo>
                  <a:lnTo>
                    <a:pt x="10299" y="31939"/>
                  </a:lnTo>
                  <a:lnTo>
                    <a:pt x="17267" y="31939"/>
                  </a:lnTo>
                  <a:lnTo>
                    <a:pt x="27688" y="1"/>
                  </a:lnTo>
                  <a:lnTo>
                    <a:pt x="20965" y="1"/>
                  </a:lnTo>
                  <a:lnTo>
                    <a:pt x="14181" y="22928"/>
                  </a:lnTo>
                  <a:lnTo>
                    <a:pt x="14038" y="22928"/>
                  </a:lnTo>
                  <a:lnTo>
                    <a:pt x="7315"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56" name="Google Shape;2256;p24"/>
            <p:cNvSpPr/>
            <p:nvPr/>
          </p:nvSpPr>
          <p:spPr>
            <a:xfrm>
              <a:off x="3487650" y="2440125"/>
              <a:ext cx="140000" cy="188025"/>
            </a:xfrm>
            <a:custGeom>
              <a:avLst/>
              <a:gdLst/>
              <a:ahLst/>
              <a:cxnLst/>
              <a:rect l="l" t="t" r="r" b="b"/>
              <a:pathLst>
                <a:path w="5600" h="7521" extrusionOk="0">
                  <a:moveTo>
                    <a:pt x="2861" y="1186"/>
                  </a:moveTo>
                  <a:cubicBezTo>
                    <a:pt x="3637" y="1186"/>
                    <a:pt x="4230" y="1472"/>
                    <a:pt x="4230" y="2350"/>
                  </a:cubicBezTo>
                  <a:cubicBezTo>
                    <a:pt x="4230" y="3127"/>
                    <a:pt x="3699" y="3515"/>
                    <a:pt x="2881" y="3515"/>
                  </a:cubicBezTo>
                  <a:lnTo>
                    <a:pt x="1390" y="3515"/>
                  </a:lnTo>
                  <a:lnTo>
                    <a:pt x="1390" y="1186"/>
                  </a:lnTo>
                  <a:close/>
                  <a:moveTo>
                    <a:pt x="0" y="1"/>
                  </a:moveTo>
                  <a:lnTo>
                    <a:pt x="0" y="7520"/>
                  </a:lnTo>
                  <a:lnTo>
                    <a:pt x="1390" y="7520"/>
                  </a:lnTo>
                  <a:lnTo>
                    <a:pt x="1390" y="4700"/>
                  </a:lnTo>
                  <a:lnTo>
                    <a:pt x="3127" y="4700"/>
                  </a:lnTo>
                  <a:cubicBezTo>
                    <a:pt x="4823" y="4700"/>
                    <a:pt x="5599" y="3515"/>
                    <a:pt x="5599" y="2371"/>
                  </a:cubicBezTo>
                  <a:cubicBezTo>
                    <a:pt x="5599" y="818"/>
                    <a:pt x="4496" y="1"/>
                    <a:pt x="3045"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57" name="Google Shape;2257;p24"/>
            <p:cNvSpPr/>
            <p:nvPr/>
          </p:nvSpPr>
          <p:spPr>
            <a:xfrm>
              <a:off x="3650100" y="2490700"/>
              <a:ext cx="86850" cy="137450"/>
            </a:xfrm>
            <a:custGeom>
              <a:avLst/>
              <a:gdLst/>
              <a:ahLst/>
              <a:cxnLst/>
              <a:rect l="l" t="t" r="r" b="b"/>
              <a:pathLst>
                <a:path w="3474" h="5498" extrusionOk="0">
                  <a:moveTo>
                    <a:pt x="3045" y="0"/>
                  </a:moveTo>
                  <a:cubicBezTo>
                    <a:pt x="2391" y="0"/>
                    <a:pt x="1594" y="430"/>
                    <a:pt x="1287" y="1002"/>
                  </a:cubicBezTo>
                  <a:lnTo>
                    <a:pt x="1267" y="1002"/>
                  </a:lnTo>
                  <a:lnTo>
                    <a:pt x="1267" y="103"/>
                  </a:lnTo>
                  <a:lnTo>
                    <a:pt x="0" y="103"/>
                  </a:lnTo>
                  <a:lnTo>
                    <a:pt x="0" y="5497"/>
                  </a:lnTo>
                  <a:lnTo>
                    <a:pt x="1287" y="5497"/>
                  </a:lnTo>
                  <a:lnTo>
                    <a:pt x="1287" y="2739"/>
                  </a:lnTo>
                  <a:cubicBezTo>
                    <a:pt x="1287" y="1737"/>
                    <a:pt x="2023" y="1165"/>
                    <a:pt x="2984" y="1165"/>
                  </a:cubicBezTo>
                  <a:cubicBezTo>
                    <a:pt x="3167" y="1165"/>
                    <a:pt x="3310" y="1165"/>
                    <a:pt x="3474" y="1206"/>
                  </a:cubicBezTo>
                  <a:lnTo>
                    <a:pt x="3474" y="21"/>
                  </a:lnTo>
                  <a:cubicBezTo>
                    <a:pt x="3331" y="0"/>
                    <a:pt x="3188" y="0"/>
                    <a:pt x="3045"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58" name="Google Shape;2258;p24"/>
            <p:cNvSpPr/>
            <p:nvPr/>
          </p:nvSpPr>
          <p:spPr>
            <a:xfrm>
              <a:off x="3752775" y="2490700"/>
              <a:ext cx="122625" cy="140500"/>
            </a:xfrm>
            <a:custGeom>
              <a:avLst/>
              <a:gdLst/>
              <a:ahLst/>
              <a:cxnLst/>
              <a:rect l="l" t="t" r="r" b="b"/>
              <a:pathLst>
                <a:path w="4905" h="5620" extrusionOk="0">
                  <a:moveTo>
                    <a:pt x="2432" y="1104"/>
                  </a:moveTo>
                  <a:cubicBezTo>
                    <a:pt x="3106" y="1104"/>
                    <a:pt x="3597" y="1472"/>
                    <a:pt x="3597" y="2126"/>
                  </a:cubicBezTo>
                  <a:lnTo>
                    <a:pt x="3597" y="3474"/>
                  </a:lnTo>
                  <a:cubicBezTo>
                    <a:pt x="3597" y="4251"/>
                    <a:pt x="3025" y="4537"/>
                    <a:pt x="2473" y="4537"/>
                  </a:cubicBezTo>
                  <a:cubicBezTo>
                    <a:pt x="1819" y="4537"/>
                    <a:pt x="1308" y="4149"/>
                    <a:pt x="1308" y="3495"/>
                  </a:cubicBezTo>
                  <a:lnTo>
                    <a:pt x="1308" y="2166"/>
                  </a:lnTo>
                  <a:cubicBezTo>
                    <a:pt x="1308" y="1390"/>
                    <a:pt x="1901" y="1104"/>
                    <a:pt x="2432" y="1104"/>
                  </a:cubicBezTo>
                  <a:close/>
                  <a:moveTo>
                    <a:pt x="2432" y="0"/>
                  </a:moveTo>
                  <a:cubicBezTo>
                    <a:pt x="1247" y="0"/>
                    <a:pt x="0" y="797"/>
                    <a:pt x="0" y="2269"/>
                  </a:cubicBezTo>
                  <a:lnTo>
                    <a:pt x="0" y="3495"/>
                  </a:lnTo>
                  <a:cubicBezTo>
                    <a:pt x="0" y="4884"/>
                    <a:pt x="1165" y="5620"/>
                    <a:pt x="2473" y="5620"/>
                  </a:cubicBezTo>
                  <a:cubicBezTo>
                    <a:pt x="3679" y="5620"/>
                    <a:pt x="4905" y="4823"/>
                    <a:pt x="4905" y="3352"/>
                  </a:cubicBezTo>
                  <a:lnTo>
                    <a:pt x="4905" y="2248"/>
                  </a:lnTo>
                  <a:cubicBezTo>
                    <a:pt x="4905" y="859"/>
                    <a:pt x="3740" y="0"/>
                    <a:pt x="2432"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59" name="Google Shape;2259;p24"/>
            <p:cNvSpPr/>
            <p:nvPr/>
          </p:nvSpPr>
          <p:spPr>
            <a:xfrm>
              <a:off x="3897850" y="2490700"/>
              <a:ext cx="121100" cy="189050"/>
            </a:xfrm>
            <a:custGeom>
              <a:avLst/>
              <a:gdLst/>
              <a:ahLst/>
              <a:cxnLst/>
              <a:rect l="l" t="t" r="r" b="b"/>
              <a:pathLst>
                <a:path w="4844" h="7562" extrusionOk="0">
                  <a:moveTo>
                    <a:pt x="2432" y="1104"/>
                  </a:moveTo>
                  <a:cubicBezTo>
                    <a:pt x="3086" y="1104"/>
                    <a:pt x="3597" y="1472"/>
                    <a:pt x="3597" y="2126"/>
                  </a:cubicBezTo>
                  <a:lnTo>
                    <a:pt x="3597" y="3331"/>
                  </a:lnTo>
                  <a:cubicBezTo>
                    <a:pt x="3597" y="4108"/>
                    <a:pt x="3004" y="4394"/>
                    <a:pt x="2473" y="4394"/>
                  </a:cubicBezTo>
                  <a:cubicBezTo>
                    <a:pt x="1799" y="4394"/>
                    <a:pt x="1308" y="4006"/>
                    <a:pt x="1308" y="3352"/>
                  </a:cubicBezTo>
                  <a:lnTo>
                    <a:pt x="1308" y="2166"/>
                  </a:lnTo>
                  <a:cubicBezTo>
                    <a:pt x="1308" y="1390"/>
                    <a:pt x="1901" y="1104"/>
                    <a:pt x="2432" y="1104"/>
                  </a:cubicBezTo>
                  <a:close/>
                  <a:moveTo>
                    <a:pt x="2105" y="0"/>
                  </a:moveTo>
                  <a:cubicBezTo>
                    <a:pt x="920" y="0"/>
                    <a:pt x="1" y="797"/>
                    <a:pt x="1" y="2269"/>
                  </a:cubicBezTo>
                  <a:lnTo>
                    <a:pt x="1" y="3290"/>
                  </a:lnTo>
                  <a:cubicBezTo>
                    <a:pt x="1" y="4680"/>
                    <a:pt x="818" y="5415"/>
                    <a:pt x="2126" y="5415"/>
                  </a:cubicBezTo>
                  <a:cubicBezTo>
                    <a:pt x="2739" y="5415"/>
                    <a:pt x="3229" y="5191"/>
                    <a:pt x="3577" y="4721"/>
                  </a:cubicBezTo>
                  <a:lnTo>
                    <a:pt x="3597" y="4721"/>
                  </a:lnTo>
                  <a:lnTo>
                    <a:pt x="3597" y="5272"/>
                  </a:lnTo>
                  <a:cubicBezTo>
                    <a:pt x="3597" y="6049"/>
                    <a:pt x="3168" y="6539"/>
                    <a:pt x="2391" y="6539"/>
                  </a:cubicBezTo>
                  <a:cubicBezTo>
                    <a:pt x="1921" y="6539"/>
                    <a:pt x="1554" y="6335"/>
                    <a:pt x="1308" y="5824"/>
                  </a:cubicBezTo>
                  <a:lnTo>
                    <a:pt x="82" y="6253"/>
                  </a:lnTo>
                  <a:cubicBezTo>
                    <a:pt x="348" y="7152"/>
                    <a:pt x="1390" y="7561"/>
                    <a:pt x="2269" y="7561"/>
                  </a:cubicBezTo>
                  <a:cubicBezTo>
                    <a:pt x="4128" y="7561"/>
                    <a:pt x="4844" y="6294"/>
                    <a:pt x="4844" y="5048"/>
                  </a:cubicBezTo>
                  <a:lnTo>
                    <a:pt x="4844" y="103"/>
                  </a:lnTo>
                  <a:lnTo>
                    <a:pt x="3617" y="103"/>
                  </a:lnTo>
                  <a:lnTo>
                    <a:pt x="3617" y="736"/>
                  </a:lnTo>
                  <a:lnTo>
                    <a:pt x="3597" y="736"/>
                  </a:lnTo>
                  <a:cubicBezTo>
                    <a:pt x="3311" y="327"/>
                    <a:pt x="2739" y="0"/>
                    <a:pt x="2105"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60" name="Google Shape;2260;p24"/>
            <p:cNvSpPr/>
            <p:nvPr/>
          </p:nvSpPr>
          <p:spPr>
            <a:xfrm>
              <a:off x="4051100" y="2490700"/>
              <a:ext cx="86875" cy="137450"/>
            </a:xfrm>
            <a:custGeom>
              <a:avLst/>
              <a:gdLst/>
              <a:ahLst/>
              <a:cxnLst/>
              <a:rect l="l" t="t" r="r" b="b"/>
              <a:pathLst>
                <a:path w="3475" h="5498" extrusionOk="0">
                  <a:moveTo>
                    <a:pt x="3046" y="0"/>
                  </a:moveTo>
                  <a:cubicBezTo>
                    <a:pt x="2392" y="0"/>
                    <a:pt x="1595" y="430"/>
                    <a:pt x="1288" y="1002"/>
                  </a:cubicBezTo>
                  <a:lnTo>
                    <a:pt x="1268" y="1002"/>
                  </a:lnTo>
                  <a:lnTo>
                    <a:pt x="1268" y="103"/>
                  </a:lnTo>
                  <a:lnTo>
                    <a:pt x="1" y="103"/>
                  </a:lnTo>
                  <a:lnTo>
                    <a:pt x="1" y="5497"/>
                  </a:lnTo>
                  <a:lnTo>
                    <a:pt x="1288" y="5497"/>
                  </a:lnTo>
                  <a:lnTo>
                    <a:pt x="1288" y="2739"/>
                  </a:lnTo>
                  <a:cubicBezTo>
                    <a:pt x="1288" y="1737"/>
                    <a:pt x="2024" y="1165"/>
                    <a:pt x="2984" y="1165"/>
                  </a:cubicBezTo>
                  <a:cubicBezTo>
                    <a:pt x="3168" y="1165"/>
                    <a:pt x="3311" y="1165"/>
                    <a:pt x="3475" y="1206"/>
                  </a:cubicBezTo>
                  <a:lnTo>
                    <a:pt x="3475" y="21"/>
                  </a:lnTo>
                  <a:cubicBezTo>
                    <a:pt x="3332" y="0"/>
                    <a:pt x="3189" y="0"/>
                    <a:pt x="3046"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61" name="Google Shape;2261;p24"/>
            <p:cNvSpPr/>
            <p:nvPr/>
          </p:nvSpPr>
          <p:spPr>
            <a:xfrm>
              <a:off x="4149700" y="2490200"/>
              <a:ext cx="120600" cy="140500"/>
            </a:xfrm>
            <a:custGeom>
              <a:avLst/>
              <a:gdLst/>
              <a:ahLst/>
              <a:cxnLst/>
              <a:rect l="l" t="t" r="r" b="b"/>
              <a:pathLst>
                <a:path w="4824" h="5620" extrusionOk="0">
                  <a:moveTo>
                    <a:pt x="3434" y="3269"/>
                  </a:moveTo>
                  <a:lnTo>
                    <a:pt x="3434" y="3515"/>
                  </a:lnTo>
                  <a:cubicBezTo>
                    <a:pt x="3434" y="4107"/>
                    <a:pt x="3270" y="4598"/>
                    <a:pt x="2228" y="4618"/>
                  </a:cubicBezTo>
                  <a:cubicBezTo>
                    <a:pt x="1635" y="4618"/>
                    <a:pt x="1268" y="4373"/>
                    <a:pt x="1268" y="3923"/>
                  </a:cubicBezTo>
                  <a:cubicBezTo>
                    <a:pt x="1268" y="3453"/>
                    <a:pt x="1615" y="3269"/>
                    <a:pt x="2167" y="3269"/>
                  </a:cubicBezTo>
                  <a:close/>
                  <a:moveTo>
                    <a:pt x="2412" y="0"/>
                  </a:moveTo>
                  <a:cubicBezTo>
                    <a:pt x="1390" y="0"/>
                    <a:pt x="266" y="409"/>
                    <a:pt x="266" y="1594"/>
                  </a:cubicBezTo>
                  <a:lnTo>
                    <a:pt x="266" y="1737"/>
                  </a:lnTo>
                  <a:lnTo>
                    <a:pt x="1431" y="1737"/>
                  </a:lnTo>
                  <a:lnTo>
                    <a:pt x="1431" y="1553"/>
                  </a:lnTo>
                  <a:cubicBezTo>
                    <a:pt x="1431" y="1206"/>
                    <a:pt x="1840" y="1022"/>
                    <a:pt x="2412" y="1022"/>
                  </a:cubicBezTo>
                  <a:cubicBezTo>
                    <a:pt x="3045" y="1022"/>
                    <a:pt x="3434" y="1247"/>
                    <a:pt x="3434" y="1819"/>
                  </a:cubicBezTo>
                  <a:lnTo>
                    <a:pt x="3434" y="2330"/>
                  </a:lnTo>
                  <a:lnTo>
                    <a:pt x="2003" y="2330"/>
                  </a:lnTo>
                  <a:cubicBezTo>
                    <a:pt x="961" y="2330"/>
                    <a:pt x="1" y="2943"/>
                    <a:pt x="1" y="3985"/>
                  </a:cubicBezTo>
                  <a:cubicBezTo>
                    <a:pt x="1" y="5006"/>
                    <a:pt x="757" y="5619"/>
                    <a:pt x="1881" y="5619"/>
                  </a:cubicBezTo>
                  <a:cubicBezTo>
                    <a:pt x="2575" y="5619"/>
                    <a:pt x="2984" y="5517"/>
                    <a:pt x="3474" y="5006"/>
                  </a:cubicBezTo>
                  <a:lnTo>
                    <a:pt x="3495" y="5006"/>
                  </a:lnTo>
                  <a:cubicBezTo>
                    <a:pt x="3495" y="5109"/>
                    <a:pt x="3515" y="5435"/>
                    <a:pt x="3536" y="5517"/>
                  </a:cubicBezTo>
                  <a:lnTo>
                    <a:pt x="4823" y="5517"/>
                  </a:lnTo>
                  <a:cubicBezTo>
                    <a:pt x="4762" y="5395"/>
                    <a:pt x="4721" y="4598"/>
                    <a:pt x="4721" y="4352"/>
                  </a:cubicBezTo>
                  <a:lnTo>
                    <a:pt x="4721" y="1737"/>
                  </a:lnTo>
                  <a:cubicBezTo>
                    <a:pt x="4721" y="409"/>
                    <a:pt x="3617" y="0"/>
                    <a:pt x="2412"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62" name="Google Shape;2262;p24"/>
            <p:cNvSpPr/>
            <p:nvPr/>
          </p:nvSpPr>
          <p:spPr>
            <a:xfrm>
              <a:off x="4300925" y="2490700"/>
              <a:ext cx="197200" cy="137450"/>
            </a:xfrm>
            <a:custGeom>
              <a:avLst/>
              <a:gdLst/>
              <a:ahLst/>
              <a:cxnLst/>
              <a:rect l="l" t="t" r="r" b="b"/>
              <a:pathLst>
                <a:path w="7888" h="5498" extrusionOk="0">
                  <a:moveTo>
                    <a:pt x="2800" y="0"/>
                  </a:moveTo>
                  <a:cubicBezTo>
                    <a:pt x="2166" y="0"/>
                    <a:pt x="1635" y="246"/>
                    <a:pt x="1267" y="757"/>
                  </a:cubicBezTo>
                  <a:lnTo>
                    <a:pt x="1247" y="757"/>
                  </a:lnTo>
                  <a:lnTo>
                    <a:pt x="1247" y="103"/>
                  </a:lnTo>
                  <a:lnTo>
                    <a:pt x="0" y="103"/>
                  </a:lnTo>
                  <a:lnTo>
                    <a:pt x="0" y="5497"/>
                  </a:lnTo>
                  <a:lnTo>
                    <a:pt x="1287" y="5497"/>
                  </a:lnTo>
                  <a:lnTo>
                    <a:pt x="1287" y="2330"/>
                  </a:lnTo>
                  <a:cubicBezTo>
                    <a:pt x="1287" y="1431"/>
                    <a:pt x="1880" y="1124"/>
                    <a:pt x="2330" y="1124"/>
                  </a:cubicBezTo>
                  <a:cubicBezTo>
                    <a:pt x="3106" y="1124"/>
                    <a:pt x="3310" y="1696"/>
                    <a:pt x="3310" y="2371"/>
                  </a:cubicBezTo>
                  <a:lnTo>
                    <a:pt x="3310" y="5497"/>
                  </a:lnTo>
                  <a:lnTo>
                    <a:pt x="4598" y="5497"/>
                  </a:lnTo>
                  <a:lnTo>
                    <a:pt x="4598" y="2371"/>
                  </a:lnTo>
                  <a:cubicBezTo>
                    <a:pt x="4598" y="1676"/>
                    <a:pt x="4904" y="1124"/>
                    <a:pt x="5620" y="1124"/>
                  </a:cubicBezTo>
                  <a:cubicBezTo>
                    <a:pt x="6355" y="1124"/>
                    <a:pt x="6600" y="1615"/>
                    <a:pt x="6600" y="2350"/>
                  </a:cubicBezTo>
                  <a:lnTo>
                    <a:pt x="6600" y="5497"/>
                  </a:lnTo>
                  <a:lnTo>
                    <a:pt x="7888" y="5497"/>
                  </a:lnTo>
                  <a:lnTo>
                    <a:pt x="7888" y="1901"/>
                  </a:lnTo>
                  <a:cubicBezTo>
                    <a:pt x="7888" y="573"/>
                    <a:pt x="7009" y="0"/>
                    <a:pt x="6008" y="0"/>
                  </a:cubicBezTo>
                  <a:cubicBezTo>
                    <a:pt x="5272" y="0"/>
                    <a:pt x="4720" y="307"/>
                    <a:pt x="4332" y="797"/>
                  </a:cubicBezTo>
                  <a:cubicBezTo>
                    <a:pt x="3985" y="287"/>
                    <a:pt x="3515" y="0"/>
                    <a:pt x="2800"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63" name="Google Shape;2263;p24"/>
            <p:cNvSpPr/>
            <p:nvPr/>
          </p:nvSpPr>
          <p:spPr>
            <a:xfrm>
              <a:off x="4532325" y="2490700"/>
              <a:ext cx="197725" cy="137450"/>
            </a:xfrm>
            <a:custGeom>
              <a:avLst/>
              <a:gdLst/>
              <a:ahLst/>
              <a:cxnLst/>
              <a:rect l="l" t="t" r="r" b="b"/>
              <a:pathLst>
                <a:path w="7909" h="5498" extrusionOk="0">
                  <a:moveTo>
                    <a:pt x="2800" y="0"/>
                  </a:moveTo>
                  <a:cubicBezTo>
                    <a:pt x="2167" y="0"/>
                    <a:pt x="1636" y="246"/>
                    <a:pt x="1268" y="757"/>
                  </a:cubicBezTo>
                  <a:lnTo>
                    <a:pt x="1247" y="757"/>
                  </a:lnTo>
                  <a:lnTo>
                    <a:pt x="1247" y="103"/>
                  </a:lnTo>
                  <a:lnTo>
                    <a:pt x="1" y="103"/>
                  </a:lnTo>
                  <a:lnTo>
                    <a:pt x="1" y="5497"/>
                  </a:lnTo>
                  <a:lnTo>
                    <a:pt x="1288" y="5497"/>
                  </a:lnTo>
                  <a:lnTo>
                    <a:pt x="1288" y="2330"/>
                  </a:lnTo>
                  <a:cubicBezTo>
                    <a:pt x="1288" y="1431"/>
                    <a:pt x="1881" y="1124"/>
                    <a:pt x="2330" y="1124"/>
                  </a:cubicBezTo>
                  <a:cubicBezTo>
                    <a:pt x="3127" y="1124"/>
                    <a:pt x="3311" y="1696"/>
                    <a:pt x="3311" y="2371"/>
                  </a:cubicBezTo>
                  <a:lnTo>
                    <a:pt x="3311" y="5497"/>
                  </a:lnTo>
                  <a:lnTo>
                    <a:pt x="4598" y="5497"/>
                  </a:lnTo>
                  <a:lnTo>
                    <a:pt x="4598" y="2371"/>
                  </a:lnTo>
                  <a:cubicBezTo>
                    <a:pt x="4598" y="1676"/>
                    <a:pt x="4905" y="1124"/>
                    <a:pt x="5641" y="1124"/>
                  </a:cubicBezTo>
                  <a:cubicBezTo>
                    <a:pt x="6356" y="1124"/>
                    <a:pt x="6621" y="1615"/>
                    <a:pt x="6621" y="2350"/>
                  </a:cubicBezTo>
                  <a:lnTo>
                    <a:pt x="6621" y="5497"/>
                  </a:lnTo>
                  <a:lnTo>
                    <a:pt x="7909" y="5497"/>
                  </a:lnTo>
                  <a:lnTo>
                    <a:pt x="7909" y="1901"/>
                  </a:lnTo>
                  <a:cubicBezTo>
                    <a:pt x="7909" y="573"/>
                    <a:pt x="7010" y="0"/>
                    <a:pt x="6008" y="0"/>
                  </a:cubicBezTo>
                  <a:cubicBezTo>
                    <a:pt x="5273" y="0"/>
                    <a:pt x="4721" y="307"/>
                    <a:pt x="4353" y="797"/>
                  </a:cubicBezTo>
                  <a:lnTo>
                    <a:pt x="4333" y="797"/>
                  </a:lnTo>
                  <a:cubicBezTo>
                    <a:pt x="4006" y="287"/>
                    <a:pt x="3515" y="0"/>
                    <a:pt x="2800"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64" name="Google Shape;2264;p24"/>
            <p:cNvSpPr/>
            <p:nvPr/>
          </p:nvSpPr>
          <p:spPr>
            <a:xfrm>
              <a:off x="4758125" y="2490700"/>
              <a:ext cx="120075" cy="140500"/>
            </a:xfrm>
            <a:custGeom>
              <a:avLst/>
              <a:gdLst/>
              <a:ahLst/>
              <a:cxnLst/>
              <a:rect l="l" t="t" r="r" b="b"/>
              <a:pathLst>
                <a:path w="4803" h="5620" extrusionOk="0">
                  <a:moveTo>
                    <a:pt x="2473" y="1083"/>
                  </a:moveTo>
                  <a:cubicBezTo>
                    <a:pt x="3004" y="1083"/>
                    <a:pt x="3515" y="1390"/>
                    <a:pt x="3515" y="2126"/>
                  </a:cubicBezTo>
                  <a:lnTo>
                    <a:pt x="3515" y="2269"/>
                  </a:lnTo>
                  <a:lnTo>
                    <a:pt x="1329" y="2269"/>
                  </a:lnTo>
                  <a:lnTo>
                    <a:pt x="1329" y="2187"/>
                  </a:lnTo>
                  <a:cubicBezTo>
                    <a:pt x="1329" y="1390"/>
                    <a:pt x="1921" y="1083"/>
                    <a:pt x="2473" y="1083"/>
                  </a:cubicBezTo>
                  <a:close/>
                  <a:moveTo>
                    <a:pt x="2473" y="0"/>
                  </a:moveTo>
                  <a:cubicBezTo>
                    <a:pt x="1145" y="0"/>
                    <a:pt x="1" y="838"/>
                    <a:pt x="1" y="2371"/>
                  </a:cubicBezTo>
                  <a:lnTo>
                    <a:pt x="1" y="3413"/>
                  </a:lnTo>
                  <a:cubicBezTo>
                    <a:pt x="1" y="4884"/>
                    <a:pt x="1186" y="5620"/>
                    <a:pt x="2514" y="5620"/>
                  </a:cubicBezTo>
                  <a:cubicBezTo>
                    <a:pt x="3474" y="5620"/>
                    <a:pt x="4333" y="5252"/>
                    <a:pt x="4741" y="4414"/>
                  </a:cubicBezTo>
                  <a:lnTo>
                    <a:pt x="3761" y="3842"/>
                  </a:lnTo>
                  <a:cubicBezTo>
                    <a:pt x="3474" y="4271"/>
                    <a:pt x="3025" y="4537"/>
                    <a:pt x="2575" y="4537"/>
                  </a:cubicBezTo>
                  <a:cubicBezTo>
                    <a:pt x="1901" y="4537"/>
                    <a:pt x="1349" y="4149"/>
                    <a:pt x="1349" y="3454"/>
                  </a:cubicBezTo>
                  <a:lnTo>
                    <a:pt x="1349" y="3168"/>
                  </a:lnTo>
                  <a:lnTo>
                    <a:pt x="4803" y="3168"/>
                  </a:lnTo>
                  <a:lnTo>
                    <a:pt x="4803" y="2126"/>
                  </a:lnTo>
                  <a:cubicBezTo>
                    <a:pt x="4803" y="695"/>
                    <a:pt x="3638" y="0"/>
                    <a:pt x="2473"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65" name="Google Shape;2265;p24"/>
            <p:cNvSpPr/>
            <p:nvPr/>
          </p:nvSpPr>
          <p:spPr>
            <a:xfrm>
              <a:off x="3487650" y="2756350"/>
              <a:ext cx="131300" cy="188000"/>
            </a:xfrm>
            <a:custGeom>
              <a:avLst/>
              <a:gdLst/>
              <a:ahLst/>
              <a:cxnLst/>
              <a:rect l="l" t="t" r="r" b="b"/>
              <a:pathLst>
                <a:path w="5252" h="7520" extrusionOk="0">
                  <a:moveTo>
                    <a:pt x="0" y="0"/>
                  </a:moveTo>
                  <a:lnTo>
                    <a:pt x="0" y="7520"/>
                  </a:lnTo>
                  <a:lnTo>
                    <a:pt x="5252" y="7520"/>
                  </a:lnTo>
                  <a:lnTo>
                    <a:pt x="5252" y="6294"/>
                  </a:lnTo>
                  <a:lnTo>
                    <a:pt x="1390" y="6294"/>
                  </a:lnTo>
                  <a:lnTo>
                    <a:pt x="1390" y="4312"/>
                  </a:lnTo>
                  <a:lnTo>
                    <a:pt x="4782" y="4312"/>
                  </a:lnTo>
                  <a:lnTo>
                    <a:pt x="4782" y="3065"/>
                  </a:lnTo>
                  <a:lnTo>
                    <a:pt x="1390" y="3065"/>
                  </a:lnTo>
                  <a:lnTo>
                    <a:pt x="1390" y="1226"/>
                  </a:lnTo>
                  <a:lnTo>
                    <a:pt x="5211" y="1226"/>
                  </a:lnTo>
                  <a:lnTo>
                    <a:pt x="5211" y="0"/>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66" name="Google Shape;2266;p24"/>
            <p:cNvSpPr/>
            <p:nvPr/>
          </p:nvSpPr>
          <p:spPr>
            <a:xfrm>
              <a:off x="3650600" y="2756350"/>
              <a:ext cx="58275" cy="189550"/>
            </a:xfrm>
            <a:custGeom>
              <a:avLst/>
              <a:gdLst/>
              <a:ahLst/>
              <a:cxnLst/>
              <a:rect l="l" t="t" r="r" b="b"/>
              <a:pathLst>
                <a:path w="2331" h="7582" extrusionOk="0">
                  <a:moveTo>
                    <a:pt x="1" y="0"/>
                  </a:moveTo>
                  <a:lnTo>
                    <a:pt x="1" y="6069"/>
                  </a:lnTo>
                  <a:cubicBezTo>
                    <a:pt x="1" y="6559"/>
                    <a:pt x="21" y="7581"/>
                    <a:pt x="1308" y="7581"/>
                  </a:cubicBezTo>
                  <a:cubicBezTo>
                    <a:pt x="1635" y="7581"/>
                    <a:pt x="2064" y="7520"/>
                    <a:pt x="2330" y="7438"/>
                  </a:cubicBezTo>
                  <a:lnTo>
                    <a:pt x="2330" y="6457"/>
                  </a:lnTo>
                  <a:cubicBezTo>
                    <a:pt x="2105" y="6478"/>
                    <a:pt x="1983" y="6498"/>
                    <a:pt x="1758" y="6498"/>
                  </a:cubicBezTo>
                  <a:cubicBezTo>
                    <a:pt x="1390" y="6498"/>
                    <a:pt x="1288" y="6294"/>
                    <a:pt x="1288" y="6069"/>
                  </a:cubicBezTo>
                  <a:lnTo>
                    <a:pt x="1288" y="0"/>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67" name="Google Shape;2267;p24"/>
            <p:cNvSpPr/>
            <p:nvPr/>
          </p:nvSpPr>
          <p:spPr>
            <a:xfrm>
              <a:off x="3723150" y="2806400"/>
              <a:ext cx="120075" cy="140500"/>
            </a:xfrm>
            <a:custGeom>
              <a:avLst/>
              <a:gdLst/>
              <a:ahLst/>
              <a:cxnLst/>
              <a:rect l="l" t="t" r="r" b="b"/>
              <a:pathLst>
                <a:path w="4803" h="5620" extrusionOk="0">
                  <a:moveTo>
                    <a:pt x="3413" y="3250"/>
                  </a:moveTo>
                  <a:lnTo>
                    <a:pt x="3413" y="3515"/>
                  </a:lnTo>
                  <a:cubicBezTo>
                    <a:pt x="3413" y="4108"/>
                    <a:pt x="3249" y="4598"/>
                    <a:pt x="2228" y="4598"/>
                  </a:cubicBezTo>
                  <a:cubicBezTo>
                    <a:pt x="1615" y="4598"/>
                    <a:pt x="1247" y="4373"/>
                    <a:pt x="1247" y="3924"/>
                  </a:cubicBezTo>
                  <a:cubicBezTo>
                    <a:pt x="1247" y="3454"/>
                    <a:pt x="1615" y="3250"/>
                    <a:pt x="2146" y="3250"/>
                  </a:cubicBezTo>
                  <a:close/>
                  <a:moveTo>
                    <a:pt x="2391" y="1"/>
                  </a:moveTo>
                  <a:cubicBezTo>
                    <a:pt x="1390" y="1"/>
                    <a:pt x="266" y="409"/>
                    <a:pt x="266" y="1594"/>
                  </a:cubicBezTo>
                  <a:lnTo>
                    <a:pt x="266" y="1737"/>
                  </a:lnTo>
                  <a:lnTo>
                    <a:pt x="1410" y="1737"/>
                  </a:lnTo>
                  <a:lnTo>
                    <a:pt x="1410" y="1554"/>
                  </a:lnTo>
                  <a:cubicBezTo>
                    <a:pt x="1410" y="1206"/>
                    <a:pt x="1819" y="1022"/>
                    <a:pt x="2391" y="1022"/>
                  </a:cubicBezTo>
                  <a:cubicBezTo>
                    <a:pt x="3045" y="1022"/>
                    <a:pt x="3413" y="1247"/>
                    <a:pt x="3413" y="1819"/>
                  </a:cubicBezTo>
                  <a:lnTo>
                    <a:pt x="3413" y="2330"/>
                  </a:lnTo>
                  <a:lnTo>
                    <a:pt x="1982" y="2330"/>
                  </a:lnTo>
                  <a:cubicBezTo>
                    <a:pt x="940" y="2330"/>
                    <a:pt x="0" y="2943"/>
                    <a:pt x="0" y="3985"/>
                  </a:cubicBezTo>
                  <a:cubicBezTo>
                    <a:pt x="0" y="5007"/>
                    <a:pt x="756" y="5620"/>
                    <a:pt x="1880" y="5620"/>
                  </a:cubicBezTo>
                  <a:cubicBezTo>
                    <a:pt x="2575" y="5620"/>
                    <a:pt x="2984" y="5518"/>
                    <a:pt x="3454" y="5007"/>
                  </a:cubicBezTo>
                  <a:lnTo>
                    <a:pt x="3474" y="5007"/>
                  </a:lnTo>
                  <a:cubicBezTo>
                    <a:pt x="3494" y="5109"/>
                    <a:pt x="3515" y="5436"/>
                    <a:pt x="3535" y="5518"/>
                  </a:cubicBezTo>
                  <a:lnTo>
                    <a:pt x="4802" y="5518"/>
                  </a:lnTo>
                  <a:cubicBezTo>
                    <a:pt x="4741" y="5395"/>
                    <a:pt x="4700" y="4598"/>
                    <a:pt x="4700" y="4353"/>
                  </a:cubicBezTo>
                  <a:lnTo>
                    <a:pt x="4700" y="1737"/>
                  </a:lnTo>
                  <a:cubicBezTo>
                    <a:pt x="4700" y="409"/>
                    <a:pt x="3597" y="1"/>
                    <a:pt x="2391"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68" name="Google Shape;2268;p24"/>
            <p:cNvSpPr/>
            <p:nvPr/>
          </p:nvSpPr>
          <p:spPr>
            <a:xfrm>
              <a:off x="3872825" y="2806925"/>
              <a:ext cx="86350" cy="137425"/>
            </a:xfrm>
            <a:custGeom>
              <a:avLst/>
              <a:gdLst/>
              <a:ahLst/>
              <a:cxnLst/>
              <a:rect l="l" t="t" r="r" b="b"/>
              <a:pathLst>
                <a:path w="3454" h="5497" extrusionOk="0">
                  <a:moveTo>
                    <a:pt x="3025" y="0"/>
                  </a:moveTo>
                  <a:cubicBezTo>
                    <a:pt x="2391" y="0"/>
                    <a:pt x="1594" y="429"/>
                    <a:pt x="1267" y="1001"/>
                  </a:cubicBezTo>
                  <a:lnTo>
                    <a:pt x="1247" y="1001"/>
                  </a:lnTo>
                  <a:lnTo>
                    <a:pt x="1247" y="102"/>
                  </a:lnTo>
                  <a:lnTo>
                    <a:pt x="0" y="102"/>
                  </a:lnTo>
                  <a:lnTo>
                    <a:pt x="0" y="5497"/>
                  </a:lnTo>
                  <a:lnTo>
                    <a:pt x="1288" y="5497"/>
                  </a:lnTo>
                  <a:lnTo>
                    <a:pt x="1288" y="2738"/>
                  </a:lnTo>
                  <a:cubicBezTo>
                    <a:pt x="1288" y="1737"/>
                    <a:pt x="2003" y="1165"/>
                    <a:pt x="2984" y="1165"/>
                  </a:cubicBezTo>
                  <a:cubicBezTo>
                    <a:pt x="3147" y="1165"/>
                    <a:pt x="3290" y="1165"/>
                    <a:pt x="3454" y="1206"/>
                  </a:cubicBezTo>
                  <a:lnTo>
                    <a:pt x="3454" y="20"/>
                  </a:lnTo>
                  <a:cubicBezTo>
                    <a:pt x="3331" y="0"/>
                    <a:pt x="3168" y="0"/>
                    <a:pt x="3025"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69" name="Google Shape;2269;p24"/>
            <p:cNvSpPr/>
            <p:nvPr/>
          </p:nvSpPr>
          <p:spPr>
            <a:xfrm>
              <a:off x="3975000" y="2806925"/>
              <a:ext cx="121600" cy="189025"/>
            </a:xfrm>
            <a:custGeom>
              <a:avLst/>
              <a:gdLst/>
              <a:ahLst/>
              <a:cxnLst/>
              <a:rect l="l" t="t" r="r" b="b"/>
              <a:pathLst>
                <a:path w="4864" h="7561" extrusionOk="0">
                  <a:moveTo>
                    <a:pt x="2452" y="1103"/>
                  </a:moveTo>
                  <a:cubicBezTo>
                    <a:pt x="3106" y="1103"/>
                    <a:pt x="3617" y="1471"/>
                    <a:pt x="3617" y="2125"/>
                  </a:cubicBezTo>
                  <a:lnTo>
                    <a:pt x="3617" y="3331"/>
                  </a:lnTo>
                  <a:cubicBezTo>
                    <a:pt x="3617" y="4107"/>
                    <a:pt x="3024" y="4393"/>
                    <a:pt x="2493" y="4393"/>
                  </a:cubicBezTo>
                  <a:cubicBezTo>
                    <a:pt x="1819" y="4393"/>
                    <a:pt x="1308" y="4005"/>
                    <a:pt x="1308" y="3351"/>
                  </a:cubicBezTo>
                  <a:lnTo>
                    <a:pt x="1308" y="2166"/>
                  </a:lnTo>
                  <a:cubicBezTo>
                    <a:pt x="1308" y="1390"/>
                    <a:pt x="1901" y="1103"/>
                    <a:pt x="2452" y="1103"/>
                  </a:cubicBezTo>
                  <a:close/>
                  <a:moveTo>
                    <a:pt x="2125" y="0"/>
                  </a:moveTo>
                  <a:cubicBezTo>
                    <a:pt x="940" y="0"/>
                    <a:pt x="0" y="797"/>
                    <a:pt x="0" y="2268"/>
                  </a:cubicBezTo>
                  <a:lnTo>
                    <a:pt x="0" y="3290"/>
                  </a:lnTo>
                  <a:cubicBezTo>
                    <a:pt x="0" y="4679"/>
                    <a:pt x="838" y="5415"/>
                    <a:pt x="2146" y="5415"/>
                  </a:cubicBezTo>
                  <a:cubicBezTo>
                    <a:pt x="2759" y="5415"/>
                    <a:pt x="3249" y="5190"/>
                    <a:pt x="3597" y="4720"/>
                  </a:cubicBezTo>
                  <a:lnTo>
                    <a:pt x="3617" y="4720"/>
                  </a:lnTo>
                  <a:lnTo>
                    <a:pt x="3617" y="5272"/>
                  </a:lnTo>
                  <a:cubicBezTo>
                    <a:pt x="3617" y="6048"/>
                    <a:pt x="3188" y="6539"/>
                    <a:pt x="2391" y="6539"/>
                  </a:cubicBezTo>
                  <a:cubicBezTo>
                    <a:pt x="1941" y="6539"/>
                    <a:pt x="1574" y="6335"/>
                    <a:pt x="1308" y="5824"/>
                  </a:cubicBezTo>
                  <a:lnTo>
                    <a:pt x="82" y="6253"/>
                  </a:lnTo>
                  <a:cubicBezTo>
                    <a:pt x="368" y="7152"/>
                    <a:pt x="1410" y="7561"/>
                    <a:pt x="2289" y="7561"/>
                  </a:cubicBezTo>
                  <a:cubicBezTo>
                    <a:pt x="4148" y="7561"/>
                    <a:pt x="4864" y="6294"/>
                    <a:pt x="4864" y="5047"/>
                  </a:cubicBezTo>
                  <a:lnTo>
                    <a:pt x="4864" y="102"/>
                  </a:lnTo>
                  <a:lnTo>
                    <a:pt x="3637" y="102"/>
                  </a:lnTo>
                  <a:lnTo>
                    <a:pt x="3637" y="736"/>
                  </a:lnTo>
                  <a:lnTo>
                    <a:pt x="3617" y="736"/>
                  </a:lnTo>
                  <a:cubicBezTo>
                    <a:pt x="3331" y="327"/>
                    <a:pt x="2759" y="0"/>
                    <a:pt x="2125"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70" name="Google Shape;2270;p24"/>
            <p:cNvSpPr/>
            <p:nvPr/>
          </p:nvSpPr>
          <p:spPr>
            <a:xfrm>
              <a:off x="4130300" y="2754800"/>
              <a:ext cx="32200" cy="189550"/>
            </a:xfrm>
            <a:custGeom>
              <a:avLst/>
              <a:gdLst/>
              <a:ahLst/>
              <a:cxnLst/>
              <a:rect l="l" t="t" r="r" b="b"/>
              <a:pathLst>
                <a:path w="1288" h="7582" extrusionOk="0">
                  <a:moveTo>
                    <a:pt x="0" y="1"/>
                  </a:moveTo>
                  <a:lnTo>
                    <a:pt x="0" y="1370"/>
                  </a:lnTo>
                  <a:lnTo>
                    <a:pt x="1288" y="1370"/>
                  </a:lnTo>
                  <a:lnTo>
                    <a:pt x="1288" y="1"/>
                  </a:lnTo>
                  <a:close/>
                  <a:moveTo>
                    <a:pt x="0" y="2187"/>
                  </a:moveTo>
                  <a:lnTo>
                    <a:pt x="0" y="7582"/>
                  </a:lnTo>
                  <a:lnTo>
                    <a:pt x="1288" y="7582"/>
                  </a:lnTo>
                  <a:lnTo>
                    <a:pt x="1288" y="2187"/>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71" name="Google Shape;2271;p24"/>
            <p:cNvSpPr/>
            <p:nvPr/>
          </p:nvSpPr>
          <p:spPr>
            <a:xfrm>
              <a:off x="3479475" y="3072550"/>
              <a:ext cx="122625" cy="191075"/>
            </a:xfrm>
            <a:custGeom>
              <a:avLst/>
              <a:gdLst/>
              <a:ahLst/>
              <a:cxnLst/>
              <a:rect l="l" t="t" r="r" b="b"/>
              <a:pathLst>
                <a:path w="4905" h="7643" extrusionOk="0">
                  <a:moveTo>
                    <a:pt x="2432" y="3107"/>
                  </a:moveTo>
                  <a:cubicBezTo>
                    <a:pt x="3106" y="3107"/>
                    <a:pt x="3617" y="3495"/>
                    <a:pt x="3617" y="4149"/>
                  </a:cubicBezTo>
                  <a:lnTo>
                    <a:pt x="3617" y="5477"/>
                  </a:lnTo>
                  <a:cubicBezTo>
                    <a:pt x="3617" y="6253"/>
                    <a:pt x="3024" y="6540"/>
                    <a:pt x="2473" y="6540"/>
                  </a:cubicBezTo>
                  <a:cubicBezTo>
                    <a:pt x="1819" y="6540"/>
                    <a:pt x="1308" y="6151"/>
                    <a:pt x="1308" y="5497"/>
                  </a:cubicBezTo>
                  <a:lnTo>
                    <a:pt x="1308" y="4169"/>
                  </a:lnTo>
                  <a:cubicBezTo>
                    <a:pt x="1308" y="3393"/>
                    <a:pt x="1901" y="3107"/>
                    <a:pt x="2432" y="3107"/>
                  </a:cubicBezTo>
                  <a:close/>
                  <a:moveTo>
                    <a:pt x="3637" y="1"/>
                  </a:moveTo>
                  <a:lnTo>
                    <a:pt x="3637" y="2678"/>
                  </a:lnTo>
                  <a:lnTo>
                    <a:pt x="3597" y="2678"/>
                  </a:lnTo>
                  <a:cubicBezTo>
                    <a:pt x="3331" y="2310"/>
                    <a:pt x="2820" y="2003"/>
                    <a:pt x="2227" y="2003"/>
                  </a:cubicBezTo>
                  <a:cubicBezTo>
                    <a:pt x="1022" y="2003"/>
                    <a:pt x="0" y="2739"/>
                    <a:pt x="0" y="4210"/>
                  </a:cubicBezTo>
                  <a:lnTo>
                    <a:pt x="0" y="5518"/>
                  </a:lnTo>
                  <a:cubicBezTo>
                    <a:pt x="0" y="6887"/>
                    <a:pt x="961" y="7643"/>
                    <a:pt x="2125" y="7643"/>
                  </a:cubicBezTo>
                  <a:cubicBezTo>
                    <a:pt x="2616" y="7643"/>
                    <a:pt x="3351" y="7336"/>
                    <a:pt x="3658" y="6907"/>
                  </a:cubicBezTo>
                  <a:lnTo>
                    <a:pt x="3658" y="7520"/>
                  </a:lnTo>
                  <a:lnTo>
                    <a:pt x="4904" y="7520"/>
                  </a:lnTo>
                  <a:lnTo>
                    <a:pt x="4904"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72" name="Google Shape;2272;p24"/>
            <p:cNvSpPr/>
            <p:nvPr/>
          </p:nvSpPr>
          <p:spPr>
            <a:xfrm>
              <a:off x="3630675" y="3123125"/>
              <a:ext cx="120075" cy="140500"/>
            </a:xfrm>
            <a:custGeom>
              <a:avLst/>
              <a:gdLst/>
              <a:ahLst/>
              <a:cxnLst/>
              <a:rect l="l" t="t" r="r" b="b"/>
              <a:pathLst>
                <a:path w="4803" h="5620" extrusionOk="0">
                  <a:moveTo>
                    <a:pt x="2494" y="1084"/>
                  </a:moveTo>
                  <a:cubicBezTo>
                    <a:pt x="3004" y="1084"/>
                    <a:pt x="3536" y="1390"/>
                    <a:pt x="3536" y="2126"/>
                  </a:cubicBezTo>
                  <a:lnTo>
                    <a:pt x="3536" y="2269"/>
                  </a:lnTo>
                  <a:lnTo>
                    <a:pt x="1349" y="2269"/>
                  </a:lnTo>
                  <a:lnTo>
                    <a:pt x="1349" y="2187"/>
                  </a:lnTo>
                  <a:cubicBezTo>
                    <a:pt x="1349" y="1390"/>
                    <a:pt x="1942" y="1084"/>
                    <a:pt x="2494" y="1084"/>
                  </a:cubicBezTo>
                  <a:close/>
                  <a:moveTo>
                    <a:pt x="2473" y="1"/>
                  </a:moveTo>
                  <a:cubicBezTo>
                    <a:pt x="1145" y="1"/>
                    <a:pt x="1" y="838"/>
                    <a:pt x="1" y="2371"/>
                  </a:cubicBezTo>
                  <a:lnTo>
                    <a:pt x="1" y="3413"/>
                  </a:lnTo>
                  <a:cubicBezTo>
                    <a:pt x="1" y="4884"/>
                    <a:pt x="1206" y="5620"/>
                    <a:pt x="2534" y="5620"/>
                  </a:cubicBezTo>
                  <a:cubicBezTo>
                    <a:pt x="3474" y="5620"/>
                    <a:pt x="4333" y="5252"/>
                    <a:pt x="4741" y="4414"/>
                  </a:cubicBezTo>
                  <a:lnTo>
                    <a:pt x="3761" y="3842"/>
                  </a:lnTo>
                  <a:cubicBezTo>
                    <a:pt x="3474" y="4251"/>
                    <a:pt x="3025" y="4537"/>
                    <a:pt x="2596" y="4537"/>
                  </a:cubicBezTo>
                  <a:cubicBezTo>
                    <a:pt x="1901" y="4537"/>
                    <a:pt x="1349" y="4149"/>
                    <a:pt x="1349" y="3454"/>
                  </a:cubicBezTo>
                  <a:lnTo>
                    <a:pt x="1349" y="3168"/>
                  </a:lnTo>
                  <a:lnTo>
                    <a:pt x="4803" y="3168"/>
                  </a:lnTo>
                  <a:lnTo>
                    <a:pt x="4803" y="2126"/>
                  </a:lnTo>
                  <a:cubicBezTo>
                    <a:pt x="4803" y="695"/>
                    <a:pt x="3658" y="1"/>
                    <a:pt x="2473"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73" name="Google Shape;2273;p24"/>
            <p:cNvSpPr/>
            <p:nvPr/>
          </p:nvSpPr>
          <p:spPr>
            <a:xfrm>
              <a:off x="3828375" y="3072550"/>
              <a:ext cx="158400" cy="188525"/>
            </a:xfrm>
            <a:custGeom>
              <a:avLst/>
              <a:gdLst/>
              <a:ahLst/>
              <a:cxnLst/>
              <a:rect l="l" t="t" r="r" b="b"/>
              <a:pathLst>
                <a:path w="6336" h="7541" extrusionOk="0">
                  <a:moveTo>
                    <a:pt x="1" y="1"/>
                  </a:moveTo>
                  <a:lnTo>
                    <a:pt x="2473" y="7541"/>
                  </a:lnTo>
                  <a:lnTo>
                    <a:pt x="3842" y="7541"/>
                  </a:lnTo>
                  <a:lnTo>
                    <a:pt x="6335" y="1"/>
                  </a:lnTo>
                  <a:lnTo>
                    <a:pt x="4925" y="1"/>
                  </a:lnTo>
                  <a:lnTo>
                    <a:pt x="3229" y="5538"/>
                  </a:lnTo>
                  <a:lnTo>
                    <a:pt x="3209" y="5538"/>
                  </a:lnTo>
                  <a:lnTo>
                    <a:pt x="1513"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74" name="Google Shape;2274;p24"/>
            <p:cNvSpPr/>
            <p:nvPr/>
          </p:nvSpPr>
          <p:spPr>
            <a:xfrm>
              <a:off x="3982150" y="3122625"/>
              <a:ext cx="120075" cy="140500"/>
            </a:xfrm>
            <a:custGeom>
              <a:avLst/>
              <a:gdLst/>
              <a:ahLst/>
              <a:cxnLst/>
              <a:rect l="l" t="t" r="r" b="b"/>
              <a:pathLst>
                <a:path w="4803" h="5620" extrusionOk="0">
                  <a:moveTo>
                    <a:pt x="3413" y="3249"/>
                  </a:moveTo>
                  <a:lnTo>
                    <a:pt x="3413" y="3515"/>
                  </a:lnTo>
                  <a:cubicBezTo>
                    <a:pt x="3413" y="4107"/>
                    <a:pt x="3249" y="4598"/>
                    <a:pt x="2228" y="4598"/>
                  </a:cubicBezTo>
                  <a:cubicBezTo>
                    <a:pt x="1615" y="4598"/>
                    <a:pt x="1247" y="4373"/>
                    <a:pt x="1247" y="3923"/>
                  </a:cubicBezTo>
                  <a:cubicBezTo>
                    <a:pt x="1247" y="3454"/>
                    <a:pt x="1615" y="3249"/>
                    <a:pt x="2166" y="3249"/>
                  </a:cubicBezTo>
                  <a:close/>
                  <a:moveTo>
                    <a:pt x="2391" y="0"/>
                  </a:moveTo>
                  <a:cubicBezTo>
                    <a:pt x="1390" y="0"/>
                    <a:pt x="266" y="409"/>
                    <a:pt x="266" y="1594"/>
                  </a:cubicBezTo>
                  <a:lnTo>
                    <a:pt x="266" y="1737"/>
                  </a:lnTo>
                  <a:lnTo>
                    <a:pt x="1410" y="1737"/>
                  </a:lnTo>
                  <a:lnTo>
                    <a:pt x="1410" y="1553"/>
                  </a:lnTo>
                  <a:cubicBezTo>
                    <a:pt x="1410" y="1206"/>
                    <a:pt x="1819" y="1001"/>
                    <a:pt x="2391" y="1001"/>
                  </a:cubicBezTo>
                  <a:cubicBezTo>
                    <a:pt x="3045" y="1001"/>
                    <a:pt x="3413" y="1247"/>
                    <a:pt x="3413" y="1819"/>
                  </a:cubicBezTo>
                  <a:lnTo>
                    <a:pt x="3413" y="2330"/>
                  </a:lnTo>
                  <a:lnTo>
                    <a:pt x="1982" y="2330"/>
                  </a:lnTo>
                  <a:cubicBezTo>
                    <a:pt x="940" y="2330"/>
                    <a:pt x="0" y="2943"/>
                    <a:pt x="0" y="3985"/>
                  </a:cubicBezTo>
                  <a:cubicBezTo>
                    <a:pt x="0" y="5006"/>
                    <a:pt x="756" y="5620"/>
                    <a:pt x="1880" y="5620"/>
                  </a:cubicBezTo>
                  <a:cubicBezTo>
                    <a:pt x="2575" y="5620"/>
                    <a:pt x="2984" y="5517"/>
                    <a:pt x="3454" y="5027"/>
                  </a:cubicBezTo>
                  <a:lnTo>
                    <a:pt x="3474" y="5027"/>
                  </a:lnTo>
                  <a:cubicBezTo>
                    <a:pt x="3495" y="5109"/>
                    <a:pt x="3515" y="5436"/>
                    <a:pt x="3535" y="5517"/>
                  </a:cubicBezTo>
                  <a:lnTo>
                    <a:pt x="4802" y="5517"/>
                  </a:lnTo>
                  <a:cubicBezTo>
                    <a:pt x="4741" y="5395"/>
                    <a:pt x="4700" y="4598"/>
                    <a:pt x="4700" y="4353"/>
                  </a:cubicBezTo>
                  <a:lnTo>
                    <a:pt x="4700" y="1717"/>
                  </a:lnTo>
                  <a:cubicBezTo>
                    <a:pt x="4700" y="409"/>
                    <a:pt x="3597" y="0"/>
                    <a:pt x="2391"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75" name="Google Shape;2275;p24"/>
            <p:cNvSpPr/>
            <p:nvPr/>
          </p:nvSpPr>
          <p:spPr>
            <a:xfrm>
              <a:off x="4127225" y="3123125"/>
              <a:ext cx="120575" cy="140500"/>
            </a:xfrm>
            <a:custGeom>
              <a:avLst/>
              <a:gdLst/>
              <a:ahLst/>
              <a:cxnLst/>
              <a:rect l="l" t="t" r="r" b="b"/>
              <a:pathLst>
                <a:path w="4823" h="5620" extrusionOk="0">
                  <a:moveTo>
                    <a:pt x="2473" y="1"/>
                  </a:moveTo>
                  <a:cubicBezTo>
                    <a:pt x="1124" y="1"/>
                    <a:pt x="1" y="838"/>
                    <a:pt x="1" y="2371"/>
                  </a:cubicBezTo>
                  <a:lnTo>
                    <a:pt x="1" y="3413"/>
                  </a:lnTo>
                  <a:cubicBezTo>
                    <a:pt x="1" y="4843"/>
                    <a:pt x="1186" y="5620"/>
                    <a:pt x="2514" y="5620"/>
                  </a:cubicBezTo>
                  <a:cubicBezTo>
                    <a:pt x="3679" y="5620"/>
                    <a:pt x="4823" y="4946"/>
                    <a:pt x="4823" y="3515"/>
                  </a:cubicBezTo>
                  <a:lnTo>
                    <a:pt x="4823" y="3454"/>
                  </a:lnTo>
                  <a:lnTo>
                    <a:pt x="3577" y="3454"/>
                  </a:lnTo>
                  <a:lnTo>
                    <a:pt x="3577" y="3515"/>
                  </a:lnTo>
                  <a:cubicBezTo>
                    <a:pt x="3577" y="4251"/>
                    <a:pt x="3025" y="4537"/>
                    <a:pt x="2514" y="4537"/>
                  </a:cubicBezTo>
                  <a:cubicBezTo>
                    <a:pt x="1819" y="4537"/>
                    <a:pt x="1329" y="4149"/>
                    <a:pt x="1329" y="3454"/>
                  </a:cubicBezTo>
                  <a:lnTo>
                    <a:pt x="1329" y="2187"/>
                  </a:lnTo>
                  <a:cubicBezTo>
                    <a:pt x="1329" y="1390"/>
                    <a:pt x="1921" y="1084"/>
                    <a:pt x="2473" y="1084"/>
                  </a:cubicBezTo>
                  <a:cubicBezTo>
                    <a:pt x="3004" y="1084"/>
                    <a:pt x="3577" y="1390"/>
                    <a:pt x="3577" y="2126"/>
                  </a:cubicBezTo>
                  <a:lnTo>
                    <a:pt x="3577" y="2228"/>
                  </a:lnTo>
                  <a:lnTo>
                    <a:pt x="4823" y="2228"/>
                  </a:lnTo>
                  <a:lnTo>
                    <a:pt x="4823" y="2126"/>
                  </a:lnTo>
                  <a:cubicBezTo>
                    <a:pt x="4823" y="695"/>
                    <a:pt x="3638" y="1"/>
                    <a:pt x="2473"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76" name="Google Shape;2276;p24"/>
            <p:cNvSpPr/>
            <p:nvPr/>
          </p:nvSpPr>
          <p:spPr>
            <a:xfrm>
              <a:off x="4265675" y="3123125"/>
              <a:ext cx="121100" cy="140500"/>
            </a:xfrm>
            <a:custGeom>
              <a:avLst/>
              <a:gdLst/>
              <a:ahLst/>
              <a:cxnLst/>
              <a:rect l="l" t="t" r="r" b="b"/>
              <a:pathLst>
                <a:path w="4844" h="5620" extrusionOk="0">
                  <a:moveTo>
                    <a:pt x="2473" y="1"/>
                  </a:moveTo>
                  <a:cubicBezTo>
                    <a:pt x="1145" y="1"/>
                    <a:pt x="0" y="838"/>
                    <a:pt x="0" y="2371"/>
                  </a:cubicBezTo>
                  <a:lnTo>
                    <a:pt x="0" y="3413"/>
                  </a:lnTo>
                  <a:cubicBezTo>
                    <a:pt x="0" y="4843"/>
                    <a:pt x="1185" y="5620"/>
                    <a:pt x="2514" y="5620"/>
                  </a:cubicBezTo>
                  <a:cubicBezTo>
                    <a:pt x="3678" y="5620"/>
                    <a:pt x="4843" y="4946"/>
                    <a:pt x="4843" y="3515"/>
                  </a:cubicBezTo>
                  <a:lnTo>
                    <a:pt x="4843" y="3454"/>
                  </a:lnTo>
                  <a:lnTo>
                    <a:pt x="3576" y="3454"/>
                  </a:lnTo>
                  <a:lnTo>
                    <a:pt x="3576" y="3515"/>
                  </a:lnTo>
                  <a:cubicBezTo>
                    <a:pt x="3576" y="4251"/>
                    <a:pt x="3045" y="4537"/>
                    <a:pt x="2514" y="4537"/>
                  </a:cubicBezTo>
                  <a:cubicBezTo>
                    <a:pt x="1839" y="4537"/>
                    <a:pt x="1328" y="4149"/>
                    <a:pt x="1328" y="3454"/>
                  </a:cubicBezTo>
                  <a:lnTo>
                    <a:pt x="1328" y="2187"/>
                  </a:lnTo>
                  <a:cubicBezTo>
                    <a:pt x="1328" y="1390"/>
                    <a:pt x="1921" y="1084"/>
                    <a:pt x="2473" y="1084"/>
                  </a:cubicBezTo>
                  <a:cubicBezTo>
                    <a:pt x="3004" y="1084"/>
                    <a:pt x="3576" y="1390"/>
                    <a:pt x="3576" y="2126"/>
                  </a:cubicBezTo>
                  <a:lnTo>
                    <a:pt x="3576" y="2228"/>
                  </a:lnTo>
                  <a:lnTo>
                    <a:pt x="4843" y="2228"/>
                  </a:lnTo>
                  <a:lnTo>
                    <a:pt x="4843" y="2126"/>
                  </a:lnTo>
                  <a:cubicBezTo>
                    <a:pt x="4843" y="695"/>
                    <a:pt x="3637" y="1"/>
                    <a:pt x="2473"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77" name="Google Shape;2277;p24"/>
            <p:cNvSpPr/>
            <p:nvPr/>
          </p:nvSpPr>
          <p:spPr>
            <a:xfrm>
              <a:off x="4410750" y="3070500"/>
              <a:ext cx="31700" cy="190075"/>
            </a:xfrm>
            <a:custGeom>
              <a:avLst/>
              <a:gdLst/>
              <a:ahLst/>
              <a:cxnLst/>
              <a:rect l="l" t="t" r="r" b="b"/>
              <a:pathLst>
                <a:path w="1268" h="7603" extrusionOk="0">
                  <a:moveTo>
                    <a:pt x="0" y="1"/>
                  </a:moveTo>
                  <a:lnTo>
                    <a:pt x="0" y="1370"/>
                  </a:lnTo>
                  <a:lnTo>
                    <a:pt x="1267" y="1370"/>
                  </a:lnTo>
                  <a:lnTo>
                    <a:pt x="1267" y="1"/>
                  </a:lnTo>
                  <a:close/>
                  <a:moveTo>
                    <a:pt x="0" y="2208"/>
                  </a:moveTo>
                  <a:lnTo>
                    <a:pt x="0" y="7602"/>
                  </a:lnTo>
                  <a:lnTo>
                    <a:pt x="1267" y="7602"/>
                  </a:lnTo>
                  <a:lnTo>
                    <a:pt x="1267" y="2208"/>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78" name="Google Shape;2278;p24"/>
            <p:cNvSpPr/>
            <p:nvPr/>
          </p:nvSpPr>
          <p:spPr>
            <a:xfrm>
              <a:off x="4477675" y="3123125"/>
              <a:ext cx="117000" cy="137450"/>
            </a:xfrm>
            <a:custGeom>
              <a:avLst/>
              <a:gdLst/>
              <a:ahLst/>
              <a:cxnLst/>
              <a:rect l="l" t="t" r="r" b="b"/>
              <a:pathLst>
                <a:path w="4680" h="5498" extrusionOk="0">
                  <a:moveTo>
                    <a:pt x="2800" y="1"/>
                  </a:moveTo>
                  <a:cubicBezTo>
                    <a:pt x="2187" y="1"/>
                    <a:pt x="1615" y="246"/>
                    <a:pt x="1267" y="757"/>
                  </a:cubicBezTo>
                  <a:lnTo>
                    <a:pt x="1247" y="757"/>
                  </a:lnTo>
                  <a:lnTo>
                    <a:pt x="1247" y="103"/>
                  </a:lnTo>
                  <a:lnTo>
                    <a:pt x="0" y="103"/>
                  </a:lnTo>
                  <a:lnTo>
                    <a:pt x="0" y="5497"/>
                  </a:lnTo>
                  <a:lnTo>
                    <a:pt x="1288" y="5497"/>
                  </a:lnTo>
                  <a:lnTo>
                    <a:pt x="1288" y="2473"/>
                  </a:lnTo>
                  <a:cubicBezTo>
                    <a:pt x="1288" y="1554"/>
                    <a:pt x="1696" y="1124"/>
                    <a:pt x="2391" y="1124"/>
                  </a:cubicBezTo>
                  <a:cubicBezTo>
                    <a:pt x="3045" y="1124"/>
                    <a:pt x="3392" y="1554"/>
                    <a:pt x="3392" y="2371"/>
                  </a:cubicBezTo>
                  <a:lnTo>
                    <a:pt x="3392" y="5497"/>
                  </a:lnTo>
                  <a:lnTo>
                    <a:pt x="4680" y="5497"/>
                  </a:lnTo>
                  <a:lnTo>
                    <a:pt x="4680" y="2044"/>
                  </a:lnTo>
                  <a:cubicBezTo>
                    <a:pt x="4680" y="757"/>
                    <a:pt x="4005" y="1"/>
                    <a:pt x="2800"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79" name="Google Shape;2279;p24"/>
            <p:cNvSpPr/>
            <p:nvPr/>
          </p:nvSpPr>
          <p:spPr>
            <a:xfrm>
              <a:off x="4619175" y="3122625"/>
              <a:ext cx="120075" cy="140500"/>
            </a:xfrm>
            <a:custGeom>
              <a:avLst/>
              <a:gdLst/>
              <a:ahLst/>
              <a:cxnLst/>
              <a:rect l="l" t="t" r="r" b="b"/>
              <a:pathLst>
                <a:path w="4803" h="5620" extrusionOk="0">
                  <a:moveTo>
                    <a:pt x="3433" y="3249"/>
                  </a:moveTo>
                  <a:lnTo>
                    <a:pt x="3433" y="3515"/>
                  </a:lnTo>
                  <a:cubicBezTo>
                    <a:pt x="3433" y="4107"/>
                    <a:pt x="3250" y="4598"/>
                    <a:pt x="2228" y="4598"/>
                  </a:cubicBezTo>
                  <a:cubicBezTo>
                    <a:pt x="1615" y="4598"/>
                    <a:pt x="1247" y="4373"/>
                    <a:pt x="1247" y="3923"/>
                  </a:cubicBezTo>
                  <a:cubicBezTo>
                    <a:pt x="1247" y="3454"/>
                    <a:pt x="1615" y="3249"/>
                    <a:pt x="2167" y="3249"/>
                  </a:cubicBezTo>
                  <a:close/>
                  <a:moveTo>
                    <a:pt x="2412" y="0"/>
                  </a:moveTo>
                  <a:cubicBezTo>
                    <a:pt x="1390" y="0"/>
                    <a:pt x="266" y="409"/>
                    <a:pt x="266" y="1594"/>
                  </a:cubicBezTo>
                  <a:lnTo>
                    <a:pt x="266" y="1737"/>
                  </a:lnTo>
                  <a:lnTo>
                    <a:pt x="1431" y="1737"/>
                  </a:lnTo>
                  <a:lnTo>
                    <a:pt x="1431" y="1553"/>
                  </a:lnTo>
                  <a:cubicBezTo>
                    <a:pt x="1431" y="1206"/>
                    <a:pt x="1840" y="1001"/>
                    <a:pt x="2391" y="1001"/>
                  </a:cubicBezTo>
                  <a:cubicBezTo>
                    <a:pt x="3045" y="1001"/>
                    <a:pt x="3433" y="1247"/>
                    <a:pt x="3433" y="1819"/>
                  </a:cubicBezTo>
                  <a:lnTo>
                    <a:pt x="3433" y="2330"/>
                  </a:lnTo>
                  <a:lnTo>
                    <a:pt x="2003" y="2330"/>
                  </a:lnTo>
                  <a:cubicBezTo>
                    <a:pt x="941" y="2330"/>
                    <a:pt x="1" y="2943"/>
                    <a:pt x="1" y="3985"/>
                  </a:cubicBezTo>
                  <a:cubicBezTo>
                    <a:pt x="1" y="5006"/>
                    <a:pt x="757" y="5620"/>
                    <a:pt x="1881" y="5620"/>
                  </a:cubicBezTo>
                  <a:cubicBezTo>
                    <a:pt x="2575" y="5620"/>
                    <a:pt x="2984" y="5517"/>
                    <a:pt x="3454" y="5027"/>
                  </a:cubicBezTo>
                  <a:lnTo>
                    <a:pt x="3474" y="5027"/>
                  </a:lnTo>
                  <a:cubicBezTo>
                    <a:pt x="3495" y="5109"/>
                    <a:pt x="3515" y="5436"/>
                    <a:pt x="3536" y="5517"/>
                  </a:cubicBezTo>
                  <a:lnTo>
                    <a:pt x="4803" y="5517"/>
                  </a:lnTo>
                  <a:cubicBezTo>
                    <a:pt x="4741" y="5395"/>
                    <a:pt x="4721" y="4598"/>
                    <a:pt x="4721" y="4353"/>
                  </a:cubicBezTo>
                  <a:lnTo>
                    <a:pt x="4721" y="1717"/>
                  </a:lnTo>
                  <a:cubicBezTo>
                    <a:pt x="4721" y="409"/>
                    <a:pt x="3597" y="0"/>
                    <a:pt x="2412"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80" name="Google Shape;2280;p24"/>
            <p:cNvSpPr/>
            <p:nvPr/>
          </p:nvSpPr>
          <p:spPr>
            <a:xfrm>
              <a:off x="4756600" y="3084825"/>
              <a:ext cx="79725" cy="177800"/>
            </a:xfrm>
            <a:custGeom>
              <a:avLst/>
              <a:gdLst/>
              <a:ahLst/>
              <a:cxnLst/>
              <a:rect l="l" t="t" r="r" b="b"/>
              <a:pathLst>
                <a:path w="3189" h="7112" extrusionOk="0">
                  <a:moveTo>
                    <a:pt x="736" y="0"/>
                  </a:moveTo>
                  <a:lnTo>
                    <a:pt x="736" y="1635"/>
                  </a:lnTo>
                  <a:lnTo>
                    <a:pt x="0" y="1635"/>
                  </a:lnTo>
                  <a:lnTo>
                    <a:pt x="0" y="2656"/>
                  </a:lnTo>
                  <a:lnTo>
                    <a:pt x="736" y="2656"/>
                  </a:lnTo>
                  <a:lnTo>
                    <a:pt x="736" y="5742"/>
                  </a:lnTo>
                  <a:cubicBezTo>
                    <a:pt x="736" y="6702"/>
                    <a:pt x="1410" y="7111"/>
                    <a:pt x="2248" y="7111"/>
                  </a:cubicBezTo>
                  <a:cubicBezTo>
                    <a:pt x="2432" y="7111"/>
                    <a:pt x="2902" y="7070"/>
                    <a:pt x="3188" y="7009"/>
                  </a:cubicBezTo>
                  <a:lnTo>
                    <a:pt x="3188" y="5905"/>
                  </a:lnTo>
                  <a:cubicBezTo>
                    <a:pt x="2943" y="5946"/>
                    <a:pt x="2779" y="5967"/>
                    <a:pt x="2534" y="5967"/>
                  </a:cubicBezTo>
                  <a:cubicBezTo>
                    <a:pt x="2228" y="5967"/>
                    <a:pt x="2023" y="5844"/>
                    <a:pt x="2023" y="5435"/>
                  </a:cubicBezTo>
                  <a:lnTo>
                    <a:pt x="2023" y="2656"/>
                  </a:lnTo>
                  <a:lnTo>
                    <a:pt x="3188" y="2656"/>
                  </a:lnTo>
                  <a:lnTo>
                    <a:pt x="3188" y="1635"/>
                  </a:lnTo>
                  <a:lnTo>
                    <a:pt x="2023" y="1635"/>
                  </a:lnTo>
                  <a:lnTo>
                    <a:pt x="2023" y="0"/>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81" name="Google Shape;2281;p24"/>
            <p:cNvSpPr/>
            <p:nvPr/>
          </p:nvSpPr>
          <p:spPr>
            <a:xfrm>
              <a:off x="4857750" y="3070500"/>
              <a:ext cx="32200" cy="190075"/>
            </a:xfrm>
            <a:custGeom>
              <a:avLst/>
              <a:gdLst/>
              <a:ahLst/>
              <a:cxnLst/>
              <a:rect l="l" t="t" r="r" b="b"/>
              <a:pathLst>
                <a:path w="1288" h="7603" extrusionOk="0">
                  <a:moveTo>
                    <a:pt x="0" y="1"/>
                  </a:moveTo>
                  <a:lnTo>
                    <a:pt x="0" y="1370"/>
                  </a:lnTo>
                  <a:lnTo>
                    <a:pt x="1288" y="1370"/>
                  </a:lnTo>
                  <a:lnTo>
                    <a:pt x="1288" y="1"/>
                  </a:lnTo>
                  <a:close/>
                  <a:moveTo>
                    <a:pt x="0" y="2208"/>
                  </a:moveTo>
                  <a:lnTo>
                    <a:pt x="0" y="7602"/>
                  </a:lnTo>
                  <a:lnTo>
                    <a:pt x="1288" y="7602"/>
                  </a:lnTo>
                  <a:lnTo>
                    <a:pt x="1288" y="2208"/>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82" name="Google Shape;2282;p24"/>
            <p:cNvSpPr/>
            <p:nvPr/>
          </p:nvSpPr>
          <p:spPr>
            <a:xfrm>
              <a:off x="4918525" y="3123125"/>
              <a:ext cx="122650" cy="140500"/>
            </a:xfrm>
            <a:custGeom>
              <a:avLst/>
              <a:gdLst/>
              <a:ahLst/>
              <a:cxnLst/>
              <a:rect l="l" t="t" r="r" b="b"/>
              <a:pathLst>
                <a:path w="4906" h="5620" extrusionOk="0">
                  <a:moveTo>
                    <a:pt x="2433" y="1104"/>
                  </a:moveTo>
                  <a:cubicBezTo>
                    <a:pt x="3107" y="1104"/>
                    <a:pt x="3597" y="1472"/>
                    <a:pt x="3597" y="2126"/>
                  </a:cubicBezTo>
                  <a:lnTo>
                    <a:pt x="3597" y="3474"/>
                  </a:lnTo>
                  <a:cubicBezTo>
                    <a:pt x="3597" y="4251"/>
                    <a:pt x="3025" y="4537"/>
                    <a:pt x="2473" y="4537"/>
                  </a:cubicBezTo>
                  <a:cubicBezTo>
                    <a:pt x="1820" y="4537"/>
                    <a:pt x="1309" y="4149"/>
                    <a:pt x="1309" y="3495"/>
                  </a:cubicBezTo>
                  <a:lnTo>
                    <a:pt x="1309" y="2167"/>
                  </a:lnTo>
                  <a:cubicBezTo>
                    <a:pt x="1309" y="1390"/>
                    <a:pt x="1901" y="1104"/>
                    <a:pt x="2433" y="1104"/>
                  </a:cubicBezTo>
                  <a:close/>
                  <a:moveTo>
                    <a:pt x="2433" y="1"/>
                  </a:moveTo>
                  <a:cubicBezTo>
                    <a:pt x="1247" y="1"/>
                    <a:pt x="1" y="798"/>
                    <a:pt x="1" y="2269"/>
                  </a:cubicBezTo>
                  <a:lnTo>
                    <a:pt x="1" y="3495"/>
                  </a:lnTo>
                  <a:cubicBezTo>
                    <a:pt x="1" y="4884"/>
                    <a:pt x="1166" y="5620"/>
                    <a:pt x="2473" y="5620"/>
                  </a:cubicBezTo>
                  <a:cubicBezTo>
                    <a:pt x="3679" y="5620"/>
                    <a:pt x="4905" y="4823"/>
                    <a:pt x="4905" y="3352"/>
                  </a:cubicBezTo>
                  <a:lnTo>
                    <a:pt x="4905" y="2248"/>
                  </a:lnTo>
                  <a:cubicBezTo>
                    <a:pt x="4905" y="859"/>
                    <a:pt x="3740" y="1"/>
                    <a:pt x="2433"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83" name="Google Shape;2283;p24"/>
            <p:cNvSpPr/>
            <p:nvPr/>
          </p:nvSpPr>
          <p:spPr>
            <a:xfrm>
              <a:off x="5069750" y="3123125"/>
              <a:ext cx="117525" cy="137450"/>
            </a:xfrm>
            <a:custGeom>
              <a:avLst/>
              <a:gdLst/>
              <a:ahLst/>
              <a:cxnLst/>
              <a:rect l="l" t="t" r="r" b="b"/>
              <a:pathLst>
                <a:path w="4701" h="5498" extrusionOk="0">
                  <a:moveTo>
                    <a:pt x="2800" y="1"/>
                  </a:moveTo>
                  <a:cubicBezTo>
                    <a:pt x="2207" y="1"/>
                    <a:pt x="1635" y="246"/>
                    <a:pt x="1267" y="757"/>
                  </a:cubicBezTo>
                  <a:lnTo>
                    <a:pt x="1247" y="757"/>
                  </a:lnTo>
                  <a:lnTo>
                    <a:pt x="1247" y="103"/>
                  </a:lnTo>
                  <a:lnTo>
                    <a:pt x="0" y="103"/>
                  </a:lnTo>
                  <a:lnTo>
                    <a:pt x="0" y="5497"/>
                  </a:lnTo>
                  <a:lnTo>
                    <a:pt x="1288" y="5497"/>
                  </a:lnTo>
                  <a:lnTo>
                    <a:pt x="1288" y="2473"/>
                  </a:lnTo>
                  <a:cubicBezTo>
                    <a:pt x="1288" y="1554"/>
                    <a:pt x="1696" y="1124"/>
                    <a:pt x="2412" y="1124"/>
                  </a:cubicBezTo>
                  <a:cubicBezTo>
                    <a:pt x="3066" y="1124"/>
                    <a:pt x="3413" y="1554"/>
                    <a:pt x="3413" y="2371"/>
                  </a:cubicBezTo>
                  <a:lnTo>
                    <a:pt x="3413" y="5497"/>
                  </a:lnTo>
                  <a:lnTo>
                    <a:pt x="4700" y="5497"/>
                  </a:lnTo>
                  <a:lnTo>
                    <a:pt x="4700" y="2044"/>
                  </a:lnTo>
                  <a:cubicBezTo>
                    <a:pt x="4700" y="757"/>
                    <a:pt x="4026" y="1"/>
                    <a:pt x="2800"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84" name="Google Shape;2284;p24"/>
            <p:cNvSpPr/>
            <p:nvPr/>
          </p:nvSpPr>
          <p:spPr>
            <a:xfrm>
              <a:off x="5706775" y="2440125"/>
              <a:ext cx="147675" cy="188025"/>
            </a:xfrm>
            <a:custGeom>
              <a:avLst/>
              <a:gdLst/>
              <a:ahLst/>
              <a:cxnLst/>
              <a:rect l="l" t="t" r="r" b="b"/>
              <a:pathLst>
                <a:path w="5907" h="7521" extrusionOk="0">
                  <a:moveTo>
                    <a:pt x="2780" y="1186"/>
                  </a:moveTo>
                  <a:cubicBezTo>
                    <a:pt x="3577" y="1186"/>
                    <a:pt x="4149" y="1472"/>
                    <a:pt x="4149" y="2350"/>
                  </a:cubicBezTo>
                  <a:cubicBezTo>
                    <a:pt x="4149" y="3127"/>
                    <a:pt x="3618" y="3515"/>
                    <a:pt x="2800" y="3515"/>
                  </a:cubicBezTo>
                  <a:lnTo>
                    <a:pt x="1411" y="3515"/>
                  </a:lnTo>
                  <a:lnTo>
                    <a:pt x="1411" y="1186"/>
                  </a:lnTo>
                  <a:close/>
                  <a:moveTo>
                    <a:pt x="1" y="1"/>
                  </a:moveTo>
                  <a:lnTo>
                    <a:pt x="1" y="7520"/>
                  </a:lnTo>
                  <a:lnTo>
                    <a:pt x="1411" y="7520"/>
                  </a:lnTo>
                  <a:lnTo>
                    <a:pt x="1411" y="4700"/>
                  </a:lnTo>
                  <a:lnTo>
                    <a:pt x="2616" y="4700"/>
                  </a:lnTo>
                  <a:lnTo>
                    <a:pt x="4374" y="7520"/>
                  </a:lnTo>
                  <a:lnTo>
                    <a:pt x="5906" y="7520"/>
                  </a:lnTo>
                  <a:lnTo>
                    <a:pt x="4047" y="4537"/>
                  </a:lnTo>
                  <a:cubicBezTo>
                    <a:pt x="5048" y="4189"/>
                    <a:pt x="5538" y="3250"/>
                    <a:pt x="5538" y="2371"/>
                  </a:cubicBezTo>
                  <a:cubicBezTo>
                    <a:pt x="5538" y="818"/>
                    <a:pt x="4394" y="1"/>
                    <a:pt x="2984"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85" name="Google Shape;2285;p24"/>
            <p:cNvSpPr/>
            <p:nvPr/>
          </p:nvSpPr>
          <p:spPr>
            <a:xfrm>
              <a:off x="5868725" y="2425825"/>
              <a:ext cx="120575" cy="205375"/>
            </a:xfrm>
            <a:custGeom>
              <a:avLst/>
              <a:gdLst/>
              <a:ahLst/>
              <a:cxnLst/>
              <a:rect l="l" t="t" r="r" b="b"/>
              <a:pathLst>
                <a:path w="4823" h="8215" extrusionOk="0">
                  <a:moveTo>
                    <a:pt x="2841" y="0"/>
                  </a:moveTo>
                  <a:lnTo>
                    <a:pt x="1942" y="1839"/>
                  </a:lnTo>
                  <a:lnTo>
                    <a:pt x="2943" y="1839"/>
                  </a:lnTo>
                  <a:lnTo>
                    <a:pt x="4291" y="0"/>
                  </a:lnTo>
                  <a:close/>
                  <a:moveTo>
                    <a:pt x="2493" y="3678"/>
                  </a:moveTo>
                  <a:cubicBezTo>
                    <a:pt x="3004" y="3678"/>
                    <a:pt x="3535" y="3985"/>
                    <a:pt x="3535" y="4721"/>
                  </a:cubicBezTo>
                  <a:lnTo>
                    <a:pt x="3535" y="4864"/>
                  </a:lnTo>
                  <a:lnTo>
                    <a:pt x="1349" y="4864"/>
                  </a:lnTo>
                  <a:lnTo>
                    <a:pt x="1349" y="4782"/>
                  </a:lnTo>
                  <a:cubicBezTo>
                    <a:pt x="1349" y="3985"/>
                    <a:pt x="1942" y="3678"/>
                    <a:pt x="2493" y="3678"/>
                  </a:cubicBezTo>
                  <a:close/>
                  <a:moveTo>
                    <a:pt x="2493" y="2595"/>
                  </a:moveTo>
                  <a:cubicBezTo>
                    <a:pt x="1145" y="2595"/>
                    <a:pt x="0" y="3433"/>
                    <a:pt x="0" y="4966"/>
                  </a:cubicBezTo>
                  <a:lnTo>
                    <a:pt x="0" y="6008"/>
                  </a:lnTo>
                  <a:cubicBezTo>
                    <a:pt x="0" y="7479"/>
                    <a:pt x="1206" y="8215"/>
                    <a:pt x="2534" y="8215"/>
                  </a:cubicBezTo>
                  <a:cubicBezTo>
                    <a:pt x="3474" y="8215"/>
                    <a:pt x="4332" y="7847"/>
                    <a:pt x="4761" y="7009"/>
                  </a:cubicBezTo>
                  <a:lnTo>
                    <a:pt x="3760" y="6437"/>
                  </a:lnTo>
                  <a:cubicBezTo>
                    <a:pt x="3474" y="6866"/>
                    <a:pt x="3025" y="7132"/>
                    <a:pt x="2595" y="7132"/>
                  </a:cubicBezTo>
                  <a:cubicBezTo>
                    <a:pt x="1901" y="7132"/>
                    <a:pt x="1349" y="6744"/>
                    <a:pt x="1349" y="6049"/>
                  </a:cubicBezTo>
                  <a:lnTo>
                    <a:pt x="1349" y="5763"/>
                  </a:lnTo>
                  <a:lnTo>
                    <a:pt x="4823" y="5763"/>
                  </a:lnTo>
                  <a:lnTo>
                    <a:pt x="4823" y="4721"/>
                  </a:lnTo>
                  <a:cubicBezTo>
                    <a:pt x="4823" y="3290"/>
                    <a:pt x="3658" y="2595"/>
                    <a:pt x="2493" y="2595"/>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86" name="Google Shape;2286;p24"/>
            <p:cNvSpPr/>
            <p:nvPr/>
          </p:nvSpPr>
          <p:spPr>
            <a:xfrm>
              <a:off x="6017900" y="2490200"/>
              <a:ext cx="123125" cy="188525"/>
            </a:xfrm>
            <a:custGeom>
              <a:avLst/>
              <a:gdLst/>
              <a:ahLst/>
              <a:cxnLst/>
              <a:rect l="l" t="t" r="r" b="b"/>
              <a:pathLst>
                <a:path w="4925" h="7541" extrusionOk="0">
                  <a:moveTo>
                    <a:pt x="2452" y="1124"/>
                  </a:moveTo>
                  <a:cubicBezTo>
                    <a:pt x="3106" y="1124"/>
                    <a:pt x="3617" y="1492"/>
                    <a:pt x="3617" y="2146"/>
                  </a:cubicBezTo>
                  <a:lnTo>
                    <a:pt x="3617" y="3494"/>
                  </a:lnTo>
                  <a:cubicBezTo>
                    <a:pt x="3617" y="4271"/>
                    <a:pt x="3024" y="4557"/>
                    <a:pt x="2473" y="4557"/>
                  </a:cubicBezTo>
                  <a:cubicBezTo>
                    <a:pt x="1819" y="4557"/>
                    <a:pt x="1287" y="4169"/>
                    <a:pt x="1287" y="3515"/>
                  </a:cubicBezTo>
                  <a:lnTo>
                    <a:pt x="1287" y="2268"/>
                  </a:lnTo>
                  <a:cubicBezTo>
                    <a:pt x="1287" y="1471"/>
                    <a:pt x="1900" y="1124"/>
                    <a:pt x="2452" y="1124"/>
                  </a:cubicBezTo>
                  <a:close/>
                  <a:moveTo>
                    <a:pt x="2800" y="0"/>
                  </a:moveTo>
                  <a:cubicBezTo>
                    <a:pt x="2309" y="0"/>
                    <a:pt x="1696" y="225"/>
                    <a:pt x="1267" y="736"/>
                  </a:cubicBezTo>
                  <a:lnTo>
                    <a:pt x="1267" y="123"/>
                  </a:lnTo>
                  <a:lnTo>
                    <a:pt x="0" y="123"/>
                  </a:lnTo>
                  <a:lnTo>
                    <a:pt x="0" y="7540"/>
                  </a:lnTo>
                  <a:lnTo>
                    <a:pt x="1287" y="7540"/>
                  </a:lnTo>
                  <a:lnTo>
                    <a:pt x="1287" y="4965"/>
                  </a:lnTo>
                  <a:lnTo>
                    <a:pt x="1328" y="4965"/>
                  </a:lnTo>
                  <a:cubicBezTo>
                    <a:pt x="1594" y="5333"/>
                    <a:pt x="2084" y="5640"/>
                    <a:pt x="2697" y="5640"/>
                  </a:cubicBezTo>
                  <a:cubicBezTo>
                    <a:pt x="3903" y="5640"/>
                    <a:pt x="4925" y="4904"/>
                    <a:pt x="4925" y="3453"/>
                  </a:cubicBezTo>
                  <a:lnTo>
                    <a:pt x="4925" y="2146"/>
                  </a:lnTo>
                  <a:cubicBezTo>
                    <a:pt x="4925" y="756"/>
                    <a:pt x="3964" y="0"/>
                    <a:pt x="2800"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87" name="Google Shape;2287;p24"/>
            <p:cNvSpPr/>
            <p:nvPr/>
          </p:nvSpPr>
          <p:spPr>
            <a:xfrm>
              <a:off x="6167575" y="2493250"/>
              <a:ext cx="117525" cy="137450"/>
            </a:xfrm>
            <a:custGeom>
              <a:avLst/>
              <a:gdLst/>
              <a:ahLst/>
              <a:cxnLst/>
              <a:rect l="l" t="t" r="r" b="b"/>
              <a:pathLst>
                <a:path w="4701" h="5498" extrusionOk="0">
                  <a:moveTo>
                    <a:pt x="0" y="1"/>
                  </a:moveTo>
                  <a:lnTo>
                    <a:pt x="0" y="3434"/>
                  </a:lnTo>
                  <a:cubicBezTo>
                    <a:pt x="0" y="4721"/>
                    <a:pt x="695" y="5497"/>
                    <a:pt x="1901" y="5497"/>
                  </a:cubicBezTo>
                  <a:cubicBezTo>
                    <a:pt x="2514" y="5497"/>
                    <a:pt x="3065" y="5252"/>
                    <a:pt x="3413" y="4721"/>
                  </a:cubicBezTo>
                  <a:lnTo>
                    <a:pt x="3454" y="4721"/>
                  </a:lnTo>
                  <a:lnTo>
                    <a:pt x="3454" y="5395"/>
                  </a:lnTo>
                  <a:lnTo>
                    <a:pt x="4700" y="5395"/>
                  </a:lnTo>
                  <a:lnTo>
                    <a:pt x="4700" y="1"/>
                  </a:lnTo>
                  <a:lnTo>
                    <a:pt x="3413" y="1"/>
                  </a:lnTo>
                  <a:lnTo>
                    <a:pt x="3413" y="3004"/>
                  </a:lnTo>
                  <a:cubicBezTo>
                    <a:pt x="3413" y="3924"/>
                    <a:pt x="3004" y="4373"/>
                    <a:pt x="2309" y="4373"/>
                  </a:cubicBezTo>
                  <a:cubicBezTo>
                    <a:pt x="1655" y="4373"/>
                    <a:pt x="1288" y="3944"/>
                    <a:pt x="1288" y="3127"/>
                  </a:cubicBezTo>
                  <a:lnTo>
                    <a:pt x="1288"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88" name="Google Shape;2288;p24"/>
            <p:cNvSpPr/>
            <p:nvPr/>
          </p:nvSpPr>
          <p:spPr>
            <a:xfrm>
              <a:off x="6318275" y="2440125"/>
              <a:ext cx="122625" cy="191075"/>
            </a:xfrm>
            <a:custGeom>
              <a:avLst/>
              <a:gdLst/>
              <a:ahLst/>
              <a:cxnLst/>
              <a:rect l="l" t="t" r="r" b="b"/>
              <a:pathLst>
                <a:path w="4905" h="7643" extrusionOk="0">
                  <a:moveTo>
                    <a:pt x="2432" y="3127"/>
                  </a:moveTo>
                  <a:cubicBezTo>
                    <a:pt x="3106" y="3127"/>
                    <a:pt x="3597" y="3495"/>
                    <a:pt x="3597" y="4149"/>
                  </a:cubicBezTo>
                  <a:lnTo>
                    <a:pt x="3597" y="5497"/>
                  </a:lnTo>
                  <a:cubicBezTo>
                    <a:pt x="3597" y="6274"/>
                    <a:pt x="3004" y="6560"/>
                    <a:pt x="2473" y="6560"/>
                  </a:cubicBezTo>
                  <a:cubicBezTo>
                    <a:pt x="1798" y="6560"/>
                    <a:pt x="1288" y="6172"/>
                    <a:pt x="1288" y="5518"/>
                  </a:cubicBezTo>
                  <a:lnTo>
                    <a:pt x="1288" y="4271"/>
                  </a:lnTo>
                  <a:cubicBezTo>
                    <a:pt x="1288" y="3495"/>
                    <a:pt x="1901" y="3127"/>
                    <a:pt x="2432" y="3127"/>
                  </a:cubicBezTo>
                  <a:close/>
                  <a:moveTo>
                    <a:pt x="0" y="1"/>
                  </a:moveTo>
                  <a:lnTo>
                    <a:pt x="0" y="7520"/>
                  </a:lnTo>
                  <a:lnTo>
                    <a:pt x="1226" y="7520"/>
                  </a:lnTo>
                  <a:lnTo>
                    <a:pt x="1226" y="6989"/>
                  </a:lnTo>
                  <a:lnTo>
                    <a:pt x="1267" y="6989"/>
                  </a:lnTo>
                  <a:cubicBezTo>
                    <a:pt x="1533" y="7336"/>
                    <a:pt x="2023" y="7643"/>
                    <a:pt x="2636" y="7643"/>
                  </a:cubicBezTo>
                  <a:cubicBezTo>
                    <a:pt x="3842" y="7643"/>
                    <a:pt x="4904" y="6907"/>
                    <a:pt x="4904" y="5456"/>
                  </a:cubicBezTo>
                  <a:lnTo>
                    <a:pt x="4904" y="4149"/>
                  </a:lnTo>
                  <a:cubicBezTo>
                    <a:pt x="4904" y="2759"/>
                    <a:pt x="3964" y="2023"/>
                    <a:pt x="2779" y="2023"/>
                  </a:cubicBezTo>
                  <a:cubicBezTo>
                    <a:pt x="2289" y="2023"/>
                    <a:pt x="1696" y="2207"/>
                    <a:pt x="1288" y="2739"/>
                  </a:cubicBezTo>
                  <a:lnTo>
                    <a:pt x="1288"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89" name="Google Shape;2289;p24"/>
            <p:cNvSpPr/>
            <p:nvPr/>
          </p:nvSpPr>
          <p:spPr>
            <a:xfrm>
              <a:off x="6469475" y="2440125"/>
              <a:ext cx="58775" cy="189550"/>
            </a:xfrm>
            <a:custGeom>
              <a:avLst/>
              <a:gdLst/>
              <a:ahLst/>
              <a:cxnLst/>
              <a:rect l="l" t="t" r="r" b="b"/>
              <a:pathLst>
                <a:path w="2351" h="7582" extrusionOk="0">
                  <a:moveTo>
                    <a:pt x="1" y="1"/>
                  </a:moveTo>
                  <a:lnTo>
                    <a:pt x="1" y="6069"/>
                  </a:lnTo>
                  <a:cubicBezTo>
                    <a:pt x="1" y="6560"/>
                    <a:pt x="42" y="7581"/>
                    <a:pt x="1309" y="7581"/>
                  </a:cubicBezTo>
                  <a:cubicBezTo>
                    <a:pt x="1656" y="7581"/>
                    <a:pt x="2065" y="7520"/>
                    <a:pt x="2351" y="7438"/>
                  </a:cubicBezTo>
                  <a:lnTo>
                    <a:pt x="2351" y="6458"/>
                  </a:lnTo>
                  <a:cubicBezTo>
                    <a:pt x="2105" y="6478"/>
                    <a:pt x="1983" y="6498"/>
                    <a:pt x="1758" y="6498"/>
                  </a:cubicBezTo>
                  <a:cubicBezTo>
                    <a:pt x="1411" y="6498"/>
                    <a:pt x="1288" y="6315"/>
                    <a:pt x="1288" y="6069"/>
                  </a:cubicBezTo>
                  <a:lnTo>
                    <a:pt x="1288"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90" name="Google Shape;2290;p24"/>
            <p:cNvSpPr/>
            <p:nvPr/>
          </p:nvSpPr>
          <p:spPr>
            <a:xfrm>
              <a:off x="6550700" y="2438600"/>
              <a:ext cx="32225" cy="189550"/>
            </a:xfrm>
            <a:custGeom>
              <a:avLst/>
              <a:gdLst/>
              <a:ahLst/>
              <a:cxnLst/>
              <a:rect l="l" t="t" r="r" b="b"/>
              <a:pathLst>
                <a:path w="1289" h="7582" extrusionOk="0">
                  <a:moveTo>
                    <a:pt x="1" y="0"/>
                  </a:moveTo>
                  <a:lnTo>
                    <a:pt x="1" y="1369"/>
                  </a:lnTo>
                  <a:lnTo>
                    <a:pt x="1288" y="1369"/>
                  </a:lnTo>
                  <a:lnTo>
                    <a:pt x="1288" y="0"/>
                  </a:lnTo>
                  <a:close/>
                  <a:moveTo>
                    <a:pt x="1" y="2187"/>
                  </a:moveTo>
                  <a:lnTo>
                    <a:pt x="1" y="7581"/>
                  </a:lnTo>
                  <a:lnTo>
                    <a:pt x="1288" y="7581"/>
                  </a:lnTo>
                  <a:lnTo>
                    <a:pt x="1288" y="2187"/>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91" name="Google Shape;2291;p24"/>
            <p:cNvSpPr/>
            <p:nvPr/>
          </p:nvSpPr>
          <p:spPr>
            <a:xfrm>
              <a:off x="6611500" y="2490700"/>
              <a:ext cx="122625" cy="188025"/>
            </a:xfrm>
            <a:custGeom>
              <a:avLst/>
              <a:gdLst/>
              <a:ahLst/>
              <a:cxnLst/>
              <a:rect l="l" t="t" r="r" b="b"/>
              <a:pathLst>
                <a:path w="4905" h="7521" extrusionOk="0">
                  <a:moveTo>
                    <a:pt x="2432" y="1083"/>
                  </a:moveTo>
                  <a:cubicBezTo>
                    <a:pt x="3086" y="1083"/>
                    <a:pt x="3617" y="1472"/>
                    <a:pt x="3617" y="2126"/>
                  </a:cubicBezTo>
                  <a:lnTo>
                    <a:pt x="3617" y="3454"/>
                  </a:lnTo>
                  <a:cubicBezTo>
                    <a:pt x="3617" y="4230"/>
                    <a:pt x="3004" y="4516"/>
                    <a:pt x="2473" y="4516"/>
                  </a:cubicBezTo>
                  <a:cubicBezTo>
                    <a:pt x="1799" y="4516"/>
                    <a:pt x="1308" y="4128"/>
                    <a:pt x="1308" y="3474"/>
                  </a:cubicBezTo>
                  <a:lnTo>
                    <a:pt x="1308" y="2146"/>
                  </a:lnTo>
                  <a:cubicBezTo>
                    <a:pt x="1308" y="1370"/>
                    <a:pt x="1880" y="1083"/>
                    <a:pt x="2432" y="1083"/>
                  </a:cubicBezTo>
                  <a:close/>
                  <a:moveTo>
                    <a:pt x="2207" y="0"/>
                  </a:moveTo>
                  <a:cubicBezTo>
                    <a:pt x="1022" y="0"/>
                    <a:pt x="0" y="716"/>
                    <a:pt x="0" y="2187"/>
                  </a:cubicBezTo>
                  <a:lnTo>
                    <a:pt x="0" y="3495"/>
                  </a:lnTo>
                  <a:cubicBezTo>
                    <a:pt x="0" y="4864"/>
                    <a:pt x="940" y="5620"/>
                    <a:pt x="2126" y="5620"/>
                  </a:cubicBezTo>
                  <a:cubicBezTo>
                    <a:pt x="2596" y="5620"/>
                    <a:pt x="3331" y="5313"/>
                    <a:pt x="3638" y="4884"/>
                  </a:cubicBezTo>
                  <a:lnTo>
                    <a:pt x="3638" y="7520"/>
                  </a:lnTo>
                  <a:lnTo>
                    <a:pt x="4905" y="7520"/>
                  </a:lnTo>
                  <a:lnTo>
                    <a:pt x="4905" y="82"/>
                  </a:lnTo>
                  <a:lnTo>
                    <a:pt x="3617" y="82"/>
                  </a:lnTo>
                  <a:lnTo>
                    <a:pt x="3617" y="654"/>
                  </a:lnTo>
                  <a:lnTo>
                    <a:pt x="3576" y="654"/>
                  </a:lnTo>
                  <a:cubicBezTo>
                    <a:pt x="3311" y="307"/>
                    <a:pt x="2820" y="0"/>
                    <a:pt x="2207"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92" name="Google Shape;2292;p24"/>
            <p:cNvSpPr/>
            <p:nvPr/>
          </p:nvSpPr>
          <p:spPr>
            <a:xfrm>
              <a:off x="6767300" y="2493250"/>
              <a:ext cx="117025" cy="137450"/>
            </a:xfrm>
            <a:custGeom>
              <a:avLst/>
              <a:gdLst/>
              <a:ahLst/>
              <a:cxnLst/>
              <a:rect l="l" t="t" r="r" b="b"/>
              <a:pathLst>
                <a:path w="4681" h="5498" extrusionOk="0">
                  <a:moveTo>
                    <a:pt x="1" y="1"/>
                  </a:moveTo>
                  <a:lnTo>
                    <a:pt x="1" y="3434"/>
                  </a:lnTo>
                  <a:cubicBezTo>
                    <a:pt x="1" y="4721"/>
                    <a:pt x="675" y="5497"/>
                    <a:pt x="1901" y="5497"/>
                  </a:cubicBezTo>
                  <a:cubicBezTo>
                    <a:pt x="2494" y="5497"/>
                    <a:pt x="3046" y="5252"/>
                    <a:pt x="3413" y="4721"/>
                  </a:cubicBezTo>
                  <a:lnTo>
                    <a:pt x="3434" y="4721"/>
                  </a:lnTo>
                  <a:lnTo>
                    <a:pt x="3434" y="5395"/>
                  </a:lnTo>
                  <a:lnTo>
                    <a:pt x="4680" y="5395"/>
                  </a:lnTo>
                  <a:lnTo>
                    <a:pt x="4680" y="1"/>
                  </a:lnTo>
                  <a:lnTo>
                    <a:pt x="3393" y="1"/>
                  </a:lnTo>
                  <a:lnTo>
                    <a:pt x="3393" y="3004"/>
                  </a:lnTo>
                  <a:cubicBezTo>
                    <a:pt x="3393" y="3924"/>
                    <a:pt x="3005" y="4373"/>
                    <a:pt x="2289" y="4373"/>
                  </a:cubicBezTo>
                  <a:cubicBezTo>
                    <a:pt x="1636" y="4373"/>
                    <a:pt x="1288" y="3944"/>
                    <a:pt x="1288" y="3127"/>
                  </a:cubicBezTo>
                  <a:lnTo>
                    <a:pt x="1288"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93" name="Google Shape;2293;p24"/>
            <p:cNvSpPr/>
            <p:nvPr/>
          </p:nvSpPr>
          <p:spPr>
            <a:xfrm>
              <a:off x="6911375" y="2490700"/>
              <a:ext cx="120075" cy="140500"/>
            </a:xfrm>
            <a:custGeom>
              <a:avLst/>
              <a:gdLst/>
              <a:ahLst/>
              <a:cxnLst/>
              <a:rect l="l" t="t" r="r" b="b"/>
              <a:pathLst>
                <a:path w="4803" h="5620" extrusionOk="0">
                  <a:moveTo>
                    <a:pt x="2473" y="1083"/>
                  </a:moveTo>
                  <a:cubicBezTo>
                    <a:pt x="3004" y="1083"/>
                    <a:pt x="3515" y="1390"/>
                    <a:pt x="3515" y="2126"/>
                  </a:cubicBezTo>
                  <a:lnTo>
                    <a:pt x="3515" y="2269"/>
                  </a:lnTo>
                  <a:lnTo>
                    <a:pt x="1349" y="2269"/>
                  </a:lnTo>
                  <a:lnTo>
                    <a:pt x="1349" y="2187"/>
                  </a:lnTo>
                  <a:cubicBezTo>
                    <a:pt x="1349" y="1390"/>
                    <a:pt x="1921" y="1083"/>
                    <a:pt x="2473" y="1083"/>
                  </a:cubicBezTo>
                  <a:close/>
                  <a:moveTo>
                    <a:pt x="2473" y="0"/>
                  </a:moveTo>
                  <a:cubicBezTo>
                    <a:pt x="1145" y="0"/>
                    <a:pt x="0" y="838"/>
                    <a:pt x="0" y="2371"/>
                  </a:cubicBezTo>
                  <a:lnTo>
                    <a:pt x="0" y="3413"/>
                  </a:lnTo>
                  <a:cubicBezTo>
                    <a:pt x="0" y="4884"/>
                    <a:pt x="1185" y="5620"/>
                    <a:pt x="2514" y="5620"/>
                  </a:cubicBezTo>
                  <a:cubicBezTo>
                    <a:pt x="3474" y="5620"/>
                    <a:pt x="4332" y="5252"/>
                    <a:pt x="4741" y="4414"/>
                  </a:cubicBezTo>
                  <a:lnTo>
                    <a:pt x="3760" y="3842"/>
                  </a:lnTo>
                  <a:cubicBezTo>
                    <a:pt x="3474" y="4271"/>
                    <a:pt x="3024" y="4537"/>
                    <a:pt x="2575" y="4537"/>
                  </a:cubicBezTo>
                  <a:cubicBezTo>
                    <a:pt x="1901" y="4537"/>
                    <a:pt x="1349" y="4149"/>
                    <a:pt x="1349" y="3454"/>
                  </a:cubicBezTo>
                  <a:lnTo>
                    <a:pt x="1349" y="3168"/>
                  </a:lnTo>
                  <a:lnTo>
                    <a:pt x="4802" y="3168"/>
                  </a:lnTo>
                  <a:lnTo>
                    <a:pt x="4802" y="2126"/>
                  </a:lnTo>
                  <a:cubicBezTo>
                    <a:pt x="4802" y="695"/>
                    <a:pt x="3658" y="0"/>
                    <a:pt x="2473"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94" name="Google Shape;2294;p24"/>
            <p:cNvSpPr/>
            <p:nvPr/>
          </p:nvSpPr>
          <p:spPr>
            <a:xfrm>
              <a:off x="5706775" y="2756350"/>
              <a:ext cx="147675" cy="188000"/>
            </a:xfrm>
            <a:custGeom>
              <a:avLst/>
              <a:gdLst/>
              <a:ahLst/>
              <a:cxnLst/>
              <a:rect l="l" t="t" r="r" b="b"/>
              <a:pathLst>
                <a:path w="5907" h="7520" extrusionOk="0">
                  <a:moveTo>
                    <a:pt x="2841" y="1226"/>
                  </a:moveTo>
                  <a:cubicBezTo>
                    <a:pt x="3720" y="1226"/>
                    <a:pt x="4496" y="1757"/>
                    <a:pt x="4496" y="2656"/>
                  </a:cubicBezTo>
                  <a:lnTo>
                    <a:pt x="4496" y="4822"/>
                  </a:lnTo>
                  <a:cubicBezTo>
                    <a:pt x="4496" y="5905"/>
                    <a:pt x="3618" y="6273"/>
                    <a:pt x="2902" y="6273"/>
                  </a:cubicBezTo>
                  <a:lnTo>
                    <a:pt x="1411" y="6273"/>
                  </a:lnTo>
                  <a:lnTo>
                    <a:pt x="1411" y="1226"/>
                  </a:lnTo>
                  <a:close/>
                  <a:moveTo>
                    <a:pt x="1" y="0"/>
                  </a:moveTo>
                  <a:lnTo>
                    <a:pt x="1" y="7520"/>
                  </a:lnTo>
                  <a:lnTo>
                    <a:pt x="2943" y="7520"/>
                  </a:lnTo>
                  <a:cubicBezTo>
                    <a:pt x="4435" y="7520"/>
                    <a:pt x="5906" y="6519"/>
                    <a:pt x="5906" y="4741"/>
                  </a:cubicBezTo>
                  <a:lnTo>
                    <a:pt x="5906" y="2738"/>
                  </a:lnTo>
                  <a:cubicBezTo>
                    <a:pt x="5906" y="1063"/>
                    <a:pt x="4578" y="0"/>
                    <a:pt x="2943"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95" name="Google Shape;2295;p24"/>
            <p:cNvSpPr/>
            <p:nvPr/>
          </p:nvSpPr>
          <p:spPr>
            <a:xfrm>
              <a:off x="5879450" y="2742025"/>
              <a:ext cx="120075" cy="205400"/>
            </a:xfrm>
            <a:custGeom>
              <a:avLst/>
              <a:gdLst/>
              <a:ahLst/>
              <a:cxnLst/>
              <a:rect l="l" t="t" r="r" b="b"/>
              <a:pathLst>
                <a:path w="4803" h="8216" extrusionOk="0">
                  <a:moveTo>
                    <a:pt x="2820" y="1"/>
                  </a:moveTo>
                  <a:lnTo>
                    <a:pt x="1942" y="1840"/>
                  </a:lnTo>
                  <a:lnTo>
                    <a:pt x="2943" y="1840"/>
                  </a:lnTo>
                  <a:lnTo>
                    <a:pt x="4292" y="1"/>
                  </a:lnTo>
                  <a:close/>
                  <a:moveTo>
                    <a:pt x="2473" y="3679"/>
                  </a:moveTo>
                  <a:cubicBezTo>
                    <a:pt x="3004" y="3679"/>
                    <a:pt x="3515" y="3986"/>
                    <a:pt x="3515" y="4721"/>
                  </a:cubicBezTo>
                  <a:lnTo>
                    <a:pt x="3515" y="4864"/>
                  </a:lnTo>
                  <a:lnTo>
                    <a:pt x="1349" y="4864"/>
                  </a:lnTo>
                  <a:lnTo>
                    <a:pt x="1349" y="4782"/>
                  </a:lnTo>
                  <a:cubicBezTo>
                    <a:pt x="1349" y="3986"/>
                    <a:pt x="1942" y="3679"/>
                    <a:pt x="2473" y="3679"/>
                  </a:cubicBezTo>
                  <a:close/>
                  <a:moveTo>
                    <a:pt x="2473" y="2596"/>
                  </a:moveTo>
                  <a:cubicBezTo>
                    <a:pt x="1145" y="2596"/>
                    <a:pt x="0" y="3434"/>
                    <a:pt x="0" y="4966"/>
                  </a:cubicBezTo>
                  <a:lnTo>
                    <a:pt x="0" y="6009"/>
                  </a:lnTo>
                  <a:cubicBezTo>
                    <a:pt x="0" y="7480"/>
                    <a:pt x="1186" y="8215"/>
                    <a:pt x="2534" y="8215"/>
                  </a:cubicBezTo>
                  <a:cubicBezTo>
                    <a:pt x="3474" y="8215"/>
                    <a:pt x="4332" y="7848"/>
                    <a:pt x="4741" y="7010"/>
                  </a:cubicBezTo>
                  <a:lnTo>
                    <a:pt x="3760" y="6438"/>
                  </a:lnTo>
                  <a:cubicBezTo>
                    <a:pt x="3474" y="6846"/>
                    <a:pt x="3025" y="7132"/>
                    <a:pt x="2596" y="7132"/>
                  </a:cubicBezTo>
                  <a:cubicBezTo>
                    <a:pt x="1901" y="7132"/>
                    <a:pt x="1349" y="6744"/>
                    <a:pt x="1349" y="6049"/>
                  </a:cubicBezTo>
                  <a:lnTo>
                    <a:pt x="1349" y="5763"/>
                  </a:lnTo>
                  <a:lnTo>
                    <a:pt x="4802" y="5763"/>
                  </a:lnTo>
                  <a:lnTo>
                    <a:pt x="4802" y="4721"/>
                  </a:lnTo>
                  <a:cubicBezTo>
                    <a:pt x="4802" y="3291"/>
                    <a:pt x="3658" y="2596"/>
                    <a:pt x="2473" y="2596"/>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96" name="Google Shape;2296;p24"/>
            <p:cNvSpPr/>
            <p:nvPr/>
          </p:nvSpPr>
          <p:spPr>
            <a:xfrm>
              <a:off x="6028625" y="2806925"/>
              <a:ext cx="197200" cy="137425"/>
            </a:xfrm>
            <a:custGeom>
              <a:avLst/>
              <a:gdLst/>
              <a:ahLst/>
              <a:cxnLst/>
              <a:rect l="l" t="t" r="r" b="b"/>
              <a:pathLst>
                <a:path w="7888" h="5497" extrusionOk="0">
                  <a:moveTo>
                    <a:pt x="2779" y="0"/>
                  </a:moveTo>
                  <a:cubicBezTo>
                    <a:pt x="2146" y="0"/>
                    <a:pt x="1614" y="266"/>
                    <a:pt x="1247" y="756"/>
                  </a:cubicBezTo>
                  <a:lnTo>
                    <a:pt x="1226" y="756"/>
                  </a:lnTo>
                  <a:lnTo>
                    <a:pt x="1226" y="102"/>
                  </a:lnTo>
                  <a:lnTo>
                    <a:pt x="0" y="102"/>
                  </a:lnTo>
                  <a:lnTo>
                    <a:pt x="0" y="5497"/>
                  </a:lnTo>
                  <a:lnTo>
                    <a:pt x="1288" y="5497"/>
                  </a:lnTo>
                  <a:lnTo>
                    <a:pt x="1288" y="2330"/>
                  </a:lnTo>
                  <a:cubicBezTo>
                    <a:pt x="1288" y="1430"/>
                    <a:pt x="1860" y="1124"/>
                    <a:pt x="2330" y="1124"/>
                  </a:cubicBezTo>
                  <a:cubicBezTo>
                    <a:pt x="3106" y="1124"/>
                    <a:pt x="3310" y="1696"/>
                    <a:pt x="3310" y="2370"/>
                  </a:cubicBezTo>
                  <a:lnTo>
                    <a:pt x="3310" y="5497"/>
                  </a:lnTo>
                  <a:lnTo>
                    <a:pt x="4577" y="5497"/>
                  </a:lnTo>
                  <a:lnTo>
                    <a:pt x="4577" y="2391"/>
                  </a:lnTo>
                  <a:cubicBezTo>
                    <a:pt x="4577" y="1676"/>
                    <a:pt x="4884" y="1124"/>
                    <a:pt x="5620" y="1124"/>
                  </a:cubicBezTo>
                  <a:cubicBezTo>
                    <a:pt x="6355" y="1124"/>
                    <a:pt x="6600" y="1635"/>
                    <a:pt x="6600" y="2350"/>
                  </a:cubicBezTo>
                  <a:lnTo>
                    <a:pt x="6600" y="5497"/>
                  </a:lnTo>
                  <a:lnTo>
                    <a:pt x="7888" y="5497"/>
                  </a:lnTo>
                  <a:lnTo>
                    <a:pt x="7888" y="1900"/>
                  </a:lnTo>
                  <a:cubicBezTo>
                    <a:pt x="7888" y="572"/>
                    <a:pt x="6989" y="0"/>
                    <a:pt x="5987" y="0"/>
                  </a:cubicBezTo>
                  <a:cubicBezTo>
                    <a:pt x="5252" y="0"/>
                    <a:pt x="4720" y="307"/>
                    <a:pt x="4332" y="797"/>
                  </a:cubicBezTo>
                  <a:lnTo>
                    <a:pt x="4312" y="797"/>
                  </a:lnTo>
                  <a:cubicBezTo>
                    <a:pt x="3985" y="286"/>
                    <a:pt x="3494" y="0"/>
                    <a:pt x="2779"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97" name="Google Shape;2297;p24"/>
            <p:cNvSpPr/>
            <p:nvPr/>
          </p:nvSpPr>
          <p:spPr>
            <a:xfrm>
              <a:off x="6253900" y="2806925"/>
              <a:ext cx="122625" cy="140500"/>
            </a:xfrm>
            <a:custGeom>
              <a:avLst/>
              <a:gdLst/>
              <a:ahLst/>
              <a:cxnLst/>
              <a:rect l="l" t="t" r="r" b="b"/>
              <a:pathLst>
                <a:path w="4905" h="5620" extrusionOk="0">
                  <a:moveTo>
                    <a:pt x="2432" y="1103"/>
                  </a:moveTo>
                  <a:cubicBezTo>
                    <a:pt x="3107" y="1103"/>
                    <a:pt x="3597" y="1471"/>
                    <a:pt x="3597" y="2125"/>
                  </a:cubicBezTo>
                  <a:lnTo>
                    <a:pt x="3597" y="3474"/>
                  </a:lnTo>
                  <a:cubicBezTo>
                    <a:pt x="3597" y="4250"/>
                    <a:pt x="3025" y="4536"/>
                    <a:pt x="2473" y="4536"/>
                  </a:cubicBezTo>
                  <a:cubicBezTo>
                    <a:pt x="1819" y="4536"/>
                    <a:pt x="1308" y="4148"/>
                    <a:pt x="1308" y="3494"/>
                  </a:cubicBezTo>
                  <a:lnTo>
                    <a:pt x="1308" y="2166"/>
                  </a:lnTo>
                  <a:cubicBezTo>
                    <a:pt x="1308" y="1390"/>
                    <a:pt x="1901" y="1103"/>
                    <a:pt x="2432" y="1103"/>
                  </a:cubicBezTo>
                  <a:close/>
                  <a:moveTo>
                    <a:pt x="2432" y="0"/>
                  </a:moveTo>
                  <a:cubicBezTo>
                    <a:pt x="1247" y="0"/>
                    <a:pt x="1" y="797"/>
                    <a:pt x="1" y="2268"/>
                  </a:cubicBezTo>
                  <a:lnTo>
                    <a:pt x="1" y="3494"/>
                  </a:lnTo>
                  <a:cubicBezTo>
                    <a:pt x="1" y="4884"/>
                    <a:pt x="1165" y="5619"/>
                    <a:pt x="2473" y="5619"/>
                  </a:cubicBezTo>
                  <a:cubicBezTo>
                    <a:pt x="3679" y="5619"/>
                    <a:pt x="4905" y="4822"/>
                    <a:pt x="4905" y="3351"/>
                  </a:cubicBezTo>
                  <a:lnTo>
                    <a:pt x="4905" y="2248"/>
                  </a:lnTo>
                  <a:cubicBezTo>
                    <a:pt x="4905" y="858"/>
                    <a:pt x="3740" y="0"/>
                    <a:pt x="2432"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98" name="Google Shape;2298;p24"/>
            <p:cNvSpPr/>
            <p:nvPr/>
          </p:nvSpPr>
          <p:spPr>
            <a:xfrm>
              <a:off x="6398975" y="2806925"/>
              <a:ext cx="121100" cy="140500"/>
            </a:xfrm>
            <a:custGeom>
              <a:avLst/>
              <a:gdLst/>
              <a:ahLst/>
              <a:cxnLst/>
              <a:rect l="l" t="t" r="r" b="b"/>
              <a:pathLst>
                <a:path w="4844" h="5620" extrusionOk="0">
                  <a:moveTo>
                    <a:pt x="2473" y="0"/>
                  </a:moveTo>
                  <a:cubicBezTo>
                    <a:pt x="1145" y="0"/>
                    <a:pt x="1" y="838"/>
                    <a:pt x="1" y="2370"/>
                  </a:cubicBezTo>
                  <a:lnTo>
                    <a:pt x="1" y="3413"/>
                  </a:lnTo>
                  <a:cubicBezTo>
                    <a:pt x="1" y="4843"/>
                    <a:pt x="1186" y="5619"/>
                    <a:pt x="2514" y="5619"/>
                  </a:cubicBezTo>
                  <a:cubicBezTo>
                    <a:pt x="3679" y="5619"/>
                    <a:pt x="4823" y="4945"/>
                    <a:pt x="4823" y="3515"/>
                  </a:cubicBezTo>
                  <a:lnTo>
                    <a:pt x="4823" y="3453"/>
                  </a:lnTo>
                  <a:lnTo>
                    <a:pt x="3577" y="3453"/>
                  </a:lnTo>
                  <a:lnTo>
                    <a:pt x="3577" y="3515"/>
                  </a:lnTo>
                  <a:cubicBezTo>
                    <a:pt x="3577" y="4250"/>
                    <a:pt x="3046" y="4536"/>
                    <a:pt x="2514" y="4536"/>
                  </a:cubicBezTo>
                  <a:cubicBezTo>
                    <a:pt x="1840" y="4536"/>
                    <a:pt x="1329" y="4148"/>
                    <a:pt x="1329" y="3453"/>
                  </a:cubicBezTo>
                  <a:lnTo>
                    <a:pt x="1329" y="2186"/>
                  </a:lnTo>
                  <a:cubicBezTo>
                    <a:pt x="1329" y="1390"/>
                    <a:pt x="1922" y="1083"/>
                    <a:pt x="2473" y="1083"/>
                  </a:cubicBezTo>
                  <a:cubicBezTo>
                    <a:pt x="3005" y="1083"/>
                    <a:pt x="3577" y="1390"/>
                    <a:pt x="3577" y="2125"/>
                  </a:cubicBezTo>
                  <a:lnTo>
                    <a:pt x="3577" y="2227"/>
                  </a:lnTo>
                  <a:lnTo>
                    <a:pt x="4844" y="2227"/>
                  </a:lnTo>
                  <a:lnTo>
                    <a:pt x="4844" y="2125"/>
                  </a:lnTo>
                  <a:cubicBezTo>
                    <a:pt x="4844" y="695"/>
                    <a:pt x="3638" y="0"/>
                    <a:pt x="2473"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99" name="Google Shape;2299;p24"/>
            <p:cNvSpPr/>
            <p:nvPr/>
          </p:nvSpPr>
          <p:spPr>
            <a:xfrm>
              <a:off x="6542025" y="2806925"/>
              <a:ext cx="86875" cy="137425"/>
            </a:xfrm>
            <a:custGeom>
              <a:avLst/>
              <a:gdLst/>
              <a:ahLst/>
              <a:cxnLst/>
              <a:rect l="l" t="t" r="r" b="b"/>
              <a:pathLst>
                <a:path w="3475" h="5497" extrusionOk="0">
                  <a:moveTo>
                    <a:pt x="3045" y="0"/>
                  </a:moveTo>
                  <a:cubicBezTo>
                    <a:pt x="2391" y="0"/>
                    <a:pt x="1594" y="429"/>
                    <a:pt x="1288" y="1001"/>
                  </a:cubicBezTo>
                  <a:lnTo>
                    <a:pt x="1267" y="1001"/>
                  </a:lnTo>
                  <a:lnTo>
                    <a:pt x="1267" y="102"/>
                  </a:lnTo>
                  <a:lnTo>
                    <a:pt x="0" y="102"/>
                  </a:lnTo>
                  <a:lnTo>
                    <a:pt x="0" y="5497"/>
                  </a:lnTo>
                  <a:lnTo>
                    <a:pt x="1288" y="5497"/>
                  </a:lnTo>
                  <a:lnTo>
                    <a:pt x="1288" y="2738"/>
                  </a:lnTo>
                  <a:cubicBezTo>
                    <a:pt x="1288" y="1737"/>
                    <a:pt x="2023" y="1165"/>
                    <a:pt x="2984" y="1165"/>
                  </a:cubicBezTo>
                  <a:cubicBezTo>
                    <a:pt x="3168" y="1165"/>
                    <a:pt x="3311" y="1165"/>
                    <a:pt x="3474" y="1206"/>
                  </a:cubicBezTo>
                  <a:lnTo>
                    <a:pt x="3474" y="20"/>
                  </a:lnTo>
                  <a:cubicBezTo>
                    <a:pt x="3331" y="0"/>
                    <a:pt x="3188" y="0"/>
                    <a:pt x="3045"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00" name="Google Shape;2300;p24"/>
            <p:cNvSpPr/>
            <p:nvPr/>
          </p:nvSpPr>
          <p:spPr>
            <a:xfrm>
              <a:off x="6640625" y="2806400"/>
              <a:ext cx="120575" cy="140500"/>
            </a:xfrm>
            <a:custGeom>
              <a:avLst/>
              <a:gdLst/>
              <a:ahLst/>
              <a:cxnLst/>
              <a:rect l="l" t="t" r="r" b="b"/>
              <a:pathLst>
                <a:path w="4823" h="5620" extrusionOk="0">
                  <a:moveTo>
                    <a:pt x="3433" y="3250"/>
                  </a:moveTo>
                  <a:lnTo>
                    <a:pt x="3433" y="3515"/>
                  </a:lnTo>
                  <a:cubicBezTo>
                    <a:pt x="3433" y="4108"/>
                    <a:pt x="3270" y="4598"/>
                    <a:pt x="2227" y="4598"/>
                  </a:cubicBezTo>
                  <a:cubicBezTo>
                    <a:pt x="1635" y="4598"/>
                    <a:pt x="1267" y="4373"/>
                    <a:pt x="1267" y="3924"/>
                  </a:cubicBezTo>
                  <a:cubicBezTo>
                    <a:pt x="1267" y="3454"/>
                    <a:pt x="1614" y="3250"/>
                    <a:pt x="2166" y="3250"/>
                  </a:cubicBezTo>
                  <a:close/>
                  <a:moveTo>
                    <a:pt x="2411" y="1"/>
                  </a:moveTo>
                  <a:cubicBezTo>
                    <a:pt x="1390" y="1"/>
                    <a:pt x="266" y="409"/>
                    <a:pt x="266" y="1594"/>
                  </a:cubicBezTo>
                  <a:lnTo>
                    <a:pt x="266" y="1737"/>
                  </a:lnTo>
                  <a:lnTo>
                    <a:pt x="1431" y="1737"/>
                  </a:lnTo>
                  <a:lnTo>
                    <a:pt x="1431" y="1554"/>
                  </a:lnTo>
                  <a:cubicBezTo>
                    <a:pt x="1431" y="1206"/>
                    <a:pt x="1839" y="1022"/>
                    <a:pt x="2391" y="1022"/>
                  </a:cubicBezTo>
                  <a:cubicBezTo>
                    <a:pt x="3045" y="1022"/>
                    <a:pt x="3433" y="1247"/>
                    <a:pt x="3433" y="1819"/>
                  </a:cubicBezTo>
                  <a:lnTo>
                    <a:pt x="3433" y="2330"/>
                  </a:lnTo>
                  <a:lnTo>
                    <a:pt x="2003" y="2330"/>
                  </a:lnTo>
                  <a:cubicBezTo>
                    <a:pt x="961" y="2330"/>
                    <a:pt x="0" y="2943"/>
                    <a:pt x="0" y="3985"/>
                  </a:cubicBezTo>
                  <a:cubicBezTo>
                    <a:pt x="0" y="5007"/>
                    <a:pt x="756" y="5620"/>
                    <a:pt x="1880" y="5620"/>
                  </a:cubicBezTo>
                  <a:cubicBezTo>
                    <a:pt x="2575" y="5620"/>
                    <a:pt x="2984" y="5518"/>
                    <a:pt x="3474" y="5007"/>
                  </a:cubicBezTo>
                  <a:lnTo>
                    <a:pt x="3494" y="5007"/>
                  </a:lnTo>
                  <a:cubicBezTo>
                    <a:pt x="3494" y="5109"/>
                    <a:pt x="3515" y="5436"/>
                    <a:pt x="3535" y="5518"/>
                  </a:cubicBezTo>
                  <a:lnTo>
                    <a:pt x="4823" y="5518"/>
                  </a:lnTo>
                  <a:cubicBezTo>
                    <a:pt x="4741" y="5395"/>
                    <a:pt x="4720" y="4598"/>
                    <a:pt x="4720" y="4353"/>
                  </a:cubicBezTo>
                  <a:lnTo>
                    <a:pt x="4720" y="1737"/>
                  </a:lnTo>
                  <a:cubicBezTo>
                    <a:pt x="4720" y="409"/>
                    <a:pt x="3617" y="1"/>
                    <a:pt x="2411"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01" name="Google Shape;2301;p24"/>
            <p:cNvSpPr/>
            <p:nvPr/>
          </p:nvSpPr>
          <p:spPr>
            <a:xfrm>
              <a:off x="6778550" y="2768600"/>
              <a:ext cx="79200" cy="177800"/>
            </a:xfrm>
            <a:custGeom>
              <a:avLst/>
              <a:gdLst/>
              <a:ahLst/>
              <a:cxnLst/>
              <a:rect l="l" t="t" r="r" b="b"/>
              <a:pathLst>
                <a:path w="3168" h="7112" extrusionOk="0">
                  <a:moveTo>
                    <a:pt x="716" y="1"/>
                  </a:moveTo>
                  <a:lnTo>
                    <a:pt x="716" y="1635"/>
                  </a:lnTo>
                  <a:lnTo>
                    <a:pt x="0" y="1635"/>
                  </a:lnTo>
                  <a:lnTo>
                    <a:pt x="0" y="2657"/>
                  </a:lnTo>
                  <a:lnTo>
                    <a:pt x="716" y="2657"/>
                  </a:lnTo>
                  <a:lnTo>
                    <a:pt x="716" y="5742"/>
                  </a:lnTo>
                  <a:cubicBezTo>
                    <a:pt x="716" y="6703"/>
                    <a:pt x="1390" y="7111"/>
                    <a:pt x="2228" y="7111"/>
                  </a:cubicBezTo>
                  <a:cubicBezTo>
                    <a:pt x="2412" y="7111"/>
                    <a:pt x="2882" y="7071"/>
                    <a:pt x="3168" y="7009"/>
                  </a:cubicBezTo>
                  <a:lnTo>
                    <a:pt x="3168" y="5906"/>
                  </a:lnTo>
                  <a:cubicBezTo>
                    <a:pt x="2922" y="5947"/>
                    <a:pt x="2779" y="5967"/>
                    <a:pt x="2514" y="5967"/>
                  </a:cubicBezTo>
                  <a:cubicBezTo>
                    <a:pt x="2207" y="5967"/>
                    <a:pt x="2003" y="5845"/>
                    <a:pt x="2003" y="5436"/>
                  </a:cubicBezTo>
                  <a:lnTo>
                    <a:pt x="2003" y="2657"/>
                  </a:lnTo>
                  <a:lnTo>
                    <a:pt x="3168" y="2657"/>
                  </a:lnTo>
                  <a:lnTo>
                    <a:pt x="3168" y="1635"/>
                  </a:lnTo>
                  <a:lnTo>
                    <a:pt x="2003" y="1635"/>
                  </a:lnTo>
                  <a:lnTo>
                    <a:pt x="2003"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02" name="Google Shape;2302;p24"/>
            <p:cNvSpPr/>
            <p:nvPr/>
          </p:nvSpPr>
          <p:spPr>
            <a:xfrm>
              <a:off x="6879700" y="2754800"/>
              <a:ext cx="32200" cy="189550"/>
            </a:xfrm>
            <a:custGeom>
              <a:avLst/>
              <a:gdLst/>
              <a:ahLst/>
              <a:cxnLst/>
              <a:rect l="l" t="t" r="r" b="b"/>
              <a:pathLst>
                <a:path w="1288" h="7582" extrusionOk="0">
                  <a:moveTo>
                    <a:pt x="0" y="1"/>
                  </a:moveTo>
                  <a:lnTo>
                    <a:pt x="0" y="1370"/>
                  </a:lnTo>
                  <a:lnTo>
                    <a:pt x="1288" y="1370"/>
                  </a:lnTo>
                  <a:lnTo>
                    <a:pt x="1288" y="1"/>
                  </a:lnTo>
                  <a:close/>
                  <a:moveTo>
                    <a:pt x="0" y="2187"/>
                  </a:moveTo>
                  <a:lnTo>
                    <a:pt x="0" y="7582"/>
                  </a:lnTo>
                  <a:lnTo>
                    <a:pt x="1288" y="7582"/>
                  </a:lnTo>
                  <a:lnTo>
                    <a:pt x="1288" y="2187"/>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03" name="Google Shape;2303;p24"/>
            <p:cNvSpPr/>
            <p:nvPr/>
          </p:nvSpPr>
          <p:spPr>
            <a:xfrm>
              <a:off x="6939975" y="2806925"/>
              <a:ext cx="122625" cy="188000"/>
            </a:xfrm>
            <a:custGeom>
              <a:avLst/>
              <a:gdLst/>
              <a:ahLst/>
              <a:cxnLst/>
              <a:rect l="l" t="t" r="r" b="b"/>
              <a:pathLst>
                <a:path w="4905" h="7520" extrusionOk="0">
                  <a:moveTo>
                    <a:pt x="2432" y="1083"/>
                  </a:moveTo>
                  <a:cubicBezTo>
                    <a:pt x="3107" y="1083"/>
                    <a:pt x="3638" y="1471"/>
                    <a:pt x="3638" y="2125"/>
                  </a:cubicBezTo>
                  <a:lnTo>
                    <a:pt x="3638" y="3453"/>
                  </a:lnTo>
                  <a:cubicBezTo>
                    <a:pt x="3638" y="4230"/>
                    <a:pt x="3025" y="4516"/>
                    <a:pt x="2473" y="4516"/>
                  </a:cubicBezTo>
                  <a:cubicBezTo>
                    <a:pt x="1819" y="4516"/>
                    <a:pt x="1308" y="4128"/>
                    <a:pt x="1308" y="3474"/>
                  </a:cubicBezTo>
                  <a:lnTo>
                    <a:pt x="1308" y="2146"/>
                  </a:lnTo>
                  <a:cubicBezTo>
                    <a:pt x="1308" y="1369"/>
                    <a:pt x="1901" y="1083"/>
                    <a:pt x="2432" y="1083"/>
                  </a:cubicBezTo>
                  <a:close/>
                  <a:moveTo>
                    <a:pt x="2228" y="0"/>
                  </a:moveTo>
                  <a:cubicBezTo>
                    <a:pt x="1022" y="0"/>
                    <a:pt x="1" y="715"/>
                    <a:pt x="1" y="2186"/>
                  </a:cubicBezTo>
                  <a:lnTo>
                    <a:pt x="1" y="3494"/>
                  </a:lnTo>
                  <a:cubicBezTo>
                    <a:pt x="1" y="4863"/>
                    <a:pt x="961" y="5619"/>
                    <a:pt x="2126" y="5619"/>
                  </a:cubicBezTo>
                  <a:cubicBezTo>
                    <a:pt x="2616" y="5619"/>
                    <a:pt x="3352" y="5313"/>
                    <a:pt x="3658" y="4884"/>
                  </a:cubicBezTo>
                  <a:lnTo>
                    <a:pt x="3658" y="7520"/>
                  </a:lnTo>
                  <a:lnTo>
                    <a:pt x="4905" y="7520"/>
                  </a:lnTo>
                  <a:lnTo>
                    <a:pt x="4905" y="82"/>
                  </a:lnTo>
                  <a:lnTo>
                    <a:pt x="3638" y="82"/>
                  </a:lnTo>
                  <a:lnTo>
                    <a:pt x="3638" y="654"/>
                  </a:lnTo>
                  <a:lnTo>
                    <a:pt x="3597" y="654"/>
                  </a:lnTo>
                  <a:cubicBezTo>
                    <a:pt x="3331" y="307"/>
                    <a:pt x="2820" y="0"/>
                    <a:pt x="2228"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04" name="Google Shape;2304;p24"/>
            <p:cNvSpPr/>
            <p:nvPr/>
          </p:nvSpPr>
          <p:spPr>
            <a:xfrm>
              <a:off x="7096300" y="2809475"/>
              <a:ext cx="117000" cy="137425"/>
            </a:xfrm>
            <a:custGeom>
              <a:avLst/>
              <a:gdLst/>
              <a:ahLst/>
              <a:cxnLst/>
              <a:rect l="l" t="t" r="r" b="b"/>
              <a:pathLst>
                <a:path w="4680" h="5497" extrusionOk="0">
                  <a:moveTo>
                    <a:pt x="0" y="0"/>
                  </a:moveTo>
                  <a:lnTo>
                    <a:pt x="0" y="3433"/>
                  </a:lnTo>
                  <a:cubicBezTo>
                    <a:pt x="0" y="4720"/>
                    <a:pt x="675" y="5497"/>
                    <a:pt x="1880" y="5497"/>
                  </a:cubicBezTo>
                  <a:cubicBezTo>
                    <a:pt x="2493" y="5497"/>
                    <a:pt x="3045" y="5252"/>
                    <a:pt x="3413" y="4720"/>
                  </a:cubicBezTo>
                  <a:lnTo>
                    <a:pt x="3433" y="4720"/>
                  </a:lnTo>
                  <a:lnTo>
                    <a:pt x="3433" y="5395"/>
                  </a:lnTo>
                  <a:lnTo>
                    <a:pt x="4680" y="5395"/>
                  </a:lnTo>
                  <a:lnTo>
                    <a:pt x="4680" y="0"/>
                  </a:lnTo>
                  <a:lnTo>
                    <a:pt x="3392" y="0"/>
                  </a:lnTo>
                  <a:lnTo>
                    <a:pt x="3392" y="3004"/>
                  </a:lnTo>
                  <a:cubicBezTo>
                    <a:pt x="3392" y="3924"/>
                    <a:pt x="3004" y="4373"/>
                    <a:pt x="2289" y="4373"/>
                  </a:cubicBezTo>
                  <a:cubicBezTo>
                    <a:pt x="1635" y="4373"/>
                    <a:pt x="1288" y="3944"/>
                    <a:pt x="1288" y="3127"/>
                  </a:cubicBezTo>
                  <a:lnTo>
                    <a:pt x="1288" y="0"/>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05" name="Google Shape;2305;p24"/>
            <p:cNvSpPr/>
            <p:nvPr/>
          </p:nvSpPr>
          <p:spPr>
            <a:xfrm>
              <a:off x="7240350" y="2806925"/>
              <a:ext cx="120075" cy="140500"/>
            </a:xfrm>
            <a:custGeom>
              <a:avLst/>
              <a:gdLst/>
              <a:ahLst/>
              <a:cxnLst/>
              <a:rect l="l" t="t" r="r" b="b"/>
              <a:pathLst>
                <a:path w="4803" h="5620" extrusionOk="0">
                  <a:moveTo>
                    <a:pt x="2473" y="1083"/>
                  </a:moveTo>
                  <a:cubicBezTo>
                    <a:pt x="3005" y="1083"/>
                    <a:pt x="3515" y="1390"/>
                    <a:pt x="3515" y="2125"/>
                  </a:cubicBezTo>
                  <a:lnTo>
                    <a:pt x="3515" y="2268"/>
                  </a:lnTo>
                  <a:lnTo>
                    <a:pt x="1329" y="2268"/>
                  </a:lnTo>
                  <a:lnTo>
                    <a:pt x="1329" y="2186"/>
                  </a:lnTo>
                  <a:cubicBezTo>
                    <a:pt x="1329" y="1390"/>
                    <a:pt x="1922" y="1083"/>
                    <a:pt x="2473" y="1083"/>
                  </a:cubicBezTo>
                  <a:close/>
                  <a:moveTo>
                    <a:pt x="2473" y="0"/>
                  </a:moveTo>
                  <a:cubicBezTo>
                    <a:pt x="1145" y="0"/>
                    <a:pt x="1" y="838"/>
                    <a:pt x="1" y="2370"/>
                  </a:cubicBezTo>
                  <a:lnTo>
                    <a:pt x="1" y="3413"/>
                  </a:lnTo>
                  <a:cubicBezTo>
                    <a:pt x="1" y="4884"/>
                    <a:pt x="1186" y="5619"/>
                    <a:pt x="2514" y="5619"/>
                  </a:cubicBezTo>
                  <a:cubicBezTo>
                    <a:pt x="3475" y="5619"/>
                    <a:pt x="4312" y="5252"/>
                    <a:pt x="4741" y="4414"/>
                  </a:cubicBezTo>
                  <a:lnTo>
                    <a:pt x="3740" y="3842"/>
                  </a:lnTo>
                  <a:cubicBezTo>
                    <a:pt x="3475" y="4250"/>
                    <a:pt x="3005" y="4536"/>
                    <a:pt x="2575" y="4536"/>
                  </a:cubicBezTo>
                  <a:cubicBezTo>
                    <a:pt x="1901" y="4536"/>
                    <a:pt x="1329" y="4148"/>
                    <a:pt x="1329" y="3453"/>
                  </a:cubicBezTo>
                  <a:lnTo>
                    <a:pt x="1329" y="3167"/>
                  </a:lnTo>
                  <a:lnTo>
                    <a:pt x="4803" y="3167"/>
                  </a:lnTo>
                  <a:lnTo>
                    <a:pt x="4803" y="2125"/>
                  </a:lnTo>
                  <a:cubicBezTo>
                    <a:pt x="4803" y="695"/>
                    <a:pt x="3638" y="0"/>
                    <a:pt x="2473"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06" name="Google Shape;2306;p24"/>
            <p:cNvSpPr/>
            <p:nvPr/>
          </p:nvSpPr>
          <p:spPr>
            <a:xfrm>
              <a:off x="5699125" y="3072550"/>
              <a:ext cx="122625" cy="191075"/>
            </a:xfrm>
            <a:custGeom>
              <a:avLst/>
              <a:gdLst/>
              <a:ahLst/>
              <a:cxnLst/>
              <a:rect l="l" t="t" r="r" b="b"/>
              <a:pathLst>
                <a:path w="4905" h="7643" extrusionOk="0">
                  <a:moveTo>
                    <a:pt x="2432" y="3107"/>
                  </a:moveTo>
                  <a:cubicBezTo>
                    <a:pt x="3086" y="3107"/>
                    <a:pt x="3617" y="3495"/>
                    <a:pt x="3617" y="4149"/>
                  </a:cubicBezTo>
                  <a:lnTo>
                    <a:pt x="3617" y="5477"/>
                  </a:lnTo>
                  <a:cubicBezTo>
                    <a:pt x="3617" y="6253"/>
                    <a:pt x="3004" y="6540"/>
                    <a:pt x="2473" y="6540"/>
                  </a:cubicBezTo>
                  <a:cubicBezTo>
                    <a:pt x="1819" y="6540"/>
                    <a:pt x="1308" y="6151"/>
                    <a:pt x="1308" y="5497"/>
                  </a:cubicBezTo>
                  <a:lnTo>
                    <a:pt x="1308" y="4169"/>
                  </a:lnTo>
                  <a:cubicBezTo>
                    <a:pt x="1308" y="3393"/>
                    <a:pt x="1901" y="3107"/>
                    <a:pt x="2432" y="3107"/>
                  </a:cubicBezTo>
                  <a:close/>
                  <a:moveTo>
                    <a:pt x="3617" y="1"/>
                  </a:moveTo>
                  <a:lnTo>
                    <a:pt x="3617" y="2678"/>
                  </a:lnTo>
                  <a:lnTo>
                    <a:pt x="3597" y="2678"/>
                  </a:lnTo>
                  <a:cubicBezTo>
                    <a:pt x="3311" y="2310"/>
                    <a:pt x="2820" y="2003"/>
                    <a:pt x="2228" y="2003"/>
                  </a:cubicBezTo>
                  <a:cubicBezTo>
                    <a:pt x="1022" y="2003"/>
                    <a:pt x="0" y="2739"/>
                    <a:pt x="0" y="4210"/>
                  </a:cubicBezTo>
                  <a:lnTo>
                    <a:pt x="0" y="5518"/>
                  </a:lnTo>
                  <a:cubicBezTo>
                    <a:pt x="0" y="6887"/>
                    <a:pt x="940" y="7643"/>
                    <a:pt x="2125" y="7643"/>
                  </a:cubicBezTo>
                  <a:cubicBezTo>
                    <a:pt x="2616" y="7643"/>
                    <a:pt x="3331" y="7336"/>
                    <a:pt x="3637" y="6907"/>
                  </a:cubicBezTo>
                  <a:lnTo>
                    <a:pt x="3658" y="6907"/>
                  </a:lnTo>
                  <a:lnTo>
                    <a:pt x="3658" y="7520"/>
                  </a:lnTo>
                  <a:lnTo>
                    <a:pt x="4904" y="7520"/>
                  </a:lnTo>
                  <a:lnTo>
                    <a:pt x="4904"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07" name="Google Shape;2307;p24"/>
            <p:cNvSpPr/>
            <p:nvPr/>
          </p:nvSpPr>
          <p:spPr>
            <a:xfrm>
              <a:off x="5854925" y="3125675"/>
              <a:ext cx="117525" cy="137450"/>
            </a:xfrm>
            <a:custGeom>
              <a:avLst/>
              <a:gdLst/>
              <a:ahLst/>
              <a:cxnLst/>
              <a:rect l="l" t="t" r="r" b="b"/>
              <a:pathLst>
                <a:path w="4701" h="5498" extrusionOk="0">
                  <a:moveTo>
                    <a:pt x="1" y="1"/>
                  </a:moveTo>
                  <a:lnTo>
                    <a:pt x="1" y="3434"/>
                  </a:lnTo>
                  <a:cubicBezTo>
                    <a:pt x="1" y="4721"/>
                    <a:pt x="695" y="5498"/>
                    <a:pt x="1901" y="5498"/>
                  </a:cubicBezTo>
                  <a:cubicBezTo>
                    <a:pt x="2494" y="5498"/>
                    <a:pt x="3066" y="5252"/>
                    <a:pt x="3413" y="4721"/>
                  </a:cubicBezTo>
                  <a:lnTo>
                    <a:pt x="3454" y="4721"/>
                  </a:lnTo>
                  <a:lnTo>
                    <a:pt x="3454" y="5395"/>
                  </a:lnTo>
                  <a:lnTo>
                    <a:pt x="4700" y="5395"/>
                  </a:lnTo>
                  <a:lnTo>
                    <a:pt x="4700" y="1"/>
                  </a:lnTo>
                  <a:lnTo>
                    <a:pt x="3413" y="1"/>
                  </a:lnTo>
                  <a:lnTo>
                    <a:pt x="3413" y="3005"/>
                  </a:lnTo>
                  <a:cubicBezTo>
                    <a:pt x="3413" y="3924"/>
                    <a:pt x="3004" y="4374"/>
                    <a:pt x="2310" y="4374"/>
                  </a:cubicBezTo>
                  <a:cubicBezTo>
                    <a:pt x="1656" y="4374"/>
                    <a:pt x="1288" y="3945"/>
                    <a:pt x="1288" y="3127"/>
                  </a:cubicBezTo>
                  <a:lnTo>
                    <a:pt x="1288"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08" name="Google Shape;2308;p24"/>
            <p:cNvSpPr/>
            <p:nvPr/>
          </p:nvSpPr>
          <p:spPr>
            <a:xfrm>
              <a:off x="6067950" y="3069500"/>
              <a:ext cx="147150" cy="194125"/>
            </a:xfrm>
            <a:custGeom>
              <a:avLst/>
              <a:gdLst/>
              <a:ahLst/>
              <a:cxnLst/>
              <a:rect l="l" t="t" r="r" b="b"/>
              <a:pathLst>
                <a:path w="5886" h="7765" extrusionOk="0">
                  <a:moveTo>
                    <a:pt x="3004" y="0"/>
                  </a:moveTo>
                  <a:cubicBezTo>
                    <a:pt x="1370" y="0"/>
                    <a:pt x="1" y="981"/>
                    <a:pt x="1" y="2759"/>
                  </a:cubicBezTo>
                  <a:lnTo>
                    <a:pt x="1" y="5170"/>
                  </a:lnTo>
                  <a:cubicBezTo>
                    <a:pt x="1" y="6845"/>
                    <a:pt x="1431" y="7765"/>
                    <a:pt x="3066" y="7765"/>
                  </a:cubicBezTo>
                  <a:cubicBezTo>
                    <a:pt x="4496" y="7765"/>
                    <a:pt x="5886" y="6968"/>
                    <a:pt x="5886" y="5292"/>
                  </a:cubicBezTo>
                  <a:lnTo>
                    <a:pt x="5886" y="5068"/>
                  </a:lnTo>
                  <a:lnTo>
                    <a:pt x="4557" y="5068"/>
                  </a:lnTo>
                  <a:lnTo>
                    <a:pt x="4557" y="5170"/>
                  </a:lnTo>
                  <a:cubicBezTo>
                    <a:pt x="4557" y="6151"/>
                    <a:pt x="3760" y="6518"/>
                    <a:pt x="3066" y="6518"/>
                  </a:cubicBezTo>
                  <a:cubicBezTo>
                    <a:pt x="2187" y="6518"/>
                    <a:pt x="1411" y="6008"/>
                    <a:pt x="1411" y="5109"/>
                  </a:cubicBezTo>
                  <a:lnTo>
                    <a:pt x="1411" y="2697"/>
                  </a:lnTo>
                  <a:cubicBezTo>
                    <a:pt x="1411" y="1614"/>
                    <a:pt x="2289" y="1247"/>
                    <a:pt x="3004" y="1247"/>
                  </a:cubicBezTo>
                  <a:cubicBezTo>
                    <a:pt x="3699" y="1247"/>
                    <a:pt x="4557" y="1614"/>
                    <a:pt x="4557" y="2595"/>
                  </a:cubicBezTo>
                  <a:lnTo>
                    <a:pt x="4557" y="2718"/>
                  </a:lnTo>
                  <a:lnTo>
                    <a:pt x="5886" y="2718"/>
                  </a:lnTo>
                  <a:lnTo>
                    <a:pt x="5886" y="2473"/>
                  </a:lnTo>
                  <a:cubicBezTo>
                    <a:pt x="5886" y="797"/>
                    <a:pt x="4455" y="0"/>
                    <a:pt x="3004"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09" name="Google Shape;2309;p24"/>
            <p:cNvSpPr/>
            <p:nvPr/>
          </p:nvSpPr>
          <p:spPr>
            <a:xfrm>
              <a:off x="6239075" y="3123125"/>
              <a:ext cx="122650" cy="140500"/>
            </a:xfrm>
            <a:custGeom>
              <a:avLst/>
              <a:gdLst/>
              <a:ahLst/>
              <a:cxnLst/>
              <a:rect l="l" t="t" r="r" b="b"/>
              <a:pathLst>
                <a:path w="4906" h="5620" extrusionOk="0">
                  <a:moveTo>
                    <a:pt x="2433" y="1104"/>
                  </a:moveTo>
                  <a:cubicBezTo>
                    <a:pt x="3087" y="1104"/>
                    <a:pt x="3597" y="1472"/>
                    <a:pt x="3597" y="2126"/>
                  </a:cubicBezTo>
                  <a:lnTo>
                    <a:pt x="3597" y="3474"/>
                  </a:lnTo>
                  <a:cubicBezTo>
                    <a:pt x="3597" y="4251"/>
                    <a:pt x="3005" y="4537"/>
                    <a:pt x="2474" y="4537"/>
                  </a:cubicBezTo>
                  <a:cubicBezTo>
                    <a:pt x="1799" y="4537"/>
                    <a:pt x="1309" y="4149"/>
                    <a:pt x="1309" y="3495"/>
                  </a:cubicBezTo>
                  <a:lnTo>
                    <a:pt x="1309" y="2167"/>
                  </a:lnTo>
                  <a:cubicBezTo>
                    <a:pt x="1309" y="1390"/>
                    <a:pt x="1901" y="1104"/>
                    <a:pt x="2433" y="1104"/>
                  </a:cubicBezTo>
                  <a:close/>
                  <a:moveTo>
                    <a:pt x="2433" y="1"/>
                  </a:moveTo>
                  <a:cubicBezTo>
                    <a:pt x="1247" y="1"/>
                    <a:pt x="1" y="798"/>
                    <a:pt x="1" y="2269"/>
                  </a:cubicBezTo>
                  <a:lnTo>
                    <a:pt x="1" y="3495"/>
                  </a:lnTo>
                  <a:cubicBezTo>
                    <a:pt x="1" y="4884"/>
                    <a:pt x="1166" y="5620"/>
                    <a:pt x="2474" y="5620"/>
                  </a:cubicBezTo>
                  <a:cubicBezTo>
                    <a:pt x="3659" y="5620"/>
                    <a:pt x="4905" y="4823"/>
                    <a:pt x="4905" y="3352"/>
                  </a:cubicBezTo>
                  <a:lnTo>
                    <a:pt x="4905" y="2248"/>
                  </a:lnTo>
                  <a:cubicBezTo>
                    <a:pt x="4905" y="859"/>
                    <a:pt x="3740" y="1"/>
                    <a:pt x="2433"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10" name="Google Shape;2310;p24"/>
            <p:cNvSpPr/>
            <p:nvPr/>
          </p:nvSpPr>
          <p:spPr>
            <a:xfrm>
              <a:off x="6390300" y="3123125"/>
              <a:ext cx="117000" cy="137450"/>
            </a:xfrm>
            <a:custGeom>
              <a:avLst/>
              <a:gdLst/>
              <a:ahLst/>
              <a:cxnLst/>
              <a:rect l="l" t="t" r="r" b="b"/>
              <a:pathLst>
                <a:path w="4680" h="5498" extrusionOk="0">
                  <a:moveTo>
                    <a:pt x="2800" y="1"/>
                  </a:moveTo>
                  <a:cubicBezTo>
                    <a:pt x="2207" y="1"/>
                    <a:pt x="1635" y="246"/>
                    <a:pt x="1267" y="757"/>
                  </a:cubicBezTo>
                  <a:lnTo>
                    <a:pt x="1247" y="757"/>
                  </a:lnTo>
                  <a:lnTo>
                    <a:pt x="1247" y="103"/>
                  </a:lnTo>
                  <a:lnTo>
                    <a:pt x="0" y="103"/>
                  </a:lnTo>
                  <a:lnTo>
                    <a:pt x="0" y="5497"/>
                  </a:lnTo>
                  <a:lnTo>
                    <a:pt x="1288" y="5497"/>
                  </a:lnTo>
                  <a:lnTo>
                    <a:pt x="1288" y="2473"/>
                  </a:lnTo>
                  <a:cubicBezTo>
                    <a:pt x="1288" y="1554"/>
                    <a:pt x="1697" y="1124"/>
                    <a:pt x="2391" y="1124"/>
                  </a:cubicBezTo>
                  <a:cubicBezTo>
                    <a:pt x="3045" y="1124"/>
                    <a:pt x="3393" y="1554"/>
                    <a:pt x="3393" y="2371"/>
                  </a:cubicBezTo>
                  <a:lnTo>
                    <a:pt x="3393" y="5497"/>
                  </a:lnTo>
                  <a:lnTo>
                    <a:pt x="4680" y="5497"/>
                  </a:lnTo>
                  <a:lnTo>
                    <a:pt x="4680" y="2044"/>
                  </a:lnTo>
                  <a:cubicBezTo>
                    <a:pt x="4680" y="757"/>
                    <a:pt x="4006" y="1"/>
                    <a:pt x="2800"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11" name="Google Shape;2311;p24"/>
            <p:cNvSpPr/>
            <p:nvPr/>
          </p:nvSpPr>
          <p:spPr>
            <a:xfrm>
              <a:off x="6534350" y="3123125"/>
              <a:ext cx="121100" cy="189050"/>
            </a:xfrm>
            <a:custGeom>
              <a:avLst/>
              <a:gdLst/>
              <a:ahLst/>
              <a:cxnLst/>
              <a:rect l="l" t="t" r="r" b="b"/>
              <a:pathLst>
                <a:path w="4844" h="7562" extrusionOk="0">
                  <a:moveTo>
                    <a:pt x="2433" y="1104"/>
                  </a:moveTo>
                  <a:cubicBezTo>
                    <a:pt x="3107" y="1104"/>
                    <a:pt x="3597" y="1472"/>
                    <a:pt x="3597" y="2126"/>
                  </a:cubicBezTo>
                  <a:lnTo>
                    <a:pt x="3597" y="3331"/>
                  </a:lnTo>
                  <a:cubicBezTo>
                    <a:pt x="3597" y="4108"/>
                    <a:pt x="3005" y="4394"/>
                    <a:pt x="2473" y="4394"/>
                  </a:cubicBezTo>
                  <a:cubicBezTo>
                    <a:pt x="1820" y="4394"/>
                    <a:pt x="1309" y="4006"/>
                    <a:pt x="1309" y="3352"/>
                  </a:cubicBezTo>
                  <a:lnTo>
                    <a:pt x="1309" y="2167"/>
                  </a:lnTo>
                  <a:cubicBezTo>
                    <a:pt x="1309" y="1390"/>
                    <a:pt x="1901" y="1104"/>
                    <a:pt x="2433" y="1104"/>
                  </a:cubicBezTo>
                  <a:close/>
                  <a:moveTo>
                    <a:pt x="2126" y="1"/>
                  </a:moveTo>
                  <a:cubicBezTo>
                    <a:pt x="920" y="1"/>
                    <a:pt x="1" y="798"/>
                    <a:pt x="1" y="2269"/>
                  </a:cubicBezTo>
                  <a:lnTo>
                    <a:pt x="1" y="3290"/>
                  </a:lnTo>
                  <a:cubicBezTo>
                    <a:pt x="1" y="4680"/>
                    <a:pt x="839" y="5416"/>
                    <a:pt x="2146" y="5416"/>
                  </a:cubicBezTo>
                  <a:cubicBezTo>
                    <a:pt x="2739" y="5416"/>
                    <a:pt x="3229" y="5191"/>
                    <a:pt x="3577" y="4721"/>
                  </a:cubicBezTo>
                  <a:lnTo>
                    <a:pt x="3597" y="4721"/>
                  </a:lnTo>
                  <a:lnTo>
                    <a:pt x="3597" y="5273"/>
                  </a:lnTo>
                  <a:cubicBezTo>
                    <a:pt x="3597" y="6049"/>
                    <a:pt x="3168" y="6539"/>
                    <a:pt x="2392" y="6539"/>
                  </a:cubicBezTo>
                  <a:cubicBezTo>
                    <a:pt x="1922" y="6539"/>
                    <a:pt x="1554" y="6335"/>
                    <a:pt x="1309" y="5824"/>
                  </a:cubicBezTo>
                  <a:lnTo>
                    <a:pt x="83" y="6253"/>
                  </a:lnTo>
                  <a:cubicBezTo>
                    <a:pt x="348" y="7152"/>
                    <a:pt x="1411" y="7561"/>
                    <a:pt x="2269" y="7561"/>
                  </a:cubicBezTo>
                  <a:cubicBezTo>
                    <a:pt x="4149" y="7561"/>
                    <a:pt x="4844" y="6294"/>
                    <a:pt x="4844" y="5048"/>
                  </a:cubicBezTo>
                  <a:lnTo>
                    <a:pt x="4844" y="103"/>
                  </a:lnTo>
                  <a:lnTo>
                    <a:pt x="3618" y="103"/>
                  </a:lnTo>
                  <a:lnTo>
                    <a:pt x="3618" y="736"/>
                  </a:lnTo>
                  <a:lnTo>
                    <a:pt x="3597" y="736"/>
                  </a:lnTo>
                  <a:cubicBezTo>
                    <a:pt x="3311" y="328"/>
                    <a:pt x="2759" y="1"/>
                    <a:pt x="2126"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12" name="Google Shape;2312;p24"/>
            <p:cNvSpPr/>
            <p:nvPr/>
          </p:nvSpPr>
          <p:spPr>
            <a:xfrm>
              <a:off x="6683025" y="3123125"/>
              <a:ext cx="123125" cy="140500"/>
            </a:xfrm>
            <a:custGeom>
              <a:avLst/>
              <a:gdLst/>
              <a:ahLst/>
              <a:cxnLst/>
              <a:rect l="l" t="t" r="r" b="b"/>
              <a:pathLst>
                <a:path w="4925" h="5620" extrusionOk="0">
                  <a:moveTo>
                    <a:pt x="2432" y="1104"/>
                  </a:moveTo>
                  <a:cubicBezTo>
                    <a:pt x="3106" y="1104"/>
                    <a:pt x="3617" y="1472"/>
                    <a:pt x="3617" y="2126"/>
                  </a:cubicBezTo>
                  <a:lnTo>
                    <a:pt x="3617" y="3474"/>
                  </a:lnTo>
                  <a:cubicBezTo>
                    <a:pt x="3617" y="4251"/>
                    <a:pt x="3024" y="4537"/>
                    <a:pt x="2493" y="4537"/>
                  </a:cubicBezTo>
                  <a:cubicBezTo>
                    <a:pt x="1819" y="4537"/>
                    <a:pt x="1308" y="4149"/>
                    <a:pt x="1308" y="3495"/>
                  </a:cubicBezTo>
                  <a:lnTo>
                    <a:pt x="1308" y="2167"/>
                  </a:lnTo>
                  <a:cubicBezTo>
                    <a:pt x="1308" y="1390"/>
                    <a:pt x="1901" y="1104"/>
                    <a:pt x="2432" y="1104"/>
                  </a:cubicBezTo>
                  <a:close/>
                  <a:moveTo>
                    <a:pt x="2432" y="1"/>
                  </a:moveTo>
                  <a:cubicBezTo>
                    <a:pt x="1247" y="1"/>
                    <a:pt x="0" y="798"/>
                    <a:pt x="0" y="2269"/>
                  </a:cubicBezTo>
                  <a:lnTo>
                    <a:pt x="0" y="3495"/>
                  </a:lnTo>
                  <a:cubicBezTo>
                    <a:pt x="0" y="4884"/>
                    <a:pt x="1185" y="5620"/>
                    <a:pt x="2493" y="5620"/>
                  </a:cubicBezTo>
                  <a:cubicBezTo>
                    <a:pt x="3678" y="5620"/>
                    <a:pt x="4925" y="4823"/>
                    <a:pt x="4925" y="3352"/>
                  </a:cubicBezTo>
                  <a:lnTo>
                    <a:pt x="4925" y="2248"/>
                  </a:lnTo>
                  <a:cubicBezTo>
                    <a:pt x="4925" y="859"/>
                    <a:pt x="3740" y="1"/>
                    <a:pt x="2432"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13" name="Google Shape;2313;p24"/>
            <p:cNvSpPr/>
            <p:nvPr/>
          </p:nvSpPr>
          <p:spPr>
            <a:xfrm>
              <a:off x="5432975" y="2440125"/>
              <a:ext cx="21475" cy="823500"/>
            </a:xfrm>
            <a:custGeom>
              <a:avLst/>
              <a:gdLst/>
              <a:ahLst/>
              <a:cxnLst/>
              <a:rect l="l" t="t" r="r" b="b"/>
              <a:pathLst>
                <a:path w="859" h="32940" extrusionOk="0">
                  <a:moveTo>
                    <a:pt x="0" y="1"/>
                  </a:moveTo>
                  <a:lnTo>
                    <a:pt x="0" y="32940"/>
                  </a:lnTo>
                  <a:lnTo>
                    <a:pt x="858" y="32940"/>
                  </a:lnTo>
                  <a:lnTo>
                    <a:pt x="858" y="1"/>
                  </a:lnTo>
                  <a:close/>
                </a:path>
              </a:pathLst>
            </a:custGeom>
            <a:solidFill>
              <a:srgbClr val="64C8FA"/>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grpSp>
      <p:graphicFrame>
        <p:nvGraphicFramePr>
          <p:cNvPr id="2" name="Google Shape;550;p45">
            <a:extLst>
              <a:ext uri="{FF2B5EF4-FFF2-40B4-BE49-F238E27FC236}">
                <a16:creationId xmlns:a16="http://schemas.microsoft.com/office/drawing/2014/main" id="{83839662-0B96-AB4B-0D49-8B24E5BF9C9F}"/>
              </a:ext>
            </a:extLst>
          </p:cNvPr>
          <p:cNvGraphicFramePr/>
          <p:nvPr>
            <p:extLst>
              <p:ext uri="{D42A27DB-BD31-4B8C-83A1-F6EECF244321}">
                <p14:modId xmlns:p14="http://schemas.microsoft.com/office/powerpoint/2010/main" val="790091023"/>
              </p:ext>
            </p:extLst>
          </p:nvPr>
        </p:nvGraphicFramePr>
        <p:xfrm>
          <a:off x="212989" y="933945"/>
          <a:ext cx="11931390" cy="5198315"/>
        </p:xfrm>
        <a:graphic>
          <a:graphicData uri="http://schemas.openxmlformats.org/drawingml/2006/table">
            <a:tbl>
              <a:tblPr firstRow="1" bandRow="1">
                <a:tableStyleId>{B301B821-A1FF-4177-AEE7-76D212191A09}</a:tableStyleId>
              </a:tblPr>
              <a:tblGrid>
                <a:gridCol w="1557921">
                  <a:extLst>
                    <a:ext uri="{9D8B030D-6E8A-4147-A177-3AD203B41FA5}">
                      <a16:colId xmlns:a16="http://schemas.microsoft.com/office/drawing/2014/main" val="20000"/>
                    </a:ext>
                  </a:extLst>
                </a:gridCol>
                <a:gridCol w="3839316">
                  <a:extLst>
                    <a:ext uri="{9D8B030D-6E8A-4147-A177-3AD203B41FA5}">
                      <a16:colId xmlns:a16="http://schemas.microsoft.com/office/drawing/2014/main" val="20001"/>
                    </a:ext>
                  </a:extLst>
                </a:gridCol>
                <a:gridCol w="3171825">
                  <a:extLst>
                    <a:ext uri="{9D8B030D-6E8A-4147-A177-3AD203B41FA5}">
                      <a16:colId xmlns:a16="http://schemas.microsoft.com/office/drawing/2014/main" val="20002"/>
                    </a:ext>
                  </a:extLst>
                </a:gridCol>
                <a:gridCol w="1552575">
                  <a:extLst>
                    <a:ext uri="{9D8B030D-6E8A-4147-A177-3AD203B41FA5}">
                      <a16:colId xmlns:a16="http://schemas.microsoft.com/office/drawing/2014/main" val="20003"/>
                    </a:ext>
                  </a:extLst>
                </a:gridCol>
                <a:gridCol w="1809753">
                  <a:extLst>
                    <a:ext uri="{9D8B030D-6E8A-4147-A177-3AD203B41FA5}">
                      <a16:colId xmlns:a16="http://schemas.microsoft.com/office/drawing/2014/main" val="20004"/>
                    </a:ext>
                  </a:extLst>
                </a:gridCol>
              </a:tblGrid>
              <a:tr h="335293">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l" rtl="0">
                        <a:spcBef>
                          <a:spcPts val="0"/>
                        </a:spcBef>
                        <a:spcAft>
                          <a:spcPts val="0"/>
                        </a:spcAft>
                        <a:buNone/>
                      </a:pPr>
                      <a:r>
                        <a:rPr lang="fr-FR" sz="16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Domaines</a:t>
                      </a:r>
                      <a:endParaRPr sz="1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121933" marR="121933" marT="60967" marB="60967"/>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l" rtl="0">
                        <a:spcBef>
                          <a:spcPts val="0"/>
                        </a:spcBef>
                        <a:spcAft>
                          <a:spcPts val="0"/>
                        </a:spcAft>
                        <a:buNone/>
                      </a:pPr>
                      <a:r>
                        <a:rPr lang="fr-FR" sz="16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Points forts</a:t>
                      </a:r>
                      <a:endParaRPr sz="1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121933" marR="121933" marT="60967" marB="60967"/>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l" rtl="0">
                        <a:spcBef>
                          <a:spcPts val="0"/>
                        </a:spcBef>
                        <a:spcAft>
                          <a:spcPts val="0"/>
                        </a:spcAft>
                        <a:buNone/>
                      </a:pPr>
                      <a:r>
                        <a:rPr lang="fr-FR" sz="1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Points à améliorer</a:t>
                      </a:r>
                      <a:endParaRPr sz="1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121933" marR="121933" marT="60967" marB="60967"/>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l" rtl="0">
                        <a:spcBef>
                          <a:spcPts val="0"/>
                        </a:spcBef>
                        <a:spcAft>
                          <a:spcPts val="0"/>
                        </a:spcAft>
                        <a:buNone/>
                      </a:pPr>
                      <a:r>
                        <a:rPr lang="fr-FR" sz="16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Opportunité</a:t>
                      </a:r>
                      <a:endParaRPr sz="1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121933" marR="121933" marT="60967" marB="60967"/>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l" rtl="0">
                        <a:spcBef>
                          <a:spcPts val="0"/>
                        </a:spcBef>
                        <a:spcAft>
                          <a:spcPts val="0"/>
                        </a:spcAft>
                        <a:buNone/>
                      </a:pPr>
                      <a:r>
                        <a:rPr lang="fr-FR" sz="1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Menaces</a:t>
                      </a:r>
                      <a:endParaRPr sz="1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121933" marR="121933" marT="60967" marB="60967"/>
                </a:tc>
                <a:extLst>
                  <a:ext uri="{0D108BD9-81ED-4DB2-BD59-A6C34878D82A}">
                    <a16:rowId xmlns:a16="http://schemas.microsoft.com/office/drawing/2014/main" val="10000"/>
                  </a:ext>
                </a:extLst>
              </a:tr>
              <a:tr h="4832541">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l" rtl="0">
                        <a:spcBef>
                          <a:spcPts val="0"/>
                        </a:spcBef>
                        <a:spcAft>
                          <a:spcPts val="0"/>
                        </a:spcAft>
                        <a:buNone/>
                      </a:pPr>
                      <a:r>
                        <a:rPr lang="fr-FR" sz="1800" dirty="0">
                          <a:latin typeface="Times New Roman" panose="02020603050405020304" pitchFamily="18" charset="0"/>
                          <a:cs typeface="Times New Roman" panose="02020603050405020304" pitchFamily="18" charset="0"/>
                        </a:rPr>
                        <a:t>Approvisionnement en vaccins (2/2)</a:t>
                      </a:r>
                      <a:endParaRPr sz="1800" dirty="0">
                        <a:latin typeface="Times New Roman" panose="02020603050405020304" pitchFamily="18" charset="0"/>
                        <a:cs typeface="Times New Roman" panose="02020603050405020304" pitchFamily="18" charset="0"/>
                      </a:endParaRPr>
                    </a:p>
                  </a:txBody>
                  <a:tcPr marL="121933" marR="121933" marT="60967" marB="60967"/>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171450" lvl="0" indent="-171450" algn="l">
                        <a:lnSpc>
                          <a:spcPct val="150000"/>
                        </a:lnSpc>
                        <a:buFont typeface="Wingdings" panose="05000000000000000000" pitchFamily="2" charset="2"/>
                        <a:buChar char="§"/>
                      </a:pPr>
                      <a:r>
                        <a:rPr lang="fr-FR" sz="1800" b="0" u="none" strike="noStrike" cap="none" dirty="0">
                          <a:solidFill>
                            <a:schemeClr val="tx1"/>
                          </a:solidFill>
                          <a:latin typeface="Times New Roman" panose="02020603050405020304" pitchFamily="18" charset="0"/>
                          <a:cs typeface="Times New Roman" panose="02020603050405020304" pitchFamily="18" charset="0"/>
                          <a:sym typeface="Arial"/>
                        </a:rPr>
                        <a:t>Initiative de renforcement collaboratif des activités de PPA (</a:t>
                      </a:r>
                      <a:r>
                        <a:rPr lang="fr-FR" sz="1800" b="0" u="none" strike="noStrike" cap="none" dirty="0" err="1">
                          <a:solidFill>
                            <a:schemeClr val="tx1"/>
                          </a:solidFill>
                          <a:latin typeface="Times New Roman" panose="02020603050405020304" pitchFamily="18" charset="0"/>
                          <a:cs typeface="Times New Roman" panose="02020603050405020304" pitchFamily="18" charset="0"/>
                          <a:sym typeface="Arial"/>
                        </a:rPr>
                        <a:t>Forecast</a:t>
                      </a:r>
                      <a:r>
                        <a:rPr lang="fr-FR" sz="1800" b="0" u="none" strike="noStrike" cap="none" dirty="0">
                          <a:solidFill>
                            <a:schemeClr val="tx1"/>
                          </a:solidFill>
                          <a:latin typeface="Times New Roman" panose="02020603050405020304" pitchFamily="18" charset="0"/>
                          <a:cs typeface="Times New Roman" panose="02020603050405020304" pitchFamily="18" charset="0"/>
                          <a:sym typeface="Arial"/>
                        </a:rPr>
                        <a:t>);</a:t>
                      </a:r>
                      <a:endParaRPr lang="fr-CD" sz="1800" b="0" u="none" strike="noStrike" cap="none" dirty="0">
                        <a:solidFill>
                          <a:schemeClr val="tx1"/>
                        </a:solidFill>
                        <a:latin typeface="Times New Roman" panose="02020603050405020304" pitchFamily="18" charset="0"/>
                        <a:cs typeface="Times New Roman" panose="02020603050405020304" pitchFamily="18" charset="0"/>
                        <a:sym typeface="Arial"/>
                      </a:endParaRPr>
                    </a:p>
                    <a:p>
                      <a:pPr marL="171450" indent="-171450" algn="l">
                        <a:lnSpc>
                          <a:spcPct val="150000"/>
                        </a:lnSpc>
                        <a:buFont typeface="Wingdings" panose="05000000000000000000" pitchFamily="2" charset="2"/>
                        <a:buChar char="§"/>
                      </a:pPr>
                      <a:r>
                        <a:rPr lang="fr-FR" sz="1800" b="0" u="none" strike="noStrike" cap="none" dirty="0">
                          <a:solidFill>
                            <a:schemeClr val="tx1"/>
                          </a:solidFill>
                          <a:latin typeface="Times New Roman" panose="02020603050405020304" pitchFamily="18" charset="0"/>
                          <a:cs typeface="Times New Roman" panose="02020603050405020304" pitchFamily="18" charset="0"/>
                          <a:sym typeface="Arial"/>
                        </a:rPr>
                        <a:t>Suivi de l’utilisation des vaccins au niveau intermédiaire ( rapports hebdomadaires et des téléconférences).</a:t>
                      </a:r>
                    </a:p>
                  </a:txBody>
                  <a:tcPr marL="121933" marR="121933" marT="60967" marB="60967"/>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171450" indent="-171450">
                        <a:lnSpc>
                          <a:spcPct val="150000"/>
                        </a:lnSpc>
                        <a:buFont typeface="Wingdings" panose="05000000000000000000" pitchFamily="2" charset="2"/>
                        <a:buChar char="§"/>
                      </a:pPr>
                      <a:r>
                        <a:rPr lang="en-GB" sz="1800" dirty="0" err="1">
                          <a:solidFill>
                            <a:schemeClr val="tx1"/>
                          </a:solidFill>
                          <a:latin typeface="Times New Roman" panose="02020603050405020304" pitchFamily="18" charset="0"/>
                          <a:cs typeface="Times New Roman" panose="02020603050405020304" pitchFamily="18" charset="0"/>
                          <a:sym typeface="Times New Roman"/>
                        </a:rPr>
                        <a:t>Faible</a:t>
                      </a:r>
                      <a:r>
                        <a:rPr lang="en-GB" sz="1800" dirty="0">
                          <a:solidFill>
                            <a:schemeClr val="tx1"/>
                          </a:solidFill>
                          <a:latin typeface="Times New Roman" panose="02020603050405020304" pitchFamily="18" charset="0"/>
                          <a:cs typeface="Times New Roman" panose="02020603050405020304" pitchFamily="18" charset="0"/>
                          <a:sym typeface="Times New Roman"/>
                        </a:rPr>
                        <a:t> </a:t>
                      </a:r>
                      <a:r>
                        <a:rPr lang="en-GB" sz="1800" dirty="0" err="1">
                          <a:solidFill>
                            <a:schemeClr val="tx1"/>
                          </a:solidFill>
                          <a:latin typeface="Times New Roman" panose="02020603050405020304" pitchFamily="18" charset="0"/>
                          <a:cs typeface="Times New Roman" panose="02020603050405020304" pitchFamily="18" charset="0"/>
                          <a:sym typeface="Times New Roman"/>
                        </a:rPr>
                        <a:t>visibilité</a:t>
                      </a:r>
                      <a:r>
                        <a:rPr lang="en-GB" sz="1800" dirty="0">
                          <a:solidFill>
                            <a:schemeClr val="tx1"/>
                          </a:solidFill>
                          <a:latin typeface="Times New Roman" panose="02020603050405020304" pitchFamily="18" charset="0"/>
                          <a:cs typeface="Times New Roman" panose="02020603050405020304" pitchFamily="18" charset="0"/>
                          <a:sym typeface="Times New Roman"/>
                        </a:rPr>
                        <a:t> des données </a:t>
                      </a:r>
                      <a:r>
                        <a:rPr lang="en-GB" sz="1800" dirty="0" err="1">
                          <a:solidFill>
                            <a:schemeClr val="tx1"/>
                          </a:solidFill>
                          <a:latin typeface="Times New Roman" panose="02020603050405020304" pitchFamily="18" charset="0"/>
                          <a:cs typeface="Times New Roman" panose="02020603050405020304" pitchFamily="18" charset="0"/>
                          <a:sym typeface="Times New Roman"/>
                        </a:rPr>
                        <a:t>logistiques</a:t>
                      </a:r>
                      <a:r>
                        <a:rPr lang="en-GB" sz="1800" dirty="0">
                          <a:solidFill>
                            <a:schemeClr val="tx1"/>
                          </a:solidFill>
                          <a:latin typeface="Times New Roman" panose="02020603050405020304" pitchFamily="18" charset="0"/>
                          <a:cs typeface="Times New Roman" panose="02020603050405020304" pitchFamily="18" charset="0"/>
                          <a:sym typeface="Times New Roman"/>
                        </a:rPr>
                        <a:t> au </a:t>
                      </a:r>
                      <a:r>
                        <a:rPr lang="en-GB" sz="1800" dirty="0" err="1">
                          <a:solidFill>
                            <a:schemeClr val="tx1"/>
                          </a:solidFill>
                          <a:latin typeface="Times New Roman" panose="02020603050405020304" pitchFamily="18" charset="0"/>
                          <a:cs typeface="Times New Roman" panose="02020603050405020304" pitchFamily="18" charset="0"/>
                          <a:sym typeface="Times New Roman"/>
                        </a:rPr>
                        <a:t>niveau</a:t>
                      </a:r>
                      <a:r>
                        <a:rPr lang="en-GB" sz="1800" dirty="0">
                          <a:solidFill>
                            <a:schemeClr val="tx1"/>
                          </a:solidFill>
                          <a:latin typeface="Times New Roman" panose="02020603050405020304" pitchFamily="18" charset="0"/>
                          <a:cs typeface="Times New Roman" panose="02020603050405020304" pitchFamily="18" charset="0"/>
                          <a:sym typeface="Times New Roman"/>
                        </a:rPr>
                        <a:t> </a:t>
                      </a:r>
                      <a:r>
                        <a:rPr lang="en-GB" sz="1800" dirty="0" err="1">
                          <a:solidFill>
                            <a:schemeClr val="tx1"/>
                          </a:solidFill>
                          <a:latin typeface="Times New Roman" panose="02020603050405020304" pitchFamily="18" charset="0"/>
                          <a:cs typeface="Times New Roman" panose="02020603050405020304" pitchFamily="18" charset="0"/>
                          <a:sym typeface="Times New Roman"/>
                        </a:rPr>
                        <a:t>opérationnel</a:t>
                      </a:r>
                      <a:r>
                        <a:rPr lang="en-GB" sz="1800" dirty="0">
                          <a:solidFill>
                            <a:schemeClr val="tx1"/>
                          </a:solidFill>
                          <a:latin typeface="Times New Roman" panose="02020603050405020304" pitchFamily="18" charset="0"/>
                          <a:cs typeface="Times New Roman" panose="02020603050405020304" pitchFamily="18" charset="0"/>
                          <a:sym typeface="Times New Roman"/>
                        </a:rPr>
                        <a:t> ;</a:t>
                      </a:r>
                    </a:p>
                    <a:p>
                      <a:pPr marL="171450" indent="-171450">
                        <a:lnSpc>
                          <a:spcPct val="150000"/>
                        </a:lnSpc>
                        <a:buFont typeface="Wingdings" panose="05000000000000000000" pitchFamily="2" charset="2"/>
                        <a:buChar char="§"/>
                      </a:pPr>
                      <a:r>
                        <a:rPr lang="en-GB" sz="1800" dirty="0">
                          <a:solidFill>
                            <a:schemeClr val="tx1"/>
                          </a:solidFill>
                          <a:latin typeface="Times New Roman" panose="02020603050405020304" pitchFamily="18" charset="0"/>
                          <a:cs typeface="Times New Roman" panose="02020603050405020304" pitchFamily="18" charset="0"/>
                          <a:sym typeface="Times New Roman"/>
                        </a:rPr>
                        <a:t>Non </a:t>
                      </a:r>
                      <a:r>
                        <a:rPr lang="en-GB" sz="1800" dirty="0" err="1">
                          <a:solidFill>
                            <a:schemeClr val="tx1"/>
                          </a:solidFill>
                          <a:latin typeface="Times New Roman" panose="02020603050405020304" pitchFamily="18" charset="0"/>
                          <a:cs typeface="Times New Roman" panose="02020603050405020304" pitchFamily="18" charset="0"/>
                          <a:sym typeface="Times New Roman"/>
                        </a:rPr>
                        <a:t>operationnalité</a:t>
                      </a:r>
                      <a:r>
                        <a:rPr lang="en-GB" sz="1800" dirty="0">
                          <a:solidFill>
                            <a:schemeClr val="tx1"/>
                          </a:solidFill>
                          <a:latin typeface="Times New Roman" panose="02020603050405020304" pitchFamily="18" charset="0"/>
                          <a:cs typeface="Times New Roman" panose="02020603050405020304" pitchFamily="18" charset="0"/>
                          <a:sym typeface="Times New Roman"/>
                        </a:rPr>
                        <a:t> des depots </a:t>
                      </a:r>
                      <a:r>
                        <a:rPr lang="en-GB" sz="1800" dirty="0" err="1">
                          <a:solidFill>
                            <a:schemeClr val="tx1"/>
                          </a:solidFill>
                          <a:latin typeface="Times New Roman" panose="02020603050405020304" pitchFamily="18" charset="0"/>
                          <a:cs typeface="Times New Roman" panose="02020603050405020304" pitchFamily="18" charset="0"/>
                          <a:sym typeface="Times New Roman"/>
                        </a:rPr>
                        <a:t>deconcentré</a:t>
                      </a:r>
                      <a:r>
                        <a:rPr lang="en-GB" sz="1800" dirty="0">
                          <a:solidFill>
                            <a:schemeClr val="tx1"/>
                          </a:solidFill>
                          <a:latin typeface="Times New Roman" panose="02020603050405020304" pitchFamily="18" charset="0"/>
                          <a:cs typeface="Times New Roman" panose="02020603050405020304" pitchFamily="18" charset="0"/>
                          <a:sym typeface="Times New Roman"/>
                        </a:rPr>
                        <a:t> ( Kisangani et Lubumbashi ;</a:t>
                      </a:r>
                      <a:endParaRPr lang="fr-FR" sz="1800" dirty="0">
                        <a:latin typeface="Times New Roman" panose="02020603050405020304" pitchFamily="18" charset="0"/>
                        <a:cs typeface="Times New Roman" panose="02020603050405020304" pitchFamily="18" charset="0"/>
                        <a:sym typeface="Arial"/>
                      </a:endParaRPr>
                    </a:p>
                    <a:p>
                      <a:pPr marL="217170" marR="0" lvl="0" indent="0" algn="l" rtl="0">
                        <a:lnSpc>
                          <a:spcPct val="100000"/>
                        </a:lnSpc>
                        <a:spcBef>
                          <a:spcPts val="0"/>
                        </a:spcBef>
                        <a:spcAft>
                          <a:spcPts val="0"/>
                        </a:spcAft>
                        <a:buNone/>
                      </a:pPr>
                      <a:endParaRPr sz="1800" dirty="0">
                        <a:latin typeface="Times New Roman" panose="02020603050405020304" pitchFamily="18" charset="0"/>
                        <a:ea typeface="Arial"/>
                        <a:cs typeface="Times New Roman" panose="02020603050405020304" pitchFamily="18" charset="0"/>
                        <a:sym typeface="Arial"/>
                      </a:endParaRPr>
                    </a:p>
                  </a:txBody>
                  <a:tcPr marL="121933" marR="121933" marT="60967" marB="60967"/>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lvl="0" indent="0">
                        <a:lnSpc>
                          <a:spcPct val="150000"/>
                        </a:lnSpc>
                        <a:buFont typeface="Wingdings" panose="05000000000000000000" pitchFamily="2" charset="2"/>
                        <a:buNone/>
                      </a:pPr>
                      <a:endParaRPr lang="fr-CD" sz="1800" b="0" u="none" strike="noStrike" cap="none" dirty="0">
                        <a:solidFill>
                          <a:schemeClr val="tx1"/>
                        </a:solidFill>
                        <a:latin typeface="Times New Roman" panose="02020603050405020304" pitchFamily="18" charset="0"/>
                        <a:cs typeface="Times New Roman" panose="02020603050405020304" pitchFamily="18" charset="0"/>
                        <a:sym typeface="Arial"/>
                      </a:endParaRPr>
                    </a:p>
                    <a:p>
                      <a:pPr marL="0" marR="0" lvl="0" indent="0" algn="l" rtl="0">
                        <a:spcBef>
                          <a:spcPts val="0"/>
                        </a:spcBef>
                        <a:spcAft>
                          <a:spcPts val="0"/>
                        </a:spcAft>
                        <a:buNone/>
                      </a:pPr>
                      <a:endParaRPr sz="1800" dirty="0">
                        <a:latin typeface="Times New Roman" panose="02020603050405020304" pitchFamily="18" charset="0"/>
                        <a:cs typeface="Times New Roman" panose="02020603050405020304" pitchFamily="18" charset="0"/>
                      </a:endParaRPr>
                    </a:p>
                  </a:txBody>
                  <a:tcPr marL="121933" marR="121933" marT="60967" marB="60967"/>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l" rtl="0">
                        <a:spcBef>
                          <a:spcPts val="0"/>
                        </a:spcBef>
                        <a:spcAft>
                          <a:spcPts val="0"/>
                        </a:spcAft>
                        <a:buFont typeface="Wingdings" panose="05000000000000000000" pitchFamily="2" charset="2"/>
                        <a:buNone/>
                      </a:pPr>
                      <a:endParaRPr lang="fr-FR" sz="1400" dirty="0">
                        <a:latin typeface="Times New Roman" panose="02020603050405020304" pitchFamily="18" charset="0"/>
                        <a:cs typeface="Times New Roman" panose="02020603050405020304" pitchFamily="18" charset="0"/>
                      </a:endParaRPr>
                    </a:p>
                  </a:txBody>
                  <a:tcPr marL="121933" marR="121933" marT="60967" marB="60967"/>
                </a:tc>
                <a:extLst>
                  <a:ext uri="{0D108BD9-81ED-4DB2-BD59-A6C34878D82A}">
                    <a16:rowId xmlns:a16="http://schemas.microsoft.com/office/drawing/2014/main" val="10001"/>
                  </a:ext>
                </a:extLst>
              </a:tr>
            </a:tbl>
          </a:graphicData>
        </a:graphic>
      </p:graphicFrame>
      <p:sp>
        <p:nvSpPr>
          <p:cNvPr id="4" name="Organigramme : Données stockées 3">
            <a:extLst>
              <a:ext uri="{FF2B5EF4-FFF2-40B4-BE49-F238E27FC236}">
                <a16:creationId xmlns:a16="http://schemas.microsoft.com/office/drawing/2014/main" id="{40FA9F1B-A5CA-88C5-802B-CF5FBD47E1DE}"/>
              </a:ext>
            </a:extLst>
          </p:cNvPr>
          <p:cNvSpPr/>
          <p:nvPr/>
        </p:nvSpPr>
        <p:spPr>
          <a:xfrm>
            <a:off x="11439526" y="314326"/>
            <a:ext cx="552449" cy="438149"/>
          </a:xfrm>
          <a:prstGeom prst="flowChartOnlineStorage">
            <a:avLst/>
          </a:prstGeom>
          <a:solidFill>
            <a:srgbClr val="0070C0"/>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600" dirty="0">
                <a:latin typeface="Times New Roman" panose="02020603050405020304" pitchFamily="18" charset="0"/>
                <a:cs typeface="Times New Roman" panose="02020603050405020304" pitchFamily="18" charset="0"/>
              </a:rPr>
              <a:t>2</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247">
          <a:extLst>
            <a:ext uri="{FF2B5EF4-FFF2-40B4-BE49-F238E27FC236}">
              <a16:creationId xmlns:a16="http://schemas.microsoft.com/office/drawing/2014/main" id="{1C5AC102-16F1-51A5-96CF-52956AFFA621}"/>
            </a:ext>
          </a:extLst>
        </p:cNvPr>
        <p:cNvGrpSpPr/>
        <p:nvPr/>
      </p:nvGrpSpPr>
      <p:grpSpPr>
        <a:xfrm>
          <a:off x="0" y="0"/>
          <a:ext cx="0" cy="0"/>
          <a:chOff x="0" y="0"/>
          <a:chExt cx="0" cy="0"/>
        </a:xfrm>
      </p:grpSpPr>
      <p:sp>
        <p:nvSpPr>
          <p:cNvPr id="2248" name="Google Shape;2248;p24">
            <a:extLst>
              <a:ext uri="{FF2B5EF4-FFF2-40B4-BE49-F238E27FC236}">
                <a16:creationId xmlns:a16="http://schemas.microsoft.com/office/drawing/2014/main" id="{3B15638E-4C1B-14B2-3ACB-A9369325554B}"/>
              </a:ext>
            </a:extLst>
          </p:cNvPr>
          <p:cNvSpPr txBox="1"/>
          <p:nvPr/>
        </p:nvSpPr>
        <p:spPr>
          <a:xfrm>
            <a:off x="458592" y="317941"/>
            <a:ext cx="11274800" cy="731600"/>
          </a:xfrm>
          <a:prstGeom prst="rect">
            <a:avLst/>
          </a:prstGeom>
          <a:noFill/>
          <a:ln>
            <a:noFill/>
          </a:ln>
        </p:spPr>
        <p:txBody>
          <a:bodyPr spcFirstLastPara="1" wrap="square" lIns="0" tIns="0" rIns="0" bIns="0" anchor="t" anchorCtr="0">
            <a:noAutofit/>
          </a:bodyPr>
          <a:lstStyle/>
          <a:p>
            <a:pPr>
              <a:buClr>
                <a:schemeClr val="dk1"/>
              </a:buClr>
              <a:buSzPts val="2200"/>
            </a:pPr>
            <a:r>
              <a:rPr lang="en-GB" sz="2933" b="1" dirty="0">
                <a:solidFill>
                  <a:srgbClr val="0070C0"/>
                </a:solidFill>
                <a:latin typeface="Times New Roman"/>
                <a:ea typeface="Times New Roman"/>
                <a:cs typeface="Times New Roman"/>
                <a:sym typeface="Times New Roman"/>
              </a:rPr>
              <a:t>Analyse FFOM</a:t>
            </a:r>
            <a:endParaRPr sz="2933" dirty="0">
              <a:solidFill>
                <a:srgbClr val="0070C0"/>
              </a:solidFill>
              <a:latin typeface="Times New Roman"/>
              <a:ea typeface="Times New Roman"/>
              <a:cs typeface="Times New Roman"/>
              <a:sym typeface="Times New Roman"/>
            </a:endParaRPr>
          </a:p>
        </p:txBody>
      </p:sp>
      <p:sp>
        <p:nvSpPr>
          <p:cNvPr id="2249" name="Google Shape;2249;p24">
            <a:extLst>
              <a:ext uri="{FF2B5EF4-FFF2-40B4-BE49-F238E27FC236}">
                <a16:creationId xmlns:a16="http://schemas.microsoft.com/office/drawing/2014/main" id="{06BCE81D-3450-D497-5B5C-96259DD1B111}"/>
              </a:ext>
            </a:extLst>
          </p:cNvPr>
          <p:cNvSpPr/>
          <p:nvPr/>
        </p:nvSpPr>
        <p:spPr>
          <a:xfrm>
            <a:off x="0" y="272241"/>
            <a:ext cx="235600" cy="655200"/>
          </a:xfrm>
          <a:prstGeom prst="rect">
            <a:avLst/>
          </a:prstGeom>
          <a:solidFill>
            <a:srgbClr val="0070C0"/>
          </a:solidFill>
          <a:ln>
            <a:noFill/>
          </a:ln>
        </p:spPr>
        <p:txBody>
          <a:bodyPr spcFirstLastPara="1" wrap="square" lIns="91400" tIns="91400" rIns="91400" bIns="91400"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grpSp>
        <p:nvGrpSpPr>
          <p:cNvPr id="2250" name="Google Shape;2250;p24">
            <a:extLst>
              <a:ext uri="{FF2B5EF4-FFF2-40B4-BE49-F238E27FC236}">
                <a16:creationId xmlns:a16="http://schemas.microsoft.com/office/drawing/2014/main" id="{E87F28AE-E1F3-CAFA-7445-916937444E56}"/>
              </a:ext>
            </a:extLst>
          </p:cNvPr>
          <p:cNvGrpSpPr/>
          <p:nvPr/>
        </p:nvGrpSpPr>
        <p:grpSpPr>
          <a:xfrm>
            <a:off x="117174" y="6277328"/>
            <a:ext cx="3141409" cy="430360"/>
            <a:chOff x="238125" y="2363000"/>
            <a:chExt cx="7122300" cy="975725"/>
          </a:xfrm>
        </p:grpSpPr>
        <p:sp>
          <p:nvSpPr>
            <p:cNvPr id="2251" name="Google Shape;2251;p24">
              <a:extLst>
                <a:ext uri="{FF2B5EF4-FFF2-40B4-BE49-F238E27FC236}">
                  <a16:creationId xmlns:a16="http://schemas.microsoft.com/office/drawing/2014/main" id="{47B29BF8-0C5B-34FC-7180-C869B9225234}"/>
                </a:ext>
              </a:extLst>
            </p:cNvPr>
            <p:cNvSpPr/>
            <p:nvPr/>
          </p:nvSpPr>
          <p:spPr>
            <a:xfrm>
              <a:off x="238125" y="2363000"/>
              <a:ext cx="695275" cy="955800"/>
            </a:xfrm>
            <a:custGeom>
              <a:avLst/>
              <a:gdLst/>
              <a:ahLst/>
              <a:cxnLst/>
              <a:rect l="l" t="t" r="r" b="b"/>
              <a:pathLst>
                <a:path w="27811" h="38232" extrusionOk="0">
                  <a:moveTo>
                    <a:pt x="13895" y="0"/>
                  </a:moveTo>
                  <a:cubicBezTo>
                    <a:pt x="10626" y="0"/>
                    <a:pt x="7949" y="2656"/>
                    <a:pt x="7949" y="5946"/>
                  </a:cubicBezTo>
                  <a:cubicBezTo>
                    <a:pt x="7949" y="9236"/>
                    <a:pt x="10626" y="11893"/>
                    <a:pt x="13895" y="11893"/>
                  </a:cubicBezTo>
                  <a:cubicBezTo>
                    <a:pt x="17185" y="11893"/>
                    <a:pt x="19862" y="9236"/>
                    <a:pt x="19862" y="5946"/>
                  </a:cubicBezTo>
                  <a:cubicBezTo>
                    <a:pt x="19862" y="2656"/>
                    <a:pt x="17185" y="0"/>
                    <a:pt x="13895" y="0"/>
                  </a:cubicBezTo>
                  <a:close/>
                  <a:moveTo>
                    <a:pt x="7070" y="18738"/>
                  </a:moveTo>
                  <a:lnTo>
                    <a:pt x="7070" y="26380"/>
                  </a:lnTo>
                  <a:cubicBezTo>
                    <a:pt x="5987" y="25706"/>
                    <a:pt x="5252" y="24500"/>
                    <a:pt x="5252" y="23111"/>
                  </a:cubicBezTo>
                  <a:lnTo>
                    <a:pt x="5252" y="21987"/>
                  </a:lnTo>
                  <a:cubicBezTo>
                    <a:pt x="5252" y="20618"/>
                    <a:pt x="5987" y="19412"/>
                    <a:pt x="7070" y="18738"/>
                  </a:cubicBezTo>
                  <a:close/>
                  <a:moveTo>
                    <a:pt x="20557" y="18636"/>
                  </a:moveTo>
                  <a:cubicBezTo>
                    <a:pt x="21742" y="19269"/>
                    <a:pt x="22559" y="20536"/>
                    <a:pt x="22559" y="21987"/>
                  </a:cubicBezTo>
                  <a:lnTo>
                    <a:pt x="22559" y="23131"/>
                  </a:lnTo>
                  <a:cubicBezTo>
                    <a:pt x="22559" y="24562"/>
                    <a:pt x="21742" y="25828"/>
                    <a:pt x="20557" y="26482"/>
                  </a:cubicBezTo>
                  <a:lnTo>
                    <a:pt x="20557" y="18636"/>
                  </a:lnTo>
                  <a:close/>
                  <a:moveTo>
                    <a:pt x="9052" y="12935"/>
                  </a:moveTo>
                  <a:cubicBezTo>
                    <a:pt x="4066" y="12935"/>
                    <a:pt x="0" y="17001"/>
                    <a:pt x="0" y="21987"/>
                  </a:cubicBezTo>
                  <a:lnTo>
                    <a:pt x="0" y="23111"/>
                  </a:lnTo>
                  <a:cubicBezTo>
                    <a:pt x="0" y="27443"/>
                    <a:pt x="3024" y="31060"/>
                    <a:pt x="7070" y="31959"/>
                  </a:cubicBezTo>
                  <a:lnTo>
                    <a:pt x="7070" y="38232"/>
                  </a:lnTo>
                  <a:lnTo>
                    <a:pt x="20557" y="38232"/>
                  </a:lnTo>
                  <a:lnTo>
                    <a:pt x="20557" y="31999"/>
                  </a:lnTo>
                  <a:cubicBezTo>
                    <a:pt x="24684" y="31162"/>
                    <a:pt x="27811" y="27504"/>
                    <a:pt x="27811" y="23111"/>
                  </a:cubicBezTo>
                  <a:lnTo>
                    <a:pt x="27811" y="21987"/>
                  </a:lnTo>
                  <a:cubicBezTo>
                    <a:pt x="27811" y="17001"/>
                    <a:pt x="23744" y="12935"/>
                    <a:pt x="18738" y="12935"/>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52" name="Google Shape;2252;p24">
              <a:extLst>
                <a:ext uri="{FF2B5EF4-FFF2-40B4-BE49-F238E27FC236}">
                  <a16:creationId xmlns:a16="http://schemas.microsoft.com/office/drawing/2014/main" id="{3803284F-D4FD-50E3-F551-019A636DA8A7}"/>
                </a:ext>
              </a:extLst>
            </p:cNvPr>
            <p:cNvSpPr/>
            <p:nvPr/>
          </p:nvSpPr>
          <p:spPr>
            <a:xfrm>
              <a:off x="238125" y="2791600"/>
              <a:ext cx="695275" cy="547125"/>
            </a:xfrm>
            <a:custGeom>
              <a:avLst/>
              <a:gdLst/>
              <a:ahLst/>
              <a:cxnLst/>
              <a:rect l="l" t="t" r="r" b="b"/>
              <a:pathLst>
                <a:path w="27811" h="21885" extrusionOk="0">
                  <a:moveTo>
                    <a:pt x="13895" y="0"/>
                  </a:moveTo>
                  <a:cubicBezTo>
                    <a:pt x="11443" y="0"/>
                    <a:pt x="9441" y="2003"/>
                    <a:pt x="9441" y="4475"/>
                  </a:cubicBezTo>
                  <a:cubicBezTo>
                    <a:pt x="9441" y="6927"/>
                    <a:pt x="11443" y="8930"/>
                    <a:pt x="13895" y="8930"/>
                  </a:cubicBezTo>
                  <a:cubicBezTo>
                    <a:pt x="16368" y="8930"/>
                    <a:pt x="18370" y="6927"/>
                    <a:pt x="18370" y="4475"/>
                  </a:cubicBezTo>
                  <a:cubicBezTo>
                    <a:pt x="18370" y="2003"/>
                    <a:pt x="16368" y="0"/>
                    <a:pt x="13895" y="0"/>
                  </a:cubicBezTo>
                  <a:close/>
                  <a:moveTo>
                    <a:pt x="0" y="5987"/>
                  </a:moveTo>
                  <a:cubicBezTo>
                    <a:pt x="0" y="10973"/>
                    <a:pt x="4066" y="15039"/>
                    <a:pt x="9052" y="15039"/>
                  </a:cubicBezTo>
                  <a:lnTo>
                    <a:pt x="9686" y="15039"/>
                  </a:lnTo>
                  <a:lnTo>
                    <a:pt x="9686" y="21885"/>
                  </a:lnTo>
                  <a:lnTo>
                    <a:pt x="17941" y="21885"/>
                  </a:lnTo>
                  <a:lnTo>
                    <a:pt x="17941" y="15039"/>
                  </a:lnTo>
                  <a:lnTo>
                    <a:pt x="18738" y="15039"/>
                  </a:lnTo>
                  <a:cubicBezTo>
                    <a:pt x="23744" y="15039"/>
                    <a:pt x="27811" y="10973"/>
                    <a:pt x="27811" y="5987"/>
                  </a:cubicBezTo>
                  <a:lnTo>
                    <a:pt x="22559" y="5987"/>
                  </a:lnTo>
                  <a:cubicBezTo>
                    <a:pt x="22559" y="8092"/>
                    <a:pt x="20843" y="9788"/>
                    <a:pt x="18738" y="9788"/>
                  </a:cubicBezTo>
                  <a:lnTo>
                    <a:pt x="9052" y="9788"/>
                  </a:lnTo>
                  <a:cubicBezTo>
                    <a:pt x="6948" y="9788"/>
                    <a:pt x="5252" y="8092"/>
                    <a:pt x="5252" y="5987"/>
                  </a:cubicBezTo>
                  <a:close/>
                </a:path>
              </a:pathLst>
            </a:custGeom>
            <a:solidFill>
              <a:srgbClr val="64C8FA"/>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53" name="Google Shape;2253;p24">
              <a:extLst>
                <a:ext uri="{FF2B5EF4-FFF2-40B4-BE49-F238E27FC236}">
                  <a16:creationId xmlns:a16="http://schemas.microsoft.com/office/drawing/2014/main" id="{A4AFE31B-54CA-4D8F-7A4D-041BAF0C59F6}"/>
                </a:ext>
              </a:extLst>
            </p:cNvPr>
            <p:cNvSpPr/>
            <p:nvPr/>
          </p:nvSpPr>
          <p:spPr>
            <a:xfrm>
              <a:off x="1191350" y="2441650"/>
              <a:ext cx="614600" cy="794900"/>
            </a:xfrm>
            <a:custGeom>
              <a:avLst/>
              <a:gdLst/>
              <a:ahLst/>
              <a:cxnLst/>
              <a:rect l="l" t="t" r="r" b="b"/>
              <a:pathLst>
                <a:path w="24584" h="31796" extrusionOk="0">
                  <a:moveTo>
                    <a:pt x="12568" y="5620"/>
                  </a:moveTo>
                  <a:cubicBezTo>
                    <a:pt x="15653" y="5620"/>
                    <a:pt x="17799" y="6969"/>
                    <a:pt x="17799" y="10218"/>
                  </a:cubicBezTo>
                  <a:cubicBezTo>
                    <a:pt x="17799" y="13119"/>
                    <a:pt x="15797" y="14775"/>
                    <a:pt x="12629" y="14775"/>
                  </a:cubicBezTo>
                  <a:lnTo>
                    <a:pt x="6908" y="14775"/>
                  </a:lnTo>
                  <a:lnTo>
                    <a:pt x="6908" y="5620"/>
                  </a:lnTo>
                  <a:close/>
                  <a:moveTo>
                    <a:pt x="1" y="1"/>
                  </a:moveTo>
                  <a:lnTo>
                    <a:pt x="1" y="31796"/>
                  </a:lnTo>
                  <a:lnTo>
                    <a:pt x="6908" y="31796"/>
                  </a:lnTo>
                  <a:lnTo>
                    <a:pt x="6908" y="20333"/>
                  </a:lnTo>
                  <a:lnTo>
                    <a:pt x="13876" y="20333"/>
                  </a:lnTo>
                  <a:cubicBezTo>
                    <a:pt x="21355" y="20333"/>
                    <a:pt x="24583" y="15122"/>
                    <a:pt x="24583" y="10136"/>
                  </a:cubicBezTo>
                  <a:cubicBezTo>
                    <a:pt x="24583" y="3883"/>
                    <a:pt x="20251" y="1"/>
                    <a:pt x="13651"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54" name="Google Shape;2254;p24">
              <a:extLst>
                <a:ext uri="{FF2B5EF4-FFF2-40B4-BE49-F238E27FC236}">
                  <a16:creationId xmlns:a16="http://schemas.microsoft.com/office/drawing/2014/main" id="{4504AC18-5861-D1CC-0382-4D74FA0C2368}"/>
                </a:ext>
              </a:extLst>
            </p:cNvPr>
            <p:cNvSpPr/>
            <p:nvPr/>
          </p:nvSpPr>
          <p:spPr>
            <a:xfrm>
              <a:off x="1911675" y="2441650"/>
              <a:ext cx="571650" cy="794900"/>
            </a:xfrm>
            <a:custGeom>
              <a:avLst/>
              <a:gdLst/>
              <a:ahLst/>
              <a:cxnLst/>
              <a:rect l="l" t="t" r="r" b="b"/>
              <a:pathLst>
                <a:path w="22866" h="31796" extrusionOk="0">
                  <a:moveTo>
                    <a:pt x="0" y="1"/>
                  </a:moveTo>
                  <a:lnTo>
                    <a:pt x="0" y="31796"/>
                  </a:lnTo>
                  <a:lnTo>
                    <a:pt x="22866" y="31796"/>
                  </a:lnTo>
                  <a:lnTo>
                    <a:pt x="22866" y="25952"/>
                  </a:lnTo>
                  <a:lnTo>
                    <a:pt x="6907" y="25952"/>
                  </a:lnTo>
                  <a:lnTo>
                    <a:pt x="6907" y="18596"/>
                  </a:lnTo>
                  <a:lnTo>
                    <a:pt x="20598" y="18596"/>
                  </a:lnTo>
                  <a:lnTo>
                    <a:pt x="20598" y="12752"/>
                  </a:lnTo>
                  <a:lnTo>
                    <a:pt x="6907" y="12752"/>
                  </a:lnTo>
                  <a:lnTo>
                    <a:pt x="6907" y="5845"/>
                  </a:lnTo>
                  <a:lnTo>
                    <a:pt x="22743" y="5845"/>
                  </a:lnTo>
                  <a:lnTo>
                    <a:pt x="22743"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55" name="Google Shape;2255;p24">
              <a:extLst>
                <a:ext uri="{FF2B5EF4-FFF2-40B4-BE49-F238E27FC236}">
                  <a16:creationId xmlns:a16="http://schemas.microsoft.com/office/drawing/2014/main" id="{3DA2C7BA-BCB4-5EB2-7CEB-B9C8E020D518}"/>
                </a:ext>
              </a:extLst>
            </p:cNvPr>
            <p:cNvSpPr/>
            <p:nvPr/>
          </p:nvSpPr>
          <p:spPr>
            <a:xfrm>
              <a:off x="2542575" y="2441650"/>
              <a:ext cx="692225" cy="798475"/>
            </a:xfrm>
            <a:custGeom>
              <a:avLst/>
              <a:gdLst/>
              <a:ahLst/>
              <a:cxnLst/>
              <a:rect l="l" t="t" r="r" b="b"/>
              <a:pathLst>
                <a:path w="27689" h="31939" extrusionOk="0">
                  <a:moveTo>
                    <a:pt x="0" y="1"/>
                  </a:moveTo>
                  <a:lnTo>
                    <a:pt x="10299" y="31939"/>
                  </a:lnTo>
                  <a:lnTo>
                    <a:pt x="17267" y="31939"/>
                  </a:lnTo>
                  <a:lnTo>
                    <a:pt x="27688" y="1"/>
                  </a:lnTo>
                  <a:lnTo>
                    <a:pt x="20965" y="1"/>
                  </a:lnTo>
                  <a:lnTo>
                    <a:pt x="14181" y="22928"/>
                  </a:lnTo>
                  <a:lnTo>
                    <a:pt x="14038" y="22928"/>
                  </a:lnTo>
                  <a:lnTo>
                    <a:pt x="7315"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56" name="Google Shape;2256;p24">
              <a:extLst>
                <a:ext uri="{FF2B5EF4-FFF2-40B4-BE49-F238E27FC236}">
                  <a16:creationId xmlns:a16="http://schemas.microsoft.com/office/drawing/2014/main" id="{A8D4350E-6423-741D-6F9D-11E5E21A96D3}"/>
                </a:ext>
              </a:extLst>
            </p:cNvPr>
            <p:cNvSpPr/>
            <p:nvPr/>
          </p:nvSpPr>
          <p:spPr>
            <a:xfrm>
              <a:off x="3487650" y="2440125"/>
              <a:ext cx="140000" cy="188025"/>
            </a:xfrm>
            <a:custGeom>
              <a:avLst/>
              <a:gdLst/>
              <a:ahLst/>
              <a:cxnLst/>
              <a:rect l="l" t="t" r="r" b="b"/>
              <a:pathLst>
                <a:path w="5600" h="7521" extrusionOk="0">
                  <a:moveTo>
                    <a:pt x="2861" y="1186"/>
                  </a:moveTo>
                  <a:cubicBezTo>
                    <a:pt x="3637" y="1186"/>
                    <a:pt x="4230" y="1472"/>
                    <a:pt x="4230" y="2350"/>
                  </a:cubicBezTo>
                  <a:cubicBezTo>
                    <a:pt x="4230" y="3127"/>
                    <a:pt x="3699" y="3515"/>
                    <a:pt x="2881" y="3515"/>
                  </a:cubicBezTo>
                  <a:lnTo>
                    <a:pt x="1390" y="3515"/>
                  </a:lnTo>
                  <a:lnTo>
                    <a:pt x="1390" y="1186"/>
                  </a:lnTo>
                  <a:close/>
                  <a:moveTo>
                    <a:pt x="0" y="1"/>
                  </a:moveTo>
                  <a:lnTo>
                    <a:pt x="0" y="7520"/>
                  </a:lnTo>
                  <a:lnTo>
                    <a:pt x="1390" y="7520"/>
                  </a:lnTo>
                  <a:lnTo>
                    <a:pt x="1390" y="4700"/>
                  </a:lnTo>
                  <a:lnTo>
                    <a:pt x="3127" y="4700"/>
                  </a:lnTo>
                  <a:cubicBezTo>
                    <a:pt x="4823" y="4700"/>
                    <a:pt x="5599" y="3515"/>
                    <a:pt x="5599" y="2371"/>
                  </a:cubicBezTo>
                  <a:cubicBezTo>
                    <a:pt x="5599" y="818"/>
                    <a:pt x="4496" y="1"/>
                    <a:pt x="3045"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57" name="Google Shape;2257;p24">
              <a:extLst>
                <a:ext uri="{FF2B5EF4-FFF2-40B4-BE49-F238E27FC236}">
                  <a16:creationId xmlns:a16="http://schemas.microsoft.com/office/drawing/2014/main" id="{D7870DFF-4240-9DCB-5EA8-4599FBE430C1}"/>
                </a:ext>
              </a:extLst>
            </p:cNvPr>
            <p:cNvSpPr/>
            <p:nvPr/>
          </p:nvSpPr>
          <p:spPr>
            <a:xfrm>
              <a:off x="3650100" y="2490700"/>
              <a:ext cx="86850" cy="137450"/>
            </a:xfrm>
            <a:custGeom>
              <a:avLst/>
              <a:gdLst/>
              <a:ahLst/>
              <a:cxnLst/>
              <a:rect l="l" t="t" r="r" b="b"/>
              <a:pathLst>
                <a:path w="3474" h="5498" extrusionOk="0">
                  <a:moveTo>
                    <a:pt x="3045" y="0"/>
                  </a:moveTo>
                  <a:cubicBezTo>
                    <a:pt x="2391" y="0"/>
                    <a:pt x="1594" y="430"/>
                    <a:pt x="1287" y="1002"/>
                  </a:cubicBezTo>
                  <a:lnTo>
                    <a:pt x="1267" y="1002"/>
                  </a:lnTo>
                  <a:lnTo>
                    <a:pt x="1267" y="103"/>
                  </a:lnTo>
                  <a:lnTo>
                    <a:pt x="0" y="103"/>
                  </a:lnTo>
                  <a:lnTo>
                    <a:pt x="0" y="5497"/>
                  </a:lnTo>
                  <a:lnTo>
                    <a:pt x="1287" y="5497"/>
                  </a:lnTo>
                  <a:lnTo>
                    <a:pt x="1287" y="2739"/>
                  </a:lnTo>
                  <a:cubicBezTo>
                    <a:pt x="1287" y="1737"/>
                    <a:pt x="2023" y="1165"/>
                    <a:pt x="2984" y="1165"/>
                  </a:cubicBezTo>
                  <a:cubicBezTo>
                    <a:pt x="3167" y="1165"/>
                    <a:pt x="3310" y="1165"/>
                    <a:pt x="3474" y="1206"/>
                  </a:cubicBezTo>
                  <a:lnTo>
                    <a:pt x="3474" y="21"/>
                  </a:lnTo>
                  <a:cubicBezTo>
                    <a:pt x="3331" y="0"/>
                    <a:pt x="3188" y="0"/>
                    <a:pt x="3045"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58" name="Google Shape;2258;p24">
              <a:extLst>
                <a:ext uri="{FF2B5EF4-FFF2-40B4-BE49-F238E27FC236}">
                  <a16:creationId xmlns:a16="http://schemas.microsoft.com/office/drawing/2014/main" id="{EB2D544E-0683-F30A-7E68-C4E97DDBCED0}"/>
                </a:ext>
              </a:extLst>
            </p:cNvPr>
            <p:cNvSpPr/>
            <p:nvPr/>
          </p:nvSpPr>
          <p:spPr>
            <a:xfrm>
              <a:off x="3752775" y="2490700"/>
              <a:ext cx="122625" cy="140500"/>
            </a:xfrm>
            <a:custGeom>
              <a:avLst/>
              <a:gdLst/>
              <a:ahLst/>
              <a:cxnLst/>
              <a:rect l="l" t="t" r="r" b="b"/>
              <a:pathLst>
                <a:path w="4905" h="5620" extrusionOk="0">
                  <a:moveTo>
                    <a:pt x="2432" y="1104"/>
                  </a:moveTo>
                  <a:cubicBezTo>
                    <a:pt x="3106" y="1104"/>
                    <a:pt x="3597" y="1472"/>
                    <a:pt x="3597" y="2126"/>
                  </a:cubicBezTo>
                  <a:lnTo>
                    <a:pt x="3597" y="3474"/>
                  </a:lnTo>
                  <a:cubicBezTo>
                    <a:pt x="3597" y="4251"/>
                    <a:pt x="3025" y="4537"/>
                    <a:pt x="2473" y="4537"/>
                  </a:cubicBezTo>
                  <a:cubicBezTo>
                    <a:pt x="1819" y="4537"/>
                    <a:pt x="1308" y="4149"/>
                    <a:pt x="1308" y="3495"/>
                  </a:cubicBezTo>
                  <a:lnTo>
                    <a:pt x="1308" y="2166"/>
                  </a:lnTo>
                  <a:cubicBezTo>
                    <a:pt x="1308" y="1390"/>
                    <a:pt x="1901" y="1104"/>
                    <a:pt x="2432" y="1104"/>
                  </a:cubicBezTo>
                  <a:close/>
                  <a:moveTo>
                    <a:pt x="2432" y="0"/>
                  </a:moveTo>
                  <a:cubicBezTo>
                    <a:pt x="1247" y="0"/>
                    <a:pt x="0" y="797"/>
                    <a:pt x="0" y="2269"/>
                  </a:cubicBezTo>
                  <a:lnTo>
                    <a:pt x="0" y="3495"/>
                  </a:lnTo>
                  <a:cubicBezTo>
                    <a:pt x="0" y="4884"/>
                    <a:pt x="1165" y="5620"/>
                    <a:pt x="2473" y="5620"/>
                  </a:cubicBezTo>
                  <a:cubicBezTo>
                    <a:pt x="3679" y="5620"/>
                    <a:pt x="4905" y="4823"/>
                    <a:pt x="4905" y="3352"/>
                  </a:cubicBezTo>
                  <a:lnTo>
                    <a:pt x="4905" y="2248"/>
                  </a:lnTo>
                  <a:cubicBezTo>
                    <a:pt x="4905" y="859"/>
                    <a:pt x="3740" y="0"/>
                    <a:pt x="2432"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59" name="Google Shape;2259;p24">
              <a:extLst>
                <a:ext uri="{FF2B5EF4-FFF2-40B4-BE49-F238E27FC236}">
                  <a16:creationId xmlns:a16="http://schemas.microsoft.com/office/drawing/2014/main" id="{437F21A2-E2A8-4CCD-AF8C-ABD8131DCFB4}"/>
                </a:ext>
              </a:extLst>
            </p:cNvPr>
            <p:cNvSpPr/>
            <p:nvPr/>
          </p:nvSpPr>
          <p:spPr>
            <a:xfrm>
              <a:off x="3897850" y="2490700"/>
              <a:ext cx="121100" cy="189050"/>
            </a:xfrm>
            <a:custGeom>
              <a:avLst/>
              <a:gdLst/>
              <a:ahLst/>
              <a:cxnLst/>
              <a:rect l="l" t="t" r="r" b="b"/>
              <a:pathLst>
                <a:path w="4844" h="7562" extrusionOk="0">
                  <a:moveTo>
                    <a:pt x="2432" y="1104"/>
                  </a:moveTo>
                  <a:cubicBezTo>
                    <a:pt x="3086" y="1104"/>
                    <a:pt x="3597" y="1472"/>
                    <a:pt x="3597" y="2126"/>
                  </a:cubicBezTo>
                  <a:lnTo>
                    <a:pt x="3597" y="3331"/>
                  </a:lnTo>
                  <a:cubicBezTo>
                    <a:pt x="3597" y="4108"/>
                    <a:pt x="3004" y="4394"/>
                    <a:pt x="2473" y="4394"/>
                  </a:cubicBezTo>
                  <a:cubicBezTo>
                    <a:pt x="1799" y="4394"/>
                    <a:pt x="1308" y="4006"/>
                    <a:pt x="1308" y="3352"/>
                  </a:cubicBezTo>
                  <a:lnTo>
                    <a:pt x="1308" y="2166"/>
                  </a:lnTo>
                  <a:cubicBezTo>
                    <a:pt x="1308" y="1390"/>
                    <a:pt x="1901" y="1104"/>
                    <a:pt x="2432" y="1104"/>
                  </a:cubicBezTo>
                  <a:close/>
                  <a:moveTo>
                    <a:pt x="2105" y="0"/>
                  </a:moveTo>
                  <a:cubicBezTo>
                    <a:pt x="920" y="0"/>
                    <a:pt x="1" y="797"/>
                    <a:pt x="1" y="2269"/>
                  </a:cubicBezTo>
                  <a:lnTo>
                    <a:pt x="1" y="3290"/>
                  </a:lnTo>
                  <a:cubicBezTo>
                    <a:pt x="1" y="4680"/>
                    <a:pt x="818" y="5415"/>
                    <a:pt x="2126" y="5415"/>
                  </a:cubicBezTo>
                  <a:cubicBezTo>
                    <a:pt x="2739" y="5415"/>
                    <a:pt x="3229" y="5191"/>
                    <a:pt x="3577" y="4721"/>
                  </a:cubicBezTo>
                  <a:lnTo>
                    <a:pt x="3597" y="4721"/>
                  </a:lnTo>
                  <a:lnTo>
                    <a:pt x="3597" y="5272"/>
                  </a:lnTo>
                  <a:cubicBezTo>
                    <a:pt x="3597" y="6049"/>
                    <a:pt x="3168" y="6539"/>
                    <a:pt x="2391" y="6539"/>
                  </a:cubicBezTo>
                  <a:cubicBezTo>
                    <a:pt x="1921" y="6539"/>
                    <a:pt x="1554" y="6335"/>
                    <a:pt x="1308" y="5824"/>
                  </a:cubicBezTo>
                  <a:lnTo>
                    <a:pt x="82" y="6253"/>
                  </a:lnTo>
                  <a:cubicBezTo>
                    <a:pt x="348" y="7152"/>
                    <a:pt x="1390" y="7561"/>
                    <a:pt x="2269" y="7561"/>
                  </a:cubicBezTo>
                  <a:cubicBezTo>
                    <a:pt x="4128" y="7561"/>
                    <a:pt x="4844" y="6294"/>
                    <a:pt x="4844" y="5048"/>
                  </a:cubicBezTo>
                  <a:lnTo>
                    <a:pt x="4844" y="103"/>
                  </a:lnTo>
                  <a:lnTo>
                    <a:pt x="3617" y="103"/>
                  </a:lnTo>
                  <a:lnTo>
                    <a:pt x="3617" y="736"/>
                  </a:lnTo>
                  <a:lnTo>
                    <a:pt x="3597" y="736"/>
                  </a:lnTo>
                  <a:cubicBezTo>
                    <a:pt x="3311" y="327"/>
                    <a:pt x="2739" y="0"/>
                    <a:pt x="2105"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60" name="Google Shape;2260;p24">
              <a:extLst>
                <a:ext uri="{FF2B5EF4-FFF2-40B4-BE49-F238E27FC236}">
                  <a16:creationId xmlns:a16="http://schemas.microsoft.com/office/drawing/2014/main" id="{0CAA7807-EC78-E028-E36C-F03115596B74}"/>
                </a:ext>
              </a:extLst>
            </p:cNvPr>
            <p:cNvSpPr/>
            <p:nvPr/>
          </p:nvSpPr>
          <p:spPr>
            <a:xfrm>
              <a:off x="4051100" y="2490700"/>
              <a:ext cx="86875" cy="137450"/>
            </a:xfrm>
            <a:custGeom>
              <a:avLst/>
              <a:gdLst/>
              <a:ahLst/>
              <a:cxnLst/>
              <a:rect l="l" t="t" r="r" b="b"/>
              <a:pathLst>
                <a:path w="3475" h="5498" extrusionOk="0">
                  <a:moveTo>
                    <a:pt x="3046" y="0"/>
                  </a:moveTo>
                  <a:cubicBezTo>
                    <a:pt x="2392" y="0"/>
                    <a:pt x="1595" y="430"/>
                    <a:pt x="1288" y="1002"/>
                  </a:cubicBezTo>
                  <a:lnTo>
                    <a:pt x="1268" y="1002"/>
                  </a:lnTo>
                  <a:lnTo>
                    <a:pt x="1268" y="103"/>
                  </a:lnTo>
                  <a:lnTo>
                    <a:pt x="1" y="103"/>
                  </a:lnTo>
                  <a:lnTo>
                    <a:pt x="1" y="5497"/>
                  </a:lnTo>
                  <a:lnTo>
                    <a:pt x="1288" y="5497"/>
                  </a:lnTo>
                  <a:lnTo>
                    <a:pt x="1288" y="2739"/>
                  </a:lnTo>
                  <a:cubicBezTo>
                    <a:pt x="1288" y="1737"/>
                    <a:pt x="2024" y="1165"/>
                    <a:pt x="2984" y="1165"/>
                  </a:cubicBezTo>
                  <a:cubicBezTo>
                    <a:pt x="3168" y="1165"/>
                    <a:pt x="3311" y="1165"/>
                    <a:pt x="3475" y="1206"/>
                  </a:cubicBezTo>
                  <a:lnTo>
                    <a:pt x="3475" y="21"/>
                  </a:lnTo>
                  <a:cubicBezTo>
                    <a:pt x="3332" y="0"/>
                    <a:pt x="3189" y="0"/>
                    <a:pt x="3046"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61" name="Google Shape;2261;p24">
              <a:extLst>
                <a:ext uri="{FF2B5EF4-FFF2-40B4-BE49-F238E27FC236}">
                  <a16:creationId xmlns:a16="http://schemas.microsoft.com/office/drawing/2014/main" id="{B9169D63-247C-7673-AE91-1B567C86731C}"/>
                </a:ext>
              </a:extLst>
            </p:cNvPr>
            <p:cNvSpPr/>
            <p:nvPr/>
          </p:nvSpPr>
          <p:spPr>
            <a:xfrm>
              <a:off x="4149700" y="2490200"/>
              <a:ext cx="120600" cy="140500"/>
            </a:xfrm>
            <a:custGeom>
              <a:avLst/>
              <a:gdLst/>
              <a:ahLst/>
              <a:cxnLst/>
              <a:rect l="l" t="t" r="r" b="b"/>
              <a:pathLst>
                <a:path w="4824" h="5620" extrusionOk="0">
                  <a:moveTo>
                    <a:pt x="3434" y="3269"/>
                  </a:moveTo>
                  <a:lnTo>
                    <a:pt x="3434" y="3515"/>
                  </a:lnTo>
                  <a:cubicBezTo>
                    <a:pt x="3434" y="4107"/>
                    <a:pt x="3270" y="4598"/>
                    <a:pt x="2228" y="4618"/>
                  </a:cubicBezTo>
                  <a:cubicBezTo>
                    <a:pt x="1635" y="4618"/>
                    <a:pt x="1268" y="4373"/>
                    <a:pt x="1268" y="3923"/>
                  </a:cubicBezTo>
                  <a:cubicBezTo>
                    <a:pt x="1268" y="3453"/>
                    <a:pt x="1615" y="3269"/>
                    <a:pt x="2167" y="3269"/>
                  </a:cubicBezTo>
                  <a:close/>
                  <a:moveTo>
                    <a:pt x="2412" y="0"/>
                  </a:moveTo>
                  <a:cubicBezTo>
                    <a:pt x="1390" y="0"/>
                    <a:pt x="266" y="409"/>
                    <a:pt x="266" y="1594"/>
                  </a:cubicBezTo>
                  <a:lnTo>
                    <a:pt x="266" y="1737"/>
                  </a:lnTo>
                  <a:lnTo>
                    <a:pt x="1431" y="1737"/>
                  </a:lnTo>
                  <a:lnTo>
                    <a:pt x="1431" y="1553"/>
                  </a:lnTo>
                  <a:cubicBezTo>
                    <a:pt x="1431" y="1206"/>
                    <a:pt x="1840" y="1022"/>
                    <a:pt x="2412" y="1022"/>
                  </a:cubicBezTo>
                  <a:cubicBezTo>
                    <a:pt x="3045" y="1022"/>
                    <a:pt x="3434" y="1247"/>
                    <a:pt x="3434" y="1819"/>
                  </a:cubicBezTo>
                  <a:lnTo>
                    <a:pt x="3434" y="2330"/>
                  </a:lnTo>
                  <a:lnTo>
                    <a:pt x="2003" y="2330"/>
                  </a:lnTo>
                  <a:cubicBezTo>
                    <a:pt x="961" y="2330"/>
                    <a:pt x="1" y="2943"/>
                    <a:pt x="1" y="3985"/>
                  </a:cubicBezTo>
                  <a:cubicBezTo>
                    <a:pt x="1" y="5006"/>
                    <a:pt x="757" y="5619"/>
                    <a:pt x="1881" y="5619"/>
                  </a:cubicBezTo>
                  <a:cubicBezTo>
                    <a:pt x="2575" y="5619"/>
                    <a:pt x="2984" y="5517"/>
                    <a:pt x="3474" y="5006"/>
                  </a:cubicBezTo>
                  <a:lnTo>
                    <a:pt x="3495" y="5006"/>
                  </a:lnTo>
                  <a:cubicBezTo>
                    <a:pt x="3495" y="5109"/>
                    <a:pt x="3515" y="5435"/>
                    <a:pt x="3536" y="5517"/>
                  </a:cubicBezTo>
                  <a:lnTo>
                    <a:pt x="4823" y="5517"/>
                  </a:lnTo>
                  <a:cubicBezTo>
                    <a:pt x="4762" y="5395"/>
                    <a:pt x="4721" y="4598"/>
                    <a:pt x="4721" y="4352"/>
                  </a:cubicBezTo>
                  <a:lnTo>
                    <a:pt x="4721" y="1737"/>
                  </a:lnTo>
                  <a:cubicBezTo>
                    <a:pt x="4721" y="409"/>
                    <a:pt x="3617" y="0"/>
                    <a:pt x="2412"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62" name="Google Shape;2262;p24">
              <a:extLst>
                <a:ext uri="{FF2B5EF4-FFF2-40B4-BE49-F238E27FC236}">
                  <a16:creationId xmlns:a16="http://schemas.microsoft.com/office/drawing/2014/main" id="{25EF7260-E401-D5C9-AA84-9008B0351EBF}"/>
                </a:ext>
              </a:extLst>
            </p:cNvPr>
            <p:cNvSpPr/>
            <p:nvPr/>
          </p:nvSpPr>
          <p:spPr>
            <a:xfrm>
              <a:off x="4300925" y="2490700"/>
              <a:ext cx="197200" cy="137450"/>
            </a:xfrm>
            <a:custGeom>
              <a:avLst/>
              <a:gdLst/>
              <a:ahLst/>
              <a:cxnLst/>
              <a:rect l="l" t="t" r="r" b="b"/>
              <a:pathLst>
                <a:path w="7888" h="5498" extrusionOk="0">
                  <a:moveTo>
                    <a:pt x="2800" y="0"/>
                  </a:moveTo>
                  <a:cubicBezTo>
                    <a:pt x="2166" y="0"/>
                    <a:pt x="1635" y="246"/>
                    <a:pt x="1267" y="757"/>
                  </a:cubicBezTo>
                  <a:lnTo>
                    <a:pt x="1247" y="757"/>
                  </a:lnTo>
                  <a:lnTo>
                    <a:pt x="1247" y="103"/>
                  </a:lnTo>
                  <a:lnTo>
                    <a:pt x="0" y="103"/>
                  </a:lnTo>
                  <a:lnTo>
                    <a:pt x="0" y="5497"/>
                  </a:lnTo>
                  <a:lnTo>
                    <a:pt x="1287" y="5497"/>
                  </a:lnTo>
                  <a:lnTo>
                    <a:pt x="1287" y="2330"/>
                  </a:lnTo>
                  <a:cubicBezTo>
                    <a:pt x="1287" y="1431"/>
                    <a:pt x="1880" y="1124"/>
                    <a:pt x="2330" y="1124"/>
                  </a:cubicBezTo>
                  <a:cubicBezTo>
                    <a:pt x="3106" y="1124"/>
                    <a:pt x="3310" y="1696"/>
                    <a:pt x="3310" y="2371"/>
                  </a:cubicBezTo>
                  <a:lnTo>
                    <a:pt x="3310" y="5497"/>
                  </a:lnTo>
                  <a:lnTo>
                    <a:pt x="4598" y="5497"/>
                  </a:lnTo>
                  <a:lnTo>
                    <a:pt x="4598" y="2371"/>
                  </a:lnTo>
                  <a:cubicBezTo>
                    <a:pt x="4598" y="1676"/>
                    <a:pt x="4904" y="1124"/>
                    <a:pt x="5620" y="1124"/>
                  </a:cubicBezTo>
                  <a:cubicBezTo>
                    <a:pt x="6355" y="1124"/>
                    <a:pt x="6600" y="1615"/>
                    <a:pt x="6600" y="2350"/>
                  </a:cubicBezTo>
                  <a:lnTo>
                    <a:pt x="6600" y="5497"/>
                  </a:lnTo>
                  <a:lnTo>
                    <a:pt x="7888" y="5497"/>
                  </a:lnTo>
                  <a:lnTo>
                    <a:pt x="7888" y="1901"/>
                  </a:lnTo>
                  <a:cubicBezTo>
                    <a:pt x="7888" y="573"/>
                    <a:pt x="7009" y="0"/>
                    <a:pt x="6008" y="0"/>
                  </a:cubicBezTo>
                  <a:cubicBezTo>
                    <a:pt x="5272" y="0"/>
                    <a:pt x="4720" y="307"/>
                    <a:pt x="4332" y="797"/>
                  </a:cubicBezTo>
                  <a:cubicBezTo>
                    <a:pt x="3985" y="287"/>
                    <a:pt x="3515" y="0"/>
                    <a:pt x="2800"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63" name="Google Shape;2263;p24">
              <a:extLst>
                <a:ext uri="{FF2B5EF4-FFF2-40B4-BE49-F238E27FC236}">
                  <a16:creationId xmlns:a16="http://schemas.microsoft.com/office/drawing/2014/main" id="{EB87D79C-F929-7FCC-5D52-724C2A65064C}"/>
                </a:ext>
              </a:extLst>
            </p:cNvPr>
            <p:cNvSpPr/>
            <p:nvPr/>
          </p:nvSpPr>
          <p:spPr>
            <a:xfrm>
              <a:off x="4532325" y="2490700"/>
              <a:ext cx="197725" cy="137450"/>
            </a:xfrm>
            <a:custGeom>
              <a:avLst/>
              <a:gdLst/>
              <a:ahLst/>
              <a:cxnLst/>
              <a:rect l="l" t="t" r="r" b="b"/>
              <a:pathLst>
                <a:path w="7909" h="5498" extrusionOk="0">
                  <a:moveTo>
                    <a:pt x="2800" y="0"/>
                  </a:moveTo>
                  <a:cubicBezTo>
                    <a:pt x="2167" y="0"/>
                    <a:pt x="1636" y="246"/>
                    <a:pt x="1268" y="757"/>
                  </a:cubicBezTo>
                  <a:lnTo>
                    <a:pt x="1247" y="757"/>
                  </a:lnTo>
                  <a:lnTo>
                    <a:pt x="1247" y="103"/>
                  </a:lnTo>
                  <a:lnTo>
                    <a:pt x="1" y="103"/>
                  </a:lnTo>
                  <a:lnTo>
                    <a:pt x="1" y="5497"/>
                  </a:lnTo>
                  <a:lnTo>
                    <a:pt x="1288" y="5497"/>
                  </a:lnTo>
                  <a:lnTo>
                    <a:pt x="1288" y="2330"/>
                  </a:lnTo>
                  <a:cubicBezTo>
                    <a:pt x="1288" y="1431"/>
                    <a:pt x="1881" y="1124"/>
                    <a:pt x="2330" y="1124"/>
                  </a:cubicBezTo>
                  <a:cubicBezTo>
                    <a:pt x="3127" y="1124"/>
                    <a:pt x="3311" y="1696"/>
                    <a:pt x="3311" y="2371"/>
                  </a:cubicBezTo>
                  <a:lnTo>
                    <a:pt x="3311" y="5497"/>
                  </a:lnTo>
                  <a:lnTo>
                    <a:pt x="4598" y="5497"/>
                  </a:lnTo>
                  <a:lnTo>
                    <a:pt x="4598" y="2371"/>
                  </a:lnTo>
                  <a:cubicBezTo>
                    <a:pt x="4598" y="1676"/>
                    <a:pt x="4905" y="1124"/>
                    <a:pt x="5641" y="1124"/>
                  </a:cubicBezTo>
                  <a:cubicBezTo>
                    <a:pt x="6356" y="1124"/>
                    <a:pt x="6621" y="1615"/>
                    <a:pt x="6621" y="2350"/>
                  </a:cubicBezTo>
                  <a:lnTo>
                    <a:pt x="6621" y="5497"/>
                  </a:lnTo>
                  <a:lnTo>
                    <a:pt x="7909" y="5497"/>
                  </a:lnTo>
                  <a:lnTo>
                    <a:pt x="7909" y="1901"/>
                  </a:lnTo>
                  <a:cubicBezTo>
                    <a:pt x="7909" y="573"/>
                    <a:pt x="7010" y="0"/>
                    <a:pt x="6008" y="0"/>
                  </a:cubicBezTo>
                  <a:cubicBezTo>
                    <a:pt x="5273" y="0"/>
                    <a:pt x="4721" y="307"/>
                    <a:pt x="4353" y="797"/>
                  </a:cubicBezTo>
                  <a:lnTo>
                    <a:pt x="4333" y="797"/>
                  </a:lnTo>
                  <a:cubicBezTo>
                    <a:pt x="4006" y="287"/>
                    <a:pt x="3515" y="0"/>
                    <a:pt x="2800"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64" name="Google Shape;2264;p24">
              <a:extLst>
                <a:ext uri="{FF2B5EF4-FFF2-40B4-BE49-F238E27FC236}">
                  <a16:creationId xmlns:a16="http://schemas.microsoft.com/office/drawing/2014/main" id="{F4DCEBE5-F9BE-6B5E-A1BB-EE07A9E81BFC}"/>
                </a:ext>
              </a:extLst>
            </p:cNvPr>
            <p:cNvSpPr/>
            <p:nvPr/>
          </p:nvSpPr>
          <p:spPr>
            <a:xfrm>
              <a:off x="4758125" y="2490700"/>
              <a:ext cx="120075" cy="140500"/>
            </a:xfrm>
            <a:custGeom>
              <a:avLst/>
              <a:gdLst/>
              <a:ahLst/>
              <a:cxnLst/>
              <a:rect l="l" t="t" r="r" b="b"/>
              <a:pathLst>
                <a:path w="4803" h="5620" extrusionOk="0">
                  <a:moveTo>
                    <a:pt x="2473" y="1083"/>
                  </a:moveTo>
                  <a:cubicBezTo>
                    <a:pt x="3004" y="1083"/>
                    <a:pt x="3515" y="1390"/>
                    <a:pt x="3515" y="2126"/>
                  </a:cubicBezTo>
                  <a:lnTo>
                    <a:pt x="3515" y="2269"/>
                  </a:lnTo>
                  <a:lnTo>
                    <a:pt x="1329" y="2269"/>
                  </a:lnTo>
                  <a:lnTo>
                    <a:pt x="1329" y="2187"/>
                  </a:lnTo>
                  <a:cubicBezTo>
                    <a:pt x="1329" y="1390"/>
                    <a:pt x="1921" y="1083"/>
                    <a:pt x="2473" y="1083"/>
                  </a:cubicBezTo>
                  <a:close/>
                  <a:moveTo>
                    <a:pt x="2473" y="0"/>
                  </a:moveTo>
                  <a:cubicBezTo>
                    <a:pt x="1145" y="0"/>
                    <a:pt x="1" y="838"/>
                    <a:pt x="1" y="2371"/>
                  </a:cubicBezTo>
                  <a:lnTo>
                    <a:pt x="1" y="3413"/>
                  </a:lnTo>
                  <a:cubicBezTo>
                    <a:pt x="1" y="4884"/>
                    <a:pt x="1186" y="5620"/>
                    <a:pt x="2514" y="5620"/>
                  </a:cubicBezTo>
                  <a:cubicBezTo>
                    <a:pt x="3474" y="5620"/>
                    <a:pt x="4333" y="5252"/>
                    <a:pt x="4741" y="4414"/>
                  </a:cubicBezTo>
                  <a:lnTo>
                    <a:pt x="3761" y="3842"/>
                  </a:lnTo>
                  <a:cubicBezTo>
                    <a:pt x="3474" y="4271"/>
                    <a:pt x="3025" y="4537"/>
                    <a:pt x="2575" y="4537"/>
                  </a:cubicBezTo>
                  <a:cubicBezTo>
                    <a:pt x="1901" y="4537"/>
                    <a:pt x="1349" y="4149"/>
                    <a:pt x="1349" y="3454"/>
                  </a:cubicBezTo>
                  <a:lnTo>
                    <a:pt x="1349" y="3168"/>
                  </a:lnTo>
                  <a:lnTo>
                    <a:pt x="4803" y="3168"/>
                  </a:lnTo>
                  <a:lnTo>
                    <a:pt x="4803" y="2126"/>
                  </a:lnTo>
                  <a:cubicBezTo>
                    <a:pt x="4803" y="695"/>
                    <a:pt x="3638" y="0"/>
                    <a:pt x="2473"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65" name="Google Shape;2265;p24">
              <a:extLst>
                <a:ext uri="{FF2B5EF4-FFF2-40B4-BE49-F238E27FC236}">
                  <a16:creationId xmlns:a16="http://schemas.microsoft.com/office/drawing/2014/main" id="{7DA29EE8-5F19-1033-EAAA-8176EE8B2C1F}"/>
                </a:ext>
              </a:extLst>
            </p:cNvPr>
            <p:cNvSpPr/>
            <p:nvPr/>
          </p:nvSpPr>
          <p:spPr>
            <a:xfrm>
              <a:off x="3487650" y="2756350"/>
              <a:ext cx="131300" cy="188000"/>
            </a:xfrm>
            <a:custGeom>
              <a:avLst/>
              <a:gdLst/>
              <a:ahLst/>
              <a:cxnLst/>
              <a:rect l="l" t="t" r="r" b="b"/>
              <a:pathLst>
                <a:path w="5252" h="7520" extrusionOk="0">
                  <a:moveTo>
                    <a:pt x="0" y="0"/>
                  </a:moveTo>
                  <a:lnTo>
                    <a:pt x="0" y="7520"/>
                  </a:lnTo>
                  <a:lnTo>
                    <a:pt x="5252" y="7520"/>
                  </a:lnTo>
                  <a:lnTo>
                    <a:pt x="5252" y="6294"/>
                  </a:lnTo>
                  <a:lnTo>
                    <a:pt x="1390" y="6294"/>
                  </a:lnTo>
                  <a:lnTo>
                    <a:pt x="1390" y="4312"/>
                  </a:lnTo>
                  <a:lnTo>
                    <a:pt x="4782" y="4312"/>
                  </a:lnTo>
                  <a:lnTo>
                    <a:pt x="4782" y="3065"/>
                  </a:lnTo>
                  <a:lnTo>
                    <a:pt x="1390" y="3065"/>
                  </a:lnTo>
                  <a:lnTo>
                    <a:pt x="1390" y="1226"/>
                  </a:lnTo>
                  <a:lnTo>
                    <a:pt x="5211" y="1226"/>
                  </a:lnTo>
                  <a:lnTo>
                    <a:pt x="5211" y="0"/>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66" name="Google Shape;2266;p24">
              <a:extLst>
                <a:ext uri="{FF2B5EF4-FFF2-40B4-BE49-F238E27FC236}">
                  <a16:creationId xmlns:a16="http://schemas.microsoft.com/office/drawing/2014/main" id="{F9AE5C0E-278C-59AC-6CF7-1F90112F686E}"/>
                </a:ext>
              </a:extLst>
            </p:cNvPr>
            <p:cNvSpPr/>
            <p:nvPr/>
          </p:nvSpPr>
          <p:spPr>
            <a:xfrm>
              <a:off x="3650600" y="2756350"/>
              <a:ext cx="58275" cy="189550"/>
            </a:xfrm>
            <a:custGeom>
              <a:avLst/>
              <a:gdLst/>
              <a:ahLst/>
              <a:cxnLst/>
              <a:rect l="l" t="t" r="r" b="b"/>
              <a:pathLst>
                <a:path w="2331" h="7582" extrusionOk="0">
                  <a:moveTo>
                    <a:pt x="1" y="0"/>
                  </a:moveTo>
                  <a:lnTo>
                    <a:pt x="1" y="6069"/>
                  </a:lnTo>
                  <a:cubicBezTo>
                    <a:pt x="1" y="6559"/>
                    <a:pt x="21" y="7581"/>
                    <a:pt x="1308" y="7581"/>
                  </a:cubicBezTo>
                  <a:cubicBezTo>
                    <a:pt x="1635" y="7581"/>
                    <a:pt x="2064" y="7520"/>
                    <a:pt x="2330" y="7438"/>
                  </a:cubicBezTo>
                  <a:lnTo>
                    <a:pt x="2330" y="6457"/>
                  </a:lnTo>
                  <a:cubicBezTo>
                    <a:pt x="2105" y="6478"/>
                    <a:pt x="1983" y="6498"/>
                    <a:pt x="1758" y="6498"/>
                  </a:cubicBezTo>
                  <a:cubicBezTo>
                    <a:pt x="1390" y="6498"/>
                    <a:pt x="1288" y="6294"/>
                    <a:pt x="1288" y="6069"/>
                  </a:cubicBezTo>
                  <a:lnTo>
                    <a:pt x="1288" y="0"/>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67" name="Google Shape;2267;p24">
              <a:extLst>
                <a:ext uri="{FF2B5EF4-FFF2-40B4-BE49-F238E27FC236}">
                  <a16:creationId xmlns:a16="http://schemas.microsoft.com/office/drawing/2014/main" id="{7D6D2587-E5B0-CB90-37D0-C823603BCE01}"/>
                </a:ext>
              </a:extLst>
            </p:cNvPr>
            <p:cNvSpPr/>
            <p:nvPr/>
          </p:nvSpPr>
          <p:spPr>
            <a:xfrm>
              <a:off x="3723150" y="2806400"/>
              <a:ext cx="120075" cy="140500"/>
            </a:xfrm>
            <a:custGeom>
              <a:avLst/>
              <a:gdLst/>
              <a:ahLst/>
              <a:cxnLst/>
              <a:rect l="l" t="t" r="r" b="b"/>
              <a:pathLst>
                <a:path w="4803" h="5620" extrusionOk="0">
                  <a:moveTo>
                    <a:pt x="3413" y="3250"/>
                  </a:moveTo>
                  <a:lnTo>
                    <a:pt x="3413" y="3515"/>
                  </a:lnTo>
                  <a:cubicBezTo>
                    <a:pt x="3413" y="4108"/>
                    <a:pt x="3249" y="4598"/>
                    <a:pt x="2228" y="4598"/>
                  </a:cubicBezTo>
                  <a:cubicBezTo>
                    <a:pt x="1615" y="4598"/>
                    <a:pt x="1247" y="4373"/>
                    <a:pt x="1247" y="3924"/>
                  </a:cubicBezTo>
                  <a:cubicBezTo>
                    <a:pt x="1247" y="3454"/>
                    <a:pt x="1615" y="3250"/>
                    <a:pt x="2146" y="3250"/>
                  </a:cubicBezTo>
                  <a:close/>
                  <a:moveTo>
                    <a:pt x="2391" y="1"/>
                  </a:moveTo>
                  <a:cubicBezTo>
                    <a:pt x="1390" y="1"/>
                    <a:pt x="266" y="409"/>
                    <a:pt x="266" y="1594"/>
                  </a:cubicBezTo>
                  <a:lnTo>
                    <a:pt x="266" y="1737"/>
                  </a:lnTo>
                  <a:lnTo>
                    <a:pt x="1410" y="1737"/>
                  </a:lnTo>
                  <a:lnTo>
                    <a:pt x="1410" y="1554"/>
                  </a:lnTo>
                  <a:cubicBezTo>
                    <a:pt x="1410" y="1206"/>
                    <a:pt x="1819" y="1022"/>
                    <a:pt x="2391" y="1022"/>
                  </a:cubicBezTo>
                  <a:cubicBezTo>
                    <a:pt x="3045" y="1022"/>
                    <a:pt x="3413" y="1247"/>
                    <a:pt x="3413" y="1819"/>
                  </a:cubicBezTo>
                  <a:lnTo>
                    <a:pt x="3413" y="2330"/>
                  </a:lnTo>
                  <a:lnTo>
                    <a:pt x="1982" y="2330"/>
                  </a:lnTo>
                  <a:cubicBezTo>
                    <a:pt x="940" y="2330"/>
                    <a:pt x="0" y="2943"/>
                    <a:pt x="0" y="3985"/>
                  </a:cubicBezTo>
                  <a:cubicBezTo>
                    <a:pt x="0" y="5007"/>
                    <a:pt x="756" y="5620"/>
                    <a:pt x="1880" y="5620"/>
                  </a:cubicBezTo>
                  <a:cubicBezTo>
                    <a:pt x="2575" y="5620"/>
                    <a:pt x="2984" y="5518"/>
                    <a:pt x="3454" y="5007"/>
                  </a:cubicBezTo>
                  <a:lnTo>
                    <a:pt x="3474" y="5007"/>
                  </a:lnTo>
                  <a:cubicBezTo>
                    <a:pt x="3494" y="5109"/>
                    <a:pt x="3515" y="5436"/>
                    <a:pt x="3535" y="5518"/>
                  </a:cubicBezTo>
                  <a:lnTo>
                    <a:pt x="4802" y="5518"/>
                  </a:lnTo>
                  <a:cubicBezTo>
                    <a:pt x="4741" y="5395"/>
                    <a:pt x="4700" y="4598"/>
                    <a:pt x="4700" y="4353"/>
                  </a:cubicBezTo>
                  <a:lnTo>
                    <a:pt x="4700" y="1737"/>
                  </a:lnTo>
                  <a:cubicBezTo>
                    <a:pt x="4700" y="409"/>
                    <a:pt x="3597" y="1"/>
                    <a:pt x="2391"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68" name="Google Shape;2268;p24">
              <a:extLst>
                <a:ext uri="{FF2B5EF4-FFF2-40B4-BE49-F238E27FC236}">
                  <a16:creationId xmlns:a16="http://schemas.microsoft.com/office/drawing/2014/main" id="{8BB021E5-04BD-BAEC-6910-A241C0587F60}"/>
                </a:ext>
              </a:extLst>
            </p:cNvPr>
            <p:cNvSpPr/>
            <p:nvPr/>
          </p:nvSpPr>
          <p:spPr>
            <a:xfrm>
              <a:off x="3872825" y="2806925"/>
              <a:ext cx="86350" cy="137425"/>
            </a:xfrm>
            <a:custGeom>
              <a:avLst/>
              <a:gdLst/>
              <a:ahLst/>
              <a:cxnLst/>
              <a:rect l="l" t="t" r="r" b="b"/>
              <a:pathLst>
                <a:path w="3454" h="5497" extrusionOk="0">
                  <a:moveTo>
                    <a:pt x="3025" y="0"/>
                  </a:moveTo>
                  <a:cubicBezTo>
                    <a:pt x="2391" y="0"/>
                    <a:pt x="1594" y="429"/>
                    <a:pt x="1267" y="1001"/>
                  </a:cubicBezTo>
                  <a:lnTo>
                    <a:pt x="1247" y="1001"/>
                  </a:lnTo>
                  <a:lnTo>
                    <a:pt x="1247" y="102"/>
                  </a:lnTo>
                  <a:lnTo>
                    <a:pt x="0" y="102"/>
                  </a:lnTo>
                  <a:lnTo>
                    <a:pt x="0" y="5497"/>
                  </a:lnTo>
                  <a:lnTo>
                    <a:pt x="1288" y="5497"/>
                  </a:lnTo>
                  <a:lnTo>
                    <a:pt x="1288" y="2738"/>
                  </a:lnTo>
                  <a:cubicBezTo>
                    <a:pt x="1288" y="1737"/>
                    <a:pt x="2003" y="1165"/>
                    <a:pt x="2984" y="1165"/>
                  </a:cubicBezTo>
                  <a:cubicBezTo>
                    <a:pt x="3147" y="1165"/>
                    <a:pt x="3290" y="1165"/>
                    <a:pt x="3454" y="1206"/>
                  </a:cubicBezTo>
                  <a:lnTo>
                    <a:pt x="3454" y="20"/>
                  </a:lnTo>
                  <a:cubicBezTo>
                    <a:pt x="3331" y="0"/>
                    <a:pt x="3168" y="0"/>
                    <a:pt x="3025"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69" name="Google Shape;2269;p24">
              <a:extLst>
                <a:ext uri="{FF2B5EF4-FFF2-40B4-BE49-F238E27FC236}">
                  <a16:creationId xmlns:a16="http://schemas.microsoft.com/office/drawing/2014/main" id="{6A1FCF61-9605-65ED-4F9F-AE60B5E94B88}"/>
                </a:ext>
              </a:extLst>
            </p:cNvPr>
            <p:cNvSpPr/>
            <p:nvPr/>
          </p:nvSpPr>
          <p:spPr>
            <a:xfrm>
              <a:off x="3975000" y="2806925"/>
              <a:ext cx="121600" cy="189025"/>
            </a:xfrm>
            <a:custGeom>
              <a:avLst/>
              <a:gdLst/>
              <a:ahLst/>
              <a:cxnLst/>
              <a:rect l="l" t="t" r="r" b="b"/>
              <a:pathLst>
                <a:path w="4864" h="7561" extrusionOk="0">
                  <a:moveTo>
                    <a:pt x="2452" y="1103"/>
                  </a:moveTo>
                  <a:cubicBezTo>
                    <a:pt x="3106" y="1103"/>
                    <a:pt x="3617" y="1471"/>
                    <a:pt x="3617" y="2125"/>
                  </a:cubicBezTo>
                  <a:lnTo>
                    <a:pt x="3617" y="3331"/>
                  </a:lnTo>
                  <a:cubicBezTo>
                    <a:pt x="3617" y="4107"/>
                    <a:pt x="3024" y="4393"/>
                    <a:pt x="2493" y="4393"/>
                  </a:cubicBezTo>
                  <a:cubicBezTo>
                    <a:pt x="1819" y="4393"/>
                    <a:pt x="1308" y="4005"/>
                    <a:pt x="1308" y="3351"/>
                  </a:cubicBezTo>
                  <a:lnTo>
                    <a:pt x="1308" y="2166"/>
                  </a:lnTo>
                  <a:cubicBezTo>
                    <a:pt x="1308" y="1390"/>
                    <a:pt x="1901" y="1103"/>
                    <a:pt x="2452" y="1103"/>
                  </a:cubicBezTo>
                  <a:close/>
                  <a:moveTo>
                    <a:pt x="2125" y="0"/>
                  </a:moveTo>
                  <a:cubicBezTo>
                    <a:pt x="940" y="0"/>
                    <a:pt x="0" y="797"/>
                    <a:pt x="0" y="2268"/>
                  </a:cubicBezTo>
                  <a:lnTo>
                    <a:pt x="0" y="3290"/>
                  </a:lnTo>
                  <a:cubicBezTo>
                    <a:pt x="0" y="4679"/>
                    <a:pt x="838" y="5415"/>
                    <a:pt x="2146" y="5415"/>
                  </a:cubicBezTo>
                  <a:cubicBezTo>
                    <a:pt x="2759" y="5415"/>
                    <a:pt x="3249" y="5190"/>
                    <a:pt x="3597" y="4720"/>
                  </a:cubicBezTo>
                  <a:lnTo>
                    <a:pt x="3617" y="4720"/>
                  </a:lnTo>
                  <a:lnTo>
                    <a:pt x="3617" y="5272"/>
                  </a:lnTo>
                  <a:cubicBezTo>
                    <a:pt x="3617" y="6048"/>
                    <a:pt x="3188" y="6539"/>
                    <a:pt x="2391" y="6539"/>
                  </a:cubicBezTo>
                  <a:cubicBezTo>
                    <a:pt x="1941" y="6539"/>
                    <a:pt x="1574" y="6335"/>
                    <a:pt x="1308" y="5824"/>
                  </a:cubicBezTo>
                  <a:lnTo>
                    <a:pt x="82" y="6253"/>
                  </a:lnTo>
                  <a:cubicBezTo>
                    <a:pt x="368" y="7152"/>
                    <a:pt x="1410" y="7561"/>
                    <a:pt x="2289" y="7561"/>
                  </a:cubicBezTo>
                  <a:cubicBezTo>
                    <a:pt x="4148" y="7561"/>
                    <a:pt x="4864" y="6294"/>
                    <a:pt x="4864" y="5047"/>
                  </a:cubicBezTo>
                  <a:lnTo>
                    <a:pt x="4864" y="102"/>
                  </a:lnTo>
                  <a:lnTo>
                    <a:pt x="3637" y="102"/>
                  </a:lnTo>
                  <a:lnTo>
                    <a:pt x="3637" y="736"/>
                  </a:lnTo>
                  <a:lnTo>
                    <a:pt x="3617" y="736"/>
                  </a:lnTo>
                  <a:cubicBezTo>
                    <a:pt x="3331" y="327"/>
                    <a:pt x="2759" y="0"/>
                    <a:pt x="2125"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70" name="Google Shape;2270;p24">
              <a:extLst>
                <a:ext uri="{FF2B5EF4-FFF2-40B4-BE49-F238E27FC236}">
                  <a16:creationId xmlns:a16="http://schemas.microsoft.com/office/drawing/2014/main" id="{37AF12B3-4768-71F5-F56B-8EF4EB625F69}"/>
                </a:ext>
              </a:extLst>
            </p:cNvPr>
            <p:cNvSpPr/>
            <p:nvPr/>
          </p:nvSpPr>
          <p:spPr>
            <a:xfrm>
              <a:off x="4130300" y="2754800"/>
              <a:ext cx="32200" cy="189550"/>
            </a:xfrm>
            <a:custGeom>
              <a:avLst/>
              <a:gdLst/>
              <a:ahLst/>
              <a:cxnLst/>
              <a:rect l="l" t="t" r="r" b="b"/>
              <a:pathLst>
                <a:path w="1288" h="7582" extrusionOk="0">
                  <a:moveTo>
                    <a:pt x="0" y="1"/>
                  </a:moveTo>
                  <a:lnTo>
                    <a:pt x="0" y="1370"/>
                  </a:lnTo>
                  <a:lnTo>
                    <a:pt x="1288" y="1370"/>
                  </a:lnTo>
                  <a:lnTo>
                    <a:pt x="1288" y="1"/>
                  </a:lnTo>
                  <a:close/>
                  <a:moveTo>
                    <a:pt x="0" y="2187"/>
                  </a:moveTo>
                  <a:lnTo>
                    <a:pt x="0" y="7582"/>
                  </a:lnTo>
                  <a:lnTo>
                    <a:pt x="1288" y="7582"/>
                  </a:lnTo>
                  <a:lnTo>
                    <a:pt x="1288" y="2187"/>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71" name="Google Shape;2271;p24">
              <a:extLst>
                <a:ext uri="{FF2B5EF4-FFF2-40B4-BE49-F238E27FC236}">
                  <a16:creationId xmlns:a16="http://schemas.microsoft.com/office/drawing/2014/main" id="{0BED7329-E623-7B56-92E7-ACFE5F9A4C98}"/>
                </a:ext>
              </a:extLst>
            </p:cNvPr>
            <p:cNvSpPr/>
            <p:nvPr/>
          </p:nvSpPr>
          <p:spPr>
            <a:xfrm>
              <a:off x="3479475" y="3072550"/>
              <a:ext cx="122625" cy="191075"/>
            </a:xfrm>
            <a:custGeom>
              <a:avLst/>
              <a:gdLst/>
              <a:ahLst/>
              <a:cxnLst/>
              <a:rect l="l" t="t" r="r" b="b"/>
              <a:pathLst>
                <a:path w="4905" h="7643" extrusionOk="0">
                  <a:moveTo>
                    <a:pt x="2432" y="3107"/>
                  </a:moveTo>
                  <a:cubicBezTo>
                    <a:pt x="3106" y="3107"/>
                    <a:pt x="3617" y="3495"/>
                    <a:pt x="3617" y="4149"/>
                  </a:cubicBezTo>
                  <a:lnTo>
                    <a:pt x="3617" y="5477"/>
                  </a:lnTo>
                  <a:cubicBezTo>
                    <a:pt x="3617" y="6253"/>
                    <a:pt x="3024" y="6540"/>
                    <a:pt x="2473" y="6540"/>
                  </a:cubicBezTo>
                  <a:cubicBezTo>
                    <a:pt x="1819" y="6540"/>
                    <a:pt x="1308" y="6151"/>
                    <a:pt x="1308" y="5497"/>
                  </a:cubicBezTo>
                  <a:lnTo>
                    <a:pt x="1308" y="4169"/>
                  </a:lnTo>
                  <a:cubicBezTo>
                    <a:pt x="1308" y="3393"/>
                    <a:pt x="1901" y="3107"/>
                    <a:pt x="2432" y="3107"/>
                  </a:cubicBezTo>
                  <a:close/>
                  <a:moveTo>
                    <a:pt x="3637" y="1"/>
                  </a:moveTo>
                  <a:lnTo>
                    <a:pt x="3637" y="2678"/>
                  </a:lnTo>
                  <a:lnTo>
                    <a:pt x="3597" y="2678"/>
                  </a:lnTo>
                  <a:cubicBezTo>
                    <a:pt x="3331" y="2310"/>
                    <a:pt x="2820" y="2003"/>
                    <a:pt x="2227" y="2003"/>
                  </a:cubicBezTo>
                  <a:cubicBezTo>
                    <a:pt x="1022" y="2003"/>
                    <a:pt x="0" y="2739"/>
                    <a:pt x="0" y="4210"/>
                  </a:cubicBezTo>
                  <a:lnTo>
                    <a:pt x="0" y="5518"/>
                  </a:lnTo>
                  <a:cubicBezTo>
                    <a:pt x="0" y="6887"/>
                    <a:pt x="961" y="7643"/>
                    <a:pt x="2125" y="7643"/>
                  </a:cubicBezTo>
                  <a:cubicBezTo>
                    <a:pt x="2616" y="7643"/>
                    <a:pt x="3351" y="7336"/>
                    <a:pt x="3658" y="6907"/>
                  </a:cubicBezTo>
                  <a:lnTo>
                    <a:pt x="3658" y="7520"/>
                  </a:lnTo>
                  <a:lnTo>
                    <a:pt x="4904" y="7520"/>
                  </a:lnTo>
                  <a:lnTo>
                    <a:pt x="4904"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72" name="Google Shape;2272;p24">
              <a:extLst>
                <a:ext uri="{FF2B5EF4-FFF2-40B4-BE49-F238E27FC236}">
                  <a16:creationId xmlns:a16="http://schemas.microsoft.com/office/drawing/2014/main" id="{BBE8D3D4-8C4B-5D5C-675E-E5D31C5CA5D9}"/>
                </a:ext>
              </a:extLst>
            </p:cNvPr>
            <p:cNvSpPr/>
            <p:nvPr/>
          </p:nvSpPr>
          <p:spPr>
            <a:xfrm>
              <a:off x="3630675" y="3123125"/>
              <a:ext cx="120075" cy="140500"/>
            </a:xfrm>
            <a:custGeom>
              <a:avLst/>
              <a:gdLst/>
              <a:ahLst/>
              <a:cxnLst/>
              <a:rect l="l" t="t" r="r" b="b"/>
              <a:pathLst>
                <a:path w="4803" h="5620" extrusionOk="0">
                  <a:moveTo>
                    <a:pt x="2494" y="1084"/>
                  </a:moveTo>
                  <a:cubicBezTo>
                    <a:pt x="3004" y="1084"/>
                    <a:pt x="3536" y="1390"/>
                    <a:pt x="3536" y="2126"/>
                  </a:cubicBezTo>
                  <a:lnTo>
                    <a:pt x="3536" y="2269"/>
                  </a:lnTo>
                  <a:lnTo>
                    <a:pt x="1349" y="2269"/>
                  </a:lnTo>
                  <a:lnTo>
                    <a:pt x="1349" y="2187"/>
                  </a:lnTo>
                  <a:cubicBezTo>
                    <a:pt x="1349" y="1390"/>
                    <a:pt x="1942" y="1084"/>
                    <a:pt x="2494" y="1084"/>
                  </a:cubicBezTo>
                  <a:close/>
                  <a:moveTo>
                    <a:pt x="2473" y="1"/>
                  </a:moveTo>
                  <a:cubicBezTo>
                    <a:pt x="1145" y="1"/>
                    <a:pt x="1" y="838"/>
                    <a:pt x="1" y="2371"/>
                  </a:cubicBezTo>
                  <a:lnTo>
                    <a:pt x="1" y="3413"/>
                  </a:lnTo>
                  <a:cubicBezTo>
                    <a:pt x="1" y="4884"/>
                    <a:pt x="1206" y="5620"/>
                    <a:pt x="2534" y="5620"/>
                  </a:cubicBezTo>
                  <a:cubicBezTo>
                    <a:pt x="3474" y="5620"/>
                    <a:pt x="4333" y="5252"/>
                    <a:pt x="4741" y="4414"/>
                  </a:cubicBezTo>
                  <a:lnTo>
                    <a:pt x="3761" y="3842"/>
                  </a:lnTo>
                  <a:cubicBezTo>
                    <a:pt x="3474" y="4251"/>
                    <a:pt x="3025" y="4537"/>
                    <a:pt x="2596" y="4537"/>
                  </a:cubicBezTo>
                  <a:cubicBezTo>
                    <a:pt x="1901" y="4537"/>
                    <a:pt x="1349" y="4149"/>
                    <a:pt x="1349" y="3454"/>
                  </a:cubicBezTo>
                  <a:lnTo>
                    <a:pt x="1349" y="3168"/>
                  </a:lnTo>
                  <a:lnTo>
                    <a:pt x="4803" y="3168"/>
                  </a:lnTo>
                  <a:lnTo>
                    <a:pt x="4803" y="2126"/>
                  </a:lnTo>
                  <a:cubicBezTo>
                    <a:pt x="4803" y="695"/>
                    <a:pt x="3658" y="1"/>
                    <a:pt x="2473"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73" name="Google Shape;2273;p24">
              <a:extLst>
                <a:ext uri="{FF2B5EF4-FFF2-40B4-BE49-F238E27FC236}">
                  <a16:creationId xmlns:a16="http://schemas.microsoft.com/office/drawing/2014/main" id="{711937F8-690F-114E-133C-92A47B9903D0}"/>
                </a:ext>
              </a:extLst>
            </p:cNvPr>
            <p:cNvSpPr/>
            <p:nvPr/>
          </p:nvSpPr>
          <p:spPr>
            <a:xfrm>
              <a:off x="3828375" y="3072550"/>
              <a:ext cx="158400" cy="188525"/>
            </a:xfrm>
            <a:custGeom>
              <a:avLst/>
              <a:gdLst/>
              <a:ahLst/>
              <a:cxnLst/>
              <a:rect l="l" t="t" r="r" b="b"/>
              <a:pathLst>
                <a:path w="6336" h="7541" extrusionOk="0">
                  <a:moveTo>
                    <a:pt x="1" y="1"/>
                  </a:moveTo>
                  <a:lnTo>
                    <a:pt x="2473" y="7541"/>
                  </a:lnTo>
                  <a:lnTo>
                    <a:pt x="3842" y="7541"/>
                  </a:lnTo>
                  <a:lnTo>
                    <a:pt x="6335" y="1"/>
                  </a:lnTo>
                  <a:lnTo>
                    <a:pt x="4925" y="1"/>
                  </a:lnTo>
                  <a:lnTo>
                    <a:pt x="3229" y="5538"/>
                  </a:lnTo>
                  <a:lnTo>
                    <a:pt x="3209" y="5538"/>
                  </a:lnTo>
                  <a:lnTo>
                    <a:pt x="1513"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74" name="Google Shape;2274;p24">
              <a:extLst>
                <a:ext uri="{FF2B5EF4-FFF2-40B4-BE49-F238E27FC236}">
                  <a16:creationId xmlns:a16="http://schemas.microsoft.com/office/drawing/2014/main" id="{38593B41-9946-B6DA-97AC-279E211FC245}"/>
                </a:ext>
              </a:extLst>
            </p:cNvPr>
            <p:cNvSpPr/>
            <p:nvPr/>
          </p:nvSpPr>
          <p:spPr>
            <a:xfrm>
              <a:off x="3982150" y="3122625"/>
              <a:ext cx="120075" cy="140500"/>
            </a:xfrm>
            <a:custGeom>
              <a:avLst/>
              <a:gdLst/>
              <a:ahLst/>
              <a:cxnLst/>
              <a:rect l="l" t="t" r="r" b="b"/>
              <a:pathLst>
                <a:path w="4803" h="5620" extrusionOk="0">
                  <a:moveTo>
                    <a:pt x="3413" y="3249"/>
                  </a:moveTo>
                  <a:lnTo>
                    <a:pt x="3413" y="3515"/>
                  </a:lnTo>
                  <a:cubicBezTo>
                    <a:pt x="3413" y="4107"/>
                    <a:pt x="3249" y="4598"/>
                    <a:pt x="2228" y="4598"/>
                  </a:cubicBezTo>
                  <a:cubicBezTo>
                    <a:pt x="1615" y="4598"/>
                    <a:pt x="1247" y="4373"/>
                    <a:pt x="1247" y="3923"/>
                  </a:cubicBezTo>
                  <a:cubicBezTo>
                    <a:pt x="1247" y="3454"/>
                    <a:pt x="1615" y="3249"/>
                    <a:pt x="2166" y="3249"/>
                  </a:cubicBezTo>
                  <a:close/>
                  <a:moveTo>
                    <a:pt x="2391" y="0"/>
                  </a:moveTo>
                  <a:cubicBezTo>
                    <a:pt x="1390" y="0"/>
                    <a:pt x="266" y="409"/>
                    <a:pt x="266" y="1594"/>
                  </a:cubicBezTo>
                  <a:lnTo>
                    <a:pt x="266" y="1737"/>
                  </a:lnTo>
                  <a:lnTo>
                    <a:pt x="1410" y="1737"/>
                  </a:lnTo>
                  <a:lnTo>
                    <a:pt x="1410" y="1553"/>
                  </a:lnTo>
                  <a:cubicBezTo>
                    <a:pt x="1410" y="1206"/>
                    <a:pt x="1819" y="1001"/>
                    <a:pt x="2391" y="1001"/>
                  </a:cubicBezTo>
                  <a:cubicBezTo>
                    <a:pt x="3045" y="1001"/>
                    <a:pt x="3413" y="1247"/>
                    <a:pt x="3413" y="1819"/>
                  </a:cubicBezTo>
                  <a:lnTo>
                    <a:pt x="3413" y="2330"/>
                  </a:lnTo>
                  <a:lnTo>
                    <a:pt x="1982" y="2330"/>
                  </a:lnTo>
                  <a:cubicBezTo>
                    <a:pt x="940" y="2330"/>
                    <a:pt x="0" y="2943"/>
                    <a:pt x="0" y="3985"/>
                  </a:cubicBezTo>
                  <a:cubicBezTo>
                    <a:pt x="0" y="5006"/>
                    <a:pt x="756" y="5620"/>
                    <a:pt x="1880" y="5620"/>
                  </a:cubicBezTo>
                  <a:cubicBezTo>
                    <a:pt x="2575" y="5620"/>
                    <a:pt x="2984" y="5517"/>
                    <a:pt x="3454" y="5027"/>
                  </a:cubicBezTo>
                  <a:lnTo>
                    <a:pt x="3474" y="5027"/>
                  </a:lnTo>
                  <a:cubicBezTo>
                    <a:pt x="3495" y="5109"/>
                    <a:pt x="3515" y="5436"/>
                    <a:pt x="3535" y="5517"/>
                  </a:cubicBezTo>
                  <a:lnTo>
                    <a:pt x="4802" y="5517"/>
                  </a:lnTo>
                  <a:cubicBezTo>
                    <a:pt x="4741" y="5395"/>
                    <a:pt x="4700" y="4598"/>
                    <a:pt x="4700" y="4353"/>
                  </a:cubicBezTo>
                  <a:lnTo>
                    <a:pt x="4700" y="1717"/>
                  </a:lnTo>
                  <a:cubicBezTo>
                    <a:pt x="4700" y="409"/>
                    <a:pt x="3597" y="0"/>
                    <a:pt x="2391"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75" name="Google Shape;2275;p24">
              <a:extLst>
                <a:ext uri="{FF2B5EF4-FFF2-40B4-BE49-F238E27FC236}">
                  <a16:creationId xmlns:a16="http://schemas.microsoft.com/office/drawing/2014/main" id="{75814130-D9E1-F2C5-CE7B-5DFA6A0446AA}"/>
                </a:ext>
              </a:extLst>
            </p:cNvPr>
            <p:cNvSpPr/>
            <p:nvPr/>
          </p:nvSpPr>
          <p:spPr>
            <a:xfrm>
              <a:off x="4127225" y="3123125"/>
              <a:ext cx="120575" cy="140500"/>
            </a:xfrm>
            <a:custGeom>
              <a:avLst/>
              <a:gdLst/>
              <a:ahLst/>
              <a:cxnLst/>
              <a:rect l="l" t="t" r="r" b="b"/>
              <a:pathLst>
                <a:path w="4823" h="5620" extrusionOk="0">
                  <a:moveTo>
                    <a:pt x="2473" y="1"/>
                  </a:moveTo>
                  <a:cubicBezTo>
                    <a:pt x="1124" y="1"/>
                    <a:pt x="1" y="838"/>
                    <a:pt x="1" y="2371"/>
                  </a:cubicBezTo>
                  <a:lnTo>
                    <a:pt x="1" y="3413"/>
                  </a:lnTo>
                  <a:cubicBezTo>
                    <a:pt x="1" y="4843"/>
                    <a:pt x="1186" y="5620"/>
                    <a:pt x="2514" y="5620"/>
                  </a:cubicBezTo>
                  <a:cubicBezTo>
                    <a:pt x="3679" y="5620"/>
                    <a:pt x="4823" y="4946"/>
                    <a:pt x="4823" y="3515"/>
                  </a:cubicBezTo>
                  <a:lnTo>
                    <a:pt x="4823" y="3454"/>
                  </a:lnTo>
                  <a:lnTo>
                    <a:pt x="3577" y="3454"/>
                  </a:lnTo>
                  <a:lnTo>
                    <a:pt x="3577" y="3515"/>
                  </a:lnTo>
                  <a:cubicBezTo>
                    <a:pt x="3577" y="4251"/>
                    <a:pt x="3025" y="4537"/>
                    <a:pt x="2514" y="4537"/>
                  </a:cubicBezTo>
                  <a:cubicBezTo>
                    <a:pt x="1819" y="4537"/>
                    <a:pt x="1329" y="4149"/>
                    <a:pt x="1329" y="3454"/>
                  </a:cubicBezTo>
                  <a:lnTo>
                    <a:pt x="1329" y="2187"/>
                  </a:lnTo>
                  <a:cubicBezTo>
                    <a:pt x="1329" y="1390"/>
                    <a:pt x="1921" y="1084"/>
                    <a:pt x="2473" y="1084"/>
                  </a:cubicBezTo>
                  <a:cubicBezTo>
                    <a:pt x="3004" y="1084"/>
                    <a:pt x="3577" y="1390"/>
                    <a:pt x="3577" y="2126"/>
                  </a:cubicBezTo>
                  <a:lnTo>
                    <a:pt x="3577" y="2228"/>
                  </a:lnTo>
                  <a:lnTo>
                    <a:pt x="4823" y="2228"/>
                  </a:lnTo>
                  <a:lnTo>
                    <a:pt x="4823" y="2126"/>
                  </a:lnTo>
                  <a:cubicBezTo>
                    <a:pt x="4823" y="695"/>
                    <a:pt x="3638" y="1"/>
                    <a:pt x="2473"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76" name="Google Shape;2276;p24">
              <a:extLst>
                <a:ext uri="{FF2B5EF4-FFF2-40B4-BE49-F238E27FC236}">
                  <a16:creationId xmlns:a16="http://schemas.microsoft.com/office/drawing/2014/main" id="{049142EE-4C24-0A86-4036-66D8F1308F44}"/>
                </a:ext>
              </a:extLst>
            </p:cNvPr>
            <p:cNvSpPr/>
            <p:nvPr/>
          </p:nvSpPr>
          <p:spPr>
            <a:xfrm>
              <a:off x="4265675" y="3123125"/>
              <a:ext cx="121100" cy="140500"/>
            </a:xfrm>
            <a:custGeom>
              <a:avLst/>
              <a:gdLst/>
              <a:ahLst/>
              <a:cxnLst/>
              <a:rect l="l" t="t" r="r" b="b"/>
              <a:pathLst>
                <a:path w="4844" h="5620" extrusionOk="0">
                  <a:moveTo>
                    <a:pt x="2473" y="1"/>
                  </a:moveTo>
                  <a:cubicBezTo>
                    <a:pt x="1145" y="1"/>
                    <a:pt x="0" y="838"/>
                    <a:pt x="0" y="2371"/>
                  </a:cubicBezTo>
                  <a:lnTo>
                    <a:pt x="0" y="3413"/>
                  </a:lnTo>
                  <a:cubicBezTo>
                    <a:pt x="0" y="4843"/>
                    <a:pt x="1185" y="5620"/>
                    <a:pt x="2514" y="5620"/>
                  </a:cubicBezTo>
                  <a:cubicBezTo>
                    <a:pt x="3678" y="5620"/>
                    <a:pt x="4843" y="4946"/>
                    <a:pt x="4843" y="3515"/>
                  </a:cubicBezTo>
                  <a:lnTo>
                    <a:pt x="4843" y="3454"/>
                  </a:lnTo>
                  <a:lnTo>
                    <a:pt x="3576" y="3454"/>
                  </a:lnTo>
                  <a:lnTo>
                    <a:pt x="3576" y="3515"/>
                  </a:lnTo>
                  <a:cubicBezTo>
                    <a:pt x="3576" y="4251"/>
                    <a:pt x="3045" y="4537"/>
                    <a:pt x="2514" y="4537"/>
                  </a:cubicBezTo>
                  <a:cubicBezTo>
                    <a:pt x="1839" y="4537"/>
                    <a:pt x="1328" y="4149"/>
                    <a:pt x="1328" y="3454"/>
                  </a:cubicBezTo>
                  <a:lnTo>
                    <a:pt x="1328" y="2187"/>
                  </a:lnTo>
                  <a:cubicBezTo>
                    <a:pt x="1328" y="1390"/>
                    <a:pt x="1921" y="1084"/>
                    <a:pt x="2473" y="1084"/>
                  </a:cubicBezTo>
                  <a:cubicBezTo>
                    <a:pt x="3004" y="1084"/>
                    <a:pt x="3576" y="1390"/>
                    <a:pt x="3576" y="2126"/>
                  </a:cubicBezTo>
                  <a:lnTo>
                    <a:pt x="3576" y="2228"/>
                  </a:lnTo>
                  <a:lnTo>
                    <a:pt x="4843" y="2228"/>
                  </a:lnTo>
                  <a:lnTo>
                    <a:pt x="4843" y="2126"/>
                  </a:lnTo>
                  <a:cubicBezTo>
                    <a:pt x="4843" y="695"/>
                    <a:pt x="3637" y="1"/>
                    <a:pt x="2473"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77" name="Google Shape;2277;p24">
              <a:extLst>
                <a:ext uri="{FF2B5EF4-FFF2-40B4-BE49-F238E27FC236}">
                  <a16:creationId xmlns:a16="http://schemas.microsoft.com/office/drawing/2014/main" id="{8AEB5EEC-C317-741E-AEC4-E467D4BE374C}"/>
                </a:ext>
              </a:extLst>
            </p:cNvPr>
            <p:cNvSpPr/>
            <p:nvPr/>
          </p:nvSpPr>
          <p:spPr>
            <a:xfrm>
              <a:off x="4410750" y="3070500"/>
              <a:ext cx="31700" cy="190075"/>
            </a:xfrm>
            <a:custGeom>
              <a:avLst/>
              <a:gdLst/>
              <a:ahLst/>
              <a:cxnLst/>
              <a:rect l="l" t="t" r="r" b="b"/>
              <a:pathLst>
                <a:path w="1268" h="7603" extrusionOk="0">
                  <a:moveTo>
                    <a:pt x="0" y="1"/>
                  </a:moveTo>
                  <a:lnTo>
                    <a:pt x="0" y="1370"/>
                  </a:lnTo>
                  <a:lnTo>
                    <a:pt x="1267" y="1370"/>
                  </a:lnTo>
                  <a:lnTo>
                    <a:pt x="1267" y="1"/>
                  </a:lnTo>
                  <a:close/>
                  <a:moveTo>
                    <a:pt x="0" y="2208"/>
                  </a:moveTo>
                  <a:lnTo>
                    <a:pt x="0" y="7602"/>
                  </a:lnTo>
                  <a:lnTo>
                    <a:pt x="1267" y="7602"/>
                  </a:lnTo>
                  <a:lnTo>
                    <a:pt x="1267" y="2208"/>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78" name="Google Shape;2278;p24">
              <a:extLst>
                <a:ext uri="{FF2B5EF4-FFF2-40B4-BE49-F238E27FC236}">
                  <a16:creationId xmlns:a16="http://schemas.microsoft.com/office/drawing/2014/main" id="{9CC41042-6469-2145-72FB-1514650D0E81}"/>
                </a:ext>
              </a:extLst>
            </p:cNvPr>
            <p:cNvSpPr/>
            <p:nvPr/>
          </p:nvSpPr>
          <p:spPr>
            <a:xfrm>
              <a:off x="4477675" y="3123125"/>
              <a:ext cx="117000" cy="137450"/>
            </a:xfrm>
            <a:custGeom>
              <a:avLst/>
              <a:gdLst/>
              <a:ahLst/>
              <a:cxnLst/>
              <a:rect l="l" t="t" r="r" b="b"/>
              <a:pathLst>
                <a:path w="4680" h="5498" extrusionOk="0">
                  <a:moveTo>
                    <a:pt x="2800" y="1"/>
                  </a:moveTo>
                  <a:cubicBezTo>
                    <a:pt x="2187" y="1"/>
                    <a:pt x="1615" y="246"/>
                    <a:pt x="1267" y="757"/>
                  </a:cubicBezTo>
                  <a:lnTo>
                    <a:pt x="1247" y="757"/>
                  </a:lnTo>
                  <a:lnTo>
                    <a:pt x="1247" y="103"/>
                  </a:lnTo>
                  <a:lnTo>
                    <a:pt x="0" y="103"/>
                  </a:lnTo>
                  <a:lnTo>
                    <a:pt x="0" y="5497"/>
                  </a:lnTo>
                  <a:lnTo>
                    <a:pt x="1288" y="5497"/>
                  </a:lnTo>
                  <a:lnTo>
                    <a:pt x="1288" y="2473"/>
                  </a:lnTo>
                  <a:cubicBezTo>
                    <a:pt x="1288" y="1554"/>
                    <a:pt x="1696" y="1124"/>
                    <a:pt x="2391" y="1124"/>
                  </a:cubicBezTo>
                  <a:cubicBezTo>
                    <a:pt x="3045" y="1124"/>
                    <a:pt x="3392" y="1554"/>
                    <a:pt x="3392" y="2371"/>
                  </a:cubicBezTo>
                  <a:lnTo>
                    <a:pt x="3392" y="5497"/>
                  </a:lnTo>
                  <a:lnTo>
                    <a:pt x="4680" y="5497"/>
                  </a:lnTo>
                  <a:lnTo>
                    <a:pt x="4680" y="2044"/>
                  </a:lnTo>
                  <a:cubicBezTo>
                    <a:pt x="4680" y="757"/>
                    <a:pt x="4005" y="1"/>
                    <a:pt x="2800"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79" name="Google Shape;2279;p24">
              <a:extLst>
                <a:ext uri="{FF2B5EF4-FFF2-40B4-BE49-F238E27FC236}">
                  <a16:creationId xmlns:a16="http://schemas.microsoft.com/office/drawing/2014/main" id="{0B797E5A-2895-BFA3-5F53-73555460CB92}"/>
                </a:ext>
              </a:extLst>
            </p:cNvPr>
            <p:cNvSpPr/>
            <p:nvPr/>
          </p:nvSpPr>
          <p:spPr>
            <a:xfrm>
              <a:off x="4619175" y="3122625"/>
              <a:ext cx="120075" cy="140500"/>
            </a:xfrm>
            <a:custGeom>
              <a:avLst/>
              <a:gdLst/>
              <a:ahLst/>
              <a:cxnLst/>
              <a:rect l="l" t="t" r="r" b="b"/>
              <a:pathLst>
                <a:path w="4803" h="5620" extrusionOk="0">
                  <a:moveTo>
                    <a:pt x="3433" y="3249"/>
                  </a:moveTo>
                  <a:lnTo>
                    <a:pt x="3433" y="3515"/>
                  </a:lnTo>
                  <a:cubicBezTo>
                    <a:pt x="3433" y="4107"/>
                    <a:pt x="3250" y="4598"/>
                    <a:pt x="2228" y="4598"/>
                  </a:cubicBezTo>
                  <a:cubicBezTo>
                    <a:pt x="1615" y="4598"/>
                    <a:pt x="1247" y="4373"/>
                    <a:pt x="1247" y="3923"/>
                  </a:cubicBezTo>
                  <a:cubicBezTo>
                    <a:pt x="1247" y="3454"/>
                    <a:pt x="1615" y="3249"/>
                    <a:pt x="2167" y="3249"/>
                  </a:cubicBezTo>
                  <a:close/>
                  <a:moveTo>
                    <a:pt x="2412" y="0"/>
                  </a:moveTo>
                  <a:cubicBezTo>
                    <a:pt x="1390" y="0"/>
                    <a:pt x="266" y="409"/>
                    <a:pt x="266" y="1594"/>
                  </a:cubicBezTo>
                  <a:lnTo>
                    <a:pt x="266" y="1737"/>
                  </a:lnTo>
                  <a:lnTo>
                    <a:pt x="1431" y="1737"/>
                  </a:lnTo>
                  <a:lnTo>
                    <a:pt x="1431" y="1553"/>
                  </a:lnTo>
                  <a:cubicBezTo>
                    <a:pt x="1431" y="1206"/>
                    <a:pt x="1840" y="1001"/>
                    <a:pt x="2391" y="1001"/>
                  </a:cubicBezTo>
                  <a:cubicBezTo>
                    <a:pt x="3045" y="1001"/>
                    <a:pt x="3433" y="1247"/>
                    <a:pt x="3433" y="1819"/>
                  </a:cubicBezTo>
                  <a:lnTo>
                    <a:pt x="3433" y="2330"/>
                  </a:lnTo>
                  <a:lnTo>
                    <a:pt x="2003" y="2330"/>
                  </a:lnTo>
                  <a:cubicBezTo>
                    <a:pt x="941" y="2330"/>
                    <a:pt x="1" y="2943"/>
                    <a:pt x="1" y="3985"/>
                  </a:cubicBezTo>
                  <a:cubicBezTo>
                    <a:pt x="1" y="5006"/>
                    <a:pt x="757" y="5620"/>
                    <a:pt x="1881" y="5620"/>
                  </a:cubicBezTo>
                  <a:cubicBezTo>
                    <a:pt x="2575" y="5620"/>
                    <a:pt x="2984" y="5517"/>
                    <a:pt x="3454" y="5027"/>
                  </a:cubicBezTo>
                  <a:lnTo>
                    <a:pt x="3474" y="5027"/>
                  </a:lnTo>
                  <a:cubicBezTo>
                    <a:pt x="3495" y="5109"/>
                    <a:pt x="3515" y="5436"/>
                    <a:pt x="3536" y="5517"/>
                  </a:cubicBezTo>
                  <a:lnTo>
                    <a:pt x="4803" y="5517"/>
                  </a:lnTo>
                  <a:cubicBezTo>
                    <a:pt x="4741" y="5395"/>
                    <a:pt x="4721" y="4598"/>
                    <a:pt x="4721" y="4353"/>
                  </a:cubicBezTo>
                  <a:lnTo>
                    <a:pt x="4721" y="1717"/>
                  </a:lnTo>
                  <a:cubicBezTo>
                    <a:pt x="4721" y="409"/>
                    <a:pt x="3597" y="0"/>
                    <a:pt x="2412"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80" name="Google Shape;2280;p24">
              <a:extLst>
                <a:ext uri="{FF2B5EF4-FFF2-40B4-BE49-F238E27FC236}">
                  <a16:creationId xmlns:a16="http://schemas.microsoft.com/office/drawing/2014/main" id="{0F04DC36-4D63-178C-ACB2-AD1F65492945}"/>
                </a:ext>
              </a:extLst>
            </p:cNvPr>
            <p:cNvSpPr/>
            <p:nvPr/>
          </p:nvSpPr>
          <p:spPr>
            <a:xfrm>
              <a:off x="4756600" y="3084825"/>
              <a:ext cx="79725" cy="177800"/>
            </a:xfrm>
            <a:custGeom>
              <a:avLst/>
              <a:gdLst/>
              <a:ahLst/>
              <a:cxnLst/>
              <a:rect l="l" t="t" r="r" b="b"/>
              <a:pathLst>
                <a:path w="3189" h="7112" extrusionOk="0">
                  <a:moveTo>
                    <a:pt x="736" y="0"/>
                  </a:moveTo>
                  <a:lnTo>
                    <a:pt x="736" y="1635"/>
                  </a:lnTo>
                  <a:lnTo>
                    <a:pt x="0" y="1635"/>
                  </a:lnTo>
                  <a:lnTo>
                    <a:pt x="0" y="2656"/>
                  </a:lnTo>
                  <a:lnTo>
                    <a:pt x="736" y="2656"/>
                  </a:lnTo>
                  <a:lnTo>
                    <a:pt x="736" y="5742"/>
                  </a:lnTo>
                  <a:cubicBezTo>
                    <a:pt x="736" y="6702"/>
                    <a:pt x="1410" y="7111"/>
                    <a:pt x="2248" y="7111"/>
                  </a:cubicBezTo>
                  <a:cubicBezTo>
                    <a:pt x="2432" y="7111"/>
                    <a:pt x="2902" y="7070"/>
                    <a:pt x="3188" y="7009"/>
                  </a:cubicBezTo>
                  <a:lnTo>
                    <a:pt x="3188" y="5905"/>
                  </a:lnTo>
                  <a:cubicBezTo>
                    <a:pt x="2943" y="5946"/>
                    <a:pt x="2779" y="5967"/>
                    <a:pt x="2534" y="5967"/>
                  </a:cubicBezTo>
                  <a:cubicBezTo>
                    <a:pt x="2228" y="5967"/>
                    <a:pt x="2023" y="5844"/>
                    <a:pt x="2023" y="5435"/>
                  </a:cubicBezTo>
                  <a:lnTo>
                    <a:pt x="2023" y="2656"/>
                  </a:lnTo>
                  <a:lnTo>
                    <a:pt x="3188" y="2656"/>
                  </a:lnTo>
                  <a:lnTo>
                    <a:pt x="3188" y="1635"/>
                  </a:lnTo>
                  <a:lnTo>
                    <a:pt x="2023" y="1635"/>
                  </a:lnTo>
                  <a:lnTo>
                    <a:pt x="2023" y="0"/>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81" name="Google Shape;2281;p24">
              <a:extLst>
                <a:ext uri="{FF2B5EF4-FFF2-40B4-BE49-F238E27FC236}">
                  <a16:creationId xmlns:a16="http://schemas.microsoft.com/office/drawing/2014/main" id="{0CF5B078-8314-E100-DF19-CB872A8015D4}"/>
                </a:ext>
              </a:extLst>
            </p:cNvPr>
            <p:cNvSpPr/>
            <p:nvPr/>
          </p:nvSpPr>
          <p:spPr>
            <a:xfrm>
              <a:off x="4857750" y="3070500"/>
              <a:ext cx="32200" cy="190075"/>
            </a:xfrm>
            <a:custGeom>
              <a:avLst/>
              <a:gdLst/>
              <a:ahLst/>
              <a:cxnLst/>
              <a:rect l="l" t="t" r="r" b="b"/>
              <a:pathLst>
                <a:path w="1288" h="7603" extrusionOk="0">
                  <a:moveTo>
                    <a:pt x="0" y="1"/>
                  </a:moveTo>
                  <a:lnTo>
                    <a:pt x="0" y="1370"/>
                  </a:lnTo>
                  <a:lnTo>
                    <a:pt x="1288" y="1370"/>
                  </a:lnTo>
                  <a:lnTo>
                    <a:pt x="1288" y="1"/>
                  </a:lnTo>
                  <a:close/>
                  <a:moveTo>
                    <a:pt x="0" y="2208"/>
                  </a:moveTo>
                  <a:lnTo>
                    <a:pt x="0" y="7602"/>
                  </a:lnTo>
                  <a:lnTo>
                    <a:pt x="1288" y="7602"/>
                  </a:lnTo>
                  <a:lnTo>
                    <a:pt x="1288" y="2208"/>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82" name="Google Shape;2282;p24">
              <a:extLst>
                <a:ext uri="{FF2B5EF4-FFF2-40B4-BE49-F238E27FC236}">
                  <a16:creationId xmlns:a16="http://schemas.microsoft.com/office/drawing/2014/main" id="{7C8328AF-5081-5740-2693-E9A10C20D6C5}"/>
                </a:ext>
              </a:extLst>
            </p:cNvPr>
            <p:cNvSpPr/>
            <p:nvPr/>
          </p:nvSpPr>
          <p:spPr>
            <a:xfrm>
              <a:off x="4918525" y="3123125"/>
              <a:ext cx="122650" cy="140500"/>
            </a:xfrm>
            <a:custGeom>
              <a:avLst/>
              <a:gdLst/>
              <a:ahLst/>
              <a:cxnLst/>
              <a:rect l="l" t="t" r="r" b="b"/>
              <a:pathLst>
                <a:path w="4906" h="5620" extrusionOk="0">
                  <a:moveTo>
                    <a:pt x="2433" y="1104"/>
                  </a:moveTo>
                  <a:cubicBezTo>
                    <a:pt x="3107" y="1104"/>
                    <a:pt x="3597" y="1472"/>
                    <a:pt x="3597" y="2126"/>
                  </a:cubicBezTo>
                  <a:lnTo>
                    <a:pt x="3597" y="3474"/>
                  </a:lnTo>
                  <a:cubicBezTo>
                    <a:pt x="3597" y="4251"/>
                    <a:pt x="3025" y="4537"/>
                    <a:pt x="2473" y="4537"/>
                  </a:cubicBezTo>
                  <a:cubicBezTo>
                    <a:pt x="1820" y="4537"/>
                    <a:pt x="1309" y="4149"/>
                    <a:pt x="1309" y="3495"/>
                  </a:cubicBezTo>
                  <a:lnTo>
                    <a:pt x="1309" y="2167"/>
                  </a:lnTo>
                  <a:cubicBezTo>
                    <a:pt x="1309" y="1390"/>
                    <a:pt x="1901" y="1104"/>
                    <a:pt x="2433" y="1104"/>
                  </a:cubicBezTo>
                  <a:close/>
                  <a:moveTo>
                    <a:pt x="2433" y="1"/>
                  </a:moveTo>
                  <a:cubicBezTo>
                    <a:pt x="1247" y="1"/>
                    <a:pt x="1" y="798"/>
                    <a:pt x="1" y="2269"/>
                  </a:cubicBezTo>
                  <a:lnTo>
                    <a:pt x="1" y="3495"/>
                  </a:lnTo>
                  <a:cubicBezTo>
                    <a:pt x="1" y="4884"/>
                    <a:pt x="1166" y="5620"/>
                    <a:pt x="2473" y="5620"/>
                  </a:cubicBezTo>
                  <a:cubicBezTo>
                    <a:pt x="3679" y="5620"/>
                    <a:pt x="4905" y="4823"/>
                    <a:pt x="4905" y="3352"/>
                  </a:cubicBezTo>
                  <a:lnTo>
                    <a:pt x="4905" y="2248"/>
                  </a:lnTo>
                  <a:cubicBezTo>
                    <a:pt x="4905" y="859"/>
                    <a:pt x="3740" y="1"/>
                    <a:pt x="2433"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83" name="Google Shape;2283;p24">
              <a:extLst>
                <a:ext uri="{FF2B5EF4-FFF2-40B4-BE49-F238E27FC236}">
                  <a16:creationId xmlns:a16="http://schemas.microsoft.com/office/drawing/2014/main" id="{BB135CBA-F19E-168B-6EC8-D02C41024CD0}"/>
                </a:ext>
              </a:extLst>
            </p:cNvPr>
            <p:cNvSpPr/>
            <p:nvPr/>
          </p:nvSpPr>
          <p:spPr>
            <a:xfrm>
              <a:off x="5069750" y="3123125"/>
              <a:ext cx="117525" cy="137450"/>
            </a:xfrm>
            <a:custGeom>
              <a:avLst/>
              <a:gdLst/>
              <a:ahLst/>
              <a:cxnLst/>
              <a:rect l="l" t="t" r="r" b="b"/>
              <a:pathLst>
                <a:path w="4701" h="5498" extrusionOk="0">
                  <a:moveTo>
                    <a:pt x="2800" y="1"/>
                  </a:moveTo>
                  <a:cubicBezTo>
                    <a:pt x="2207" y="1"/>
                    <a:pt x="1635" y="246"/>
                    <a:pt x="1267" y="757"/>
                  </a:cubicBezTo>
                  <a:lnTo>
                    <a:pt x="1247" y="757"/>
                  </a:lnTo>
                  <a:lnTo>
                    <a:pt x="1247" y="103"/>
                  </a:lnTo>
                  <a:lnTo>
                    <a:pt x="0" y="103"/>
                  </a:lnTo>
                  <a:lnTo>
                    <a:pt x="0" y="5497"/>
                  </a:lnTo>
                  <a:lnTo>
                    <a:pt x="1288" y="5497"/>
                  </a:lnTo>
                  <a:lnTo>
                    <a:pt x="1288" y="2473"/>
                  </a:lnTo>
                  <a:cubicBezTo>
                    <a:pt x="1288" y="1554"/>
                    <a:pt x="1696" y="1124"/>
                    <a:pt x="2412" y="1124"/>
                  </a:cubicBezTo>
                  <a:cubicBezTo>
                    <a:pt x="3066" y="1124"/>
                    <a:pt x="3413" y="1554"/>
                    <a:pt x="3413" y="2371"/>
                  </a:cubicBezTo>
                  <a:lnTo>
                    <a:pt x="3413" y="5497"/>
                  </a:lnTo>
                  <a:lnTo>
                    <a:pt x="4700" y="5497"/>
                  </a:lnTo>
                  <a:lnTo>
                    <a:pt x="4700" y="2044"/>
                  </a:lnTo>
                  <a:cubicBezTo>
                    <a:pt x="4700" y="757"/>
                    <a:pt x="4026" y="1"/>
                    <a:pt x="2800"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84" name="Google Shape;2284;p24">
              <a:extLst>
                <a:ext uri="{FF2B5EF4-FFF2-40B4-BE49-F238E27FC236}">
                  <a16:creationId xmlns:a16="http://schemas.microsoft.com/office/drawing/2014/main" id="{A90AEF64-9C11-04E8-AF86-5F41360D2697}"/>
                </a:ext>
              </a:extLst>
            </p:cNvPr>
            <p:cNvSpPr/>
            <p:nvPr/>
          </p:nvSpPr>
          <p:spPr>
            <a:xfrm>
              <a:off x="5706775" y="2440125"/>
              <a:ext cx="147675" cy="188025"/>
            </a:xfrm>
            <a:custGeom>
              <a:avLst/>
              <a:gdLst/>
              <a:ahLst/>
              <a:cxnLst/>
              <a:rect l="l" t="t" r="r" b="b"/>
              <a:pathLst>
                <a:path w="5907" h="7521" extrusionOk="0">
                  <a:moveTo>
                    <a:pt x="2780" y="1186"/>
                  </a:moveTo>
                  <a:cubicBezTo>
                    <a:pt x="3577" y="1186"/>
                    <a:pt x="4149" y="1472"/>
                    <a:pt x="4149" y="2350"/>
                  </a:cubicBezTo>
                  <a:cubicBezTo>
                    <a:pt x="4149" y="3127"/>
                    <a:pt x="3618" y="3515"/>
                    <a:pt x="2800" y="3515"/>
                  </a:cubicBezTo>
                  <a:lnTo>
                    <a:pt x="1411" y="3515"/>
                  </a:lnTo>
                  <a:lnTo>
                    <a:pt x="1411" y="1186"/>
                  </a:lnTo>
                  <a:close/>
                  <a:moveTo>
                    <a:pt x="1" y="1"/>
                  </a:moveTo>
                  <a:lnTo>
                    <a:pt x="1" y="7520"/>
                  </a:lnTo>
                  <a:lnTo>
                    <a:pt x="1411" y="7520"/>
                  </a:lnTo>
                  <a:lnTo>
                    <a:pt x="1411" y="4700"/>
                  </a:lnTo>
                  <a:lnTo>
                    <a:pt x="2616" y="4700"/>
                  </a:lnTo>
                  <a:lnTo>
                    <a:pt x="4374" y="7520"/>
                  </a:lnTo>
                  <a:lnTo>
                    <a:pt x="5906" y="7520"/>
                  </a:lnTo>
                  <a:lnTo>
                    <a:pt x="4047" y="4537"/>
                  </a:lnTo>
                  <a:cubicBezTo>
                    <a:pt x="5048" y="4189"/>
                    <a:pt x="5538" y="3250"/>
                    <a:pt x="5538" y="2371"/>
                  </a:cubicBezTo>
                  <a:cubicBezTo>
                    <a:pt x="5538" y="818"/>
                    <a:pt x="4394" y="1"/>
                    <a:pt x="2984"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85" name="Google Shape;2285;p24">
              <a:extLst>
                <a:ext uri="{FF2B5EF4-FFF2-40B4-BE49-F238E27FC236}">
                  <a16:creationId xmlns:a16="http://schemas.microsoft.com/office/drawing/2014/main" id="{B6ADE95B-ED28-A905-0F6E-BB716A581EFD}"/>
                </a:ext>
              </a:extLst>
            </p:cNvPr>
            <p:cNvSpPr/>
            <p:nvPr/>
          </p:nvSpPr>
          <p:spPr>
            <a:xfrm>
              <a:off x="5868725" y="2425825"/>
              <a:ext cx="120575" cy="205375"/>
            </a:xfrm>
            <a:custGeom>
              <a:avLst/>
              <a:gdLst/>
              <a:ahLst/>
              <a:cxnLst/>
              <a:rect l="l" t="t" r="r" b="b"/>
              <a:pathLst>
                <a:path w="4823" h="8215" extrusionOk="0">
                  <a:moveTo>
                    <a:pt x="2841" y="0"/>
                  </a:moveTo>
                  <a:lnTo>
                    <a:pt x="1942" y="1839"/>
                  </a:lnTo>
                  <a:lnTo>
                    <a:pt x="2943" y="1839"/>
                  </a:lnTo>
                  <a:lnTo>
                    <a:pt x="4291" y="0"/>
                  </a:lnTo>
                  <a:close/>
                  <a:moveTo>
                    <a:pt x="2493" y="3678"/>
                  </a:moveTo>
                  <a:cubicBezTo>
                    <a:pt x="3004" y="3678"/>
                    <a:pt x="3535" y="3985"/>
                    <a:pt x="3535" y="4721"/>
                  </a:cubicBezTo>
                  <a:lnTo>
                    <a:pt x="3535" y="4864"/>
                  </a:lnTo>
                  <a:lnTo>
                    <a:pt x="1349" y="4864"/>
                  </a:lnTo>
                  <a:lnTo>
                    <a:pt x="1349" y="4782"/>
                  </a:lnTo>
                  <a:cubicBezTo>
                    <a:pt x="1349" y="3985"/>
                    <a:pt x="1942" y="3678"/>
                    <a:pt x="2493" y="3678"/>
                  </a:cubicBezTo>
                  <a:close/>
                  <a:moveTo>
                    <a:pt x="2493" y="2595"/>
                  </a:moveTo>
                  <a:cubicBezTo>
                    <a:pt x="1145" y="2595"/>
                    <a:pt x="0" y="3433"/>
                    <a:pt x="0" y="4966"/>
                  </a:cubicBezTo>
                  <a:lnTo>
                    <a:pt x="0" y="6008"/>
                  </a:lnTo>
                  <a:cubicBezTo>
                    <a:pt x="0" y="7479"/>
                    <a:pt x="1206" y="8215"/>
                    <a:pt x="2534" y="8215"/>
                  </a:cubicBezTo>
                  <a:cubicBezTo>
                    <a:pt x="3474" y="8215"/>
                    <a:pt x="4332" y="7847"/>
                    <a:pt x="4761" y="7009"/>
                  </a:cubicBezTo>
                  <a:lnTo>
                    <a:pt x="3760" y="6437"/>
                  </a:lnTo>
                  <a:cubicBezTo>
                    <a:pt x="3474" y="6866"/>
                    <a:pt x="3025" y="7132"/>
                    <a:pt x="2595" y="7132"/>
                  </a:cubicBezTo>
                  <a:cubicBezTo>
                    <a:pt x="1901" y="7132"/>
                    <a:pt x="1349" y="6744"/>
                    <a:pt x="1349" y="6049"/>
                  </a:cubicBezTo>
                  <a:lnTo>
                    <a:pt x="1349" y="5763"/>
                  </a:lnTo>
                  <a:lnTo>
                    <a:pt x="4823" y="5763"/>
                  </a:lnTo>
                  <a:lnTo>
                    <a:pt x="4823" y="4721"/>
                  </a:lnTo>
                  <a:cubicBezTo>
                    <a:pt x="4823" y="3290"/>
                    <a:pt x="3658" y="2595"/>
                    <a:pt x="2493" y="2595"/>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86" name="Google Shape;2286;p24">
              <a:extLst>
                <a:ext uri="{FF2B5EF4-FFF2-40B4-BE49-F238E27FC236}">
                  <a16:creationId xmlns:a16="http://schemas.microsoft.com/office/drawing/2014/main" id="{168B28B6-9A5D-18F4-DE6D-980BF95298D3}"/>
                </a:ext>
              </a:extLst>
            </p:cNvPr>
            <p:cNvSpPr/>
            <p:nvPr/>
          </p:nvSpPr>
          <p:spPr>
            <a:xfrm>
              <a:off x="6017900" y="2490200"/>
              <a:ext cx="123125" cy="188525"/>
            </a:xfrm>
            <a:custGeom>
              <a:avLst/>
              <a:gdLst/>
              <a:ahLst/>
              <a:cxnLst/>
              <a:rect l="l" t="t" r="r" b="b"/>
              <a:pathLst>
                <a:path w="4925" h="7541" extrusionOk="0">
                  <a:moveTo>
                    <a:pt x="2452" y="1124"/>
                  </a:moveTo>
                  <a:cubicBezTo>
                    <a:pt x="3106" y="1124"/>
                    <a:pt x="3617" y="1492"/>
                    <a:pt x="3617" y="2146"/>
                  </a:cubicBezTo>
                  <a:lnTo>
                    <a:pt x="3617" y="3494"/>
                  </a:lnTo>
                  <a:cubicBezTo>
                    <a:pt x="3617" y="4271"/>
                    <a:pt x="3024" y="4557"/>
                    <a:pt x="2473" y="4557"/>
                  </a:cubicBezTo>
                  <a:cubicBezTo>
                    <a:pt x="1819" y="4557"/>
                    <a:pt x="1287" y="4169"/>
                    <a:pt x="1287" y="3515"/>
                  </a:cubicBezTo>
                  <a:lnTo>
                    <a:pt x="1287" y="2268"/>
                  </a:lnTo>
                  <a:cubicBezTo>
                    <a:pt x="1287" y="1471"/>
                    <a:pt x="1900" y="1124"/>
                    <a:pt x="2452" y="1124"/>
                  </a:cubicBezTo>
                  <a:close/>
                  <a:moveTo>
                    <a:pt x="2800" y="0"/>
                  </a:moveTo>
                  <a:cubicBezTo>
                    <a:pt x="2309" y="0"/>
                    <a:pt x="1696" y="225"/>
                    <a:pt x="1267" y="736"/>
                  </a:cubicBezTo>
                  <a:lnTo>
                    <a:pt x="1267" y="123"/>
                  </a:lnTo>
                  <a:lnTo>
                    <a:pt x="0" y="123"/>
                  </a:lnTo>
                  <a:lnTo>
                    <a:pt x="0" y="7540"/>
                  </a:lnTo>
                  <a:lnTo>
                    <a:pt x="1287" y="7540"/>
                  </a:lnTo>
                  <a:lnTo>
                    <a:pt x="1287" y="4965"/>
                  </a:lnTo>
                  <a:lnTo>
                    <a:pt x="1328" y="4965"/>
                  </a:lnTo>
                  <a:cubicBezTo>
                    <a:pt x="1594" y="5333"/>
                    <a:pt x="2084" y="5640"/>
                    <a:pt x="2697" y="5640"/>
                  </a:cubicBezTo>
                  <a:cubicBezTo>
                    <a:pt x="3903" y="5640"/>
                    <a:pt x="4925" y="4904"/>
                    <a:pt x="4925" y="3453"/>
                  </a:cubicBezTo>
                  <a:lnTo>
                    <a:pt x="4925" y="2146"/>
                  </a:lnTo>
                  <a:cubicBezTo>
                    <a:pt x="4925" y="756"/>
                    <a:pt x="3964" y="0"/>
                    <a:pt x="2800"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87" name="Google Shape;2287;p24">
              <a:extLst>
                <a:ext uri="{FF2B5EF4-FFF2-40B4-BE49-F238E27FC236}">
                  <a16:creationId xmlns:a16="http://schemas.microsoft.com/office/drawing/2014/main" id="{F38B32DB-2582-72DC-6163-DEF8A91EB5B6}"/>
                </a:ext>
              </a:extLst>
            </p:cNvPr>
            <p:cNvSpPr/>
            <p:nvPr/>
          </p:nvSpPr>
          <p:spPr>
            <a:xfrm>
              <a:off x="6167575" y="2493250"/>
              <a:ext cx="117525" cy="137450"/>
            </a:xfrm>
            <a:custGeom>
              <a:avLst/>
              <a:gdLst/>
              <a:ahLst/>
              <a:cxnLst/>
              <a:rect l="l" t="t" r="r" b="b"/>
              <a:pathLst>
                <a:path w="4701" h="5498" extrusionOk="0">
                  <a:moveTo>
                    <a:pt x="0" y="1"/>
                  </a:moveTo>
                  <a:lnTo>
                    <a:pt x="0" y="3434"/>
                  </a:lnTo>
                  <a:cubicBezTo>
                    <a:pt x="0" y="4721"/>
                    <a:pt x="695" y="5497"/>
                    <a:pt x="1901" y="5497"/>
                  </a:cubicBezTo>
                  <a:cubicBezTo>
                    <a:pt x="2514" y="5497"/>
                    <a:pt x="3065" y="5252"/>
                    <a:pt x="3413" y="4721"/>
                  </a:cubicBezTo>
                  <a:lnTo>
                    <a:pt x="3454" y="4721"/>
                  </a:lnTo>
                  <a:lnTo>
                    <a:pt x="3454" y="5395"/>
                  </a:lnTo>
                  <a:lnTo>
                    <a:pt x="4700" y="5395"/>
                  </a:lnTo>
                  <a:lnTo>
                    <a:pt x="4700" y="1"/>
                  </a:lnTo>
                  <a:lnTo>
                    <a:pt x="3413" y="1"/>
                  </a:lnTo>
                  <a:lnTo>
                    <a:pt x="3413" y="3004"/>
                  </a:lnTo>
                  <a:cubicBezTo>
                    <a:pt x="3413" y="3924"/>
                    <a:pt x="3004" y="4373"/>
                    <a:pt x="2309" y="4373"/>
                  </a:cubicBezTo>
                  <a:cubicBezTo>
                    <a:pt x="1655" y="4373"/>
                    <a:pt x="1288" y="3944"/>
                    <a:pt x="1288" y="3127"/>
                  </a:cubicBezTo>
                  <a:lnTo>
                    <a:pt x="1288"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88" name="Google Shape;2288;p24">
              <a:extLst>
                <a:ext uri="{FF2B5EF4-FFF2-40B4-BE49-F238E27FC236}">
                  <a16:creationId xmlns:a16="http://schemas.microsoft.com/office/drawing/2014/main" id="{0F432D2E-48EB-D94B-C3D1-4E3C2D58AD2F}"/>
                </a:ext>
              </a:extLst>
            </p:cNvPr>
            <p:cNvSpPr/>
            <p:nvPr/>
          </p:nvSpPr>
          <p:spPr>
            <a:xfrm>
              <a:off x="6318275" y="2440125"/>
              <a:ext cx="122625" cy="191075"/>
            </a:xfrm>
            <a:custGeom>
              <a:avLst/>
              <a:gdLst/>
              <a:ahLst/>
              <a:cxnLst/>
              <a:rect l="l" t="t" r="r" b="b"/>
              <a:pathLst>
                <a:path w="4905" h="7643" extrusionOk="0">
                  <a:moveTo>
                    <a:pt x="2432" y="3127"/>
                  </a:moveTo>
                  <a:cubicBezTo>
                    <a:pt x="3106" y="3127"/>
                    <a:pt x="3597" y="3495"/>
                    <a:pt x="3597" y="4149"/>
                  </a:cubicBezTo>
                  <a:lnTo>
                    <a:pt x="3597" y="5497"/>
                  </a:lnTo>
                  <a:cubicBezTo>
                    <a:pt x="3597" y="6274"/>
                    <a:pt x="3004" y="6560"/>
                    <a:pt x="2473" y="6560"/>
                  </a:cubicBezTo>
                  <a:cubicBezTo>
                    <a:pt x="1798" y="6560"/>
                    <a:pt x="1288" y="6172"/>
                    <a:pt x="1288" y="5518"/>
                  </a:cubicBezTo>
                  <a:lnTo>
                    <a:pt x="1288" y="4271"/>
                  </a:lnTo>
                  <a:cubicBezTo>
                    <a:pt x="1288" y="3495"/>
                    <a:pt x="1901" y="3127"/>
                    <a:pt x="2432" y="3127"/>
                  </a:cubicBezTo>
                  <a:close/>
                  <a:moveTo>
                    <a:pt x="0" y="1"/>
                  </a:moveTo>
                  <a:lnTo>
                    <a:pt x="0" y="7520"/>
                  </a:lnTo>
                  <a:lnTo>
                    <a:pt x="1226" y="7520"/>
                  </a:lnTo>
                  <a:lnTo>
                    <a:pt x="1226" y="6989"/>
                  </a:lnTo>
                  <a:lnTo>
                    <a:pt x="1267" y="6989"/>
                  </a:lnTo>
                  <a:cubicBezTo>
                    <a:pt x="1533" y="7336"/>
                    <a:pt x="2023" y="7643"/>
                    <a:pt x="2636" y="7643"/>
                  </a:cubicBezTo>
                  <a:cubicBezTo>
                    <a:pt x="3842" y="7643"/>
                    <a:pt x="4904" y="6907"/>
                    <a:pt x="4904" y="5456"/>
                  </a:cubicBezTo>
                  <a:lnTo>
                    <a:pt x="4904" y="4149"/>
                  </a:lnTo>
                  <a:cubicBezTo>
                    <a:pt x="4904" y="2759"/>
                    <a:pt x="3964" y="2023"/>
                    <a:pt x="2779" y="2023"/>
                  </a:cubicBezTo>
                  <a:cubicBezTo>
                    <a:pt x="2289" y="2023"/>
                    <a:pt x="1696" y="2207"/>
                    <a:pt x="1288" y="2739"/>
                  </a:cubicBezTo>
                  <a:lnTo>
                    <a:pt x="1288"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89" name="Google Shape;2289;p24">
              <a:extLst>
                <a:ext uri="{FF2B5EF4-FFF2-40B4-BE49-F238E27FC236}">
                  <a16:creationId xmlns:a16="http://schemas.microsoft.com/office/drawing/2014/main" id="{1FAE32D7-7308-E4E3-697E-B91C5984D8E4}"/>
                </a:ext>
              </a:extLst>
            </p:cNvPr>
            <p:cNvSpPr/>
            <p:nvPr/>
          </p:nvSpPr>
          <p:spPr>
            <a:xfrm>
              <a:off x="6469475" y="2440125"/>
              <a:ext cx="58775" cy="189550"/>
            </a:xfrm>
            <a:custGeom>
              <a:avLst/>
              <a:gdLst/>
              <a:ahLst/>
              <a:cxnLst/>
              <a:rect l="l" t="t" r="r" b="b"/>
              <a:pathLst>
                <a:path w="2351" h="7582" extrusionOk="0">
                  <a:moveTo>
                    <a:pt x="1" y="1"/>
                  </a:moveTo>
                  <a:lnTo>
                    <a:pt x="1" y="6069"/>
                  </a:lnTo>
                  <a:cubicBezTo>
                    <a:pt x="1" y="6560"/>
                    <a:pt x="42" y="7581"/>
                    <a:pt x="1309" y="7581"/>
                  </a:cubicBezTo>
                  <a:cubicBezTo>
                    <a:pt x="1656" y="7581"/>
                    <a:pt x="2065" y="7520"/>
                    <a:pt x="2351" y="7438"/>
                  </a:cubicBezTo>
                  <a:lnTo>
                    <a:pt x="2351" y="6458"/>
                  </a:lnTo>
                  <a:cubicBezTo>
                    <a:pt x="2105" y="6478"/>
                    <a:pt x="1983" y="6498"/>
                    <a:pt x="1758" y="6498"/>
                  </a:cubicBezTo>
                  <a:cubicBezTo>
                    <a:pt x="1411" y="6498"/>
                    <a:pt x="1288" y="6315"/>
                    <a:pt x="1288" y="6069"/>
                  </a:cubicBezTo>
                  <a:lnTo>
                    <a:pt x="1288"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90" name="Google Shape;2290;p24">
              <a:extLst>
                <a:ext uri="{FF2B5EF4-FFF2-40B4-BE49-F238E27FC236}">
                  <a16:creationId xmlns:a16="http://schemas.microsoft.com/office/drawing/2014/main" id="{04DB1E10-ED3E-6B8E-EEA7-B85FDB61F05A}"/>
                </a:ext>
              </a:extLst>
            </p:cNvPr>
            <p:cNvSpPr/>
            <p:nvPr/>
          </p:nvSpPr>
          <p:spPr>
            <a:xfrm>
              <a:off x="6550700" y="2438600"/>
              <a:ext cx="32225" cy="189550"/>
            </a:xfrm>
            <a:custGeom>
              <a:avLst/>
              <a:gdLst/>
              <a:ahLst/>
              <a:cxnLst/>
              <a:rect l="l" t="t" r="r" b="b"/>
              <a:pathLst>
                <a:path w="1289" h="7582" extrusionOk="0">
                  <a:moveTo>
                    <a:pt x="1" y="0"/>
                  </a:moveTo>
                  <a:lnTo>
                    <a:pt x="1" y="1369"/>
                  </a:lnTo>
                  <a:lnTo>
                    <a:pt x="1288" y="1369"/>
                  </a:lnTo>
                  <a:lnTo>
                    <a:pt x="1288" y="0"/>
                  </a:lnTo>
                  <a:close/>
                  <a:moveTo>
                    <a:pt x="1" y="2187"/>
                  </a:moveTo>
                  <a:lnTo>
                    <a:pt x="1" y="7581"/>
                  </a:lnTo>
                  <a:lnTo>
                    <a:pt x="1288" y="7581"/>
                  </a:lnTo>
                  <a:lnTo>
                    <a:pt x="1288" y="2187"/>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91" name="Google Shape;2291;p24">
              <a:extLst>
                <a:ext uri="{FF2B5EF4-FFF2-40B4-BE49-F238E27FC236}">
                  <a16:creationId xmlns:a16="http://schemas.microsoft.com/office/drawing/2014/main" id="{676EF8C3-5DC8-DFB6-D45B-DEC142D6FAE7}"/>
                </a:ext>
              </a:extLst>
            </p:cNvPr>
            <p:cNvSpPr/>
            <p:nvPr/>
          </p:nvSpPr>
          <p:spPr>
            <a:xfrm>
              <a:off x="6611500" y="2490700"/>
              <a:ext cx="122625" cy="188025"/>
            </a:xfrm>
            <a:custGeom>
              <a:avLst/>
              <a:gdLst/>
              <a:ahLst/>
              <a:cxnLst/>
              <a:rect l="l" t="t" r="r" b="b"/>
              <a:pathLst>
                <a:path w="4905" h="7521" extrusionOk="0">
                  <a:moveTo>
                    <a:pt x="2432" y="1083"/>
                  </a:moveTo>
                  <a:cubicBezTo>
                    <a:pt x="3086" y="1083"/>
                    <a:pt x="3617" y="1472"/>
                    <a:pt x="3617" y="2126"/>
                  </a:cubicBezTo>
                  <a:lnTo>
                    <a:pt x="3617" y="3454"/>
                  </a:lnTo>
                  <a:cubicBezTo>
                    <a:pt x="3617" y="4230"/>
                    <a:pt x="3004" y="4516"/>
                    <a:pt x="2473" y="4516"/>
                  </a:cubicBezTo>
                  <a:cubicBezTo>
                    <a:pt x="1799" y="4516"/>
                    <a:pt x="1308" y="4128"/>
                    <a:pt x="1308" y="3474"/>
                  </a:cubicBezTo>
                  <a:lnTo>
                    <a:pt x="1308" y="2146"/>
                  </a:lnTo>
                  <a:cubicBezTo>
                    <a:pt x="1308" y="1370"/>
                    <a:pt x="1880" y="1083"/>
                    <a:pt x="2432" y="1083"/>
                  </a:cubicBezTo>
                  <a:close/>
                  <a:moveTo>
                    <a:pt x="2207" y="0"/>
                  </a:moveTo>
                  <a:cubicBezTo>
                    <a:pt x="1022" y="0"/>
                    <a:pt x="0" y="716"/>
                    <a:pt x="0" y="2187"/>
                  </a:cubicBezTo>
                  <a:lnTo>
                    <a:pt x="0" y="3495"/>
                  </a:lnTo>
                  <a:cubicBezTo>
                    <a:pt x="0" y="4864"/>
                    <a:pt x="940" y="5620"/>
                    <a:pt x="2126" y="5620"/>
                  </a:cubicBezTo>
                  <a:cubicBezTo>
                    <a:pt x="2596" y="5620"/>
                    <a:pt x="3331" y="5313"/>
                    <a:pt x="3638" y="4884"/>
                  </a:cubicBezTo>
                  <a:lnTo>
                    <a:pt x="3638" y="7520"/>
                  </a:lnTo>
                  <a:lnTo>
                    <a:pt x="4905" y="7520"/>
                  </a:lnTo>
                  <a:lnTo>
                    <a:pt x="4905" y="82"/>
                  </a:lnTo>
                  <a:lnTo>
                    <a:pt x="3617" y="82"/>
                  </a:lnTo>
                  <a:lnTo>
                    <a:pt x="3617" y="654"/>
                  </a:lnTo>
                  <a:lnTo>
                    <a:pt x="3576" y="654"/>
                  </a:lnTo>
                  <a:cubicBezTo>
                    <a:pt x="3311" y="307"/>
                    <a:pt x="2820" y="0"/>
                    <a:pt x="2207"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92" name="Google Shape;2292;p24">
              <a:extLst>
                <a:ext uri="{FF2B5EF4-FFF2-40B4-BE49-F238E27FC236}">
                  <a16:creationId xmlns:a16="http://schemas.microsoft.com/office/drawing/2014/main" id="{23166E99-52CF-055F-2EA9-E4672B23EAE7}"/>
                </a:ext>
              </a:extLst>
            </p:cNvPr>
            <p:cNvSpPr/>
            <p:nvPr/>
          </p:nvSpPr>
          <p:spPr>
            <a:xfrm>
              <a:off x="6767300" y="2493250"/>
              <a:ext cx="117025" cy="137450"/>
            </a:xfrm>
            <a:custGeom>
              <a:avLst/>
              <a:gdLst/>
              <a:ahLst/>
              <a:cxnLst/>
              <a:rect l="l" t="t" r="r" b="b"/>
              <a:pathLst>
                <a:path w="4681" h="5498" extrusionOk="0">
                  <a:moveTo>
                    <a:pt x="1" y="1"/>
                  </a:moveTo>
                  <a:lnTo>
                    <a:pt x="1" y="3434"/>
                  </a:lnTo>
                  <a:cubicBezTo>
                    <a:pt x="1" y="4721"/>
                    <a:pt x="675" y="5497"/>
                    <a:pt x="1901" y="5497"/>
                  </a:cubicBezTo>
                  <a:cubicBezTo>
                    <a:pt x="2494" y="5497"/>
                    <a:pt x="3046" y="5252"/>
                    <a:pt x="3413" y="4721"/>
                  </a:cubicBezTo>
                  <a:lnTo>
                    <a:pt x="3434" y="4721"/>
                  </a:lnTo>
                  <a:lnTo>
                    <a:pt x="3434" y="5395"/>
                  </a:lnTo>
                  <a:lnTo>
                    <a:pt x="4680" y="5395"/>
                  </a:lnTo>
                  <a:lnTo>
                    <a:pt x="4680" y="1"/>
                  </a:lnTo>
                  <a:lnTo>
                    <a:pt x="3393" y="1"/>
                  </a:lnTo>
                  <a:lnTo>
                    <a:pt x="3393" y="3004"/>
                  </a:lnTo>
                  <a:cubicBezTo>
                    <a:pt x="3393" y="3924"/>
                    <a:pt x="3005" y="4373"/>
                    <a:pt x="2289" y="4373"/>
                  </a:cubicBezTo>
                  <a:cubicBezTo>
                    <a:pt x="1636" y="4373"/>
                    <a:pt x="1288" y="3944"/>
                    <a:pt x="1288" y="3127"/>
                  </a:cubicBezTo>
                  <a:lnTo>
                    <a:pt x="1288"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93" name="Google Shape;2293;p24">
              <a:extLst>
                <a:ext uri="{FF2B5EF4-FFF2-40B4-BE49-F238E27FC236}">
                  <a16:creationId xmlns:a16="http://schemas.microsoft.com/office/drawing/2014/main" id="{FAEC0195-552E-0AFC-540A-C3AE60950A66}"/>
                </a:ext>
              </a:extLst>
            </p:cNvPr>
            <p:cNvSpPr/>
            <p:nvPr/>
          </p:nvSpPr>
          <p:spPr>
            <a:xfrm>
              <a:off x="6911375" y="2490700"/>
              <a:ext cx="120075" cy="140500"/>
            </a:xfrm>
            <a:custGeom>
              <a:avLst/>
              <a:gdLst/>
              <a:ahLst/>
              <a:cxnLst/>
              <a:rect l="l" t="t" r="r" b="b"/>
              <a:pathLst>
                <a:path w="4803" h="5620" extrusionOk="0">
                  <a:moveTo>
                    <a:pt x="2473" y="1083"/>
                  </a:moveTo>
                  <a:cubicBezTo>
                    <a:pt x="3004" y="1083"/>
                    <a:pt x="3515" y="1390"/>
                    <a:pt x="3515" y="2126"/>
                  </a:cubicBezTo>
                  <a:lnTo>
                    <a:pt x="3515" y="2269"/>
                  </a:lnTo>
                  <a:lnTo>
                    <a:pt x="1349" y="2269"/>
                  </a:lnTo>
                  <a:lnTo>
                    <a:pt x="1349" y="2187"/>
                  </a:lnTo>
                  <a:cubicBezTo>
                    <a:pt x="1349" y="1390"/>
                    <a:pt x="1921" y="1083"/>
                    <a:pt x="2473" y="1083"/>
                  </a:cubicBezTo>
                  <a:close/>
                  <a:moveTo>
                    <a:pt x="2473" y="0"/>
                  </a:moveTo>
                  <a:cubicBezTo>
                    <a:pt x="1145" y="0"/>
                    <a:pt x="0" y="838"/>
                    <a:pt x="0" y="2371"/>
                  </a:cubicBezTo>
                  <a:lnTo>
                    <a:pt x="0" y="3413"/>
                  </a:lnTo>
                  <a:cubicBezTo>
                    <a:pt x="0" y="4884"/>
                    <a:pt x="1185" y="5620"/>
                    <a:pt x="2514" y="5620"/>
                  </a:cubicBezTo>
                  <a:cubicBezTo>
                    <a:pt x="3474" y="5620"/>
                    <a:pt x="4332" y="5252"/>
                    <a:pt x="4741" y="4414"/>
                  </a:cubicBezTo>
                  <a:lnTo>
                    <a:pt x="3760" y="3842"/>
                  </a:lnTo>
                  <a:cubicBezTo>
                    <a:pt x="3474" y="4271"/>
                    <a:pt x="3024" y="4537"/>
                    <a:pt x="2575" y="4537"/>
                  </a:cubicBezTo>
                  <a:cubicBezTo>
                    <a:pt x="1901" y="4537"/>
                    <a:pt x="1349" y="4149"/>
                    <a:pt x="1349" y="3454"/>
                  </a:cubicBezTo>
                  <a:lnTo>
                    <a:pt x="1349" y="3168"/>
                  </a:lnTo>
                  <a:lnTo>
                    <a:pt x="4802" y="3168"/>
                  </a:lnTo>
                  <a:lnTo>
                    <a:pt x="4802" y="2126"/>
                  </a:lnTo>
                  <a:cubicBezTo>
                    <a:pt x="4802" y="695"/>
                    <a:pt x="3658" y="0"/>
                    <a:pt x="2473"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94" name="Google Shape;2294;p24">
              <a:extLst>
                <a:ext uri="{FF2B5EF4-FFF2-40B4-BE49-F238E27FC236}">
                  <a16:creationId xmlns:a16="http://schemas.microsoft.com/office/drawing/2014/main" id="{67FDC5A9-1AC0-F208-15EB-9A487862DC94}"/>
                </a:ext>
              </a:extLst>
            </p:cNvPr>
            <p:cNvSpPr/>
            <p:nvPr/>
          </p:nvSpPr>
          <p:spPr>
            <a:xfrm>
              <a:off x="5706775" y="2756350"/>
              <a:ext cx="147675" cy="188000"/>
            </a:xfrm>
            <a:custGeom>
              <a:avLst/>
              <a:gdLst/>
              <a:ahLst/>
              <a:cxnLst/>
              <a:rect l="l" t="t" r="r" b="b"/>
              <a:pathLst>
                <a:path w="5907" h="7520" extrusionOk="0">
                  <a:moveTo>
                    <a:pt x="2841" y="1226"/>
                  </a:moveTo>
                  <a:cubicBezTo>
                    <a:pt x="3720" y="1226"/>
                    <a:pt x="4496" y="1757"/>
                    <a:pt x="4496" y="2656"/>
                  </a:cubicBezTo>
                  <a:lnTo>
                    <a:pt x="4496" y="4822"/>
                  </a:lnTo>
                  <a:cubicBezTo>
                    <a:pt x="4496" y="5905"/>
                    <a:pt x="3618" y="6273"/>
                    <a:pt x="2902" y="6273"/>
                  </a:cubicBezTo>
                  <a:lnTo>
                    <a:pt x="1411" y="6273"/>
                  </a:lnTo>
                  <a:lnTo>
                    <a:pt x="1411" y="1226"/>
                  </a:lnTo>
                  <a:close/>
                  <a:moveTo>
                    <a:pt x="1" y="0"/>
                  </a:moveTo>
                  <a:lnTo>
                    <a:pt x="1" y="7520"/>
                  </a:lnTo>
                  <a:lnTo>
                    <a:pt x="2943" y="7520"/>
                  </a:lnTo>
                  <a:cubicBezTo>
                    <a:pt x="4435" y="7520"/>
                    <a:pt x="5906" y="6519"/>
                    <a:pt x="5906" y="4741"/>
                  </a:cubicBezTo>
                  <a:lnTo>
                    <a:pt x="5906" y="2738"/>
                  </a:lnTo>
                  <a:cubicBezTo>
                    <a:pt x="5906" y="1063"/>
                    <a:pt x="4578" y="0"/>
                    <a:pt x="2943"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95" name="Google Shape;2295;p24">
              <a:extLst>
                <a:ext uri="{FF2B5EF4-FFF2-40B4-BE49-F238E27FC236}">
                  <a16:creationId xmlns:a16="http://schemas.microsoft.com/office/drawing/2014/main" id="{B0641C7B-CA4B-56B8-645B-6BBA609ED2E5}"/>
                </a:ext>
              </a:extLst>
            </p:cNvPr>
            <p:cNvSpPr/>
            <p:nvPr/>
          </p:nvSpPr>
          <p:spPr>
            <a:xfrm>
              <a:off x="5879450" y="2742025"/>
              <a:ext cx="120075" cy="205400"/>
            </a:xfrm>
            <a:custGeom>
              <a:avLst/>
              <a:gdLst/>
              <a:ahLst/>
              <a:cxnLst/>
              <a:rect l="l" t="t" r="r" b="b"/>
              <a:pathLst>
                <a:path w="4803" h="8216" extrusionOk="0">
                  <a:moveTo>
                    <a:pt x="2820" y="1"/>
                  </a:moveTo>
                  <a:lnTo>
                    <a:pt x="1942" y="1840"/>
                  </a:lnTo>
                  <a:lnTo>
                    <a:pt x="2943" y="1840"/>
                  </a:lnTo>
                  <a:lnTo>
                    <a:pt x="4292" y="1"/>
                  </a:lnTo>
                  <a:close/>
                  <a:moveTo>
                    <a:pt x="2473" y="3679"/>
                  </a:moveTo>
                  <a:cubicBezTo>
                    <a:pt x="3004" y="3679"/>
                    <a:pt x="3515" y="3986"/>
                    <a:pt x="3515" y="4721"/>
                  </a:cubicBezTo>
                  <a:lnTo>
                    <a:pt x="3515" y="4864"/>
                  </a:lnTo>
                  <a:lnTo>
                    <a:pt x="1349" y="4864"/>
                  </a:lnTo>
                  <a:lnTo>
                    <a:pt x="1349" y="4782"/>
                  </a:lnTo>
                  <a:cubicBezTo>
                    <a:pt x="1349" y="3986"/>
                    <a:pt x="1942" y="3679"/>
                    <a:pt x="2473" y="3679"/>
                  </a:cubicBezTo>
                  <a:close/>
                  <a:moveTo>
                    <a:pt x="2473" y="2596"/>
                  </a:moveTo>
                  <a:cubicBezTo>
                    <a:pt x="1145" y="2596"/>
                    <a:pt x="0" y="3434"/>
                    <a:pt x="0" y="4966"/>
                  </a:cubicBezTo>
                  <a:lnTo>
                    <a:pt x="0" y="6009"/>
                  </a:lnTo>
                  <a:cubicBezTo>
                    <a:pt x="0" y="7480"/>
                    <a:pt x="1186" y="8215"/>
                    <a:pt x="2534" y="8215"/>
                  </a:cubicBezTo>
                  <a:cubicBezTo>
                    <a:pt x="3474" y="8215"/>
                    <a:pt x="4332" y="7848"/>
                    <a:pt x="4741" y="7010"/>
                  </a:cubicBezTo>
                  <a:lnTo>
                    <a:pt x="3760" y="6438"/>
                  </a:lnTo>
                  <a:cubicBezTo>
                    <a:pt x="3474" y="6846"/>
                    <a:pt x="3025" y="7132"/>
                    <a:pt x="2596" y="7132"/>
                  </a:cubicBezTo>
                  <a:cubicBezTo>
                    <a:pt x="1901" y="7132"/>
                    <a:pt x="1349" y="6744"/>
                    <a:pt x="1349" y="6049"/>
                  </a:cubicBezTo>
                  <a:lnTo>
                    <a:pt x="1349" y="5763"/>
                  </a:lnTo>
                  <a:lnTo>
                    <a:pt x="4802" y="5763"/>
                  </a:lnTo>
                  <a:lnTo>
                    <a:pt x="4802" y="4721"/>
                  </a:lnTo>
                  <a:cubicBezTo>
                    <a:pt x="4802" y="3291"/>
                    <a:pt x="3658" y="2596"/>
                    <a:pt x="2473" y="2596"/>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96" name="Google Shape;2296;p24">
              <a:extLst>
                <a:ext uri="{FF2B5EF4-FFF2-40B4-BE49-F238E27FC236}">
                  <a16:creationId xmlns:a16="http://schemas.microsoft.com/office/drawing/2014/main" id="{1F7DDC59-AA87-0892-DC35-43C8CA8F4AEB}"/>
                </a:ext>
              </a:extLst>
            </p:cNvPr>
            <p:cNvSpPr/>
            <p:nvPr/>
          </p:nvSpPr>
          <p:spPr>
            <a:xfrm>
              <a:off x="6028625" y="2806925"/>
              <a:ext cx="197200" cy="137425"/>
            </a:xfrm>
            <a:custGeom>
              <a:avLst/>
              <a:gdLst/>
              <a:ahLst/>
              <a:cxnLst/>
              <a:rect l="l" t="t" r="r" b="b"/>
              <a:pathLst>
                <a:path w="7888" h="5497" extrusionOk="0">
                  <a:moveTo>
                    <a:pt x="2779" y="0"/>
                  </a:moveTo>
                  <a:cubicBezTo>
                    <a:pt x="2146" y="0"/>
                    <a:pt x="1614" y="266"/>
                    <a:pt x="1247" y="756"/>
                  </a:cubicBezTo>
                  <a:lnTo>
                    <a:pt x="1226" y="756"/>
                  </a:lnTo>
                  <a:lnTo>
                    <a:pt x="1226" y="102"/>
                  </a:lnTo>
                  <a:lnTo>
                    <a:pt x="0" y="102"/>
                  </a:lnTo>
                  <a:lnTo>
                    <a:pt x="0" y="5497"/>
                  </a:lnTo>
                  <a:lnTo>
                    <a:pt x="1288" y="5497"/>
                  </a:lnTo>
                  <a:lnTo>
                    <a:pt x="1288" y="2330"/>
                  </a:lnTo>
                  <a:cubicBezTo>
                    <a:pt x="1288" y="1430"/>
                    <a:pt x="1860" y="1124"/>
                    <a:pt x="2330" y="1124"/>
                  </a:cubicBezTo>
                  <a:cubicBezTo>
                    <a:pt x="3106" y="1124"/>
                    <a:pt x="3310" y="1696"/>
                    <a:pt x="3310" y="2370"/>
                  </a:cubicBezTo>
                  <a:lnTo>
                    <a:pt x="3310" y="5497"/>
                  </a:lnTo>
                  <a:lnTo>
                    <a:pt x="4577" y="5497"/>
                  </a:lnTo>
                  <a:lnTo>
                    <a:pt x="4577" y="2391"/>
                  </a:lnTo>
                  <a:cubicBezTo>
                    <a:pt x="4577" y="1676"/>
                    <a:pt x="4884" y="1124"/>
                    <a:pt x="5620" y="1124"/>
                  </a:cubicBezTo>
                  <a:cubicBezTo>
                    <a:pt x="6355" y="1124"/>
                    <a:pt x="6600" y="1635"/>
                    <a:pt x="6600" y="2350"/>
                  </a:cubicBezTo>
                  <a:lnTo>
                    <a:pt x="6600" y="5497"/>
                  </a:lnTo>
                  <a:lnTo>
                    <a:pt x="7888" y="5497"/>
                  </a:lnTo>
                  <a:lnTo>
                    <a:pt x="7888" y="1900"/>
                  </a:lnTo>
                  <a:cubicBezTo>
                    <a:pt x="7888" y="572"/>
                    <a:pt x="6989" y="0"/>
                    <a:pt x="5987" y="0"/>
                  </a:cubicBezTo>
                  <a:cubicBezTo>
                    <a:pt x="5252" y="0"/>
                    <a:pt x="4720" y="307"/>
                    <a:pt x="4332" y="797"/>
                  </a:cubicBezTo>
                  <a:lnTo>
                    <a:pt x="4312" y="797"/>
                  </a:lnTo>
                  <a:cubicBezTo>
                    <a:pt x="3985" y="286"/>
                    <a:pt x="3494" y="0"/>
                    <a:pt x="2779"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97" name="Google Shape;2297;p24">
              <a:extLst>
                <a:ext uri="{FF2B5EF4-FFF2-40B4-BE49-F238E27FC236}">
                  <a16:creationId xmlns:a16="http://schemas.microsoft.com/office/drawing/2014/main" id="{92FFA60F-AFC5-050B-3DD2-E47F0F91B090}"/>
                </a:ext>
              </a:extLst>
            </p:cNvPr>
            <p:cNvSpPr/>
            <p:nvPr/>
          </p:nvSpPr>
          <p:spPr>
            <a:xfrm>
              <a:off x="6253900" y="2806925"/>
              <a:ext cx="122625" cy="140500"/>
            </a:xfrm>
            <a:custGeom>
              <a:avLst/>
              <a:gdLst/>
              <a:ahLst/>
              <a:cxnLst/>
              <a:rect l="l" t="t" r="r" b="b"/>
              <a:pathLst>
                <a:path w="4905" h="5620" extrusionOk="0">
                  <a:moveTo>
                    <a:pt x="2432" y="1103"/>
                  </a:moveTo>
                  <a:cubicBezTo>
                    <a:pt x="3107" y="1103"/>
                    <a:pt x="3597" y="1471"/>
                    <a:pt x="3597" y="2125"/>
                  </a:cubicBezTo>
                  <a:lnTo>
                    <a:pt x="3597" y="3474"/>
                  </a:lnTo>
                  <a:cubicBezTo>
                    <a:pt x="3597" y="4250"/>
                    <a:pt x="3025" y="4536"/>
                    <a:pt x="2473" y="4536"/>
                  </a:cubicBezTo>
                  <a:cubicBezTo>
                    <a:pt x="1819" y="4536"/>
                    <a:pt x="1308" y="4148"/>
                    <a:pt x="1308" y="3494"/>
                  </a:cubicBezTo>
                  <a:lnTo>
                    <a:pt x="1308" y="2166"/>
                  </a:lnTo>
                  <a:cubicBezTo>
                    <a:pt x="1308" y="1390"/>
                    <a:pt x="1901" y="1103"/>
                    <a:pt x="2432" y="1103"/>
                  </a:cubicBezTo>
                  <a:close/>
                  <a:moveTo>
                    <a:pt x="2432" y="0"/>
                  </a:moveTo>
                  <a:cubicBezTo>
                    <a:pt x="1247" y="0"/>
                    <a:pt x="1" y="797"/>
                    <a:pt x="1" y="2268"/>
                  </a:cubicBezTo>
                  <a:lnTo>
                    <a:pt x="1" y="3494"/>
                  </a:lnTo>
                  <a:cubicBezTo>
                    <a:pt x="1" y="4884"/>
                    <a:pt x="1165" y="5619"/>
                    <a:pt x="2473" y="5619"/>
                  </a:cubicBezTo>
                  <a:cubicBezTo>
                    <a:pt x="3679" y="5619"/>
                    <a:pt x="4905" y="4822"/>
                    <a:pt x="4905" y="3351"/>
                  </a:cubicBezTo>
                  <a:lnTo>
                    <a:pt x="4905" y="2248"/>
                  </a:lnTo>
                  <a:cubicBezTo>
                    <a:pt x="4905" y="858"/>
                    <a:pt x="3740" y="0"/>
                    <a:pt x="2432"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98" name="Google Shape;2298;p24">
              <a:extLst>
                <a:ext uri="{FF2B5EF4-FFF2-40B4-BE49-F238E27FC236}">
                  <a16:creationId xmlns:a16="http://schemas.microsoft.com/office/drawing/2014/main" id="{E05F48BC-511B-2C3E-A38C-B065E07FAC33}"/>
                </a:ext>
              </a:extLst>
            </p:cNvPr>
            <p:cNvSpPr/>
            <p:nvPr/>
          </p:nvSpPr>
          <p:spPr>
            <a:xfrm>
              <a:off x="6398975" y="2806925"/>
              <a:ext cx="121100" cy="140500"/>
            </a:xfrm>
            <a:custGeom>
              <a:avLst/>
              <a:gdLst/>
              <a:ahLst/>
              <a:cxnLst/>
              <a:rect l="l" t="t" r="r" b="b"/>
              <a:pathLst>
                <a:path w="4844" h="5620" extrusionOk="0">
                  <a:moveTo>
                    <a:pt x="2473" y="0"/>
                  </a:moveTo>
                  <a:cubicBezTo>
                    <a:pt x="1145" y="0"/>
                    <a:pt x="1" y="838"/>
                    <a:pt x="1" y="2370"/>
                  </a:cubicBezTo>
                  <a:lnTo>
                    <a:pt x="1" y="3413"/>
                  </a:lnTo>
                  <a:cubicBezTo>
                    <a:pt x="1" y="4843"/>
                    <a:pt x="1186" y="5619"/>
                    <a:pt x="2514" y="5619"/>
                  </a:cubicBezTo>
                  <a:cubicBezTo>
                    <a:pt x="3679" y="5619"/>
                    <a:pt x="4823" y="4945"/>
                    <a:pt x="4823" y="3515"/>
                  </a:cubicBezTo>
                  <a:lnTo>
                    <a:pt x="4823" y="3453"/>
                  </a:lnTo>
                  <a:lnTo>
                    <a:pt x="3577" y="3453"/>
                  </a:lnTo>
                  <a:lnTo>
                    <a:pt x="3577" y="3515"/>
                  </a:lnTo>
                  <a:cubicBezTo>
                    <a:pt x="3577" y="4250"/>
                    <a:pt x="3046" y="4536"/>
                    <a:pt x="2514" y="4536"/>
                  </a:cubicBezTo>
                  <a:cubicBezTo>
                    <a:pt x="1840" y="4536"/>
                    <a:pt x="1329" y="4148"/>
                    <a:pt x="1329" y="3453"/>
                  </a:cubicBezTo>
                  <a:lnTo>
                    <a:pt x="1329" y="2186"/>
                  </a:lnTo>
                  <a:cubicBezTo>
                    <a:pt x="1329" y="1390"/>
                    <a:pt x="1922" y="1083"/>
                    <a:pt x="2473" y="1083"/>
                  </a:cubicBezTo>
                  <a:cubicBezTo>
                    <a:pt x="3005" y="1083"/>
                    <a:pt x="3577" y="1390"/>
                    <a:pt x="3577" y="2125"/>
                  </a:cubicBezTo>
                  <a:lnTo>
                    <a:pt x="3577" y="2227"/>
                  </a:lnTo>
                  <a:lnTo>
                    <a:pt x="4844" y="2227"/>
                  </a:lnTo>
                  <a:lnTo>
                    <a:pt x="4844" y="2125"/>
                  </a:lnTo>
                  <a:cubicBezTo>
                    <a:pt x="4844" y="695"/>
                    <a:pt x="3638" y="0"/>
                    <a:pt x="2473"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99" name="Google Shape;2299;p24">
              <a:extLst>
                <a:ext uri="{FF2B5EF4-FFF2-40B4-BE49-F238E27FC236}">
                  <a16:creationId xmlns:a16="http://schemas.microsoft.com/office/drawing/2014/main" id="{9AABC524-D822-B3EB-B6AA-4196F59C8459}"/>
                </a:ext>
              </a:extLst>
            </p:cNvPr>
            <p:cNvSpPr/>
            <p:nvPr/>
          </p:nvSpPr>
          <p:spPr>
            <a:xfrm>
              <a:off x="6542025" y="2806925"/>
              <a:ext cx="86875" cy="137425"/>
            </a:xfrm>
            <a:custGeom>
              <a:avLst/>
              <a:gdLst/>
              <a:ahLst/>
              <a:cxnLst/>
              <a:rect l="l" t="t" r="r" b="b"/>
              <a:pathLst>
                <a:path w="3475" h="5497" extrusionOk="0">
                  <a:moveTo>
                    <a:pt x="3045" y="0"/>
                  </a:moveTo>
                  <a:cubicBezTo>
                    <a:pt x="2391" y="0"/>
                    <a:pt x="1594" y="429"/>
                    <a:pt x="1288" y="1001"/>
                  </a:cubicBezTo>
                  <a:lnTo>
                    <a:pt x="1267" y="1001"/>
                  </a:lnTo>
                  <a:lnTo>
                    <a:pt x="1267" y="102"/>
                  </a:lnTo>
                  <a:lnTo>
                    <a:pt x="0" y="102"/>
                  </a:lnTo>
                  <a:lnTo>
                    <a:pt x="0" y="5497"/>
                  </a:lnTo>
                  <a:lnTo>
                    <a:pt x="1288" y="5497"/>
                  </a:lnTo>
                  <a:lnTo>
                    <a:pt x="1288" y="2738"/>
                  </a:lnTo>
                  <a:cubicBezTo>
                    <a:pt x="1288" y="1737"/>
                    <a:pt x="2023" y="1165"/>
                    <a:pt x="2984" y="1165"/>
                  </a:cubicBezTo>
                  <a:cubicBezTo>
                    <a:pt x="3168" y="1165"/>
                    <a:pt x="3311" y="1165"/>
                    <a:pt x="3474" y="1206"/>
                  </a:cubicBezTo>
                  <a:lnTo>
                    <a:pt x="3474" y="20"/>
                  </a:lnTo>
                  <a:cubicBezTo>
                    <a:pt x="3331" y="0"/>
                    <a:pt x="3188" y="0"/>
                    <a:pt x="3045"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00" name="Google Shape;2300;p24">
              <a:extLst>
                <a:ext uri="{FF2B5EF4-FFF2-40B4-BE49-F238E27FC236}">
                  <a16:creationId xmlns:a16="http://schemas.microsoft.com/office/drawing/2014/main" id="{197A62E4-4539-20C9-55ED-6ABFAC34F320}"/>
                </a:ext>
              </a:extLst>
            </p:cNvPr>
            <p:cNvSpPr/>
            <p:nvPr/>
          </p:nvSpPr>
          <p:spPr>
            <a:xfrm>
              <a:off x="6640625" y="2806400"/>
              <a:ext cx="120575" cy="140500"/>
            </a:xfrm>
            <a:custGeom>
              <a:avLst/>
              <a:gdLst/>
              <a:ahLst/>
              <a:cxnLst/>
              <a:rect l="l" t="t" r="r" b="b"/>
              <a:pathLst>
                <a:path w="4823" h="5620" extrusionOk="0">
                  <a:moveTo>
                    <a:pt x="3433" y="3250"/>
                  </a:moveTo>
                  <a:lnTo>
                    <a:pt x="3433" y="3515"/>
                  </a:lnTo>
                  <a:cubicBezTo>
                    <a:pt x="3433" y="4108"/>
                    <a:pt x="3270" y="4598"/>
                    <a:pt x="2227" y="4598"/>
                  </a:cubicBezTo>
                  <a:cubicBezTo>
                    <a:pt x="1635" y="4598"/>
                    <a:pt x="1267" y="4373"/>
                    <a:pt x="1267" y="3924"/>
                  </a:cubicBezTo>
                  <a:cubicBezTo>
                    <a:pt x="1267" y="3454"/>
                    <a:pt x="1614" y="3250"/>
                    <a:pt x="2166" y="3250"/>
                  </a:cubicBezTo>
                  <a:close/>
                  <a:moveTo>
                    <a:pt x="2411" y="1"/>
                  </a:moveTo>
                  <a:cubicBezTo>
                    <a:pt x="1390" y="1"/>
                    <a:pt x="266" y="409"/>
                    <a:pt x="266" y="1594"/>
                  </a:cubicBezTo>
                  <a:lnTo>
                    <a:pt x="266" y="1737"/>
                  </a:lnTo>
                  <a:lnTo>
                    <a:pt x="1431" y="1737"/>
                  </a:lnTo>
                  <a:lnTo>
                    <a:pt x="1431" y="1554"/>
                  </a:lnTo>
                  <a:cubicBezTo>
                    <a:pt x="1431" y="1206"/>
                    <a:pt x="1839" y="1022"/>
                    <a:pt x="2391" y="1022"/>
                  </a:cubicBezTo>
                  <a:cubicBezTo>
                    <a:pt x="3045" y="1022"/>
                    <a:pt x="3433" y="1247"/>
                    <a:pt x="3433" y="1819"/>
                  </a:cubicBezTo>
                  <a:lnTo>
                    <a:pt x="3433" y="2330"/>
                  </a:lnTo>
                  <a:lnTo>
                    <a:pt x="2003" y="2330"/>
                  </a:lnTo>
                  <a:cubicBezTo>
                    <a:pt x="961" y="2330"/>
                    <a:pt x="0" y="2943"/>
                    <a:pt x="0" y="3985"/>
                  </a:cubicBezTo>
                  <a:cubicBezTo>
                    <a:pt x="0" y="5007"/>
                    <a:pt x="756" y="5620"/>
                    <a:pt x="1880" y="5620"/>
                  </a:cubicBezTo>
                  <a:cubicBezTo>
                    <a:pt x="2575" y="5620"/>
                    <a:pt x="2984" y="5518"/>
                    <a:pt x="3474" y="5007"/>
                  </a:cubicBezTo>
                  <a:lnTo>
                    <a:pt x="3494" y="5007"/>
                  </a:lnTo>
                  <a:cubicBezTo>
                    <a:pt x="3494" y="5109"/>
                    <a:pt x="3515" y="5436"/>
                    <a:pt x="3535" y="5518"/>
                  </a:cubicBezTo>
                  <a:lnTo>
                    <a:pt x="4823" y="5518"/>
                  </a:lnTo>
                  <a:cubicBezTo>
                    <a:pt x="4741" y="5395"/>
                    <a:pt x="4720" y="4598"/>
                    <a:pt x="4720" y="4353"/>
                  </a:cubicBezTo>
                  <a:lnTo>
                    <a:pt x="4720" y="1737"/>
                  </a:lnTo>
                  <a:cubicBezTo>
                    <a:pt x="4720" y="409"/>
                    <a:pt x="3617" y="1"/>
                    <a:pt x="2411"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01" name="Google Shape;2301;p24">
              <a:extLst>
                <a:ext uri="{FF2B5EF4-FFF2-40B4-BE49-F238E27FC236}">
                  <a16:creationId xmlns:a16="http://schemas.microsoft.com/office/drawing/2014/main" id="{9E1C5E6C-1AFA-1129-8612-1C85DD462004}"/>
                </a:ext>
              </a:extLst>
            </p:cNvPr>
            <p:cNvSpPr/>
            <p:nvPr/>
          </p:nvSpPr>
          <p:spPr>
            <a:xfrm>
              <a:off x="6778550" y="2768600"/>
              <a:ext cx="79200" cy="177800"/>
            </a:xfrm>
            <a:custGeom>
              <a:avLst/>
              <a:gdLst/>
              <a:ahLst/>
              <a:cxnLst/>
              <a:rect l="l" t="t" r="r" b="b"/>
              <a:pathLst>
                <a:path w="3168" h="7112" extrusionOk="0">
                  <a:moveTo>
                    <a:pt x="716" y="1"/>
                  </a:moveTo>
                  <a:lnTo>
                    <a:pt x="716" y="1635"/>
                  </a:lnTo>
                  <a:lnTo>
                    <a:pt x="0" y="1635"/>
                  </a:lnTo>
                  <a:lnTo>
                    <a:pt x="0" y="2657"/>
                  </a:lnTo>
                  <a:lnTo>
                    <a:pt x="716" y="2657"/>
                  </a:lnTo>
                  <a:lnTo>
                    <a:pt x="716" y="5742"/>
                  </a:lnTo>
                  <a:cubicBezTo>
                    <a:pt x="716" y="6703"/>
                    <a:pt x="1390" y="7111"/>
                    <a:pt x="2228" y="7111"/>
                  </a:cubicBezTo>
                  <a:cubicBezTo>
                    <a:pt x="2412" y="7111"/>
                    <a:pt x="2882" y="7071"/>
                    <a:pt x="3168" y="7009"/>
                  </a:cubicBezTo>
                  <a:lnTo>
                    <a:pt x="3168" y="5906"/>
                  </a:lnTo>
                  <a:cubicBezTo>
                    <a:pt x="2922" y="5947"/>
                    <a:pt x="2779" y="5967"/>
                    <a:pt x="2514" y="5967"/>
                  </a:cubicBezTo>
                  <a:cubicBezTo>
                    <a:pt x="2207" y="5967"/>
                    <a:pt x="2003" y="5845"/>
                    <a:pt x="2003" y="5436"/>
                  </a:cubicBezTo>
                  <a:lnTo>
                    <a:pt x="2003" y="2657"/>
                  </a:lnTo>
                  <a:lnTo>
                    <a:pt x="3168" y="2657"/>
                  </a:lnTo>
                  <a:lnTo>
                    <a:pt x="3168" y="1635"/>
                  </a:lnTo>
                  <a:lnTo>
                    <a:pt x="2003" y="1635"/>
                  </a:lnTo>
                  <a:lnTo>
                    <a:pt x="2003"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02" name="Google Shape;2302;p24">
              <a:extLst>
                <a:ext uri="{FF2B5EF4-FFF2-40B4-BE49-F238E27FC236}">
                  <a16:creationId xmlns:a16="http://schemas.microsoft.com/office/drawing/2014/main" id="{BF2820F7-7A25-9CDD-87C9-AE7915882F22}"/>
                </a:ext>
              </a:extLst>
            </p:cNvPr>
            <p:cNvSpPr/>
            <p:nvPr/>
          </p:nvSpPr>
          <p:spPr>
            <a:xfrm>
              <a:off x="6879700" y="2754800"/>
              <a:ext cx="32200" cy="189550"/>
            </a:xfrm>
            <a:custGeom>
              <a:avLst/>
              <a:gdLst/>
              <a:ahLst/>
              <a:cxnLst/>
              <a:rect l="l" t="t" r="r" b="b"/>
              <a:pathLst>
                <a:path w="1288" h="7582" extrusionOk="0">
                  <a:moveTo>
                    <a:pt x="0" y="1"/>
                  </a:moveTo>
                  <a:lnTo>
                    <a:pt x="0" y="1370"/>
                  </a:lnTo>
                  <a:lnTo>
                    <a:pt x="1288" y="1370"/>
                  </a:lnTo>
                  <a:lnTo>
                    <a:pt x="1288" y="1"/>
                  </a:lnTo>
                  <a:close/>
                  <a:moveTo>
                    <a:pt x="0" y="2187"/>
                  </a:moveTo>
                  <a:lnTo>
                    <a:pt x="0" y="7582"/>
                  </a:lnTo>
                  <a:lnTo>
                    <a:pt x="1288" y="7582"/>
                  </a:lnTo>
                  <a:lnTo>
                    <a:pt x="1288" y="2187"/>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03" name="Google Shape;2303;p24">
              <a:extLst>
                <a:ext uri="{FF2B5EF4-FFF2-40B4-BE49-F238E27FC236}">
                  <a16:creationId xmlns:a16="http://schemas.microsoft.com/office/drawing/2014/main" id="{C872D6E3-3393-73EF-4163-95A1D55AD172}"/>
                </a:ext>
              </a:extLst>
            </p:cNvPr>
            <p:cNvSpPr/>
            <p:nvPr/>
          </p:nvSpPr>
          <p:spPr>
            <a:xfrm>
              <a:off x="6939975" y="2806925"/>
              <a:ext cx="122625" cy="188000"/>
            </a:xfrm>
            <a:custGeom>
              <a:avLst/>
              <a:gdLst/>
              <a:ahLst/>
              <a:cxnLst/>
              <a:rect l="l" t="t" r="r" b="b"/>
              <a:pathLst>
                <a:path w="4905" h="7520" extrusionOk="0">
                  <a:moveTo>
                    <a:pt x="2432" y="1083"/>
                  </a:moveTo>
                  <a:cubicBezTo>
                    <a:pt x="3107" y="1083"/>
                    <a:pt x="3638" y="1471"/>
                    <a:pt x="3638" y="2125"/>
                  </a:cubicBezTo>
                  <a:lnTo>
                    <a:pt x="3638" y="3453"/>
                  </a:lnTo>
                  <a:cubicBezTo>
                    <a:pt x="3638" y="4230"/>
                    <a:pt x="3025" y="4516"/>
                    <a:pt x="2473" y="4516"/>
                  </a:cubicBezTo>
                  <a:cubicBezTo>
                    <a:pt x="1819" y="4516"/>
                    <a:pt x="1308" y="4128"/>
                    <a:pt x="1308" y="3474"/>
                  </a:cubicBezTo>
                  <a:lnTo>
                    <a:pt x="1308" y="2146"/>
                  </a:lnTo>
                  <a:cubicBezTo>
                    <a:pt x="1308" y="1369"/>
                    <a:pt x="1901" y="1083"/>
                    <a:pt x="2432" y="1083"/>
                  </a:cubicBezTo>
                  <a:close/>
                  <a:moveTo>
                    <a:pt x="2228" y="0"/>
                  </a:moveTo>
                  <a:cubicBezTo>
                    <a:pt x="1022" y="0"/>
                    <a:pt x="1" y="715"/>
                    <a:pt x="1" y="2186"/>
                  </a:cubicBezTo>
                  <a:lnTo>
                    <a:pt x="1" y="3494"/>
                  </a:lnTo>
                  <a:cubicBezTo>
                    <a:pt x="1" y="4863"/>
                    <a:pt x="961" y="5619"/>
                    <a:pt x="2126" y="5619"/>
                  </a:cubicBezTo>
                  <a:cubicBezTo>
                    <a:pt x="2616" y="5619"/>
                    <a:pt x="3352" y="5313"/>
                    <a:pt x="3658" y="4884"/>
                  </a:cubicBezTo>
                  <a:lnTo>
                    <a:pt x="3658" y="7520"/>
                  </a:lnTo>
                  <a:lnTo>
                    <a:pt x="4905" y="7520"/>
                  </a:lnTo>
                  <a:lnTo>
                    <a:pt x="4905" y="82"/>
                  </a:lnTo>
                  <a:lnTo>
                    <a:pt x="3638" y="82"/>
                  </a:lnTo>
                  <a:lnTo>
                    <a:pt x="3638" y="654"/>
                  </a:lnTo>
                  <a:lnTo>
                    <a:pt x="3597" y="654"/>
                  </a:lnTo>
                  <a:cubicBezTo>
                    <a:pt x="3331" y="307"/>
                    <a:pt x="2820" y="0"/>
                    <a:pt x="2228"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04" name="Google Shape;2304;p24">
              <a:extLst>
                <a:ext uri="{FF2B5EF4-FFF2-40B4-BE49-F238E27FC236}">
                  <a16:creationId xmlns:a16="http://schemas.microsoft.com/office/drawing/2014/main" id="{BF52858B-F04C-C6B1-2869-6CB53C95D3E2}"/>
                </a:ext>
              </a:extLst>
            </p:cNvPr>
            <p:cNvSpPr/>
            <p:nvPr/>
          </p:nvSpPr>
          <p:spPr>
            <a:xfrm>
              <a:off x="7096300" y="2809475"/>
              <a:ext cx="117000" cy="137425"/>
            </a:xfrm>
            <a:custGeom>
              <a:avLst/>
              <a:gdLst/>
              <a:ahLst/>
              <a:cxnLst/>
              <a:rect l="l" t="t" r="r" b="b"/>
              <a:pathLst>
                <a:path w="4680" h="5497" extrusionOk="0">
                  <a:moveTo>
                    <a:pt x="0" y="0"/>
                  </a:moveTo>
                  <a:lnTo>
                    <a:pt x="0" y="3433"/>
                  </a:lnTo>
                  <a:cubicBezTo>
                    <a:pt x="0" y="4720"/>
                    <a:pt x="675" y="5497"/>
                    <a:pt x="1880" y="5497"/>
                  </a:cubicBezTo>
                  <a:cubicBezTo>
                    <a:pt x="2493" y="5497"/>
                    <a:pt x="3045" y="5252"/>
                    <a:pt x="3413" y="4720"/>
                  </a:cubicBezTo>
                  <a:lnTo>
                    <a:pt x="3433" y="4720"/>
                  </a:lnTo>
                  <a:lnTo>
                    <a:pt x="3433" y="5395"/>
                  </a:lnTo>
                  <a:lnTo>
                    <a:pt x="4680" y="5395"/>
                  </a:lnTo>
                  <a:lnTo>
                    <a:pt x="4680" y="0"/>
                  </a:lnTo>
                  <a:lnTo>
                    <a:pt x="3392" y="0"/>
                  </a:lnTo>
                  <a:lnTo>
                    <a:pt x="3392" y="3004"/>
                  </a:lnTo>
                  <a:cubicBezTo>
                    <a:pt x="3392" y="3924"/>
                    <a:pt x="3004" y="4373"/>
                    <a:pt x="2289" y="4373"/>
                  </a:cubicBezTo>
                  <a:cubicBezTo>
                    <a:pt x="1635" y="4373"/>
                    <a:pt x="1288" y="3944"/>
                    <a:pt x="1288" y="3127"/>
                  </a:cubicBezTo>
                  <a:lnTo>
                    <a:pt x="1288" y="0"/>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05" name="Google Shape;2305;p24">
              <a:extLst>
                <a:ext uri="{FF2B5EF4-FFF2-40B4-BE49-F238E27FC236}">
                  <a16:creationId xmlns:a16="http://schemas.microsoft.com/office/drawing/2014/main" id="{B86272D8-FD6D-3003-088D-FB17158D1DF0}"/>
                </a:ext>
              </a:extLst>
            </p:cNvPr>
            <p:cNvSpPr/>
            <p:nvPr/>
          </p:nvSpPr>
          <p:spPr>
            <a:xfrm>
              <a:off x="7240350" y="2806925"/>
              <a:ext cx="120075" cy="140500"/>
            </a:xfrm>
            <a:custGeom>
              <a:avLst/>
              <a:gdLst/>
              <a:ahLst/>
              <a:cxnLst/>
              <a:rect l="l" t="t" r="r" b="b"/>
              <a:pathLst>
                <a:path w="4803" h="5620" extrusionOk="0">
                  <a:moveTo>
                    <a:pt x="2473" y="1083"/>
                  </a:moveTo>
                  <a:cubicBezTo>
                    <a:pt x="3005" y="1083"/>
                    <a:pt x="3515" y="1390"/>
                    <a:pt x="3515" y="2125"/>
                  </a:cubicBezTo>
                  <a:lnTo>
                    <a:pt x="3515" y="2268"/>
                  </a:lnTo>
                  <a:lnTo>
                    <a:pt x="1329" y="2268"/>
                  </a:lnTo>
                  <a:lnTo>
                    <a:pt x="1329" y="2186"/>
                  </a:lnTo>
                  <a:cubicBezTo>
                    <a:pt x="1329" y="1390"/>
                    <a:pt x="1922" y="1083"/>
                    <a:pt x="2473" y="1083"/>
                  </a:cubicBezTo>
                  <a:close/>
                  <a:moveTo>
                    <a:pt x="2473" y="0"/>
                  </a:moveTo>
                  <a:cubicBezTo>
                    <a:pt x="1145" y="0"/>
                    <a:pt x="1" y="838"/>
                    <a:pt x="1" y="2370"/>
                  </a:cubicBezTo>
                  <a:lnTo>
                    <a:pt x="1" y="3413"/>
                  </a:lnTo>
                  <a:cubicBezTo>
                    <a:pt x="1" y="4884"/>
                    <a:pt x="1186" y="5619"/>
                    <a:pt x="2514" y="5619"/>
                  </a:cubicBezTo>
                  <a:cubicBezTo>
                    <a:pt x="3475" y="5619"/>
                    <a:pt x="4312" y="5252"/>
                    <a:pt x="4741" y="4414"/>
                  </a:cubicBezTo>
                  <a:lnTo>
                    <a:pt x="3740" y="3842"/>
                  </a:lnTo>
                  <a:cubicBezTo>
                    <a:pt x="3475" y="4250"/>
                    <a:pt x="3005" y="4536"/>
                    <a:pt x="2575" y="4536"/>
                  </a:cubicBezTo>
                  <a:cubicBezTo>
                    <a:pt x="1901" y="4536"/>
                    <a:pt x="1329" y="4148"/>
                    <a:pt x="1329" y="3453"/>
                  </a:cubicBezTo>
                  <a:lnTo>
                    <a:pt x="1329" y="3167"/>
                  </a:lnTo>
                  <a:lnTo>
                    <a:pt x="4803" y="3167"/>
                  </a:lnTo>
                  <a:lnTo>
                    <a:pt x="4803" y="2125"/>
                  </a:lnTo>
                  <a:cubicBezTo>
                    <a:pt x="4803" y="695"/>
                    <a:pt x="3638" y="0"/>
                    <a:pt x="2473"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06" name="Google Shape;2306;p24">
              <a:extLst>
                <a:ext uri="{FF2B5EF4-FFF2-40B4-BE49-F238E27FC236}">
                  <a16:creationId xmlns:a16="http://schemas.microsoft.com/office/drawing/2014/main" id="{00743DAE-EF7F-D708-2B22-E0758BA83296}"/>
                </a:ext>
              </a:extLst>
            </p:cNvPr>
            <p:cNvSpPr/>
            <p:nvPr/>
          </p:nvSpPr>
          <p:spPr>
            <a:xfrm>
              <a:off x="5699125" y="3072550"/>
              <a:ext cx="122625" cy="191075"/>
            </a:xfrm>
            <a:custGeom>
              <a:avLst/>
              <a:gdLst/>
              <a:ahLst/>
              <a:cxnLst/>
              <a:rect l="l" t="t" r="r" b="b"/>
              <a:pathLst>
                <a:path w="4905" h="7643" extrusionOk="0">
                  <a:moveTo>
                    <a:pt x="2432" y="3107"/>
                  </a:moveTo>
                  <a:cubicBezTo>
                    <a:pt x="3086" y="3107"/>
                    <a:pt x="3617" y="3495"/>
                    <a:pt x="3617" y="4149"/>
                  </a:cubicBezTo>
                  <a:lnTo>
                    <a:pt x="3617" y="5477"/>
                  </a:lnTo>
                  <a:cubicBezTo>
                    <a:pt x="3617" y="6253"/>
                    <a:pt x="3004" y="6540"/>
                    <a:pt x="2473" y="6540"/>
                  </a:cubicBezTo>
                  <a:cubicBezTo>
                    <a:pt x="1819" y="6540"/>
                    <a:pt x="1308" y="6151"/>
                    <a:pt x="1308" y="5497"/>
                  </a:cubicBezTo>
                  <a:lnTo>
                    <a:pt x="1308" y="4169"/>
                  </a:lnTo>
                  <a:cubicBezTo>
                    <a:pt x="1308" y="3393"/>
                    <a:pt x="1901" y="3107"/>
                    <a:pt x="2432" y="3107"/>
                  </a:cubicBezTo>
                  <a:close/>
                  <a:moveTo>
                    <a:pt x="3617" y="1"/>
                  </a:moveTo>
                  <a:lnTo>
                    <a:pt x="3617" y="2678"/>
                  </a:lnTo>
                  <a:lnTo>
                    <a:pt x="3597" y="2678"/>
                  </a:lnTo>
                  <a:cubicBezTo>
                    <a:pt x="3311" y="2310"/>
                    <a:pt x="2820" y="2003"/>
                    <a:pt x="2228" y="2003"/>
                  </a:cubicBezTo>
                  <a:cubicBezTo>
                    <a:pt x="1022" y="2003"/>
                    <a:pt x="0" y="2739"/>
                    <a:pt x="0" y="4210"/>
                  </a:cubicBezTo>
                  <a:lnTo>
                    <a:pt x="0" y="5518"/>
                  </a:lnTo>
                  <a:cubicBezTo>
                    <a:pt x="0" y="6887"/>
                    <a:pt x="940" y="7643"/>
                    <a:pt x="2125" y="7643"/>
                  </a:cubicBezTo>
                  <a:cubicBezTo>
                    <a:pt x="2616" y="7643"/>
                    <a:pt x="3331" y="7336"/>
                    <a:pt x="3637" y="6907"/>
                  </a:cubicBezTo>
                  <a:lnTo>
                    <a:pt x="3658" y="6907"/>
                  </a:lnTo>
                  <a:lnTo>
                    <a:pt x="3658" y="7520"/>
                  </a:lnTo>
                  <a:lnTo>
                    <a:pt x="4904" y="7520"/>
                  </a:lnTo>
                  <a:lnTo>
                    <a:pt x="4904"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07" name="Google Shape;2307;p24">
              <a:extLst>
                <a:ext uri="{FF2B5EF4-FFF2-40B4-BE49-F238E27FC236}">
                  <a16:creationId xmlns:a16="http://schemas.microsoft.com/office/drawing/2014/main" id="{D0904804-A3B9-D191-FCBC-29E320B5DFCF}"/>
                </a:ext>
              </a:extLst>
            </p:cNvPr>
            <p:cNvSpPr/>
            <p:nvPr/>
          </p:nvSpPr>
          <p:spPr>
            <a:xfrm>
              <a:off x="5854925" y="3125675"/>
              <a:ext cx="117525" cy="137450"/>
            </a:xfrm>
            <a:custGeom>
              <a:avLst/>
              <a:gdLst/>
              <a:ahLst/>
              <a:cxnLst/>
              <a:rect l="l" t="t" r="r" b="b"/>
              <a:pathLst>
                <a:path w="4701" h="5498" extrusionOk="0">
                  <a:moveTo>
                    <a:pt x="1" y="1"/>
                  </a:moveTo>
                  <a:lnTo>
                    <a:pt x="1" y="3434"/>
                  </a:lnTo>
                  <a:cubicBezTo>
                    <a:pt x="1" y="4721"/>
                    <a:pt x="695" y="5498"/>
                    <a:pt x="1901" y="5498"/>
                  </a:cubicBezTo>
                  <a:cubicBezTo>
                    <a:pt x="2494" y="5498"/>
                    <a:pt x="3066" y="5252"/>
                    <a:pt x="3413" y="4721"/>
                  </a:cubicBezTo>
                  <a:lnTo>
                    <a:pt x="3454" y="4721"/>
                  </a:lnTo>
                  <a:lnTo>
                    <a:pt x="3454" y="5395"/>
                  </a:lnTo>
                  <a:lnTo>
                    <a:pt x="4700" y="5395"/>
                  </a:lnTo>
                  <a:lnTo>
                    <a:pt x="4700" y="1"/>
                  </a:lnTo>
                  <a:lnTo>
                    <a:pt x="3413" y="1"/>
                  </a:lnTo>
                  <a:lnTo>
                    <a:pt x="3413" y="3005"/>
                  </a:lnTo>
                  <a:cubicBezTo>
                    <a:pt x="3413" y="3924"/>
                    <a:pt x="3004" y="4374"/>
                    <a:pt x="2310" y="4374"/>
                  </a:cubicBezTo>
                  <a:cubicBezTo>
                    <a:pt x="1656" y="4374"/>
                    <a:pt x="1288" y="3945"/>
                    <a:pt x="1288" y="3127"/>
                  </a:cubicBezTo>
                  <a:lnTo>
                    <a:pt x="1288"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08" name="Google Shape;2308;p24">
              <a:extLst>
                <a:ext uri="{FF2B5EF4-FFF2-40B4-BE49-F238E27FC236}">
                  <a16:creationId xmlns:a16="http://schemas.microsoft.com/office/drawing/2014/main" id="{31E920FD-0E00-C819-C3B8-680342F4CF7C}"/>
                </a:ext>
              </a:extLst>
            </p:cNvPr>
            <p:cNvSpPr/>
            <p:nvPr/>
          </p:nvSpPr>
          <p:spPr>
            <a:xfrm>
              <a:off x="6067950" y="3069500"/>
              <a:ext cx="147150" cy="194125"/>
            </a:xfrm>
            <a:custGeom>
              <a:avLst/>
              <a:gdLst/>
              <a:ahLst/>
              <a:cxnLst/>
              <a:rect l="l" t="t" r="r" b="b"/>
              <a:pathLst>
                <a:path w="5886" h="7765" extrusionOk="0">
                  <a:moveTo>
                    <a:pt x="3004" y="0"/>
                  </a:moveTo>
                  <a:cubicBezTo>
                    <a:pt x="1370" y="0"/>
                    <a:pt x="1" y="981"/>
                    <a:pt x="1" y="2759"/>
                  </a:cubicBezTo>
                  <a:lnTo>
                    <a:pt x="1" y="5170"/>
                  </a:lnTo>
                  <a:cubicBezTo>
                    <a:pt x="1" y="6845"/>
                    <a:pt x="1431" y="7765"/>
                    <a:pt x="3066" y="7765"/>
                  </a:cubicBezTo>
                  <a:cubicBezTo>
                    <a:pt x="4496" y="7765"/>
                    <a:pt x="5886" y="6968"/>
                    <a:pt x="5886" y="5292"/>
                  </a:cubicBezTo>
                  <a:lnTo>
                    <a:pt x="5886" y="5068"/>
                  </a:lnTo>
                  <a:lnTo>
                    <a:pt x="4557" y="5068"/>
                  </a:lnTo>
                  <a:lnTo>
                    <a:pt x="4557" y="5170"/>
                  </a:lnTo>
                  <a:cubicBezTo>
                    <a:pt x="4557" y="6151"/>
                    <a:pt x="3760" y="6518"/>
                    <a:pt x="3066" y="6518"/>
                  </a:cubicBezTo>
                  <a:cubicBezTo>
                    <a:pt x="2187" y="6518"/>
                    <a:pt x="1411" y="6008"/>
                    <a:pt x="1411" y="5109"/>
                  </a:cubicBezTo>
                  <a:lnTo>
                    <a:pt x="1411" y="2697"/>
                  </a:lnTo>
                  <a:cubicBezTo>
                    <a:pt x="1411" y="1614"/>
                    <a:pt x="2289" y="1247"/>
                    <a:pt x="3004" y="1247"/>
                  </a:cubicBezTo>
                  <a:cubicBezTo>
                    <a:pt x="3699" y="1247"/>
                    <a:pt x="4557" y="1614"/>
                    <a:pt x="4557" y="2595"/>
                  </a:cubicBezTo>
                  <a:lnTo>
                    <a:pt x="4557" y="2718"/>
                  </a:lnTo>
                  <a:lnTo>
                    <a:pt x="5886" y="2718"/>
                  </a:lnTo>
                  <a:lnTo>
                    <a:pt x="5886" y="2473"/>
                  </a:lnTo>
                  <a:cubicBezTo>
                    <a:pt x="5886" y="797"/>
                    <a:pt x="4455" y="0"/>
                    <a:pt x="3004"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09" name="Google Shape;2309;p24">
              <a:extLst>
                <a:ext uri="{FF2B5EF4-FFF2-40B4-BE49-F238E27FC236}">
                  <a16:creationId xmlns:a16="http://schemas.microsoft.com/office/drawing/2014/main" id="{43F87EEC-5805-763C-8824-F43A773C40A4}"/>
                </a:ext>
              </a:extLst>
            </p:cNvPr>
            <p:cNvSpPr/>
            <p:nvPr/>
          </p:nvSpPr>
          <p:spPr>
            <a:xfrm>
              <a:off x="6239075" y="3123125"/>
              <a:ext cx="122650" cy="140500"/>
            </a:xfrm>
            <a:custGeom>
              <a:avLst/>
              <a:gdLst/>
              <a:ahLst/>
              <a:cxnLst/>
              <a:rect l="l" t="t" r="r" b="b"/>
              <a:pathLst>
                <a:path w="4906" h="5620" extrusionOk="0">
                  <a:moveTo>
                    <a:pt x="2433" y="1104"/>
                  </a:moveTo>
                  <a:cubicBezTo>
                    <a:pt x="3087" y="1104"/>
                    <a:pt x="3597" y="1472"/>
                    <a:pt x="3597" y="2126"/>
                  </a:cubicBezTo>
                  <a:lnTo>
                    <a:pt x="3597" y="3474"/>
                  </a:lnTo>
                  <a:cubicBezTo>
                    <a:pt x="3597" y="4251"/>
                    <a:pt x="3005" y="4537"/>
                    <a:pt x="2474" y="4537"/>
                  </a:cubicBezTo>
                  <a:cubicBezTo>
                    <a:pt x="1799" y="4537"/>
                    <a:pt x="1309" y="4149"/>
                    <a:pt x="1309" y="3495"/>
                  </a:cubicBezTo>
                  <a:lnTo>
                    <a:pt x="1309" y="2167"/>
                  </a:lnTo>
                  <a:cubicBezTo>
                    <a:pt x="1309" y="1390"/>
                    <a:pt x="1901" y="1104"/>
                    <a:pt x="2433" y="1104"/>
                  </a:cubicBezTo>
                  <a:close/>
                  <a:moveTo>
                    <a:pt x="2433" y="1"/>
                  </a:moveTo>
                  <a:cubicBezTo>
                    <a:pt x="1247" y="1"/>
                    <a:pt x="1" y="798"/>
                    <a:pt x="1" y="2269"/>
                  </a:cubicBezTo>
                  <a:lnTo>
                    <a:pt x="1" y="3495"/>
                  </a:lnTo>
                  <a:cubicBezTo>
                    <a:pt x="1" y="4884"/>
                    <a:pt x="1166" y="5620"/>
                    <a:pt x="2474" y="5620"/>
                  </a:cubicBezTo>
                  <a:cubicBezTo>
                    <a:pt x="3659" y="5620"/>
                    <a:pt x="4905" y="4823"/>
                    <a:pt x="4905" y="3352"/>
                  </a:cubicBezTo>
                  <a:lnTo>
                    <a:pt x="4905" y="2248"/>
                  </a:lnTo>
                  <a:cubicBezTo>
                    <a:pt x="4905" y="859"/>
                    <a:pt x="3740" y="1"/>
                    <a:pt x="2433"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10" name="Google Shape;2310;p24">
              <a:extLst>
                <a:ext uri="{FF2B5EF4-FFF2-40B4-BE49-F238E27FC236}">
                  <a16:creationId xmlns:a16="http://schemas.microsoft.com/office/drawing/2014/main" id="{A586E1CF-96DF-A19A-314C-0007A4B1AD87}"/>
                </a:ext>
              </a:extLst>
            </p:cNvPr>
            <p:cNvSpPr/>
            <p:nvPr/>
          </p:nvSpPr>
          <p:spPr>
            <a:xfrm>
              <a:off x="6390300" y="3123125"/>
              <a:ext cx="117000" cy="137450"/>
            </a:xfrm>
            <a:custGeom>
              <a:avLst/>
              <a:gdLst/>
              <a:ahLst/>
              <a:cxnLst/>
              <a:rect l="l" t="t" r="r" b="b"/>
              <a:pathLst>
                <a:path w="4680" h="5498" extrusionOk="0">
                  <a:moveTo>
                    <a:pt x="2800" y="1"/>
                  </a:moveTo>
                  <a:cubicBezTo>
                    <a:pt x="2207" y="1"/>
                    <a:pt x="1635" y="246"/>
                    <a:pt x="1267" y="757"/>
                  </a:cubicBezTo>
                  <a:lnTo>
                    <a:pt x="1247" y="757"/>
                  </a:lnTo>
                  <a:lnTo>
                    <a:pt x="1247" y="103"/>
                  </a:lnTo>
                  <a:lnTo>
                    <a:pt x="0" y="103"/>
                  </a:lnTo>
                  <a:lnTo>
                    <a:pt x="0" y="5497"/>
                  </a:lnTo>
                  <a:lnTo>
                    <a:pt x="1288" y="5497"/>
                  </a:lnTo>
                  <a:lnTo>
                    <a:pt x="1288" y="2473"/>
                  </a:lnTo>
                  <a:cubicBezTo>
                    <a:pt x="1288" y="1554"/>
                    <a:pt x="1697" y="1124"/>
                    <a:pt x="2391" y="1124"/>
                  </a:cubicBezTo>
                  <a:cubicBezTo>
                    <a:pt x="3045" y="1124"/>
                    <a:pt x="3393" y="1554"/>
                    <a:pt x="3393" y="2371"/>
                  </a:cubicBezTo>
                  <a:lnTo>
                    <a:pt x="3393" y="5497"/>
                  </a:lnTo>
                  <a:lnTo>
                    <a:pt x="4680" y="5497"/>
                  </a:lnTo>
                  <a:lnTo>
                    <a:pt x="4680" y="2044"/>
                  </a:lnTo>
                  <a:cubicBezTo>
                    <a:pt x="4680" y="757"/>
                    <a:pt x="4006" y="1"/>
                    <a:pt x="2800"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11" name="Google Shape;2311;p24">
              <a:extLst>
                <a:ext uri="{FF2B5EF4-FFF2-40B4-BE49-F238E27FC236}">
                  <a16:creationId xmlns:a16="http://schemas.microsoft.com/office/drawing/2014/main" id="{636F24CD-F276-9512-CAAB-60D67FC6FF4E}"/>
                </a:ext>
              </a:extLst>
            </p:cNvPr>
            <p:cNvSpPr/>
            <p:nvPr/>
          </p:nvSpPr>
          <p:spPr>
            <a:xfrm>
              <a:off x="6534350" y="3123125"/>
              <a:ext cx="121100" cy="189050"/>
            </a:xfrm>
            <a:custGeom>
              <a:avLst/>
              <a:gdLst/>
              <a:ahLst/>
              <a:cxnLst/>
              <a:rect l="l" t="t" r="r" b="b"/>
              <a:pathLst>
                <a:path w="4844" h="7562" extrusionOk="0">
                  <a:moveTo>
                    <a:pt x="2433" y="1104"/>
                  </a:moveTo>
                  <a:cubicBezTo>
                    <a:pt x="3107" y="1104"/>
                    <a:pt x="3597" y="1472"/>
                    <a:pt x="3597" y="2126"/>
                  </a:cubicBezTo>
                  <a:lnTo>
                    <a:pt x="3597" y="3331"/>
                  </a:lnTo>
                  <a:cubicBezTo>
                    <a:pt x="3597" y="4108"/>
                    <a:pt x="3005" y="4394"/>
                    <a:pt x="2473" y="4394"/>
                  </a:cubicBezTo>
                  <a:cubicBezTo>
                    <a:pt x="1820" y="4394"/>
                    <a:pt x="1309" y="4006"/>
                    <a:pt x="1309" y="3352"/>
                  </a:cubicBezTo>
                  <a:lnTo>
                    <a:pt x="1309" y="2167"/>
                  </a:lnTo>
                  <a:cubicBezTo>
                    <a:pt x="1309" y="1390"/>
                    <a:pt x="1901" y="1104"/>
                    <a:pt x="2433" y="1104"/>
                  </a:cubicBezTo>
                  <a:close/>
                  <a:moveTo>
                    <a:pt x="2126" y="1"/>
                  </a:moveTo>
                  <a:cubicBezTo>
                    <a:pt x="920" y="1"/>
                    <a:pt x="1" y="798"/>
                    <a:pt x="1" y="2269"/>
                  </a:cubicBezTo>
                  <a:lnTo>
                    <a:pt x="1" y="3290"/>
                  </a:lnTo>
                  <a:cubicBezTo>
                    <a:pt x="1" y="4680"/>
                    <a:pt x="839" y="5416"/>
                    <a:pt x="2146" y="5416"/>
                  </a:cubicBezTo>
                  <a:cubicBezTo>
                    <a:pt x="2739" y="5416"/>
                    <a:pt x="3229" y="5191"/>
                    <a:pt x="3577" y="4721"/>
                  </a:cubicBezTo>
                  <a:lnTo>
                    <a:pt x="3597" y="4721"/>
                  </a:lnTo>
                  <a:lnTo>
                    <a:pt x="3597" y="5273"/>
                  </a:lnTo>
                  <a:cubicBezTo>
                    <a:pt x="3597" y="6049"/>
                    <a:pt x="3168" y="6539"/>
                    <a:pt x="2392" y="6539"/>
                  </a:cubicBezTo>
                  <a:cubicBezTo>
                    <a:pt x="1922" y="6539"/>
                    <a:pt x="1554" y="6335"/>
                    <a:pt x="1309" y="5824"/>
                  </a:cubicBezTo>
                  <a:lnTo>
                    <a:pt x="83" y="6253"/>
                  </a:lnTo>
                  <a:cubicBezTo>
                    <a:pt x="348" y="7152"/>
                    <a:pt x="1411" y="7561"/>
                    <a:pt x="2269" y="7561"/>
                  </a:cubicBezTo>
                  <a:cubicBezTo>
                    <a:pt x="4149" y="7561"/>
                    <a:pt x="4844" y="6294"/>
                    <a:pt x="4844" y="5048"/>
                  </a:cubicBezTo>
                  <a:lnTo>
                    <a:pt x="4844" y="103"/>
                  </a:lnTo>
                  <a:lnTo>
                    <a:pt x="3618" y="103"/>
                  </a:lnTo>
                  <a:lnTo>
                    <a:pt x="3618" y="736"/>
                  </a:lnTo>
                  <a:lnTo>
                    <a:pt x="3597" y="736"/>
                  </a:lnTo>
                  <a:cubicBezTo>
                    <a:pt x="3311" y="328"/>
                    <a:pt x="2759" y="1"/>
                    <a:pt x="2126"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12" name="Google Shape;2312;p24">
              <a:extLst>
                <a:ext uri="{FF2B5EF4-FFF2-40B4-BE49-F238E27FC236}">
                  <a16:creationId xmlns:a16="http://schemas.microsoft.com/office/drawing/2014/main" id="{B6F3EC4B-B1A3-61F9-C180-5B32B032CCE1}"/>
                </a:ext>
              </a:extLst>
            </p:cNvPr>
            <p:cNvSpPr/>
            <p:nvPr/>
          </p:nvSpPr>
          <p:spPr>
            <a:xfrm>
              <a:off x="6683025" y="3123125"/>
              <a:ext cx="123125" cy="140500"/>
            </a:xfrm>
            <a:custGeom>
              <a:avLst/>
              <a:gdLst/>
              <a:ahLst/>
              <a:cxnLst/>
              <a:rect l="l" t="t" r="r" b="b"/>
              <a:pathLst>
                <a:path w="4925" h="5620" extrusionOk="0">
                  <a:moveTo>
                    <a:pt x="2432" y="1104"/>
                  </a:moveTo>
                  <a:cubicBezTo>
                    <a:pt x="3106" y="1104"/>
                    <a:pt x="3617" y="1472"/>
                    <a:pt x="3617" y="2126"/>
                  </a:cubicBezTo>
                  <a:lnTo>
                    <a:pt x="3617" y="3474"/>
                  </a:lnTo>
                  <a:cubicBezTo>
                    <a:pt x="3617" y="4251"/>
                    <a:pt x="3024" y="4537"/>
                    <a:pt x="2493" y="4537"/>
                  </a:cubicBezTo>
                  <a:cubicBezTo>
                    <a:pt x="1819" y="4537"/>
                    <a:pt x="1308" y="4149"/>
                    <a:pt x="1308" y="3495"/>
                  </a:cubicBezTo>
                  <a:lnTo>
                    <a:pt x="1308" y="2167"/>
                  </a:lnTo>
                  <a:cubicBezTo>
                    <a:pt x="1308" y="1390"/>
                    <a:pt x="1901" y="1104"/>
                    <a:pt x="2432" y="1104"/>
                  </a:cubicBezTo>
                  <a:close/>
                  <a:moveTo>
                    <a:pt x="2432" y="1"/>
                  </a:moveTo>
                  <a:cubicBezTo>
                    <a:pt x="1247" y="1"/>
                    <a:pt x="0" y="798"/>
                    <a:pt x="0" y="2269"/>
                  </a:cubicBezTo>
                  <a:lnTo>
                    <a:pt x="0" y="3495"/>
                  </a:lnTo>
                  <a:cubicBezTo>
                    <a:pt x="0" y="4884"/>
                    <a:pt x="1185" y="5620"/>
                    <a:pt x="2493" y="5620"/>
                  </a:cubicBezTo>
                  <a:cubicBezTo>
                    <a:pt x="3678" y="5620"/>
                    <a:pt x="4925" y="4823"/>
                    <a:pt x="4925" y="3352"/>
                  </a:cubicBezTo>
                  <a:lnTo>
                    <a:pt x="4925" y="2248"/>
                  </a:lnTo>
                  <a:cubicBezTo>
                    <a:pt x="4925" y="859"/>
                    <a:pt x="3740" y="1"/>
                    <a:pt x="2432"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13" name="Google Shape;2313;p24">
              <a:extLst>
                <a:ext uri="{FF2B5EF4-FFF2-40B4-BE49-F238E27FC236}">
                  <a16:creationId xmlns:a16="http://schemas.microsoft.com/office/drawing/2014/main" id="{148881F9-6447-7C92-AA6F-45204761FF80}"/>
                </a:ext>
              </a:extLst>
            </p:cNvPr>
            <p:cNvSpPr/>
            <p:nvPr/>
          </p:nvSpPr>
          <p:spPr>
            <a:xfrm>
              <a:off x="5432975" y="2440125"/>
              <a:ext cx="21475" cy="823500"/>
            </a:xfrm>
            <a:custGeom>
              <a:avLst/>
              <a:gdLst/>
              <a:ahLst/>
              <a:cxnLst/>
              <a:rect l="l" t="t" r="r" b="b"/>
              <a:pathLst>
                <a:path w="859" h="32940" extrusionOk="0">
                  <a:moveTo>
                    <a:pt x="0" y="1"/>
                  </a:moveTo>
                  <a:lnTo>
                    <a:pt x="0" y="32940"/>
                  </a:lnTo>
                  <a:lnTo>
                    <a:pt x="858" y="32940"/>
                  </a:lnTo>
                  <a:lnTo>
                    <a:pt x="858" y="1"/>
                  </a:lnTo>
                  <a:close/>
                </a:path>
              </a:pathLst>
            </a:custGeom>
            <a:solidFill>
              <a:srgbClr val="64C8FA"/>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grpSp>
      <p:graphicFrame>
        <p:nvGraphicFramePr>
          <p:cNvPr id="2" name="Google Shape;550;p45">
            <a:extLst>
              <a:ext uri="{FF2B5EF4-FFF2-40B4-BE49-F238E27FC236}">
                <a16:creationId xmlns:a16="http://schemas.microsoft.com/office/drawing/2014/main" id="{B7F4A2D0-79DF-8A5F-D333-EC535A970DCD}"/>
              </a:ext>
            </a:extLst>
          </p:cNvPr>
          <p:cNvGraphicFramePr/>
          <p:nvPr>
            <p:extLst>
              <p:ext uri="{D42A27DB-BD31-4B8C-83A1-F6EECF244321}">
                <p14:modId xmlns:p14="http://schemas.microsoft.com/office/powerpoint/2010/main" val="1167107167"/>
              </p:ext>
            </p:extLst>
          </p:nvPr>
        </p:nvGraphicFramePr>
        <p:xfrm>
          <a:off x="85727" y="981575"/>
          <a:ext cx="12020550" cy="5194424"/>
        </p:xfrm>
        <a:graphic>
          <a:graphicData uri="http://schemas.openxmlformats.org/drawingml/2006/table">
            <a:tbl>
              <a:tblPr firstRow="1" bandRow="1">
                <a:tableStyleId>{B301B821-A1FF-4177-AEE7-76D212191A09}</a:tableStyleId>
              </a:tblPr>
              <a:tblGrid>
                <a:gridCol w="1569563">
                  <a:extLst>
                    <a:ext uri="{9D8B030D-6E8A-4147-A177-3AD203B41FA5}">
                      <a16:colId xmlns:a16="http://schemas.microsoft.com/office/drawing/2014/main" val="20000"/>
                    </a:ext>
                  </a:extLst>
                </a:gridCol>
                <a:gridCol w="3119507">
                  <a:extLst>
                    <a:ext uri="{9D8B030D-6E8A-4147-A177-3AD203B41FA5}">
                      <a16:colId xmlns:a16="http://schemas.microsoft.com/office/drawing/2014/main" val="20001"/>
                    </a:ext>
                  </a:extLst>
                </a:gridCol>
                <a:gridCol w="3905644">
                  <a:extLst>
                    <a:ext uri="{9D8B030D-6E8A-4147-A177-3AD203B41FA5}">
                      <a16:colId xmlns:a16="http://schemas.microsoft.com/office/drawing/2014/main" val="20002"/>
                    </a:ext>
                  </a:extLst>
                </a:gridCol>
                <a:gridCol w="1816132">
                  <a:extLst>
                    <a:ext uri="{9D8B030D-6E8A-4147-A177-3AD203B41FA5}">
                      <a16:colId xmlns:a16="http://schemas.microsoft.com/office/drawing/2014/main" val="20003"/>
                    </a:ext>
                  </a:extLst>
                </a:gridCol>
                <a:gridCol w="1609704">
                  <a:extLst>
                    <a:ext uri="{9D8B030D-6E8A-4147-A177-3AD203B41FA5}">
                      <a16:colId xmlns:a16="http://schemas.microsoft.com/office/drawing/2014/main" val="20004"/>
                    </a:ext>
                  </a:extLst>
                </a:gridCol>
              </a:tblGrid>
              <a:tr h="447053">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l" rtl="0">
                        <a:spcBef>
                          <a:spcPts val="0"/>
                        </a:spcBef>
                        <a:spcAft>
                          <a:spcPts val="0"/>
                        </a:spcAft>
                        <a:buNone/>
                      </a:pPr>
                      <a:r>
                        <a:rPr lang="fr-FR" sz="21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Domaines</a:t>
                      </a:r>
                      <a:endParaRPr sz="21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121933" marR="121933" marT="60967" marB="60967"/>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l" rtl="0">
                        <a:spcBef>
                          <a:spcPts val="0"/>
                        </a:spcBef>
                        <a:spcAft>
                          <a:spcPts val="0"/>
                        </a:spcAft>
                        <a:buNone/>
                      </a:pPr>
                      <a:r>
                        <a:rPr lang="fr-FR" sz="21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Points forts</a:t>
                      </a:r>
                      <a:endParaRPr sz="21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121933" marR="121933" marT="60967" marB="60967"/>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l" rtl="0">
                        <a:spcBef>
                          <a:spcPts val="0"/>
                        </a:spcBef>
                        <a:spcAft>
                          <a:spcPts val="0"/>
                        </a:spcAft>
                        <a:buNone/>
                      </a:pPr>
                      <a:r>
                        <a:rPr lang="fr-FR" sz="21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Points à améliorer</a:t>
                      </a:r>
                      <a:endParaRPr sz="21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121933" marR="121933" marT="60967" marB="60967"/>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l" rtl="0">
                        <a:spcBef>
                          <a:spcPts val="0"/>
                        </a:spcBef>
                        <a:spcAft>
                          <a:spcPts val="0"/>
                        </a:spcAft>
                        <a:buNone/>
                      </a:pPr>
                      <a:r>
                        <a:rPr lang="fr-FR" sz="21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Opportunité</a:t>
                      </a:r>
                      <a:endParaRPr sz="21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121933" marR="121933" marT="60967" marB="60967"/>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l" rtl="0">
                        <a:spcBef>
                          <a:spcPts val="0"/>
                        </a:spcBef>
                        <a:spcAft>
                          <a:spcPts val="0"/>
                        </a:spcAft>
                        <a:buNone/>
                      </a:pPr>
                      <a:r>
                        <a:rPr lang="fr-FR" sz="21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Menaces</a:t>
                      </a:r>
                      <a:endParaRPr sz="21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121933" marR="121933" marT="60967" marB="60967"/>
                </a:tc>
                <a:extLst>
                  <a:ext uri="{0D108BD9-81ED-4DB2-BD59-A6C34878D82A}">
                    <a16:rowId xmlns:a16="http://schemas.microsoft.com/office/drawing/2014/main" val="10000"/>
                  </a:ext>
                </a:extLst>
              </a:tr>
              <a:tr h="4747371">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l" rtl="0">
                        <a:spcBef>
                          <a:spcPts val="0"/>
                        </a:spcBef>
                        <a:spcAft>
                          <a:spcPts val="0"/>
                        </a:spcAft>
                        <a:buNone/>
                      </a:pPr>
                      <a:r>
                        <a:rPr lang="fr-FR" sz="1600" b="0" dirty="0">
                          <a:solidFill>
                            <a:schemeClr val="tx1"/>
                          </a:solidFill>
                          <a:latin typeface="Times New Roman" panose="02020603050405020304" pitchFamily="18" charset="0"/>
                          <a:cs typeface="Times New Roman" panose="02020603050405020304" pitchFamily="18" charset="0"/>
                        </a:rPr>
                        <a:t>Chaine du froid et bâtiment (1/2)</a:t>
                      </a:r>
                      <a:endParaRPr sz="1600" b="0" dirty="0">
                        <a:solidFill>
                          <a:schemeClr val="tx1"/>
                        </a:solidFill>
                        <a:latin typeface="Times New Roman" panose="02020603050405020304" pitchFamily="18" charset="0"/>
                        <a:cs typeface="Times New Roman" panose="02020603050405020304" pitchFamily="18" charset="0"/>
                      </a:endParaRPr>
                    </a:p>
                  </a:txBody>
                  <a:tcPr marL="121933" marR="121933" marT="60967" marB="60967"/>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321310" marR="0" lvl="0" indent="-287019" algn="l" rtl="0">
                        <a:lnSpc>
                          <a:spcPct val="118062"/>
                        </a:lnSpc>
                        <a:spcBef>
                          <a:spcPts val="0"/>
                        </a:spcBef>
                        <a:spcAft>
                          <a:spcPts val="0"/>
                        </a:spcAft>
                        <a:buClr>
                          <a:schemeClr val="dk1"/>
                        </a:buClr>
                        <a:buSzPts val="1600"/>
                        <a:buFont typeface="Wingdings" panose="05000000000000000000" pitchFamily="2" charset="2"/>
                        <a:buChar char="§"/>
                      </a:pPr>
                      <a:r>
                        <a:rPr lang="fr-FR" sz="1600" b="0" dirty="0">
                          <a:solidFill>
                            <a:schemeClr val="tx1"/>
                          </a:solidFill>
                          <a:latin typeface="Times New Roman" panose="02020603050405020304" pitchFamily="18" charset="0"/>
                          <a:cs typeface="Times New Roman" panose="02020603050405020304" pitchFamily="18" charset="0"/>
                          <a:sym typeface="Arial"/>
                        </a:rPr>
                        <a:t>Dépôts de stockage répondant aux normes internationales au niveau national ;</a:t>
                      </a:r>
                      <a:endParaRPr sz="1600" b="0" dirty="0">
                        <a:solidFill>
                          <a:schemeClr val="tx1"/>
                        </a:solidFill>
                        <a:latin typeface="Times New Roman" panose="02020603050405020304" pitchFamily="18" charset="0"/>
                        <a:cs typeface="Times New Roman" panose="02020603050405020304" pitchFamily="18" charset="0"/>
                        <a:sym typeface="Arial"/>
                      </a:endParaRPr>
                    </a:p>
                    <a:p>
                      <a:pPr marL="321310" marR="0" lvl="0" indent="-287019" algn="l" rtl="0">
                        <a:lnSpc>
                          <a:spcPct val="118062"/>
                        </a:lnSpc>
                        <a:spcBef>
                          <a:spcPts val="0"/>
                        </a:spcBef>
                        <a:spcAft>
                          <a:spcPts val="0"/>
                        </a:spcAft>
                        <a:buClr>
                          <a:schemeClr val="dk1"/>
                        </a:buClr>
                        <a:buSzPts val="1600"/>
                        <a:buFont typeface="Wingdings" panose="05000000000000000000" pitchFamily="2" charset="2"/>
                        <a:buChar char="§"/>
                      </a:pPr>
                      <a:r>
                        <a:rPr lang="fr-FR" sz="1600" b="0" dirty="0">
                          <a:solidFill>
                            <a:schemeClr val="tx1"/>
                          </a:solidFill>
                          <a:latin typeface="Times New Roman" panose="02020603050405020304" pitchFamily="18" charset="0"/>
                          <a:cs typeface="Times New Roman" panose="02020603050405020304" pitchFamily="18" charset="0"/>
                          <a:sym typeface="Arial"/>
                        </a:rPr>
                        <a:t>Augmentation de la capacité de stockage à différents niveaux de la chaine d’approvisionnement ;</a:t>
                      </a:r>
                      <a:endParaRPr sz="1600" b="0" dirty="0">
                        <a:solidFill>
                          <a:schemeClr val="tx1"/>
                        </a:solidFill>
                        <a:latin typeface="Times New Roman" panose="02020603050405020304" pitchFamily="18" charset="0"/>
                        <a:cs typeface="Times New Roman" panose="02020603050405020304" pitchFamily="18" charset="0"/>
                        <a:sym typeface="Arial"/>
                      </a:endParaRPr>
                    </a:p>
                    <a:p>
                      <a:pPr marL="321310" marR="303530" lvl="0" indent="-287019" algn="l" rtl="0">
                        <a:lnSpc>
                          <a:spcPct val="100000"/>
                        </a:lnSpc>
                        <a:spcBef>
                          <a:spcPts val="0"/>
                        </a:spcBef>
                        <a:spcAft>
                          <a:spcPts val="0"/>
                        </a:spcAft>
                        <a:buClr>
                          <a:schemeClr val="dk1"/>
                        </a:buClr>
                        <a:buSzPts val="1600"/>
                        <a:buFont typeface="Wingdings" panose="05000000000000000000" pitchFamily="2" charset="2"/>
                        <a:buChar char="§"/>
                      </a:pPr>
                      <a:r>
                        <a:rPr lang="fr-FR" sz="1600" b="0" dirty="0">
                          <a:solidFill>
                            <a:schemeClr val="tx1"/>
                          </a:solidFill>
                          <a:latin typeface="Times New Roman" panose="02020603050405020304" pitchFamily="18" charset="0"/>
                          <a:cs typeface="Times New Roman" panose="02020603050405020304" pitchFamily="18" charset="0"/>
                          <a:sym typeface="Arial"/>
                        </a:rPr>
                        <a:t>Maintenance préventive et curative des chambres froides assuré au niveau central et intermédiaire avec l’appui de GAVI via l'Unicef et UNOPS ;</a:t>
                      </a:r>
                      <a:endParaRPr sz="1600" b="0" dirty="0">
                        <a:solidFill>
                          <a:schemeClr val="tx1"/>
                        </a:solidFill>
                        <a:latin typeface="Times New Roman" panose="02020603050405020304" pitchFamily="18" charset="0"/>
                        <a:cs typeface="Times New Roman" panose="02020603050405020304" pitchFamily="18" charset="0"/>
                        <a:sym typeface="Arial"/>
                      </a:endParaRPr>
                    </a:p>
                    <a:p>
                      <a:pPr marL="321310" marR="0" lvl="0" indent="-287019" algn="l" rtl="0">
                        <a:lnSpc>
                          <a:spcPct val="100000"/>
                        </a:lnSpc>
                        <a:spcBef>
                          <a:spcPts val="10"/>
                        </a:spcBef>
                        <a:spcAft>
                          <a:spcPts val="0"/>
                        </a:spcAft>
                        <a:buClr>
                          <a:schemeClr val="dk1"/>
                        </a:buClr>
                        <a:buSzPts val="1600"/>
                        <a:buFont typeface="Wingdings" panose="05000000000000000000" pitchFamily="2" charset="2"/>
                        <a:buChar char="§"/>
                      </a:pPr>
                      <a:endParaRPr sz="1600" b="0" dirty="0">
                        <a:solidFill>
                          <a:schemeClr val="tx1"/>
                        </a:solidFill>
                        <a:latin typeface="Times New Roman" panose="02020603050405020304" pitchFamily="18" charset="0"/>
                        <a:ea typeface="Arial"/>
                        <a:cs typeface="Times New Roman" panose="02020603050405020304" pitchFamily="18" charset="0"/>
                        <a:sym typeface="Arial"/>
                      </a:endParaRPr>
                    </a:p>
                  </a:txBody>
                  <a:tcPr marL="121933" marR="121933" marT="60967" marB="60967"/>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321310" marR="0" lvl="0" indent="-285750" algn="l" rtl="0">
                        <a:lnSpc>
                          <a:spcPct val="117500"/>
                        </a:lnSpc>
                        <a:spcBef>
                          <a:spcPts val="0"/>
                        </a:spcBef>
                        <a:spcAft>
                          <a:spcPts val="0"/>
                        </a:spcAft>
                        <a:buClr>
                          <a:schemeClr val="dk1"/>
                        </a:buClr>
                        <a:buSzPts val="1600"/>
                        <a:buFont typeface="Wingdings" panose="05000000000000000000" pitchFamily="2" charset="2"/>
                        <a:buChar char="§"/>
                      </a:pPr>
                      <a:r>
                        <a:rPr lang="fr-FR" sz="1600" b="0" dirty="0">
                          <a:solidFill>
                            <a:schemeClr val="tx1"/>
                          </a:solidFill>
                          <a:latin typeface="Times New Roman" panose="02020603050405020304" pitchFamily="18" charset="0"/>
                          <a:cs typeface="Times New Roman" panose="02020603050405020304" pitchFamily="18" charset="0"/>
                          <a:sym typeface="Arial"/>
                        </a:rPr>
                        <a:t>Non disponibilité d’une assurance tout risque pour le dépôt ;</a:t>
                      </a:r>
                      <a:endParaRPr sz="1600" b="0" dirty="0">
                        <a:solidFill>
                          <a:schemeClr val="tx1"/>
                        </a:solidFill>
                        <a:latin typeface="Times New Roman" panose="02020603050405020304" pitchFamily="18" charset="0"/>
                        <a:cs typeface="Times New Roman" panose="02020603050405020304" pitchFamily="18" charset="0"/>
                        <a:sym typeface="Arial"/>
                      </a:endParaRPr>
                    </a:p>
                    <a:p>
                      <a:pPr marL="321310" marR="0" lvl="0" indent="-285750" algn="l" rtl="0">
                        <a:lnSpc>
                          <a:spcPct val="117500"/>
                        </a:lnSpc>
                        <a:spcBef>
                          <a:spcPts val="0"/>
                        </a:spcBef>
                        <a:spcAft>
                          <a:spcPts val="0"/>
                        </a:spcAft>
                        <a:buSzPts val="1600"/>
                        <a:buFont typeface="Wingdings" panose="05000000000000000000" pitchFamily="2" charset="2"/>
                        <a:buChar char="§"/>
                      </a:pPr>
                      <a:r>
                        <a:rPr lang="fr-FR" sz="1600" b="0" dirty="0">
                          <a:solidFill>
                            <a:schemeClr val="tx1"/>
                          </a:solidFill>
                          <a:latin typeface="Times New Roman" panose="02020603050405020304" pitchFamily="18" charset="0"/>
                          <a:cs typeface="Times New Roman" panose="02020603050405020304" pitchFamily="18" charset="0"/>
                          <a:sym typeface="Arial"/>
                        </a:rPr>
                        <a:t>Insuffisance d’étagères de rangement dans certaines chambres froides de </a:t>
                      </a:r>
                      <a:r>
                        <a:rPr lang="fr-FR" sz="1600" b="0" dirty="0" err="1">
                          <a:solidFill>
                            <a:schemeClr val="tx1"/>
                          </a:solidFill>
                          <a:latin typeface="Times New Roman" panose="02020603050405020304" pitchFamily="18" charset="0"/>
                          <a:cs typeface="Times New Roman" panose="02020603050405020304" pitchFamily="18" charset="0"/>
                          <a:sym typeface="Arial"/>
                        </a:rPr>
                        <a:t>Kinkole</a:t>
                      </a:r>
                      <a:r>
                        <a:rPr lang="fr-FR" sz="1600" b="0" dirty="0">
                          <a:solidFill>
                            <a:schemeClr val="tx1"/>
                          </a:solidFill>
                          <a:latin typeface="Times New Roman" panose="02020603050405020304" pitchFamily="18" charset="0"/>
                          <a:cs typeface="Times New Roman" panose="02020603050405020304" pitchFamily="18" charset="0"/>
                          <a:sym typeface="Arial"/>
                        </a:rPr>
                        <a:t> et  Kisangani ;</a:t>
                      </a:r>
                    </a:p>
                    <a:p>
                      <a:pPr marL="321310" marR="0" lvl="0" indent="-285750" algn="l" rtl="0">
                        <a:lnSpc>
                          <a:spcPct val="117500"/>
                        </a:lnSpc>
                        <a:spcBef>
                          <a:spcPts val="0"/>
                        </a:spcBef>
                        <a:spcAft>
                          <a:spcPts val="0"/>
                        </a:spcAft>
                        <a:buSzPts val="1600"/>
                        <a:buFont typeface="Wingdings" panose="05000000000000000000" pitchFamily="2" charset="2"/>
                        <a:buChar char="§"/>
                      </a:pPr>
                      <a:r>
                        <a:rPr lang="fr-FR" sz="1600" b="0" dirty="0">
                          <a:solidFill>
                            <a:schemeClr val="tx1"/>
                          </a:solidFill>
                          <a:latin typeface="Times New Roman" panose="02020603050405020304" pitchFamily="18" charset="0"/>
                          <a:cs typeface="Times New Roman" panose="02020603050405020304" pitchFamily="18" charset="0"/>
                          <a:sym typeface="Arial"/>
                        </a:rPr>
                        <a:t>Environ de 13 % des réfrigérateurs en panne au niveau opérationnel ; </a:t>
                      </a:r>
                    </a:p>
                    <a:p>
                      <a:pPr marL="321310" marR="0" lvl="0" indent="-285750" algn="l" defTabSz="914400" rtl="0" eaLnBrk="1" fontAlgn="auto" latinLnBrk="0" hangingPunct="1">
                        <a:lnSpc>
                          <a:spcPct val="117500"/>
                        </a:lnSpc>
                        <a:spcBef>
                          <a:spcPts val="0"/>
                        </a:spcBef>
                        <a:spcAft>
                          <a:spcPts val="0"/>
                        </a:spcAft>
                        <a:buClr>
                          <a:srgbClr val="000000"/>
                        </a:buClr>
                        <a:buSzPts val="1600"/>
                        <a:buFont typeface="Wingdings" panose="05000000000000000000" pitchFamily="2" charset="2"/>
                        <a:buChar char="§"/>
                        <a:tabLst/>
                        <a:defRPr/>
                      </a:pPr>
                      <a:r>
                        <a:rPr lang="fr-CD" sz="1600" b="0" baseline="0" dirty="0">
                          <a:solidFill>
                            <a:schemeClr val="tx1"/>
                          </a:solidFill>
                          <a:effectLst/>
                          <a:latin typeface="Times New Roman" panose="02020603050405020304" pitchFamily="18" charset="0"/>
                          <a:cs typeface="Times New Roman" panose="02020603050405020304" pitchFamily="18" charset="0"/>
                          <a:sym typeface="Arial"/>
                        </a:rPr>
                        <a:t>Absence des dispositifs de monitorage de température à distance dans certains dépôts ;</a:t>
                      </a:r>
                      <a:endParaRPr lang="fr-FR" sz="1600" b="0" dirty="0">
                        <a:solidFill>
                          <a:schemeClr val="tx1"/>
                        </a:solidFill>
                        <a:latin typeface="Times New Roman" panose="02020603050405020304" pitchFamily="18" charset="0"/>
                        <a:ea typeface="Arial"/>
                        <a:cs typeface="Times New Roman" panose="02020603050405020304" pitchFamily="18" charset="0"/>
                        <a:sym typeface="Arial"/>
                      </a:endParaRPr>
                    </a:p>
                  </a:txBody>
                  <a:tcPr marL="121933" marR="121933" marT="60967" marB="60967"/>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l" rtl="0">
                        <a:lnSpc>
                          <a:spcPct val="100000"/>
                        </a:lnSpc>
                        <a:spcBef>
                          <a:spcPts val="0"/>
                        </a:spcBef>
                        <a:spcAft>
                          <a:spcPts val="0"/>
                        </a:spcAft>
                        <a:buClr>
                          <a:schemeClr val="dk1"/>
                        </a:buClr>
                        <a:buSzPts val="1800"/>
                        <a:buFont typeface="Wingdings" panose="05000000000000000000" pitchFamily="2" charset="2"/>
                        <a:buNone/>
                      </a:pPr>
                      <a:endParaRPr sz="1600" b="0" dirty="0">
                        <a:solidFill>
                          <a:srgbClr val="FF0000"/>
                        </a:solidFill>
                        <a:latin typeface="Times New Roman" panose="02020603050405020304" pitchFamily="18" charset="0"/>
                        <a:ea typeface="Arial"/>
                        <a:cs typeface="Times New Roman" panose="02020603050405020304" pitchFamily="18" charset="0"/>
                        <a:sym typeface="Arial"/>
                      </a:endParaRPr>
                    </a:p>
                  </a:txBody>
                  <a:tcPr marL="121933" marR="121933" marT="60967" marB="60967"/>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379095" marR="0" lvl="0" indent="-342900" algn="l" rtl="0">
                        <a:lnSpc>
                          <a:spcPct val="100000"/>
                        </a:lnSpc>
                        <a:spcBef>
                          <a:spcPts val="0"/>
                        </a:spcBef>
                        <a:spcAft>
                          <a:spcPts val="0"/>
                        </a:spcAft>
                        <a:buClr>
                          <a:schemeClr val="tx1"/>
                        </a:buClr>
                        <a:buSzPts val="1800"/>
                        <a:buFont typeface="Wingdings" panose="05000000000000000000" pitchFamily="2" charset="2"/>
                        <a:buChar char="§"/>
                      </a:pPr>
                      <a:r>
                        <a:rPr lang="fr-FR" sz="1600" b="0" dirty="0">
                          <a:solidFill>
                            <a:schemeClr val="tx1"/>
                          </a:solidFill>
                          <a:latin typeface="Times New Roman" panose="02020603050405020304" pitchFamily="18" charset="0"/>
                          <a:cs typeface="Times New Roman" panose="02020603050405020304" pitchFamily="18" charset="0"/>
                        </a:rPr>
                        <a:t>L’instabilité de la fourniture en électricité du réseau public ;</a:t>
                      </a:r>
                    </a:p>
                    <a:p>
                      <a:pPr marL="36195" marR="0" lvl="0" indent="0" algn="l" rtl="0">
                        <a:lnSpc>
                          <a:spcPct val="100000"/>
                        </a:lnSpc>
                        <a:spcBef>
                          <a:spcPts val="0"/>
                        </a:spcBef>
                        <a:spcAft>
                          <a:spcPts val="0"/>
                        </a:spcAft>
                        <a:buClr>
                          <a:srgbClr val="C00000"/>
                        </a:buClr>
                        <a:buSzPts val="1800"/>
                        <a:buFont typeface="Arial"/>
                        <a:buNone/>
                      </a:pPr>
                      <a:endParaRPr lang="fr-FR" sz="1600" b="0" dirty="0">
                        <a:solidFill>
                          <a:srgbClr val="FF0000"/>
                        </a:solidFill>
                        <a:latin typeface="Times New Roman" panose="02020603050405020304" pitchFamily="18" charset="0"/>
                        <a:ea typeface="Arial"/>
                        <a:cs typeface="Times New Roman" panose="02020603050405020304" pitchFamily="18" charset="0"/>
                        <a:sym typeface="Arial"/>
                      </a:endParaRPr>
                    </a:p>
                  </a:txBody>
                  <a:tcPr marL="121933" marR="121933" marT="60967" marB="60967"/>
                </a:tc>
                <a:extLst>
                  <a:ext uri="{0D108BD9-81ED-4DB2-BD59-A6C34878D82A}">
                    <a16:rowId xmlns:a16="http://schemas.microsoft.com/office/drawing/2014/main" val="10001"/>
                  </a:ext>
                </a:extLst>
              </a:tr>
            </a:tbl>
          </a:graphicData>
        </a:graphic>
      </p:graphicFrame>
      <p:sp>
        <p:nvSpPr>
          <p:cNvPr id="4" name="Organigramme : Données stockées 3">
            <a:extLst>
              <a:ext uri="{FF2B5EF4-FFF2-40B4-BE49-F238E27FC236}">
                <a16:creationId xmlns:a16="http://schemas.microsoft.com/office/drawing/2014/main" id="{51B619F8-5CBA-54E6-4776-E99F02056804}"/>
              </a:ext>
            </a:extLst>
          </p:cNvPr>
          <p:cNvSpPr/>
          <p:nvPr/>
        </p:nvSpPr>
        <p:spPr>
          <a:xfrm>
            <a:off x="11439526" y="314326"/>
            <a:ext cx="552449" cy="438149"/>
          </a:xfrm>
          <a:prstGeom prst="flowChartOnlineStorage">
            <a:avLst/>
          </a:prstGeom>
          <a:solidFill>
            <a:srgbClr val="0070C0"/>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600" dirty="0">
                <a:latin typeface="Times New Roman" panose="02020603050405020304" pitchFamily="18" charset="0"/>
                <a:cs typeface="Times New Roman" panose="02020603050405020304" pitchFamily="18" charset="0"/>
              </a:rPr>
              <a:t>3</a:t>
            </a:r>
          </a:p>
        </p:txBody>
      </p:sp>
    </p:spTree>
    <p:extLst>
      <p:ext uri="{BB962C8B-B14F-4D97-AF65-F5344CB8AC3E}">
        <p14:creationId xmlns:p14="http://schemas.microsoft.com/office/powerpoint/2010/main" val="16467031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247">
          <a:extLst>
            <a:ext uri="{FF2B5EF4-FFF2-40B4-BE49-F238E27FC236}">
              <a16:creationId xmlns:a16="http://schemas.microsoft.com/office/drawing/2014/main" id="{55504839-B482-4C0F-E66B-1EC0144469E2}"/>
            </a:ext>
          </a:extLst>
        </p:cNvPr>
        <p:cNvGrpSpPr/>
        <p:nvPr/>
      </p:nvGrpSpPr>
      <p:grpSpPr>
        <a:xfrm>
          <a:off x="0" y="0"/>
          <a:ext cx="0" cy="0"/>
          <a:chOff x="0" y="0"/>
          <a:chExt cx="0" cy="0"/>
        </a:xfrm>
      </p:grpSpPr>
      <p:sp>
        <p:nvSpPr>
          <p:cNvPr id="2248" name="Google Shape;2248;p24">
            <a:extLst>
              <a:ext uri="{FF2B5EF4-FFF2-40B4-BE49-F238E27FC236}">
                <a16:creationId xmlns:a16="http://schemas.microsoft.com/office/drawing/2014/main" id="{E5734A1B-6087-2BA8-5BAD-169F0F11FB51}"/>
              </a:ext>
            </a:extLst>
          </p:cNvPr>
          <p:cNvSpPr txBox="1"/>
          <p:nvPr/>
        </p:nvSpPr>
        <p:spPr>
          <a:xfrm>
            <a:off x="458592" y="317941"/>
            <a:ext cx="11274800" cy="731600"/>
          </a:xfrm>
          <a:prstGeom prst="rect">
            <a:avLst/>
          </a:prstGeom>
          <a:noFill/>
          <a:ln>
            <a:noFill/>
          </a:ln>
        </p:spPr>
        <p:txBody>
          <a:bodyPr spcFirstLastPara="1" wrap="square" lIns="0" tIns="0" rIns="0" bIns="0" anchor="t" anchorCtr="0">
            <a:noAutofit/>
          </a:bodyPr>
          <a:lstStyle/>
          <a:p>
            <a:pPr>
              <a:buClr>
                <a:schemeClr val="dk1"/>
              </a:buClr>
              <a:buSzPts val="2200"/>
            </a:pPr>
            <a:r>
              <a:rPr lang="en-GB" sz="2933" b="1" dirty="0">
                <a:solidFill>
                  <a:srgbClr val="0070C0"/>
                </a:solidFill>
                <a:latin typeface="Times New Roman"/>
                <a:ea typeface="Times New Roman"/>
                <a:cs typeface="Times New Roman"/>
                <a:sym typeface="Times New Roman"/>
              </a:rPr>
              <a:t>Analyse FFOM</a:t>
            </a:r>
            <a:endParaRPr sz="2933" dirty="0">
              <a:solidFill>
                <a:srgbClr val="0070C0"/>
              </a:solidFill>
              <a:latin typeface="Times New Roman"/>
              <a:ea typeface="Times New Roman"/>
              <a:cs typeface="Times New Roman"/>
              <a:sym typeface="Times New Roman"/>
            </a:endParaRPr>
          </a:p>
        </p:txBody>
      </p:sp>
      <p:sp>
        <p:nvSpPr>
          <p:cNvPr id="2249" name="Google Shape;2249;p24">
            <a:extLst>
              <a:ext uri="{FF2B5EF4-FFF2-40B4-BE49-F238E27FC236}">
                <a16:creationId xmlns:a16="http://schemas.microsoft.com/office/drawing/2014/main" id="{CCE850F1-AC6E-7B67-2DB0-549B1A9A29EF}"/>
              </a:ext>
            </a:extLst>
          </p:cNvPr>
          <p:cNvSpPr/>
          <p:nvPr/>
        </p:nvSpPr>
        <p:spPr>
          <a:xfrm>
            <a:off x="0" y="272241"/>
            <a:ext cx="235600" cy="655200"/>
          </a:xfrm>
          <a:prstGeom prst="rect">
            <a:avLst/>
          </a:prstGeom>
          <a:solidFill>
            <a:srgbClr val="0070C0"/>
          </a:solidFill>
          <a:ln>
            <a:noFill/>
          </a:ln>
        </p:spPr>
        <p:txBody>
          <a:bodyPr spcFirstLastPara="1" wrap="square" lIns="91400" tIns="91400" rIns="91400" bIns="91400"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grpSp>
        <p:nvGrpSpPr>
          <p:cNvPr id="2250" name="Google Shape;2250;p24">
            <a:extLst>
              <a:ext uri="{FF2B5EF4-FFF2-40B4-BE49-F238E27FC236}">
                <a16:creationId xmlns:a16="http://schemas.microsoft.com/office/drawing/2014/main" id="{7E3A1D1A-62D2-8FFE-CBF1-7D46E9F38EA8}"/>
              </a:ext>
            </a:extLst>
          </p:cNvPr>
          <p:cNvGrpSpPr/>
          <p:nvPr/>
        </p:nvGrpSpPr>
        <p:grpSpPr>
          <a:xfrm>
            <a:off x="117174" y="6277328"/>
            <a:ext cx="3141409" cy="430360"/>
            <a:chOff x="238125" y="2363000"/>
            <a:chExt cx="7122300" cy="975725"/>
          </a:xfrm>
        </p:grpSpPr>
        <p:sp>
          <p:nvSpPr>
            <p:cNvPr id="2251" name="Google Shape;2251;p24">
              <a:extLst>
                <a:ext uri="{FF2B5EF4-FFF2-40B4-BE49-F238E27FC236}">
                  <a16:creationId xmlns:a16="http://schemas.microsoft.com/office/drawing/2014/main" id="{3DAD09CE-268B-20B9-3A8C-74D1F3FC9BD0}"/>
                </a:ext>
              </a:extLst>
            </p:cNvPr>
            <p:cNvSpPr/>
            <p:nvPr/>
          </p:nvSpPr>
          <p:spPr>
            <a:xfrm>
              <a:off x="238125" y="2363000"/>
              <a:ext cx="695275" cy="955800"/>
            </a:xfrm>
            <a:custGeom>
              <a:avLst/>
              <a:gdLst/>
              <a:ahLst/>
              <a:cxnLst/>
              <a:rect l="l" t="t" r="r" b="b"/>
              <a:pathLst>
                <a:path w="27811" h="38232" extrusionOk="0">
                  <a:moveTo>
                    <a:pt x="13895" y="0"/>
                  </a:moveTo>
                  <a:cubicBezTo>
                    <a:pt x="10626" y="0"/>
                    <a:pt x="7949" y="2656"/>
                    <a:pt x="7949" y="5946"/>
                  </a:cubicBezTo>
                  <a:cubicBezTo>
                    <a:pt x="7949" y="9236"/>
                    <a:pt x="10626" y="11893"/>
                    <a:pt x="13895" y="11893"/>
                  </a:cubicBezTo>
                  <a:cubicBezTo>
                    <a:pt x="17185" y="11893"/>
                    <a:pt x="19862" y="9236"/>
                    <a:pt x="19862" y="5946"/>
                  </a:cubicBezTo>
                  <a:cubicBezTo>
                    <a:pt x="19862" y="2656"/>
                    <a:pt x="17185" y="0"/>
                    <a:pt x="13895" y="0"/>
                  </a:cubicBezTo>
                  <a:close/>
                  <a:moveTo>
                    <a:pt x="7070" y="18738"/>
                  </a:moveTo>
                  <a:lnTo>
                    <a:pt x="7070" y="26380"/>
                  </a:lnTo>
                  <a:cubicBezTo>
                    <a:pt x="5987" y="25706"/>
                    <a:pt x="5252" y="24500"/>
                    <a:pt x="5252" y="23111"/>
                  </a:cubicBezTo>
                  <a:lnTo>
                    <a:pt x="5252" y="21987"/>
                  </a:lnTo>
                  <a:cubicBezTo>
                    <a:pt x="5252" y="20618"/>
                    <a:pt x="5987" y="19412"/>
                    <a:pt x="7070" y="18738"/>
                  </a:cubicBezTo>
                  <a:close/>
                  <a:moveTo>
                    <a:pt x="20557" y="18636"/>
                  </a:moveTo>
                  <a:cubicBezTo>
                    <a:pt x="21742" y="19269"/>
                    <a:pt x="22559" y="20536"/>
                    <a:pt x="22559" y="21987"/>
                  </a:cubicBezTo>
                  <a:lnTo>
                    <a:pt x="22559" y="23131"/>
                  </a:lnTo>
                  <a:cubicBezTo>
                    <a:pt x="22559" y="24562"/>
                    <a:pt x="21742" y="25828"/>
                    <a:pt x="20557" y="26482"/>
                  </a:cubicBezTo>
                  <a:lnTo>
                    <a:pt x="20557" y="18636"/>
                  </a:lnTo>
                  <a:close/>
                  <a:moveTo>
                    <a:pt x="9052" y="12935"/>
                  </a:moveTo>
                  <a:cubicBezTo>
                    <a:pt x="4066" y="12935"/>
                    <a:pt x="0" y="17001"/>
                    <a:pt x="0" y="21987"/>
                  </a:cubicBezTo>
                  <a:lnTo>
                    <a:pt x="0" y="23111"/>
                  </a:lnTo>
                  <a:cubicBezTo>
                    <a:pt x="0" y="27443"/>
                    <a:pt x="3024" y="31060"/>
                    <a:pt x="7070" y="31959"/>
                  </a:cubicBezTo>
                  <a:lnTo>
                    <a:pt x="7070" y="38232"/>
                  </a:lnTo>
                  <a:lnTo>
                    <a:pt x="20557" y="38232"/>
                  </a:lnTo>
                  <a:lnTo>
                    <a:pt x="20557" y="31999"/>
                  </a:lnTo>
                  <a:cubicBezTo>
                    <a:pt x="24684" y="31162"/>
                    <a:pt x="27811" y="27504"/>
                    <a:pt x="27811" y="23111"/>
                  </a:cubicBezTo>
                  <a:lnTo>
                    <a:pt x="27811" y="21987"/>
                  </a:lnTo>
                  <a:cubicBezTo>
                    <a:pt x="27811" y="17001"/>
                    <a:pt x="23744" y="12935"/>
                    <a:pt x="18738" y="12935"/>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52" name="Google Shape;2252;p24">
              <a:extLst>
                <a:ext uri="{FF2B5EF4-FFF2-40B4-BE49-F238E27FC236}">
                  <a16:creationId xmlns:a16="http://schemas.microsoft.com/office/drawing/2014/main" id="{181BF396-4500-D2C6-7B2A-64459BABE26C}"/>
                </a:ext>
              </a:extLst>
            </p:cNvPr>
            <p:cNvSpPr/>
            <p:nvPr/>
          </p:nvSpPr>
          <p:spPr>
            <a:xfrm>
              <a:off x="238125" y="2791600"/>
              <a:ext cx="695275" cy="547125"/>
            </a:xfrm>
            <a:custGeom>
              <a:avLst/>
              <a:gdLst/>
              <a:ahLst/>
              <a:cxnLst/>
              <a:rect l="l" t="t" r="r" b="b"/>
              <a:pathLst>
                <a:path w="27811" h="21885" extrusionOk="0">
                  <a:moveTo>
                    <a:pt x="13895" y="0"/>
                  </a:moveTo>
                  <a:cubicBezTo>
                    <a:pt x="11443" y="0"/>
                    <a:pt x="9441" y="2003"/>
                    <a:pt x="9441" y="4475"/>
                  </a:cubicBezTo>
                  <a:cubicBezTo>
                    <a:pt x="9441" y="6927"/>
                    <a:pt x="11443" y="8930"/>
                    <a:pt x="13895" y="8930"/>
                  </a:cubicBezTo>
                  <a:cubicBezTo>
                    <a:pt x="16368" y="8930"/>
                    <a:pt x="18370" y="6927"/>
                    <a:pt x="18370" y="4475"/>
                  </a:cubicBezTo>
                  <a:cubicBezTo>
                    <a:pt x="18370" y="2003"/>
                    <a:pt x="16368" y="0"/>
                    <a:pt x="13895" y="0"/>
                  </a:cubicBezTo>
                  <a:close/>
                  <a:moveTo>
                    <a:pt x="0" y="5987"/>
                  </a:moveTo>
                  <a:cubicBezTo>
                    <a:pt x="0" y="10973"/>
                    <a:pt x="4066" y="15039"/>
                    <a:pt x="9052" y="15039"/>
                  </a:cubicBezTo>
                  <a:lnTo>
                    <a:pt x="9686" y="15039"/>
                  </a:lnTo>
                  <a:lnTo>
                    <a:pt x="9686" y="21885"/>
                  </a:lnTo>
                  <a:lnTo>
                    <a:pt x="17941" y="21885"/>
                  </a:lnTo>
                  <a:lnTo>
                    <a:pt x="17941" y="15039"/>
                  </a:lnTo>
                  <a:lnTo>
                    <a:pt x="18738" y="15039"/>
                  </a:lnTo>
                  <a:cubicBezTo>
                    <a:pt x="23744" y="15039"/>
                    <a:pt x="27811" y="10973"/>
                    <a:pt x="27811" y="5987"/>
                  </a:cubicBezTo>
                  <a:lnTo>
                    <a:pt x="22559" y="5987"/>
                  </a:lnTo>
                  <a:cubicBezTo>
                    <a:pt x="22559" y="8092"/>
                    <a:pt x="20843" y="9788"/>
                    <a:pt x="18738" y="9788"/>
                  </a:cubicBezTo>
                  <a:lnTo>
                    <a:pt x="9052" y="9788"/>
                  </a:lnTo>
                  <a:cubicBezTo>
                    <a:pt x="6948" y="9788"/>
                    <a:pt x="5252" y="8092"/>
                    <a:pt x="5252" y="5987"/>
                  </a:cubicBezTo>
                  <a:close/>
                </a:path>
              </a:pathLst>
            </a:custGeom>
            <a:solidFill>
              <a:srgbClr val="64C8FA"/>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53" name="Google Shape;2253;p24">
              <a:extLst>
                <a:ext uri="{FF2B5EF4-FFF2-40B4-BE49-F238E27FC236}">
                  <a16:creationId xmlns:a16="http://schemas.microsoft.com/office/drawing/2014/main" id="{F62B9852-F934-D8A7-17D8-BA6503E23F7E}"/>
                </a:ext>
              </a:extLst>
            </p:cNvPr>
            <p:cNvSpPr/>
            <p:nvPr/>
          </p:nvSpPr>
          <p:spPr>
            <a:xfrm>
              <a:off x="1191350" y="2441650"/>
              <a:ext cx="614600" cy="794900"/>
            </a:xfrm>
            <a:custGeom>
              <a:avLst/>
              <a:gdLst/>
              <a:ahLst/>
              <a:cxnLst/>
              <a:rect l="l" t="t" r="r" b="b"/>
              <a:pathLst>
                <a:path w="24584" h="31796" extrusionOk="0">
                  <a:moveTo>
                    <a:pt x="12568" y="5620"/>
                  </a:moveTo>
                  <a:cubicBezTo>
                    <a:pt x="15653" y="5620"/>
                    <a:pt x="17799" y="6969"/>
                    <a:pt x="17799" y="10218"/>
                  </a:cubicBezTo>
                  <a:cubicBezTo>
                    <a:pt x="17799" y="13119"/>
                    <a:pt x="15797" y="14775"/>
                    <a:pt x="12629" y="14775"/>
                  </a:cubicBezTo>
                  <a:lnTo>
                    <a:pt x="6908" y="14775"/>
                  </a:lnTo>
                  <a:lnTo>
                    <a:pt x="6908" y="5620"/>
                  </a:lnTo>
                  <a:close/>
                  <a:moveTo>
                    <a:pt x="1" y="1"/>
                  </a:moveTo>
                  <a:lnTo>
                    <a:pt x="1" y="31796"/>
                  </a:lnTo>
                  <a:lnTo>
                    <a:pt x="6908" y="31796"/>
                  </a:lnTo>
                  <a:lnTo>
                    <a:pt x="6908" y="20333"/>
                  </a:lnTo>
                  <a:lnTo>
                    <a:pt x="13876" y="20333"/>
                  </a:lnTo>
                  <a:cubicBezTo>
                    <a:pt x="21355" y="20333"/>
                    <a:pt x="24583" y="15122"/>
                    <a:pt x="24583" y="10136"/>
                  </a:cubicBezTo>
                  <a:cubicBezTo>
                    <a:pt x="24583" y="3883"/>
                    <a:pt x="20251" y="1"/>
                    <a:pt x="13651"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54" name="Google Shape;2254;p24">
              <a:extLst>
                <a:ext uri="{FF2B5EF4-FFF2-40B4-BE49-F238E27FC236}">
                  <a16:creationId xmlns:a16="http://schemas.microsoft.com/office/drawing/2014/main" id="{A48F9CEF-0ED2-5969-C157-934914753F4C}"/>
                </a:ext>
              </a:extLst>
            </p:cNvPr>
            <p:cNvSpPr/>
            <p:nvPr/>
          </p:nvSpPr>
          <p:spPr>
            <a:xfrm>
              <a:off x="1911675" y="2441650"/>
              <a:ext cx="571650" cy="794900"/>
            </a:xfrm>
            <a:custGeom>
              <a:avLst/>
              <a:gdLst/>
              <a:ahLst/>
              <a:cxnLst/>
              <a:rect l="l" t="t" r="r" b="b"/>
              <a:pathLst>
                <a:path w="22866" h="31796" extrusionOk="0">
                  <a:moveTo>
                    <a:pt x="0" y="1"/>
                  </a:moveTo>
                  <a:lnTo>
                    <a:pt x="0" y="31796"/>
                  </a:lnTo>
                  <a:lnTo>
                    <a:pt x="22866" y="31796"/>
                  </a:lnTo>
                  <a:lnTo>
                    <a:pt x="22866" y="25952"/>
                  </a:lnTo>
                  <a:lnTo>
                    <a:pt x="6907" y="25952"/>
                  </a:lnTo>
                  <a:lnTo>
                    <a:pt x="6907" y="18596"/>
                  </a:lnTo>
                  <a:lnTo>
                    <a:pt x="20598" y="18596"/>
                  </a:lnTo>
                  <a:lnTo>
                    <a:pt x="20598" y="12752"/>
                  </a:lnTo>
                  <a:lnTo>
                    <a:pt x="6907" y="12752"/>
                  </a:lnTo>
                  <a:lnTo>
                    <a:pt x="6907" y="5845"/>
                  </a:lnTo>
                  <a:lnTo>
                    <a:pt x="22743" y="5845"/>
                  </a:lnTo>
                  <a:lnTo>
                    <a:pt x="22743"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55" name="Google Shape;2255;p24">
              <a:extLst>
                <a:ext uri="{FF2B5EF4-FFF2-40B4-BE49-F238E27FC236}">
                  <a16:creationId xmlns:a16="http://schemas.microsoft.com/office/drawing/2014/main" id="{29A9556C-7CFD-E5E0-119F-5A9A3C0603E5}"/>
                </a:ext>
              </a:extLst>
            </p:cNvPr>
            <p:cNvSpPr/>
            <p:nvPr/>
          </p:nvSpPr>
          <p:spPr>
            <a:xfrm>
              <a:off x="2542575" y="2441650"/>
              <a:ext cx="692225" cy="798475"/>
            </a:xfrm>
            <a:custGeom>
              <a:avLst/>
              <a:gdLst/>
              <a:ahLst/>
              <a:cxnLst/>
              <a:rect l="l" t="t" r="r" b="b"/>
              <a:pathLst>
                <a:path w="27689" h="31939" extrusionOk="0">
                  <a:moveTo>
                    <a:pt x="0" y="1"/>
                  </a:moveTo>
                  <a:lnTo>
                    <a:pt x="10299" y="31939"/>
                  </a:lnTo>
                  <a:lnTo>
                    <a:pt x="17267" y="31939"/>
                  </a:lnTo>
                  <a:lnTo>
                    <a:pt x="27688" y="1"/>
                  </a:lnTo>
                  <a:lnTo>
                    <a:pt x="20965" y="1"/>
                  </a:lnTo>
                  <a:lnTo>
                    <a:pt x="14181" y="22928"/>
                  </a:lnTo>
                  <a:lnTo>
                    <a:pt x="14038" y="22928"/>
                  </a:lnTo>
                  <a:lnTo>
                    <a:pt x="7315"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56" name="Google Shape;2256;p24">
              <a:extLst>
                <a:ext uri="{FF2B5EF4-FFF2-40B4-BE49-F238E27FC236}">
                  <a16:creationId xmlns:a16="http://schemas.microsoft.com/office/drawing/2014/main" id="{A97AB3CA-38B9-14F9-4AFB-4EAD91F0B7A4}"/>
                </a:ext>
              </a:extLst>
            </p:cNvPr>
            <p:cNvSpPr/>
            <p:nvPr/>
          </p:nvSpPr>
          <p:spPr>
            <a:xfrm>
              <a:off x="3487650" y="2440125"/>
              <a:ext cx="140000" cy="188025"/>
            </a:xfrm>
            <a:custGeom>
              <a:avLst/>
              <a:gdLst/>
              <a:ahLst/>
              <a:cxnLst/>
              <a:rect l="l" t="t" r="r" b="b"/>
              <a:pathLst>
                <a:path w="5600" h="7521" extrusionOk="0">
                  <a:moveTo>
                    <a:pt x="2861" y="1186"/>
                  </a:moveTo>
                  <a:cubicBezTo>
                    <a:pt x="3637" y="1186"/>
                    <a:pt x="4230" y="1472"/>
                    <a:pt x="4230" y="2350"/>
                  </a:cubicBezTo>
                  <a:cubicBezTo>
                    <a:pt x="4230" y="3127"/>
                    <a:pt x="3699" y="3515"/>
                    <a:pt x="2881" y="3515"/>
                  </a:cubicBezTo>
                  <a:lnTo>
                    <a:pt x="1390" y="3515"/>
                  </a:lnTo>
                  <a:lnTo>
                    <a:pt x="1390" y="1186"/>
                  </a:lnTo>
                  <a:close/>
                  <a:moveTo>
                    <a:pt x="0" y="1"/>
                  </a:moveTo>
                  <a:lnTo>
                    <a:pt x="0" y="7520"/>
                  </a:lnTo>
                  <a:lnTo>
                    <a:pt x="1390" y="7520"/>
                  </a:lnTo>
                  <a:lnTo>
                    <a:pt x="1390" y="4700"/>
                  </a:lnTo>
                  <a:lnTo>
                    <a:pt x="3127" y="4700"/>
                  </a:lnTo>
                  <a:cubicBezTo>
                    <a:pt x="4823" y="4700"/>
                    <a:pt x="5599" y="3515"/>
                    <a:pt x="5599" y="2371"/>
                  </a:cubicBezTo>
                  <a:cubicBezTo>
                    <a:pt x="5599" y="818"/>
                    <a:pt x="4496" y="1"/>
                    <a:pt x="3045"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57" name="Google Shape;2257;p24">
              <a:extLst>
                <a:ext uri="{FF2B5EF4-FFF2-40B4-BE49-F238E27FC236}">
                  <a16:creationId xmlns:a16="http://schemas.microsoft.com/office/drawing/2014/main" id="{A1315D29-095F-8B9D-39C5-A6B4F51F7A5D}"/>
                </a:ext>
              </a:extLst>
            </p:cNvPr>
            <p:cNvSpPr/>
            <p:nvPr/>
          </p:nvSpPr>
          <p:spPr>
            <a:xfrm>
              <a:off x="3650100" y="2490700"/>
              <a:ext cx="86850" cy="137450"/>
            </a:xfrm>
            <a:custGeom>
              <a:avLst/>
              <a:gdLst/>
              <a:ahLst/>
              <a:cxnLst/>
              <a:rect l="l" t="t" r="r" b="b"/>
              <a:pathLst>
                <a:path w="3474" h="5498" extrusionOk="0">
                  <a:moveTo>
                    <a:pt x="3045" y="0"/>
                  </a:moveTo>
                  <a:cubicBezTo>
                    <a:pt x="2391" y="0"/>
                    <a:pt x="1594" y="430"/>
                    <a:pt x="1287" y="1002"/>
                  </a:cubicBezTo>
                  <a:lnTo>
                    <a:pt x="1267" y="1002"/>
                  </a:lnTo>
                  <a:lnTo>
                    <a:pt x="1267" y="103"/>
                  </a:lnTo>
                  <a:lnTo>
                    <a:pt x="0" y="103"/>
                  </a:lnTo>
                  <a:lnTo>
                    <a:pt x="0" y="5497"/>
                  </a:lnTo>
                  <a:lnTo>
                    <a:pt x="1287" y="5497"/>
                  </a:lnTo>
                  <a:lnTo>
                    <a:pt x="1287" y="2739"/>
                  </a:lnTo>
                  <a:cubicBezTo>
                    <a:pt x="1287" y="1737"/>
                    <a:pt x="2023" y="1165"/>
                    <a:pt x="2984" y="1165"/>
                  </a:cubicBezTo>
                  <a:cubicBezTo>
                    <a:pt x="3167" y="1165"/>
                    <a:pt x="3310" y="1165"/>
                    <a:pt x="3474" y="1206"/>
                  </a:cubicBezTo>
                  <a:lnTo>
                    <a:pt x="3474" y="21"/>
                  </a:lnTo>
                  <a:cubicBezTo>
                    <a:pt x="3331" y="0"/>
                    <a:pt x="3188" y="0"/>
                    <a:pt x="3045"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58" name="Google Shape;2258;p24">
              <a:extLst>
                <a:ext uri="{FF2B5EF4-FFF2-40B4-BE49-F238E27FC236}">
                  <a16:creationId xmlns:a16="http://schemas.microsoft.com/office/drawing/2014/main" id="{E1E995DD-98F6-DC38-A40F-1E31B5E49B54}"/>
                </a:ext>
              </a:extLst>
            </p:cNvPr>
            <p:cNvSpPr/>
            <p:nvPr/>
          </p:nvSpPr>
          <p:spPr>
            <a:xfrm>
              <a:off x="3752775" y="2490700"/>
              <a:ext cx="122625" cy="140500"/>
            </a:xfrm>
            <a:custGeom>
              <a:avLst/>
              <a:gdLst/>
              <a:ahLst/>
              <a:cxnLst/>
              <a:rect l="l" t="t" r="r" b="b"/>
              <a:pathLst>
                <a:path w="4905" h="5620" extrusionOk="0">
                  <a:moveTo>
                    <a:pt x="2432" y="1104"/>
                  </a:moveTo>
                  <a:cubicBezTo>
                    <a:pt x="3106" y="1104"/>
                    <a:pt x="3597" y="1472"/>
                    <a:pt x="3597" y="2126"/>
                  </a:cubicBezTo>
                  <a:lnTo>
                    <a:pt x="3597" y="3474"/>
                  </a:lnTo>
                  <a:cubicBezTo>
                    <a:pt x="3597" y="4251"/>
                    <a:pt x="3025" y="4537"/>
                    <a:pt x="2473" y="4537"/>
                  </a:cubicBezTo>
                  <a:cubicBezTo>
                    <a:pt x="1819" y="4537"/>
                    <a:pt x="1308" y="4149"/>
                    <a:pt x="1308" y="3495"/>
                  </a:cubicBezTo>
                  <a:lnTo>
                    <a:pt x="1308" y="2166"/>
                  </a:lnTo>
                  <a:cubicBezTo>
                    <a:pt x="1308" y="1390"/>
                    <a:pt x="1901" y="1104"/>
                    <a:pt x="2432" y="1104"/>
                  </a:cubicBezTo>
                  <a:close/>
                  <a:moveTo>
                    <a:pt x="2432" y="0"/>
                  </a:moveTo>
                  <a:cubicBezTo>
                    <a:pt x="1247" y="0"/>
                    <a:pt x="0" y="797"/>
                    <a:pt x="0" y="2269"/>
                  </a:cubicBezTo>
                  <a:lnTo>
                    <a:pt x="0" y="3495"/>
                  </a:lnTo>
                  <a:cubicBezTo>
                    <a:pt x="0" y="4884"/>
                    <a:pt x="1165" y="5620"/>
                    <a:pt x="2473" y="5620"/>
                  </a:cubicBezTo>
                  <a:cubicBezTo>
                    <a:pt x="3679" y="5620"/>
                    <a:pt x="4905" y="4823"/>
                    <a:pt x="4905" y="3352"/>
                  </a:cubicBezTo>
                  <a:lnTo>
                    <a:pt x="4905" y="2248"/>
                  </a:lnTo>
                  <a:cubicBezTo>
                    <a:pt x="4905" y="859"/>
                    <a:pt x="3740" y="0"/>
                    <a:pt x="2432"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59" name="Google Shape;2259;p24">
              <a:extLst>
                <a:ext uri="{FF2B5EF4-FFF2-40B4-BE49-F238E27FC236}">
                  <a16:creationId xmlns:a16="http://schemas.microsoft.com/office/drawing/2014/main" id="{74293E40-FAAE-A548-531D-A0FB455BC170}"/>
                </a:ext>
              </a:extLst>
            </p:cNvPr>
            <p:cNvSpPr/>
            <p:nvPr/>
          </p:nvSpPr>
          <p:spPr>
            <a:xfrm>
              <a:off x="3897850" y="2490700"/>
              <a:ext cx="121100" cy="189050"/>
            </a:xfrm>
            <a:custGeom>
              <a:avLst/>
              <a:gdLst/>
              <a:ahLst/>
              <a:cxnLst/>
              <a:rect l="l" t="t" r="r" b="b"/>
              <a:pathLst>
                <a:path w="4844" h="7562" extrusionOk="0">
                  <a:moveTo>
                    <a:pt x="2432" y="1104"/>
                  </a:moveTo>
                  <a:cubicBezTo>
                    <a:pt x="3086" y="1104"/>
                    <a:pt x="3597" y="1472"/>
                    <a:pt x="3597" y="2126"/>
                  </a:cubicBezTo>
                  <a:lnTo>
                    <a:pt x="3597" y="3331"/>
                  </a:lnTo>
                  <a:cubicBezTo>
                    <a:pt x="3597" y="4108"/>
                    <a:pt x="3004" y="4394"/>
                    <a:pt x="2473" y="4394"/>
                  </a:cubicBezTo>
                  <a:cubicBezTo>
                    <a:pt x="1799" y="4394"/>
                    <a:pt x="1308" y="4006"/>
                    <a:pt x="1308" y="3352"/>
                  </a:cubicBezTo>
                  <a:lnTo>
                    <a:pt x="1308" y="2166"/>
                  </a:lnTo>
                  <a:cubicBezTo>
                    <a:pt x="1308" y="1390"/>
                    <a:pt x="1901" y="1104"/>
                    <a:pt x="2432" y="1104"/>
                  </a:cubicBezTo>
                  <a:close/>
                  <a:moveTo>
                    <a:pt x="2105" y="0"/>
                  </a:moveTo>
                  <a:cubicBezTo>
                    <a:pt x="920" y="0"/>
                    <a:pt x="1" y="797"/>
                    <a:pt x="1" y="2269"/>
                  </a:cubicBezTo>
                  <a:lnTo>
                    <a:pt x="1" y="3290"/>
                  </a:lnTo>
                  <a:cubicBezTo>
                    <a:pt x="1" y="4680"/>
                    <a:pt x="818" y="5415"/>
                    <a:pt x="2126" y="5415"/>
                  </a:cubicBezTo>
                  <a:cubicBezTo>
                    <a:pt x="2739" y="5415"/>
                    <a:pt x="3229" y="5191"/>
                    <a:pt x="3577" y="4721"/>
                  </a:cubicBezTo>
                  <a:lnTo>
                    <a:pt x="3597" y="4721"/>
                  </a:lnTo>
                  <a:lnTo>
                    <a:pt x="3597" y="5272"/>
                  </a:lnTo>
                  <a:cubicBezTo>
                    <a:pt x="3597" y="6049"/>
                    <a:pt x="3168" y="6539"/>
                    <a:pt x="2391" y="6539"/>
                  </a:cubicBezTo>
                  <a:cubicBezTo>
                    <a:pt x="1921" y="6539"/>
                    <a:pt x="1554" y="6335"/>
                    <a:pt x="1308" y="5824"/>
                  </a:cubicBezTo>
                  <a:lnTo>
                    <a:pt x="82" y="6253"/>
                  </a:lnTo>
                  <a:cubicBezTo>
                    <a:pt x="348" y="7152"/>
                    <a:pt x="1390" y="7561"/>
                    <a:pt x="2269" y="7561"/>
                  </a:cubicBezTo>
                  <a:cubicBezTo>
                    <a:pt x="4128" y="7561"/>
                    <a:pt x="4844" y="6294"/>
                    <a:pt x="4844" y="5048"/>
                  </a:cubicBezTo>
                  <a:lnTo>
                    <a:pt x="4844" y="103"/>
                  </a:lnTo>
                  <a:lnTo>
                    <a:pt x="3617" y="103"/>
                  </a:lnTo>
                  <a:lnTo>
                    <a:pt x="3617" y="736"/>
                  </a:lnTo>
                  <a:lnTo>
                    <a:pt x="3597" y="736"/>
                  </a:lnTo>
                  <a:cubicBezTo>
                    <a:pt x="3311" y="327"/>
                    <a:pt x="2739" y="0"/>
                    <a:pt x="2105"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60" name="Google Shape;2260;p24">
              <a:extLst>
                <a:ext uri="{FF2B5EF4-FFF2-40B4-BE49-F238E27FC236}">
                  <a16:creationId xmlns:a16="http://schemas.microsoft.com/office/drawing/2014/main" id="{1AAC461D-183F-4CF9-8549-30B3BE76EB59}"/>
                </a:ext>
              </a:extLst>
            </p:cNvPr>
            <p:cNvSpPr/>
            <p:nvPr/>
          </p:nvSpPr>
          <p:spPr>
            <a:xfrm>
              <a:off x="4051100" y="2490700"/>
              <a:ext cx="86875" cy="137450"/>
            </a:xfrm>
            <a:custGeom>
              <a:avLst/>
              <a:gdLst/>
              <a:ahLst/>
              <a:cxnLst/>
              <a:rect l="l" t="t" r="r" b="b"/>
              <a:pathLst>
                <a:path w="3475" h="5498" extrusionOk="0">
                  <a:moveTo>
                    <a:pt x="3046" y="0"/>
                  </a:moveTo>
                  <a:cubicBezTo>
                    <a:pt x="2392" y="0"/>
                    <a:pt x="1595" y="430"/>
                    <a:pt x="1288" y="1002"/>
                  </a:cubicBezTo>
                  <a:lnTo>
                    <a:pt x="1268" y="1002"/>
                  </a:lnTo>
                  <a:lnTo>
                    <a:pt x="1268" y="103"/>
                  </a:lnTo>
                  <a:lnTo>
                    <a:pt x="1" y="103"/>
                  </a:lnTo>
                  <a:lnTo>
                    <a:pt x="1" y="5497"/>
                  </a:lnTo>
                  <a:lnTo>
                    <a:pt x="1288" y="5497"/>
                  </a:lnTo>
                  <a:lnTo>
                    <a:pt x="1288" y="2739"/>
                  </a:lnTo>
                  <a:cubicBezTo>
                    <a:pt x="1288" y="1737"/>
                    <a:pt x="2024" y="1165"/>
                    <a:pt x="2984" y="1165"/>
                  </a:cubicBezTo>
                  <a:cubicBezTo>
                    <a:pt x="3168" y="1165"/>
                    <a:pt x="3311" y="1165"/>
                    <a:pt x="3475" y="1206"/>
                  </a:cubicBezTo>
                  <a:lnTo>
                    <a:pt x="3475" y="21"/>
                  </a:lnTo>
                  <a:cubicBezTo>
                    <a:pt x="3332" y="0"/>
                    <a:pt x="3189" y="0"/>
                    <a:pt x="3046"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61" name="Google Shape;2261;p24">
              <a:extLst>
                <a:ext uri="{FF2B5EF4-FFF2-40B4-BE49-F238E27FC236}">
                  <a16:creationId xmlns:a16="http://schemas.microsoft.com/office/drawing/2014/main" id="{7E0CE7F1-4F33-DB6F-503B-ED5E6CEC222B}"/>
                </a:ext>
              </a:extLst>
            </p:cNvPr>
            <p:cNvSpPr/>
            <p:nvPr/>
          </p:nvSpPr>
          <p:spPr>
            <a:xfrm>
              <a:off x="4149700" y="2490200"/>
              <a:ext cx="120600" cy="140500"/>
            </a:xfrm>
            <a:custGeom>
              <a:avLst/>
              <a:gdLst/>
              <a:ahLst/>
              <a:cxnLst/>
              <a:rect l="l" t="t" r="r" b="b"/>
              <a:pathLst>
                <a:path w="4824" h="5620" extrusionOk="0">
                  <a:moveTo>
                    <a:pt x="3434" y="3269"/>
                  </a:moveTo>
                  <a:lnTo>
                    <a:pt x="3434" y="3515"/>
                  </a:lnTo>
                  <a:cubicBezTo>
                    <a:pt x="3434" y="4107"/>
                    <a:pt x="3270" y="4598"/>
                    <a:pt x="2228" y="4618"/>
                  </a:cubicBezTo>
                  <a:cubicBezTo>
                    <a:pt x="1635" y="4618"/>
                    <a:pt x="1268" y="4373"/>
                    <a:pt x="1268" y="3923"/>
                  </a:cubicBezTo>
                  <a:cubicBezTo>
                    <a:pt x="1268" y="3453"/>
                    <a:pt x="1615" y="3269"/>
                    <a:pt x="2167" y="3269"/>
                  </a:cubicBezTo>
                  <a:close/>
                  <a:moveTo>
                    <a:pt x="2412" y="0"/>
                  </a:moveTo>
                  <a:cubicBezTo>
                    <a:pt x="1390" y="0"/>
                    <a:pt x="266" y="409"/>
                    <a:pt x="266" y="1594"/>
                  </a:cubicBezTo>
                  <a:lnTo>
                    <a:pt x="266" y="1737"/>
                  </a:lnTo>
                  <a:lnTo>
                    <a:pt x="1431" y="1737"/>
                  </a:lnTo>
                  <a:lnTo>
                    <a:pt x="1431" y="1553"/>
                  </a:lnTo>
                  <a:cubicBezTo>
                    <a:pt x="1431" y="1206"/>
                    <a:pt x="1840" y="1022"/>
                    <a:pt x="2412" y="1022"/>
                  </a:cubicBezTo>
                  <a:cubicBezTo>
                    <a:pt x="3045" y="1022"/>
                    <a:pt x="3434" y="1247"/>
                    <a:pt x="3434" y="1819"/>
                  </a:cubicBezTo>
                  <a:lnTo>
                    <a:pt x="3434" y="2330"/>
                  </a:lnTo>
                  <a:lnTo>
                    <a:pt x="2003" y="2330"/>
                  </a:lnTo>
                  <a:cubicBezTo>
                    <a:pt x="961" y="2330"/>
                    <a:pt x="1" y="2943"/>
                    <a:pt x="1" y="3985"/>
                  </a:cubicBezTo>
                  <a:cubicBezTo>
                    <a:pt x="1" y="5006"/>
                    <a:pt x="757" y="5619"/>
                    <a:pt x="1881" y="5619"/>
                  </a:cubicBezTo>
                  <a:cubicBezTo>
                    <a:pt x="2575" y="5619"/>
                    <a:pt x="2984" y="5517"/>
                    <a:pt x="3474" y="5006"/>
                  </a:cubicBezTo>
                  <a:lnTo>
                    <a:pt x="3495" y="5006"/>
                  </a:lnTo>
                  <a:cubicBezTo>
                    <a:pt x="3495" y="5109"/>
                    <a:pt x="3515" y="5435"/>
                    <a:pt x="3536" y="5517"/>
                  </a:cubicBezTo>
                  <a:lnTo>
                    <a:pt x="4823" y="5517"/>
                  </a:lnTo>
                  <a:cubicBezTo>
                    <a:pt x="4762" y="5395"/>
                    <a:pt x="4721" y="4598"/>
                    <a:pt x="4721" y="4352"/>
                  </a:cubicBezTo>
                  <a:lnTo>
                    <a:pt x="4721" y="1737"/>
                  </a:lnTo>
                  <a:cubicBezTo>
                    <a:pt x="4721" y="409"/>
                    <a:pt x="3617" y="0"/>
                    <a:pt x="2412"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62" name="Google Shape;2262;p24">
              <a:extLst>
                <a:ext uri="{FF2B5EF4-FFF2-40B4-BE49-F238E27FC236}">
                  <a16:creationId xmlns:a16="http://schemas.microsoft.com/office/drawing/2014/main" id="{877B838E-172F-2291-20F6-77FC8E80189B}"/>
                </a:ext>
              </a:extLst>
            </p:cNvPr>
            <p:cNvSpPr/>
            <p:nvPr/>
          </p:nvSpPr>
          <p:spPr>
            <a:xfrm>
              <a:off x="4300925" y="2490700"/>
              <a:ext cx="197200" cy="137450"/>
            </a:xfrm>
            <a:custGeom>
              <a:avLst/>
              <a:gdLst/>
              <a:ahLst/>
              <a:cxnLst/>
              <a:rect l="l" t="t" r="r" b="b"/>
              <a:pathLst>
                <a:path w="7888" h="5498" extrusionOk="0">
                  <a:moveTo>
                    <a:pt x="2800" y="0"/>
                  </a:moveTo>
                  <a:cubicBezTo>
                    <a:pt x="2166" y="0"/>
                    <a:pt x="1635" y="246"/>
                    <a:pt x="1267" y="757"/>
                  </a:cubicBezTo>
                  <a:lnTo>
                    <a:pt x="1247" y="757"/>
                  </a:lnTo>
                  <a:lnTo>
                    <a:pt x="1247" y="103"/>
                  </a:lnTo>
                  <a:lnTo>
                    <a:pt x="0" y="103"/>
                  </a:lnTo>
                  <a:lnTo>
                    <a:pt x="0" y="5497"/>
                  </a:lnTo>
                  <a:lnTo>
                    <a:pt x="1287" y="5497"/>
                  </a:lnTo>
                  <a:lnTo>
                    <a:pt x="1287" y="2330"/>
                  </a:lnTo>
                  <a:cubicBezTo>
                    <a:pt x="1287" y="1431"/>
                    <a:pt x="1880" y="1124"/>
                    <a:pt x="2330" y="1124"/>
                  </a:cubicBezTo>
                  <a:cubicBezTo>
                    <a:pt x="3106" y="1124"/>
                    <a:pt x="3310" y="1696"/>
                    <a:pt x="3310" y="2371"/>
                  </a:cubicBezTo>
                  <a:lnTo>
                    <a:pt x="3310" y="5497"/>
                  </a:lnTo>
                  <a:lnTo>
                    <a:pt x="4598" y="5497"/>
                  </a:lnTo>
                  <a:lnTo>
                    <a:pt x="4598" y="2371"/>
                  </a:lnTo>
                  <a:cubicBezTo>
                    <a:pt x="4598" y="1676"/>
                    <a:pt x="4904" y="1124"/>
                    <a:pt x="5620" y="1124"/>
                  </a:cubicBezTo>
                  <a:cubicBezTo>
                    <a:pt x="6355" y="1124"/>
                    <a:pt x="6600" y="1615"/>
                    <a:pt x="6600" y="2350"/>
                  </a:cubicBezTo>
                  <a:lnTo>
                    <a:pt x="6600" y="5497"/>
                  </a:lnTo>
                  <a:lnTo>
                    <a:pt x="7888" y="5497"/>
                  </a:lnTo>
                  <a:lnTo>
                    <a:pt x="7888" y="1901"/>
                  </a:lnTo>
                  <a:cubicBezTo>
                    <a:pt x="7888" y="573"/>
                    <a:pt x="7009" y="0"/>
                    <a:pt x="6008" y="0"/>
                  </a:cubicBezTo>
                  <a:cubicBezTo>
                    <a:pt x="5272" y="0"/>
                    <a:pt x="4720" y="307"/>
                    <a:pt x="4332" y="797"/>
                  </a:cubicBezTo>
                  <a:cubicBezTo>
                    <a:pt x="3985" y="287"/>
                    <a:pt x="3515" y="0"/>
                    <a:pt x="2800"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63" name="Google Shape;2263;p24">
              <a:extLst>
                <a:ext uri="{FF2B5EF4-FFF2-40B4-BE49-F238E27FC236}">
                  <a16:creationId xmlns:a16="http://schemas.microsoft.com/office/drawing/2014/main" id="{D5742FF3-7FF1-96D0-B448-9D730D7BC3C6}"/>
                </a:ext>
              </a:extLst>
            </p:cNvPr>
            <p:cNvSpPr/>
            <p:nvPr/>
          </p:nvSpPr>
          <p:spPr>
            <a:xfrm>
              <a:off x="4532325" y="2490700"/>
              <a:ext cx="197725" cy="137450"/>
            </a:xfrm>
            <a:custGeom>
              <a:avLst/>
              <a:gdLst/>
              <a:ahLst/>
              <a:cxnLst/>
              <a:rect l="l" t="t" r="r" b="b"/>
              <a:pathLst>
                <a:path w="7909" h="5498" extrusionOk="0">
                  <a:moveTo>
                    <a:pt x="2800" y="0"/>
                  </a:moveTo>
                  <a:cubicBezTo>
                    <a:pt x="2167" y="0"/>
                    <a:pt x="1636" y="246"/>
                    <a:pt x="1268" y="757"/>
                  </a:cubicBezTo>
                  <a:lnTo>
                    <a:pt x="1247" y="757"/>
                  </a:lnTo>
                  <a:lnTo>
                    <a:pt x="1247" y="103"/>
                  </a:lnTo>
                  <a:lnTo>
                    <a:pt x="1" y="103"/>
                  </a:lnTo>
                  <a:lnTo>
                    <a:pt x="1" y="5497"/>
                  </a:lnTo>
                  <a:lnTo>
                    <a:pt x="1288" y="5497"/>
                  </a:lnTo>
                  <a:lnTo>
                    <a:pt x="1288" y="2330"/>
                  </a:lnTo>
                  <a:cubicBezTo>
                    <a:pt x="1288" y="1431"/>
                    <a:pt x="1881" y="1124"/>
                    <a:pt x="2330" y="1124"/>
                  </a:cubicBezTo>
                  <a:cubicBezTo>
                    <a:pt x="3127" y="1124"/>
                    <a:pt x="3311" y="1696"/>
                    <a:pt x="3311" y="2371"/>
                  </a:cubicBezTo>
                  <a:lnTo>
                    <a:pt x="3311" y="5497"/>
                  </a:lnTo>
                  <a:lnTo>
                    <a:pt x="4598" y="5497"/>
                  </a:lnTo>
                  <a:lnTo>
                    <a:pt x="4598" y="2371"/>
                  </a:lnTo>
                  <a:cubicBezTo>
                    <a:pt x="4598" y="1676"/>
                    <a:pt x="4905" y="1124"/>
                    <a:pt x="5641" y="1124"/>
                  </a:cubicBezTo>
                  <a:cubicBezTo>
                    <a:pt x="6356" y="1124"/>
                    <a:pt x="6621" y="1615"/>
                    <a:pt x="6621" y="2350"/>
                  </a:cubicBezTo>
                  <a:lnTo>
                    <a:pt x="6621" y="5497"/>
                  </a:lnTo>
                  <a:lnTo>
                    <a:pt x="7909" y="5497"/>
                  </a:lnTo>
                  <a:lnTo>
                    <a:pt x="7909" y="1901"/>
                  </a:lnTo>
                  <a:cubicBezTo>
                    <a:pt x="7909" y="573"/>
                    <a:pt x="7010" y="0"/>
                    <a:pt x="6008" y="0"/>
                  </a:cubicBezTo>
                  <a:cubicBezTo>
                    <a:pt x="5273" y="0"/>
                    <a:pt x="4721" y="307"/>
                    <a:pt x="4353" y="797"/>
                  </a:cubicBezTo>
                  <a:lnTo>
                    <a:pt x="4333" y="797"/>
                  </a:lnTo>
                  <a:cubicBezTo>
                    <a:pt x="4006" y="287"/>
                    <a:pt x="3515" y="0"/>
                    <a:pt x="2800"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64" name="Google Shape;2264;p24">
              <a:extLst>
                <a:ext uri="{FF2B5EF4-FFF2-40B4-BE49-F238E27FC236}">
                  <a16:creationId xmlns:a16="http://schemas.microsoft.com/office/drawing/2014/main" id="{910AD79E-8F08-9530-1642-9832C5E136AD}"/>
                </a:ext>
              </a:extLst>
            </p:cNvPr>
            <p:cNvSpPr/>
            <p:nvPr/>
          </p:nvSpPr>
          <p:spPr>
            <a:xfrm>
              <a:off x="4758125" y="2490700"/>
              <a:ext cx="120075" cy="140500"/>
            </a:xfrm>
            <a:custGeom>
              <a:avLst/>
              <a:gdLst/>
              <a:ahLst/>
              <a:cxnLst/>
              <a:rect l="l" t="t" r="r" b="b"/>
              <a:pathLst>
                <a:path w="4803" h="5620" extrusionOk="0">
                  <a:moveTo>
                    <a:pt x="2473" y="1083"/>
                  </a:moveTo>
                  <a:cubicBezTo>
                    <a:pt x="3004" y="1083"/>
                    <a:pt x="3515" y="1390"/>
                    <a:pt x="3515" y="2126"/>
                  </a:cubicBezTo>
                  <a:lnTo>
                    <a:pt x="3515" y="2269"/>
                  </a:lnTo>
                  <a:lnTo>
                    <a:pt x="1329" y="2269"/>
                  </a:lnTo>
                  <a:lnTo>
                    <a:pt x="1329" y="2187"/>
                  </a:lnTo>
                  <a:cubicBezTo>
                    <a:pt x="1329" y="1390"/>
                    <a:pt x="1921" y="1083"/>
                    <a:pt x="2473" y="1083"/>
                  </a:cubicBezTo>
                  <a:close/>
                  <a:moveTo>
                    <a:pt x="2473" y="0"/>
                  </a:moveTo>
                  <a:cubicBezTo>
                    <a:pt x="1145" y="0"/>
                    <a:pt x="1" y="838"/>
                    <a:pt x="1" y="2371"/>
                  </a:cubicBezTo>
                  <a:lnTo>
                    <a:pt x="1" y="3413"/>
                  </a:lnTo>
                  <a:cubicBezTo>
                    <a:pt x="1" y="4884"/>
                    <a:pt x="1186" y="5620"/>
                    <a:pt x="2514" y="5620"/>
                  </a:cubicBezTo>
                  <a:cubicBezTo>
                    <a:pt x="3474" y="5620"/>
                    <a:pt x="4333" y="5252"/>
                    <a:pt x="4741" y="4414"/>
                  </a:cubicBezTo>
                  <a:lnTo>
                    <a:pt x="3761" y="3842"/>
                  </a:lnTo>
                  <a:cubicBezTo>
                    <a:pt x="3474" y="4271"/>
                    <a:pt x="3025" y="4537"/>
                    <a:pt x="2575" y="4537"/>
                  </a:cubicBezTo>
                  <a:cubicBezTo>
                    <a:pt x="1901" y="4537"/>
                    <a:pt x="1349" y="4149"/>
                    <a:pt x="1349" y="3454"/>
                  </a:cubicBezTo>
                  <a:lnTo>
                    <a:pt x="1349" y="3168"/>
                  </a:lnTo>
                  <a:lnTo>
                    <a:pt x="4803" y="3168"/>
                  </a:lnTo>
                  <a:lnTo>
                    <a:pt x="4803" y="2126"/>
                  </a:lnTo>
                  <a:cubicBezTo>
                    <a:pt x="4803" y="695"/>
                    <a:pt x="3638" y="0"/>
                    <a:pt x="2473"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65" name="Google Shape;2265;p24">
              <a:extLst>
                <a:ext uri="{FF2B5EF4-FFF2-40B4-BE49-F238E27FC236}">
                  <a16:creationId xmlns:a16="http://schemas.microsoft.com/office/drawing/2014/main" id="{240748B2-D938-E11C-00B2-4CAC72032C0E}"/>
                </a:ext>
              </a:extLst>
            </p:cNvPr>
            <p:cNvSpPr/>
            <p:nvPr/>
          </p:nvSpPr>
          <p:spPr>
            <a:xfrm>
              <a:off x="3487650" y="2756350"/>
              <a:ext cx="131300" cy="188000"/>
            </a:xfrm>
            <a:custGeom>
              <a:avLst/>
              <a:gdLst/>
              <a:ahLst/>
              <a:cxnLst/>
              <a:rect l="l" t="t" r="r" b="b"/>
              <a:pathLst>
                <a:path w="5252" h="7520" extrusionOk="0">
                  <a:moveTo>
                    <a:pt x="0" y="0"/>
                  </a:moveTo>
                  <a:lnTo>
                    <a:pt x="0" y="7520"/>
                  </a:lnTo>
                  <a:lnTo>
                    <a:pt x="5252" y="7520"/>
                  </a:lnTo>
                  <a:lnTo>
                    <a:pt x="5252" y="6294"/>
                  </a:lnTo>
                  <a:lnTo>
                    <a:pt x="1390" y="6294"/>
                  </a:lnTo>
                  <a:lnTo>
                    <a:pt x="1390" y="4312"/>
                  </a:lnTo>
                  <a:lnTo>
                    <a:pt x="4782" y="4312"/>
                  </a:lnTo>
                  <a:lnTo>
                    <a:pt x="4782" y="3065"/>
                  </a:lnTo>
                  <a:lnTo>
                    <a:pt x="1390" y="3065"/>
                  </a:lnTo>
                  <a:lnTo>
                    <a:pt x="1390" y="1226"/>
                  </a:lnTo>
                  <a:lnTo>
                    <a:pt x="5211" y="1226"/>
                  </a:lnTo>
                  <a:lnTo>
                    <a:pt x="5211" y="0"/>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66" name="Google Shape;2266;p24">
              <a:extLst>
                <a:ext uri="{FF2B5EF4-FFF2-40B4-BE49-F238E27FC236}">
                  <a16:creationId xmlns:a16="http://schemas.microsoft.com/office/drawing/2014/main" id="{797BFCA6-259E-DA8C-CA8D-4107B109102C}"/>
                </a:ext>
              </a:extLst>
            </p:cNvPr>
            <p:cNvSpPr/>
            <p:nvPr/>
          </p:nvSpPr>
          <p:spPr>
            <a:xfrm>
              <a:off x="3650600" y="2756350"/>
              <a:ext cx="58275" cy="189550"/>
            </a:xfrm>
            <a:custGeom>
              <a:avLst/>
              <a:gdLst/>
              <a:ahLst/>
              <a:cxnLst/>
              <a:rect l="l" t="t" r="r" b="b"/>
              <a:pathLst>
                <a:path w="2331" h="7582" extrusionOk="0">
                  <a:moveTo>
                    <a:pt x="1" y="0"/>
                  </a:moveTo>
                  <a:lnTo>
                    <a:pt x="1" y="6069"/>
                  </a:lnTo>
                  <a:cubicBezTo>
                    <a:pt x="1" y="6559"/>
                    <a:pt x="21" y="7581"/>
                    <a:pt x="1308" y="7581"/>
                  </a:cubicBezTo>
                  <a:cubicBezTo>
                    <a:pt x="1635" y="7581"/>
                    <a:pt x="2064" y="7520"/>
                    <a:pt x="2330" y="7438"/>
                  </a:cubicBezTo>
                  <a:lnTo>
                    <a:pt x="2330" y="6457"/>
                  </a:lnTo>
                  <a:cubicBezTo>
                    <a:pt x="2105" y="6478"/>
                    <a:pt x="1983" y="6498"/>
                    <a:pt x="1758" y="6498"/>
                  </a:cubicBezTo>
                  <a:cubicBezTo>
                    <a:pt x="1390" y="6498"/>
                    <a:pt x="1288" y="6294"/>
                    <a:pt x="1288" y="6069"/>
                  </a:cubicBezTo>
                  <a:lnTo>
                    <a:pt x="1288" y="0"/>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67" name="Google Shape;2267;p24">
              <a:extLst>
                <a:ext uri="{FF2B5EF4-FFF2-40B4-BE49-F238E27FC236}">
                  <a16:creationId xmlns:a16="http://schemas.microsoft.com/office/drawing/2014/main" id="{33B616E1-FF5E-465E-BD32-586D789A7177}"/>
                </a:ext>
              </a:extLst>
            </p:cNvPr>
            <p:cNvSpPr/>
            <p:nvPr/>
          </p:nvSpPr>
          <p:spPr>
            <a:xfrm>
              <a:off x="3723150" y="2806400"/>
              <a:ext cx="120075" cy="140500"/>
            </a:xfrm>
            <a:custGeom>
              <a:avLst/>
              <a:gdLst/>
              <a:ahLst/>
              <a:cxnLst/>
              <a:rect l="l" t="t" r="r" b="b"/>
              <a:pathLst>
                <a:path w="4803" h="5620" extrusionOk="0">
                  <a:moveTo>
                    <a:pt x="3413" y="3250"/>
                  </a:moveTo>
                  <a:lnTo>
                    <a:pt x="3413" y="3515"/>
                  </a:lnTo>
                  <a:cubicBezTo>
                    <a:pt x="3413" y="4108"/>
                    <a:pt x="3249" y="4598"/>
                    <a:pt x="2228" y="4598"/>
                  </a:cubicBezTo>
                  <a:cubicBezTo>
                    <a:pt x="1615" y="4598"/>
                    <a:pt x="1247" y="4373"/>
                    <a:pt x="1247" y="3924"/>
                  </a:cubicBezTo>
                  <a:cubicBezTo>
                    <a:pt x="1247" y="3454"/>
                    <a:pt x="1615" y="3250"/>
                    <a:pt x="2146" y="3250"/>
                  </a:cubicBezTo>
                  <a:close/>
                  <a:moveTo>
                    <a:pt x="2391" y="1"/>
                  </a:moveTo>
                  <a:cubicBezTo>
                    <a:pt x="1390" y="1"/>
                    <a:pt x="266" y="409"/>
                    <a:pt x="266" y="1594"/>
                  </a:cubicBezTo>
                  <a:lnTo>
                    <a:pt x="266" y="1737"/>
                  </a:lnTo>
                  <a:lnTo>
                    <a:pt x="1410" y="1737"/>
                  </a:lnTo>
                  <a:lnTo>
                    <a:pt x="1410" y="1554"/>
                  </a:lnTo>
                  <a:cubicBezTo>
                    <a:pt x="1410" y="1206"/>
                    <a:pt x="1819" y="1022"/>
                    <a:pt x="2391" y="1022"/>
                  </a:cubicBezTo>
                  <a:cubicBezTo>
                    <a:pt x="3045" y="1022"/>
                    <a:pt x="3413" y="1247"/>
                    <a:pt x="3413" y="1819"/>
                  </a:cubicBezTo>
                  <a:lnTo>
                    <a:pt x="3413" y="2330"/>
                  </a:lnTo>
                  <a:lnTo>
                    <a:pt x="1982" y="2330"/>
                  </a:lnTo>
                  <a:cubicBezTo>
                    <a:pt x="940" y="2330"/>
                    <a:pt x="0" y="2943"/>
                    <a:pt x="0" y="3985"/>
                  </a:cubicBezTo>
                  <a:cubicBezTo>
                    <a:pt x="0" y="5007"/>
                    <a:pt x="756" y="5620"/>
                    <a:pt x="1880" y="5620"/>
                  </a:cubicBezTo>
                  <a:cubicBezTo>
                    <a:pt x="2575" y="5620"/>
                    <a:pt x="2984" y="5518"/>
                    <a:pt x="3454" y="5007"/>
                  </a:cubicBezTo>
                  <a:lnTo>
                    <a:pt x="3474" y="5007"/>
                  </a:lnTo>
                  <a:cubicBezTo>
                    <a:pt x="3494" y="5109"/>
                    <a:pt x="3515" y="5436"/>
                    <a:pt x="3535" y="5518"/>
                  </a:cubicBezTo>
                  <a:lnTo>
                    <a:pt x="4802" y="5518"/>
                  </a:lnTo>
                  <a:cubicBezTo>
                    <a:pt x="4741" y="5395"/>
                    <a:pt x="4700" y="4598"/>
                    <a:pt x="4700" y="4353"/>
                  </a:cubicBezTo>
                  <a:lnTo>
                    <a:pt x="4700" y="1737"/>
                  </a:lnTo>
                  <a:cubicBezTo>
                    <a:pt x="4700" y="409"/>
                    <a:pt x="3597" y="1"/>
                    <a:pt x="2391"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68" name="Google Shape;2268;p24">
              <a:extLst>
                <a:ext uri="{FF2B5EF4-FFF2-40B4-BE49-F238E27FC236}">
                  <a16:creationId xmlns:a16="http://schemas.microsoft.com/office/drawing/2014/main" id="{0494C51B-CCF1-295F-BB19-AA4D8C1720C5}"/>
                </a:ext>
              </a:extLst>
            </p:cNvPr>
            <p:cNvSpPr/>
            <p:nvPr/>
          </p:nvSpPr>
          <p:spPr>
            <a:xfrm>
              <a:off x="3872825" y="2806925"/>
              <a:ext cx="86350" cy="137425"/>
            </a:xfrm>
            <a:custGeom>
              <a:avLst/>
              <a:gdLst/>
              <a:ahLst/>
              <a:cxnLst/>
              <a:rect l="l" t="t" r="r" b="b"/>
              <a:pathLst>
                <a:path w="3454" h="5497" extrusionOk="0">
                  <a:moveTo>
                    <a:pt x="3025" y="0"/>
                  </a:moveTo>
                  <a:cubicBezTo>
                    <a:pt x="2391" y="0"/>
                    <a:pt x="1594" y="429"/>
                    <a:pt x="1267" y="1001"/>
                  </a:cubicBezTo>
                  <a:lnTo>
                    <a:pt x="1247" y="1001"/>
                  </a:lnTo>
                  <a:lnTo>
                    <a:pt x="1247" y="102"/>
                  </a:lnTo>
                  <a:lnTo>
                    <a:pt x="0" y="102"/>
                  </a:lnTo>
                  <a:lnTo>
                    <a:pt x="0" y="5497"/>
                  </a:lnTo>
                  <a:lnTo>
                    <a:pt x="1288" y="5497"/>
                  </a:lnTo>
                  <a:lnTo>
                    <a:pt x="1288" y="2738"/>
                  </a:lnTo>
                  <a:cubicBezTo>
                    <a:pt x="1288" y="1737"/>
                    <a:pt x="2003" y="1165"/>
                    <a:pt x="2984" y="1165"/>
                  </a:cubicBezTo>
                  <a:cubicBezTo>
                    <a:pt x="3147" y="1165"/>
                    <a:pt x="3290" y="1165"/>
                    <a:pt x="3454" y="1206"/>
                  </a:cubicBezTo>
                  <a:lnTo>
                    <a:pt x="3454" y="20"/>
                  </a:lnTo>
                  <a:cubicBezTo>
                    <a:pt x="3331" y="0"/>
                    <a:pt x="3168" y="0"/>
                    <a:pt x="3025"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69" name="Google Shape;2269;p24">
              <a:extLst>
                <a:ext uri="{FF2B5EF4-FFF2-40B4-BE49-F238E27FC236}">
                  <a16:creationId xmlns:a16="http://schemas.microsoft.com/office/drawing/2014/main" id="{A63D5C1B-E845-6728-42A6-D4DFCBBA0B91}"/>
                </a:ext>
              </a:extLst>
            </p:cNvPr>
            <p:cNvSpPr/>
            <p:nvPr/>
          </p:nvSpPr>
          <p:spPr>
            <a:xfrm>
              <a:off x="3975000" y="2806925"/>
              <a:ext cx="121600" cy="189025"/>
            </a:xfrm>
            <a:custGeom>
              <a:avLst/>
              <a:gdLst/>
              <a:ahLst/>
              <a:cxnLst/>
              <a:rect l="l" t="t" r="r" b="b"/>
              <a:pathLst>
                <a:path w="4864" h="7561" extrusionOk="0">
                  <a:moveTo>
                    <a:pt x="2452" y="1103"/>
                  </a:moveTo>
                  <a:cubicBezTo>
                    <a:pt x="3106" y="1103"/>
                    <a:pt x="3617" y="1471"/>
                    <a:pt x="3617" y="2125"/>
                  </a:cubicBezTo>
                  <a:lnTo>
                    <a:pt x="3617" y="3331"/>
                  </a:lnTo>
                  <a:cubicBezTo>
                    <a:pt x="3617" y="4107"/>
                    <a:pt x="3024" y="4393"/>
                    <a:pt x="2493" y="4393"/>
                  </a:cubicBezTo>
                  <a:cubicBezTo>
                    <a:pt x="1819" y="4393"/>
                    <a:pt x="1308" y="4005"/>
                    <a:pt x="1308" y="3351"/>
                  </a:cubicBezTo>
                  <a:lnTo>
                    <a:pt x="1308" y="2166"/>
                  </a:lnTo>
                  <a:cubicBezTo>
                    <a:pt x="1308" y="1390"/>
                    <a:pt x="1901" y="1103"/>
                    <a:pt x="2452" y="1103"/>
                  </a:cubicBezTo>
                  <a:close/>
                  <a:moveTo>
                    <a:pt x="2125" y="0"/>
                  </a:moveTo>
                  <a:cubicBezTo>
                    <a:pt x="940" y="0"/>
                    <a:pt x="0" y="797"/>
                    <a:pt x="0" y="2268"/>
                  </a:cubicBezTo>
                  <a:lnTo>
                    <a:pt x="0" y="3290"/>
                  </a:lnTo>
                  <a:cubicBezTo>
                    <a:pt x="0" y="4679"/>
                    <a:pt x="838" y="5415"/>
                    <a:pt x="2146" y="5415"/>
                  </a:cubicBezTo>
                  <a:cubicBezTo>
                    <a:pt x="2759" y="5415"/>
                    <a:pt x="3249" y="5190"/>
                    <a:pt x="3597" y="4720"/>
                  </a:cubicBezTo>
                  <a:lnTo>
                    <a:pt x="3617" y="4720"/>
                  </a:lnTo>
                  <a:lnTo>
                    <a:pt x="3617" y="5272"/>
                  </a:lnTo>
                  <a:cubicBezTo>
                    <a:pt x="3617" y="6048"/>
                    <a:pt x="3188" y="6539"/>
                    <a:pt x="2391" y="6539"/>
                  </a:cubicBezTo>
                  <a:cubicBezTo>
                    <a:pt x="1941" y="6539"/>
                    <a:pt x="1574" y="6335"/>
                    <a:pt x="1308" y="5824"/>
                  </a:cubicBezTo>
                  <a:lnTo>
                    <a:pt x="82" y="6253"/>
                  </a:lnTo>
                  <a:cubicBezTo>
                    <a:pt x="368" y="7152"/>
                    <a:pt x="1410" y="7561"/>
                    <a:pt x="2289" y="7561"/>
                  </a:cubicBezTo>
                  <a:cubicBezTo>
                    <a:pt x="4148" y="7561"/>
                    <a:pt x="4864" y="6294"/>
                    <a:pt x="4864" y="5047"/>
                  </a:cubicBezTo>
                  <a:lnTo>
                    <a:pt x="4864" y="102"/>
                  </a:lnTo>
                  <a:lnTo>
                    <a:pt x="3637" y="102"/>
                  </a:lnTo>
                  <a:lnTo>
                    <a:pt x="3637" y="736"/>
                  </a:lnTo>
                  <a:lnTo>
                    <a:pt x="3617" y="736"/>
                  </a:lnTo>
                  <a:cubicBezTo>
                    <a:pt x="3331" y="327"/>
                    <a:pt x="2759" y="0"/>
                    <a:pt x="2125"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70" name="Google Shape;2270;p24">
              <a:extLst>
                <a:ext uri="{FF2B5EF4-FFF2-40B4-BE49-F238E27FC236}">
                  <a16:creationId xmlns:a16="http://schemas.microsoft.com/office/drawing/2014/main" id="{3858B91A-4F49-659C-4C0B-3E248D515D3D}"/>
                </a:ext>
              </a:extLst>
            </p:cNvPr>
            <p:cNvSpPr/>
            <p:nvPr/>
          </p:nvSpPr>
          <p:spPr>
            <a:xfrm>
              <a:off x="4130300" y="2754800"/>
              <a:ext cx="32200" cy="189550"/>
            </a:xfrm>
            <a:custGeom>
              <a:avLst/>
              <a:gdLst/>
              <a:ahLst/>
              <a:cxnLst/>
              <a:rect l="l" t="t" r="r" b="b"/>
              <a:pathLst>
                <a:path w="1288" h="7582" extrusionOk="0">
                  <a:moveTo>
                    <a:pt x="0" y="1"/>
                  </a:moveTo>
                  <a:lnTo>
                    <a:pt x="0" y="1370"/>
                  </a:lnTo>
                  <a:lnTo>
                    <a:pt x="1288" y="1370"/>
                  </a:lnTo>
                  <a:lnTo>
                    <a:pt x="1288" y="1"/>
                  </a:lnTo>
                  <a:close/>
                  <a:moveTo>
                    <a:pt x="0" y="2187"/>
                  </a:moveTo>
                  <a:lnTo>
                    <a:pt x="0" y="7582"/>
                  </a:lnTo>
                  <a:lnTo>
                    <a:pt x="1288" y="7582"/>
                  </a:lnTo>
                  <a:lnTo>
                    <a:pt x="1288" y="2187"/>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71" name="Google Shape;2271;p24">
              <a:extLst>
                <a:ext uri="{FF2B5EF4-FFF2-40B4-BE49-F238E27FC236}">
                  <a16:creationId xmlns:a16="http://schemas.microsoft.com/office/drawing/2014/main" id="{024CBB9F-F692-0AB8-EBFC-24328045A962}"/>
                </a:ext>
              </a:extLst>
            </p:cNvPr>
            <p:cNvSpPr/>
            <p:nvPr/>
          </p:nvSpPr>
          <p:spPr>
            <a:xfrm>
              <a:off x="3479475" y="3072550"/>
              <a:ext cx="122625" cy="191075"/>
            </a:xfrm>
            <a:custGeom>
              <a:avLst/>
              <a:gdLst/>
              <a:ahLst/>
              <a:cxnLst/>
              <a:rect l="l" t="t" r="r" b="b"/>
              <a:pathLst>
                <a:path w="4905" h="7643" extrusionOk="0">
                  <a:moveTo>
                    <a:pt x="2432" y="3107"/>
                  </a:moveTo>
                  <a:cubicBezTo>
                    <a:pt x="3106" y="3107"/>
                    <a:pt x="3617" y="3495"/>
                    <a:pt x="3617" y="4149"/>
                  </a:cubicBezTo>
                  <a:lnTo>
                    <a:pt x="3617" y="5477"/>
                  </a:lnTo>
                  <a:cubicBezTo>
                    <a:pt x="3617" y="6253"/>
                    <a:pt x="3024" y="6540"/>
                    <a:pt x="2473" y="6540"/>
                  </a:cubicBezTo>
                  <a:cubicBezTo>
                    <a:pt x="1819" y="6540"/>
                    <a:pt x="1308" y="6151"/>
                    <a:pt x="1308" y="5497"/>
                  </a:cubicBezTo>
                  <a:lnTo>
                    <a:pt x="1308" y="4169"/>
                  </a:lnTo>
                  <a:cubicBezTo>
                    <a:pt x="1308" y="3393"/>
                    <a:pt x="1901" y="3107"/>
                    <a:pt x="2432" y="3107"/>
                  </a:cubicBezTo>
                  <a:close/>
                  <a:moveTo>
                    <a:pt x="3637" y="1"/>
                  </a:moveTo>
                  <a:lnTo>
                    <a:pt x="3637" y="2678"/>
                  </a:lnTo>
                  <a:lnTo>
                    <a:pt x="3597" y="2678"/>
                  </a:lnTo>
                  <a:cubicBezTo>
                    <a:pt x="3331" y="2310"/>
                    <a:pt x="2820" y="2003"/>
                    <a:pt x="2227" y="2003"/>
                  </a:cubicBezTo>
                  <a:cubicBezTo>
                    <a:pt x="1022" y="2003"/>
                    <a:pt x="0" y="2739"/>
                    <a:pt x="0" y="4210"/>
                  </a:cubicBezTo>
                  <a:lnTo>
                    <a:pt x="0" y="5518"/>
                  </a:lnTo>
                  <a:cubicBezTo>
                    <a:pt x="0" y="6887"/>
                    <a:pt x="961" y="7643"/>
                    <a:pt x="2125" y="7643"/>
                  </a:cubicBezTo>
                  <a:cubicBezTo>
                    <a:pt x="2616" y="7643"/>
                    <a:pt x="3351" y="7336"/>
                    <a:pt x="3658" y="6907"/>
                  </a:cubicBezTo>
                  <a:lnTo>
                    <a:pt x="3658" y="7520"/>
                  </a:lnTo>
                  <a:lnTo>
                    <a:pt x="4904" y="7520"/>
                  </a:lnTo>
                  <a:lnTo>
                    <a:pt x="4904"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72" name="Google Shape;2272;p24">
              <a:extLst>
                <a:ext uri="{FF2B5EF4-FFF2-40B4-BE49-F238E27FC236}">
                  <a16:creationId xmlns:a16="http://schemas.microsoft.com/office/drawing/2014/main" id="{9DF10B82-0D62-CB92-031E-4C687E802EF5}"/>
                </a:ext>
              </a:extLst>
            </p:cNvPr>
            <p:cNvSpPr/>
            <p:nvPr/>
          </p:nvSpPr>
          <p:spPr>
            <a:xfrm>
              <a:off x="3630675" y="3123125"/>
              <a:ext cx="120075" cy="140500"/>
            </a:xfrm>
            <a:custGeom>
              <a:avLst/>
              <a:gdLst/>
              <a:ahLst/>
              <a:cxnLst/>
              <a:rect l="l" t="t" r="r" b="b"/>
              <a:pathLst>
                <a:path w="4803" h="5620" extrusionOk="0">
                  <a:moveTo>
                    <a:pt x="2494" y="1084"/>
                  </a:moveTo>
                  <a:cubicBezTo>
                    <a:pt x="3004" y="1084"/>
                    <a:pt x="3536" y="1390"/>
                    <a:pt x="3536" y="2126"/>
                  </a:cubicBezTo>
                  <a:lnTo>
                    <a:pt x="3536" y="2269"/>
                  </a:lnTo>
                  <a:lnTo>
                    <a:pt x="1349" y="2269"/>
                  </a:lnTo>
                  <a:lnTo>
                    <a:pt x="1349" y="2187"/>
                  </a:lnTo>
                  <a:cubicBezTo>
                    <a:pt x="1349" y="1390"/>
                    <a:pt x="1942" y="1084"/>
                    <a:pt x="2494" y="1084"/>
                  </a:cubicBezTo>
                  <a:close/>
                  <a:moveTo>
                    <a:pt x="2473" y="1"/>
                  </a:moveTo>
                  <a:cubicBezTo>
                    <a:pt x="1145" y="1"/>
                    <a:pt x="1" y="838"/>
                    <a:pt x="1" y="2371"/>
                  </a:cubicBezTo>
                  <a:lnTo>
                    <a:pt x="1" y="3413"/>
                  </a:lnTo>
                  <a:cubicBezTo>
                    <a:pt x="1" y="4884"/>
                    <a:pt x="1206" y="5620"/>
                    <a:pt x="2534" y="5620"/>
                  </a:cubicBezTo>
                  <a:cubicBezTo>
                    <a:pt x="3474" y="5620"/>
                    <a:pt x="4333" y="5252"/>
                    <a:pt x="4741" y="4414"/>
                  </a:cubicBezTo>
                  <a:lnTo>
                    <a:pt x="3761" y="3842"/>
                  </a:lnTo>
                  <a:cubicBezTo>
                    <a:pt x="3474" y="4251"/>
                    <a:pt x="3025" y="4537"/>
                    <a:pt x="2596" y="4537"/>
                  </a:cubicBezTo>
                  <a:cubicBezTo>
                    <a:pt x="1901" y="4537"/>
                    <a:pt x="1349" y="4149"/>
                    <a:pt x="1349" y="3454"/>
                  </a:cubicBezTo>
                  <a:lnTo>
                    <a:pt x="1349" y="3168"/>
                  </a:lnTo>
                  <a:lnTo>
                    <a:pt x="4803" y="3168"/>
                  </a:lnTo>
                  <a:lnTo>
                    <a:pt x="4803" y="2126"/>
                  </a:lnTo>
                  <a:cubicBezTo>
                    <a:pt x="4803" y="695"/>
                    <a:pt x="3658" y="1"/>
                    <a:pt x="2473"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73" name="Google Shape;2273;p24">
              <a:extLst>
                <a:ext uri="{FF2B5EF4-FFF2-40B4-BE49-F238E27FC236}">
                  <a16:creationId xmlns:a16="http://schemas.microsoft.com/office/drawing/2014/main" id="{8AC52DC3-B148-ACC8-A1F7-748DE3D81C60}"/>
                </a:ext>
              </a:extLst>
            </p:cNvPr>
            <p:cNvSpPr/>
            <p:nvPr/>
          </p:nvSpPr>
          <p:spPr>
            <a:xfrm>
              <a:off x="3828375" y="3072550"/>
              <a:ext cx="158400" cy="188525"/>
            </a:xfrm>
            <a:custGeom>
              <a:avLst/>
              <a:gdLst/>
              <a:ahLst/>
              <a:cxnLst/>
              <a:rect l="l" t="t" r="r" b="b"/>
              <a:pathLst>
                <a:path w="6336" h="7541" extrusionOk="0">
                  <a:moveTo>
                    <a:pt x="1" y="1"/>
                  </a:moveTo>
                  <a:lnTo>
                    <a:pt x="2473" y="7541"/>
                  </a:lnTo>
                  <a:lnTo>
                    <a:pt x="3842" y="7541"/>
                  </a:lnTo>
                  <a:lnTo>
                    <a:pt x="6335" y="1"/>
                  </a:lnTo>
                  <a:lnTo>
                    <a:pt x="4925" y="1"/>
                  </a:lnTo>
                  <a:lnTo>
                    <a:pt x="3229" y="5538"/>
                  </a:lnTo>
                  <a:lnTo>
                    <a:pt x="3209" y="5538"/>
                  </a:lnTo>
                  <a:lnTo>
                    <a:pt x="1513"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74" name="Google Shape;2274;p24">
              <a:extLst>
                <a:ext uri="{FF2B5EF4-FFF2-40B4-BE49-F238E27FC236}">
                  <a16:creationId xmlns:a16="http://schemas.microsoft.com/office/drawing/2014/main" id="{DFB5F790-166D-C654-1A25-1E5CBB340716}"/>
                </a:ext>
              </a:extLst>
            </p:cNvPr>
            <p:cNvSpPr/>
            <p:nvPr/>
          </p:nvSpPr>
          <p:spPr>
            <a:xfrm>
              <a:off x="3982150" y="3122625"/>
              <a:ext cx="120075" cy="140500"/>
            </a:xfrm>
            <a:custGeom>
              <a:avLst/>
              <a:gdLst/>
              <a:ahLst/>
              <a:cxnLst/>
              <a:rect l="l" t="t" r="r" b="b"/>
              <a:pathLst>
                <a:path w="4803" h="5620" extrusionOk="0">
                  <a:moveTo>
                    <a:pt x="3413" y="3249"/>
                  </a:moveTo>
                  <a:lnTo>
                    <a:pt x="3413" y="3515"/>
                  </a:lnTo>
                  <a:cubicBezTo>
                    <a:pt x="3413" y="4107"/>
                    <a:pt x="3249" y="4598"/>
                    <a:pt x="2228" y="4598"/>
                  </a:cubicBezTo>
                  <a:cubicBezTo>
                    <a:pt x="1615" y="4598"/>
                    <a:pt x="1247" y="4373"/>
                    <a:pt x="1247" y="3923"/>
                  </a:cubicBezTo>
                  <a:cubicBezTo>
                    <a:pt x="1247" y="3454"/>
                    <a:pt x="1615" y="3249"/>
                    <a:pt x="2166" y="3249"/>
                  </a:cubicBezTo>
                  <a:close/>
                  <a:moveTo>
                    <a:pt x="2391" y="0"/>
                  </a:moveTo>
                  <a:cubicBezTo>
                    <a:pt x="1390" y="0"/>
                    <a:pt x="266" y="409"/>
                    <a:pt x="266" y="1594"/>
                  </a:cubicBezTo>
                  <a:lnTo>
                    <a:pt x="266" y="1737"/>
                  </a:lnTo>
                  <a:lnTo>
                    <a:pt x="1410" y="1737"/>
                  </a:lnTo>
                  <a:lnTo>
                    <a:pt x="1410" y="1553"/>
                  </a:lnTo>
                  <a:cubicBezTo>
                    <a:pt x="1410" y="1206"/>
                    <a:pt x="1819" y="1001"/>
                    <a:pt x="2391" y="1001"/>
                  </a:cubicBezTo>
                  <a:cubicBezTo>
                    <a:pt x="3045" y="1001"/>
                    <a:pt x="3413" y="1247"/>
                    <a:pt x="3413" y="1819"/>
                  </a:cubicBezTo>
                  <a:lnTo>
                    <a:pt x="3413" y="2330"/>
                  </a:lnTo>
                  <a:lnTo>
                    <a:pt x="1982" y="2330"/>
                  </a:lnTo>
                  <a:cubicBezTo>
                    <a:pt x="940" y="2330"/>
                    <a:pt x="0" y="2943"/>
                    <a:pt x="0" y="3985"/>
                  </a:cubicBezTo>
                  <a:cubicBezTo>
                    <a:pt x="0" y="5006"/>
                    <a:pt x="756" y="5620"/>
                    <a:pt x="1880" y="5620"/>
                  </a:cubicBezTo>
                  <a:cubicBezTo>
                    <a:pt x="2575" y="5620"/>
                    <a:pt x="2984" y="5517"/>
                    <a:pt x="3454" y="5027"/>
                  </a:cubicBezTo>
                  <a:lnTo>
                    <a:pt x="3474" y="5027"/>
                  </a:lnTo>
                  <a:cubicBezTo>
                    <a:pt x="3495" y="5109"/>
                    <a:pt x="3515" y="5436"/>
                    <a:pt x="3535" y="5517"/>
                  </a:cubicBezTo>
                  <a:lnTo>
                    <a:pt x="4802" y="5517"/>
                  </a:lnTo>
                  <a:cubicBezTo>
                    <a:pt x="4741" y="5395"/>
                    <a:pt x="4700" y="4598"/>
                    <a:pt x="4700" y="4353"/>
                  </a:cubicBezTo>
                  <a:lnTo>
                    <a:pt x="4700" y="1717"/>
                  </a:lnTo>
                  <a:cubicBezTo>
                    <a:pt x="4700" y="409"/>
                    <a:pt x="3597" y="0"/>
                    <a:pt x="2391"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75" name="Google Shape;2275;p24">
              <a:extLst>
                <a:ext uri="{FF2B5EF4-FFF2-40B4-BE49-F238E27FC236}">
                  <a16:creationId xmlns:a16="http://schemas.microsoft.com/office/drawing/2014/main" id="{A7265DDB-4829-ECE6-8830-A871525DC0C9}"/>
                </a:ext>
              </a:extLst>
            </p:cNvPr>
            <p:cNvSpPr/>
            <p:nvPr/>
          </p:nvSpPr>
          <p:spPr>
            <a:xfrm>
              <a:off x="4127225" y="3123125"/>
              <a:ext cx="120575" cy="140500"/>
            </a:xfrm>
            <a:custGeom>
              <a:avLst/>
              <a:gdLst/>
              <a:ahLst/>
              <a:cxnLst/>
              <a:rect l="l" t="t" r="r" b="b"/>
              <a:pathLst>
                <a:path w="4823" h="5620" extrusionOk="0">
                  <a:moveTo>
                    <a:pt x="2473" y="1"/>
                  </a:moveTo>
                  <a:cubicBezTo>
                    <a:pt x="1124" y="1"/>
                    <a:pt x="1" y="838"/>
                    <a:pt x="1" y="2371"/>
                  </a:cubicBezTo>
                  <a:lnTo>
                    <a:pt x="1" y="3413"/>
                  </a:lnTo>
                  <a:cubicBezTo>
                    <a:pt x="1" y="4843"/>
                    <a:pt x="1186" y="5620"/>
                    <a:pt x="2514" y="5620"/>
                  </a:cubicBezTo>
                  <a:cubicBezTo>
                    <a:pt x="3679" y="5620"/>
                    <a:pt x="4823" y="4946"/>
                    <a:pt x="4823" y="3515"/>
                  </a:cubicBezTo>
                  <a:lnTo>
                    <a:pt x="4823" y="3454"/>
                  </a:lnTo>
                  <a:lnTo>
                    <a:pt x="3577" y="3454"/>
                  </a:lnTo>
                  <a:lnTo>
                    <a:pt x="3577" y="3515"/>
                  </a:lnTo>
                  <a:cubicBezTo>
                    <a:pt x="3577" y="4251"/>
                    <a:pt x="3025" y="4537"/>
                    <a:pt x="2514" y="4537"/>
                  </a:cubicBezTo>
                  <a:cubicBezTo>
                    <a:pt x="1819" y="4537"/>
                    <a:pt x="1329" y="4149"/>
                    <a:pt x="1329" y="3454"/>
                  </a:cubicBezTo>
                  <a:lnTo>
                    <a:pt x="1329" y="2187"/>
                  </a:lnTo>
                  <a:cubicBezTo>
                    <a:pt x="1329" y="1390"/>
                    <a:pt x="1921" y="1084"/>
                    <a:pt x="2473" y="1084"/>
                  </a:cubicBezTo>
                  <a:cubicBezTo>
                    <a:pt x="3004" y="1084"/>
                    <a:pt x="3577" y="1390"/>
                    <a:pt x="3577" y="2126"/>
                  </a:cubicBezTo>
                  <a:lnTo>
                    <a:pt x="3577" y="2228"/>
                  </a:lnTo>
                  <a:lnTo>
                    <a:pt x="4823" y="2228"/>
                  </a:lnTo>
                  <a:lnTo>
                    <a:pt x="4823" y="2126"/>
                  </a:lnTo>
                  <a:cubicBezTo>
                    <a:pt x="4823" y="695"/>
                    <a:pt x="3638" y="1"/>
                    <a:pt x="2473"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76" name="Google Shape;2276;p24">
              <a:extLst>
                <a:ext uri="{FF2B5EF4-FFF2-40B4-BE49-F238E27FC236}">
                  <a16:creationId xmlns:a16="http://schemas.microsoft.com/office/drawing/2014/main" id="{6E6DCC87-F4B5-CA81-A219-83BD740A260B}"/>
                </a:ext>
              </a:extLst>
            </p:cNvPr>
            <p:cNvSpPr/>
            <p:nvPr/>
          </p:nvSpPr>
          <p:spPr>
            <a:xfrm>
              <a:off x="4265675" y="3123125"/>
              <a:ext cx="121100" cy="140500"/>
            </a:xfrm>
            <a:custGeom>
              <a:avLst/>
              <a:gdLst/>
              <a:ahLst/>
              <a:cxnLst/>
              <a:rect l="l" t="t" r="r" b="b"/>
              <a:pathLst>
                <a:path w="4844" h="5620" extrusionOk="0">
                  <a:moveTo>
                    <a:pt x="2473" y="1"/>
                  </a:moveTo>
                  <a:cubicBezTo>
                    <a:pt x="1145" y="1"/>
                    <a:pt x="0" y="838"/>
                    <a:pt x="0" y="2371"/>
                  </a:cubicBezTo>
                  <a:lnTo>
                    <a:pt x="0" y="3413"/>
                  </a:lnTo>
                  <a:cubicBezTo>
                    <a:pt x="0" y="4843"/>
                    <a:pt x="1185" y="5620"/>
                    <a:pt x="2514" y="5620"/>
                  </a:cubicBezTo>
                  <a:cubicBezTo>
                    <a:pt x="3678" y="5620"/>
                    <a:pt x="4843" y="4946"/>
                    <a:pt x="4843" y="3515"/>
                  </a:cubicBezTo>
                  <a:lnTo>
                    <a:pt x="4843" y="3454"/>
                  </a:lnTo>
                  <a:lnTo>
                    <a:pt x="3576" y="3454"/>
                  </a:lnTo>
                  <a:lnTo>
                    <a:pt x="3576" y="3515"/>
                  </a:lnTo>
                  <a:cubicBezTo>
                    <a:pt x="3576" y="4251"/>
                    <a:pt x="3045" y="4537"/>
                    <a:pt x="2514" y="4537"/>
                  </a:cubicBezTo>
                  <a:cubicBezTo>
                    <a:pt x="1839" y="4537"/>
                    <a:pt x="1328" y="4149"/>
                    <a:pt x="1328" y="3454"/>
                  </a:cubicBezTo>
                  <a:lnTo>
                    <a:pt x="1328" y="2187"/>
                  </a:lnTo>
                  <a:cubicBezTo>
                    <a:pt x="1328" y="1390"/>
                    <a:pt x="1921" y="1084"/>
                    <a:pt x="2473" y="1084"/>
                  </a:cubicBezTo>
                  <a:cubicBezTo>
                    <a:pt x="3004" y="1084"/>
                    <a:pt x="3576" y="1390"/>
                    <a:pt x="3576" y="2126"/>
                  </a:cubicBezTo>
                  <a:lnTo>
                    <a:pt x="3576" y="2228"/>
                  </a:lnTo>
                  <a:lnTo>
                    <a:pt x="4843" y="2228"/>
                  </a:lnTo>
                  <a:lnTo>
                    <a:pt x="4843" y="2126"/>
                  </a:lnTo>
                  <a:cubicBezTo>
                    <a:pt x="4843" y="695"/>
                    <a:pt x="3637" y="1"/>
                    <a:pt x="2473"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77" name="Google Shape;2277;p24">
              <a:extLst>
                <a:ext uri="{FF2B5EF4-FFF2-40B4-BE49-F238E27FC236}">
                  <a16:creationId xmlns:a16="http://schemas.microsoft.com/office/drawing/2014/main" id="{553425CE-D134-2E31-119C-867C32DA6551}"/>
                </a:ext>
              </a:extLst>
            </p:cNvPr>
            <p:cNvSpPr/>
            <p:nvPr/>
          </p:nvSpPr>
          <p:spPr>
            <a:xfrm>
              <a:off x="4410750" y="3070500"/>
              <a:ext cx="31700" cy="190075"/>
            </a:xfrm>
            <a:custGeom>
              <a:avLst/>
              <a:gdLst/>
              <a:ahLst/>
              <a:cxnLst/>
              <a:rect l="l" t="t" r="r" b="b"/>
              <a:pathLst>
                <a:path w="1268" h="7603" extrusionOk="0">
                  <a:moveTo>
                    <a:pt x="0" y="1"/>
                  </a:moveTo>
                  <a:lnTo>
                    <a:pt x="0" y="1370"/>
                  </a:lnTo>
                  <a:lnTo>
                    <a:pt x="1267" y="1370"/>
                  </a:lnTo>
                  <a:lnTo>
                    <a:pt x="1267" y="1"/>
                  </a:lnTo>
                  <a:close/>
                  <a:moveTo>
                    <a:pt x="0" y="2208"/>
                  </a:moveTo>
                  <a:lnTo>
                    <a:pt x="0" y="7602"/>
                  </a:lnTo>
                  <a:lnTo>
                    <a:pt x="1267" y="7602"/>
                  </a:lnTo>
                  <a:lnTo>
                    <a:pt x="1267" y="2208"/>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78" name="Google Shape;2278;p24">
              <a:extLst>
                <a:ext uri="{FF2B5EF4-FFF2-40B4-BE49-F238E27FC236}">
                  <a16:creationId xmlns:a16="http://schemas.microsoft.com/office/drawing/2014/main" id="{EF095102-8C7E-AB5D-841D-2366F9F3FC58}"/>
                </a:ext>
              </a:extLst>
            </p:cNvPr>
            <p:cNvSpPr/>
            <p:nvPr/>
          </p:nvSpPr>
          <p:spPr>
            <a:xfrm>
              <a:off x="4477675" y="3123125"/>
              <a:ext cx="117000" cy="137450"/>
            </a:xfrm>
            <a:custGeom>
              <a:avLst/>
              <a:gdLst/>
              <a:ahLst/>
              <a:cxnLst/>
              <a:rect l="l" t="t" r="r" b="b"/>
              <a:pathLst>
                <a:path w="4680" h="5498" extrusionOk="0">
                  <a:moveTo>
                    <a:pt x="2800" y="1"/>
                  </a:moveTo>
                  <a:cubicBezTo>
                    <a:pt x="2187" y="1"/>
                    <a:pt x="1615" y="246"/>
                    <a:pt x="1267" y="757"/>
                  </a:cubicBezTo>
                  <a:lnTo>
                    <a:pt x="1247" y="757"/>
                  </a:lnTo>
                  <a:lnTo>
                    <a:pt x="1247" y="103"/>
                  </a:lnTo>
                  <a:lnTo>
                    <a:pt x="0" y="103"/>
                  </a:lnTo>
                  <a:lnTo>
                    <a:pt x="0" y="5497"/>
                  </a:lnTo>
                  <a:lnTo>
                    <a:pt x="1288" y="5497"/>
                  </a:lnTo>
                  <a:lnTo>
                    <a:pt x="1288" y="2473"/>
                  </a:lnTo>
                  <a:cubicBezTo>
                    <a:pt x="1288" y="1554"/>
                    <a:pt x="1696" y="1124"/>
                    <a:pt x="2391" y="1124"/>
                  </a:cubicBezTo>
                  <a:cubicBezTo>
                    <a:pt x="3045" y="1124"/>
                    <a:pt x="3392" y="1554"/>
                    <a:pt x="3392" y="2371"/>
                  </a:cubicBezTo>
                  <a:lnTo>
                    <a:pt x="3392" y="5497"/>
                  </a:lnTo>
                  <a:lnTo>
                    <a:pt x="4680" y="5497"/>
                  </a:lnTo>
                  <a:lnTo>
                    <a:pt x="4680" y="2044"/>
                  </a:lnTo>
                  <a:cubicBezTo>
                    <a:pt x="4680" y="757"/>
                    <a:pt x="4005" y="1"/>
                    <a:pt x="2800"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79" name="Google Shape;2279;p24">
              <a:extLst>
                <a:ext uri="{FF2B5EF4-FFF2-40B4-BE49-F238E27FC236}">
                  <a16:creationId xmlns:a16="http://schemas.microsoft.com/office/drawing/2014/main" id="{9EF01FE0-1E8D-6B8D-D203-9BBDA2F9792E}"/>
                </a:ext>
              </a:extLst>
            </p:cNvPr>
            <p:cNvSpPr/>
            <p:nvPr/>
          </p:nvSpPr>
          <p:spPr>
            <a:xfrm>
              <a:off x="4619175" y="3122625"/>
              <a:ext cx="120075" cy="140500"/>
            </a:xfrm>
            <a:custGeom>
              <a:avLst/>
              <a:gdLst/>
              <a:ahLst/>
              <a:cxnLst/>
              <a:rect l="l" t="t" r="r" b="b"/>
              <a:pathLst>
                <a:path w="4803" h="5620" extrusionOk="0">
                  <a:moveTo>
                    <a:pt x="3433" y="3249"/>
                  </a:moveTo>
                  <a:lnTo>
                    <a:pt x="3433" y="3515"/>
                  </a:lnTo>
                  <a:cubicBezTo>
                    <a:pt x="3433" y="4107"/>
                    <a:pt x="3250" y="4598"/>
                    <a:pt x="2228" y="4598"/>
                  </a:cubicBezTo>
                  <a:cubicBezTo>
                    <a:pt x="1615" y="4598"/>
                    <a:pt x="1247" y="4373"/>
                    <a:pt x="1247" y="3923"/>
                  </a:cubicBezTo>
                  <a:cubicBezTo>
                    <a:pt x="1247" y="3454"/>
                    <a:pt x="1615" y="3249"/>
                    <a:pt x="2167" y="3249"/>
                  </a:cubicBezTo>
                  <a:close/>
                  <a:moveTo>
                    <a:pt x="2412" y="0"/>
                  </a:moveTo>
                  <a:cubicBezTo>
                    <a:pt x="1390" y="0"/>
                    <a:pt x="266" y="409"/>
                    <a:pt x="266" y="1594"/>
                  </a:cubicBezTo>
                  <a:lnTo>
                    <a:pt x="266" y="1737"/>
                  </a:lnTo>
                  <a:lnTo>
                    <a:pt x="1431" y="1737"/>
                  </a:lnTo>
                  <a:lnTo>
                    <a:pt x="1431" y="1553"/>
                  </a:lnTo>
                  <a:cubicBezTo>
                    <a:pt x="1431" y="1206"/>
                    <a:pt x="1840" y="1001"/>
                    <a:pt x="2391" y="1001"/>
                  </a:cubicBezTo>
                  <a:cubicBezTo>
                    <a:pt x="3045" y="1001"/>
                    <a:pt x="3433" y="1247"/>
                    <a:pt x="3433" y="1819"/>
                  </a:cubicBezTo>
                  <a:lnTo>
                    <a:pt x="3433" y="2330"/>
                  </a:lnTo>
                  <a:lnTo>
                    <a:pt x="2003" y="2330"/>
                  </a:lnTo>
                  <a:cubicBezTo>
                    <a:pt x="941" y="2330"/>
                    <a:pt x="1" y="2943"/>
                    <a:pt x="1" y="3985"/>
                  </a:cubicBezTo>
                  <a:cubicBezTo>
                    <a:pt x="1" y="5006"/>
                    <a:pt x="757" y="5620"/>
                    <a:pt x="1881" y="5620"/>
                  </a:cubicBezTo>
                  <a:cubicBezTo>
                    <a:pt x="2575" y="5620"/>
                    <a:pt x="2984" y="5517"/>
                    <a:pt x="3454" y="5027"/>
                  </a:cubicBezTo>
                  <a:lnTo>
                    <a:pt x="3474" y="5027"/>
                  </a:lnTo>
                  <a:cubicBezTo>
                    <a:pt x="3495" y="5109"/>
                    <a:pt x="3515" y="5436"/>
                    <a:pt x="3536" y="5517"/>
                  </a:cubicBezTo>
                  <a:lnTo>
                    <a:pt x="4803" y="5517"/>
                  </a:lnTo>
                  <a:cubicBezTo>
                    <a:pt x="4741" y="5395"/>
                    <a:pt x="4721" y="4598"/>
                    <a:pt x="4721" y="4353"/>
                  </a:cubicBezTo>
                  <a:lnTo>
                    <a:pt x="4721" y="1717"/>
                  </a:lnTo>
                  <a:cubicBezTo>
                    <a:pt x="4721" y="409"/>
                    <a:pt x="3597" y="0"/>
                    <a:pt x="2412"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80" name="Google Shape;2280;p24">
              <a:extLst>
                <a:ext uri="{FF2B5EF4-FFF2-40B4-BE49-F238E27FC236}">
                  <a16:creationId xmlns:a16="http://schemas.microsoft.com/office/drawing/2014/main" id="{F3EFAA78-6672-BD89-9901-FC24FFFFACC3}"/>
                </a:ext>
              </a:extLst>
            </p:cNvPr>
            <p:cNvSpPr/>
            <p:nvPr/>
          </p:nvSpPr>
          <p:spPr>
            <a:xfrm>
              <a:off x="4756600" y="3084825"/>
              <a:ext cx="79725" cy="177800"/>
            </a:xfrm>
            <a:custGeom>
              <a:avLst/>
              <a:gdLst/>
              <a:ahLst/>
              <a:cxnLst/>
              <a:rect l="l" t="t" r="r" b="b"/>
              <a:pathLst>
                <a:path w="3189" h="7112" extrusionOk="0">
                  <a:moveTo>
                    <a:pt x="736" y="0"/>
                  </a:moveTo>
                  <a:lnTo>
                    <a:pt x="736" y="1635"/>
                  </a:lnTo>
                  <a:lnTo>
                    <a:pt x="0" y="1635"/>
                  </a:lnTo>
                  <a:lnTo>
                    <a:pt x="0" y="2656"/>
                  </a:lnTo>
                  <a:lnTo>
                    <a:pt x="736" y="2656"/>
                  </a:lnTo>
                  <a:lnTo>
                    <a:pt x="736" y="5742"/>
                  </a:lnTo>
                  <a:cubicBezTo>
                    <a:pt x="736" y="6702"/>
                    <a:pt x="1410" y="7111"/>
                    <a:pt x="2248" y="7111"/>
                  </a:cubicBezTo>
                  <a:cubicBezTo>
                    <a:pt x="2432" y="7111"/>
                    <a:pt x="2902" y="7070"/>
                    <a:pt x="3188" y="7009"/>
                  </a:cubicBezTo>
                  <a:lnTo>
                    <a:pt x="3188" y="5905"/>
                  </a:lnTo>
                  <a:cubicBezTo>
                    <a:pt x="2943" y="5946"/>
                    <a:pt x="2779" y="5967"/>
                    <a:pt x="2534" y="5967"/>
                  </a:cubicBezTo>
                  <a:cubicBezTo>
                    <a:pt x="2228" y="5967"/>
                    <a:pt x="2023" y="5844"/>
                    <a:pt x="2023" y="5435"/>
                  </a:cubicBezTo>
                  <a:lnTo>
                    <a:pt x="2023" y="2656"/>
                  </a:lnTo>
                  <a:lnTo>
                    <a:pt x="3188" y="2656"/>
                  </a:lnTo>
                  <a:lnTo>
                    <a:pt x="3188" y="1635"/>
                  </a:lnTo>
                  <a:lnTo>
                    <a:pt x="2023" y="1635"/>
                  </a:lnTo>
                  <a:lnTo>
                    <a:pt x="2023" y="0"/>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81" name="Google Shape;2281;p24">
              <a:extLst>
                <a:ext uri="{FF2B5EF4-FFF2-40B4-BE49-F238E27FC236}">
                  <a16:creationId xmlns:a16="http://schemas.microsoft.com/office/drawing/2014/main" id="{7C657502-63B5-1CDD-B26A-7102F92363AF}"/>
                </a:ext>
              </a:extLst>
            </p:cNvPr>
            <p:cNvSpPr/>
            <p:nvPr/>
          </p:nvSpPr>
          <p:spPr>
            <a:xfrm>
              <a:off x="4857750" y="3070500"/>
              <a:ext cx="32200" cy="190075"/>
            </a:xfrm>
            <a:custGeom>
              <a:avLst/>
              <a:gdLst/>
              <a:ahLst/>
              <a:cxnLst/>
              <a:rect l="l" t="t" r="r" b="b"/>
              <a:pathLst>
                <a:path w="1288" h="7603" extrusionOk="0">
                  <a:moveTo>
                    <a:pt x="0" y="1"/>
                  </a:moveTo>
                  <a:lnTo>
                    <a:pt x="0" y="1370"/>
                  </a:lnTo>
                  <a:lnTo>
                    <a:pt x="1288" y="1370"/>
                  </a:lnTo>
                  <a:lnTo>
                    <a:pt x="1288" y="1"/>
                  </a:lnTo>
                  <a:close/>
                  <a:moveTo>
                    <a:pt x="0" y="2208"/>
                  </a:moveTo>
                  <a:lnTo>
                    <a:pt x="0" y="7602"/>
                  </a:lnTo>
                  <a:lnTo>
                    <a:pt x="1288" y="7602"/>
                  </a:lnTo>
                  <a:lnTo>
                    <a:pt x="1288" y="2208"/>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82" name="Google Shape;2282;p24">
              <a:extLst>
                <a:ext uri="{FF2B5EF4-FFF2-40B4-BE49-F238E27FC236}">
                  <a16:creationId xmlns:a16="http://schemas.microsoft.com/office/drawing/2014/main" id="{D30998DD-9DC6-EFB5-BB27-B0BBAE026D4A}"/>
                </a:ext>
              </a:extLst>
            </p:cNvPr>
            <p:cNvSpPr/>
            <p:nvPr/>
          </p:nvSpPr>
          <p:spPr>
            <a:xfrm>
              <a:off x="4918525" y="3123125"/>
              <a:ext cx="122650" cy="140500"/>
            </a:xfrm>
            <a:custGeom>
              <a:avLst/>
              <a:gdLst/>
              <a:ahLst/>
              <a:cxnLst/>
              <a:rect l="l" t="t" r="r" b="b"/>
              <a:pathLst>
                <a:path w="4906" h="5620" extrusionOk="0">
                  <a:moveTo>
                    <a:pt x="2433" y="1104"/>
                  </a:moveTo>
                  <a:cubicBezTo>
                    <a:pt x="3107" y="1104"/>
                    <a:pt x="3597" y="1472"/>
                    <a:pt x="3597" y="2126"/>
                  </a:cubicBezTo>
                  <a:lnTo>
                    <a:pt x="3597" y="3474"/>
                  </a:lnTo>
                  <a:cubicBezTo>
                    <a:pt x="3597" y="4251"/>
                    <a:pt x="3025" y="4537"/>
                    <a:pt x="2473" y="4537"/>
                  </a:cubicBezTo>
                  <a:cubicBezTo>
                    <a:pt x="1820" y="4537"/>
                    <a:pt x="1309" y="4149"/>
                    <a:pt x="1309" y="3495"/>
                  </a:cubicBezTo>
                  <a:lnTo>
                    <a:pt x="1309" y="2167"/>
                  </a:lnTo>
                  <a:cubicBezTo>
                    <a:pt x="1309" y="1390"/>
                    <a:pt x="1901" y="1104"/>
                    <a:pt x="2433" y="1104"/>
                  </a:cubicBezTo>
                  <a:close/>
                  <a:moveTo>
                    <a:pt x="2433" y="1"/>
                  </a:moveTo>
                  <a:cubicBezTo>
                    <a:pt x="1247" y="1"/>
                    <a:pt x="1" y="798"/>
                    <a:pt x="1" y="2269"/>
                  </a:cubicBezTo>
                  <a:lnTo>
                    <a:pt x="1" y="3495"/>
                  </a:lnTo>
                  <a:cubicBezTo>
                    <a:pt x="1" y="4884"/>
                    <a:pt x="1166" y="5620"/>
                    <a:pt x="2473" y="5620"/>
                  </a:cubicBezTo>
                  <a:cubicBezTo>
                    <a:pt x="3679" y="5620"/>
                    <a:pt x="4905" y="4823"/>
                    <a:pt x="4905" y="3352"/>
                  </a:cubicBezTo>
                  <a:lnTo>
                    <a:pt x="4905" y="2248"/>
                  </a:lnTo>
                  <a:cubicBezTo>
                    <a:pt x="4905" y="859"/>
                    <a:pt x="3740" y="1"/>
                    <a:pt x="2433"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83" name="Google Shape;2283;p24">
              <a:extLst>
                <a:ext uri="{FF2B5EF4-FFF2-40B4-BE49-F238E27FC236}">
                  <a16:creationId xmlns:a16="http://schemas.microsoft.com/office/drawing/2014/main" id="{ACF7A2B4-BD86-F828-4E20-A0A458924E75}"/>
                </a:ext>
              </a:extLst>
            </p:cNvPr>
            <p:cNvSpPr/>
            <p:nvPr/>
          </p:nvSpPr>
          <p:spPr>
            <a:xfrm>
              <a:off x="5069750" y="3123125"/>
              <a:ext cx="117525" cy="137450"/>
            </a:xfrm>
            <a:custGeom>
              <a:avLst/>
              <a:gdLst/>
              <a:ahLst/>
              <a:cxnLst/>
              <a:rect l="l" t="t" r="r" b="b"/>
              <a:pathLst>
                <a:path w="4701" h="5498" extrusionOk="0">
                  <a:moveTo>
                    <a:pt x="2800" y="1"/>
                  </a:moveTo>
                  <a:cubicBezTo>
                    <a:pt x="2207" y="1"/>
                    <a:pt x="1635" y="246"/>
                    <a:pt x="1267" y="757"/>
                  </a:cubicBezTo>
                  <a:lnTo>
                    <a:pt x="1247" y="757"/>
                  </a:lnTo>
                  <a:lnTo>
                    <a:pt x="1247" y="103"/>
                  </a:lnTo>
                  <a:lnTo>
                    <a:pt x="0" y="103"/>
                  </a:lnTo>
                  <a:lnTo>
                    <a:pt x="0" y="5497"/>
                  </a:lnTo>
                  <a:lnTo>
                    <a:pt x="1288" y="5497"/>
                  </a:lnTo>
                  <a:lnTo>
                    <a:pt x="1288" y="2473"/>
                  </a:lnTo>
                  <a:cubicBezTo>
                    <a:pt x="1288" y="1554"/>
                    <a:pt x="1696" y="1124"/>
                    <a:pt x="2412" y="1124"/>
                  </a:cubicBezTo>
                  <a:cubicBezTo>
                    <a:pt x="3066" y="1124"/>
                    <a:pt x="3413" y="1554"/>
                    <a:pt x="3413" y="2371"/>
                  </a:cubicBezTo>
                  <a:lnTo>
                    <a:pt x="3413" y="5497"/>
                  </a:lnTo>
                  <a:lnTo>
                    <a:pt x="4700" y="5497"/>
                  </a:lnTo>
                  <a:lnTo>
                    <a:pt x="4700" y="2044"/>
                  </a:lnTo>
                  <a:cubicBezTo>
                    <a:pt x="4700" y="757"/>
                    <a:pt x="4026" y="1"/>
                    <a:pt x="2800"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84" name="Google Shape;2284;p24">
              <a:extLst>
                <a:ext uri="{FF2B5EF4-FFF2-40B4-BE49-F238E27FC236}">
                  <a16:creationId xmlns:a16="http://schemas.microsoft.com/office/drawing/2014/main" id="{7C4F0343-4902-3225-A51C-AB978E98B5A2}"/>
                </a:ext>
              </a:extLst>
            </p:cNvPr>
            <p:cNvSpPr/>
            <p:nvPr/>
          </p:nvSpPr>
          <p:spPr>
            <a:xfrm>
              <a:off x="5706775" y="2440125"/>
              <a:ext cx="147675" cy="188025"/>
            </a:xfrm>
            <a:custGeom>
              <a:avLst/>
              <a:gdLst/>
              <a:ahLst/>
              <a:cxnLst/>
              <a:rect l="l" t="t" r="r" b="b"/>
              <a:pathLst>
                <a:path w="5907" h="7521" extrusionOk="0">
                  <a:moveTo>
                    <a:pt x="2780" y="1186"/>
                  </a:moveTo>
                  <a:cubicBezTo>
                    <a:pt x="3577" y="1186"/>
                    <a:pt x="4149" y="1472"/>
                    <a:pt x="4149" y="2350"/>
                  </a:cubicBezTo>
                  <a:cubicBezTo>
                    <a:pt x="4149" y="3127"/>
                    <a:pt x="3618" y="3515"/>
                    <a:pt x="2800" y="3515"/>
                  </a:cubicBezTo>
                  <a:lnTo>
                    <a:pt x="1411" y="3515"/>
                  </a:lnTo>
                  <a:lnTo>
                    <a:pt x="1411" y="1186"/>
                  </a:lnTo>
                  <a:close/>
                  <a:moveTo>
                    <a:pt x="1" y="1"/>
                  </a:moveTo>
                  <a:lnTo>
                    <a:pt x="1" y="7520"/>
                  </a:lnTo>
                  <a:lnTo>
                    <a:pt x="1411" y="7520"/>
                  </a:lnTo>
                  <a:lnTo>
                    <a:pt x="1411" y="4700"/>
                  </a:lnTo>
                  <a:lnTo>
                    <a:pt x="2616" y="4700"/>
                  </a:lnTo>
                  <a:lnTo>
                    <a:pt x="4374" y="7520"/>
                  </a:lnTo>
                  <a:lnTo>
                    <a:pt x="5906" y="7520"/>
                  </a:lnTo>
                  <a:lnTo>
                    <a:pt x="4047" y="4537"/>
                  </a:lnTo>
                  <a:cubicBezTo>
                    <a:pt x="5048" y="4189"/>
                    <a:pt x="5538" y="3250"/>
                    <a:pt x="5538" y="2371"/>
                  </a:cubicBezTo>
                  <a:cubicBezTo>
                    <a:pt x="5538" y="818"/>
                    <a:pt x="4394" y="1"/>
                    <a:pt x="2984"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85" name="Google Shape;2285;p24">
              <a:extLst>
                <a:ext uri="{FF2B5EF4-FFF2-40B4-BE49-F238E27FC236}">
                  <a16:creationId xmlns:a16="http://schemas.microsoft.com/office/drawing/2014/main" id="{A89AC6ED-13B6-FEBF-FD60-282300506EAA}"/>
                </a:ext>
              </a:extLst>
            </p:cNvPr>
            <p:cNvSpPr/>
            <p:nvPr/>
          </p:nvSpPr>
          <p:spPr>
            <a:xfrm>
              <a:off x="5868725" y="2425825"/>
              <a:ext cx="120575" cy="205375"/>
            </a:xfrm>
            <a:custGeom>
              <a:avLst/>
              <a:gdLst/>
              <a:ahLst/>
              <a:cxnLst/>
              <a:rect l="l" t="t" r="r" b="b"/>
              <a:pathLst>
                <a:path w="4823" h="8215" extrusionOk="0">
                  <a:moveTo>
                    <a:pt x="2841" y="0"/>
                  </a:moveTo>
                  <a:lnTo>
                    <a:pt x="1942" y="1839"/>
                  </a:lnTo>
                  <a:lnTo>
                    <a:pt x="2943" y="1839"/>
                  </a:lnTo>
                  <a:lnTo>
                    <a:pt x="4291" y="0"/>
                  </a:lnTo>
                  <a:close/>
                  <a:moveTo>
                    <a:pt x="2493" y="3678"/>
                  </a:moveTo>
                  <a:cubicBezTo>
                    <a:pt x="3004" y="3678"/>
                    <a:pt x="3535" y="3985"/>
                    <a:pt x="3535" y="4721"/>
                  </a:cubicBezTo>
                  <a:lnTo>
                    <a:pt x="3535" y="4864"/>
                  </a:lnTo>
                  <a:lnTo>
                    <a:pt x="1349" y="4864"/>
                  </a:lnTo>
                  <a:lnTo>
                    <a:pt x="1349" y="4782"/>
                  </a:lnTo>
                  <a:cubicBezTo>
                    <a:pt x="1349" y="3985"/>
                    <a:pt x="1942" y="3678"/>
                    <a:pt x="2493" y="3678"/>
                  </a:cubicBezTo>
                  <a:close/>
                  <a:moveTo>
                    <a:pt x="2493" y="2595"/>
                  </a:moveTo>
                  <a:cubicBezTo>
                    <a:pt x="1145" y="2595"/>
                    <a:pt x="0" y="3433"/>
                    <a:pt x="0" y="4966"/>
                  </a:cubicBezTo>
                  <a:lnTo>
                    <a:pt x="0" y="6008"/>
                  </a:lnTo>
                  <a:cubicBezTo>
                    <a:pt x="0" y="7479"/>
                    <a:pt x="1206" y="8215"/>
                    <a:pt x="2534" y="8215"/>
                  </a:cubicBezTo>
                  <a:cubicBezTo>
                    <a:pt x="3474" y="8215"/>
                    <a:pt x="4332" y="7847"/>
                    <a:pt x="4761" y="7009"/>
                  </a:cubicBezTo>
                  <a:lnTo>
                    <a:pt x="3760" y="6437"/>
                  </a:lnTo>
                  <a:cubicBezTo>
                    <a:pt x="3474" y="6866"/>
                    <a:pt x="3025" y="7132"/>
                    <a:pt x="2595" y="7132"/>
                  </a:cubicBezTo>
                  <a:cubicBezTo>
                    <a:pt x="1901" y="7132"/>
                    <a:pt x="1349" y="6744"/>
                    <a:pt x="1349" y="6049"/>
                  </a:cubicBezTo>
                  <a:lnTo>
                    <a:pt x="1349" y="5763"/>
                  </a:lnTo>
                  <a:lnTo>
                    <a:pt x="4823" y="5763"/>
                  </a:lnTo>
                  <a:lnTo>
                    <a:pt x="4823" y="4721"/>
                  </a:lnTo>
                  <a:cubicBezTo>
                    <a:pt x="4823" y="3290"/>
                    <a:pt x="3658" y="2595"/>
                    <a:pt x="2493" y="2595"/>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86" name="Google Shape;2286;p24">
              <a:extLst>
                <a:ext uri="{FF2B5EF4-FFF2-40B4-BE49-F238E27FC236}">
                  <a16:creationId xmlns:a16="http://schemas.microsoft.com/office/drawing/2014/main" id="{CA2522E2-0314-8DBD-EE59-805EBAF8BCDA}"/>
                </a:ext>
              </a:extLst>
            </p:cNvPr>
            <p:cNvSpPr/>
            <p:nvPr/>
          </p:nvSpPr>
          <p:spPr>
            <a:xfrm>
              <a:off x="6017900" y="2490200"/>
              <a:ext cx="123125" cy="188525"/>
            </a:xfrm>
            <a:custGeom>
              <a:avLst/>
              <a:gdLst/>
              <a:ahLst/>
              <a:cxnLst/>
              <a:rect l="l" t="t" r="r" b="b"/>
              <a:pathLst>
                <a:path w="4925" h="7541" extrusionOk="0">
                  <a:moveTo>
                    <a:pt x="2452" y="1124"/>
                  </a:moveTo>
                  <a:cubicBezTo>
                    <a:pt x="3106" y="1124"/>
                    <a:pt x="3617" y="1492"/>
                    <a:pt x="3617" y="2146"/>
                  </a:cubicBezTo>
                  <a:lnTo>
                    <a:pt x="3617" y="3494"/>
                  </a:lnTo>
                  <a:cubicBezTo>
                    <a:pt x="3617" y="4271"/>
                    <a:pt x="3024" y="4557"/>
                    <a:pt x="2473" y="4557"/>
                  </a:cubicBezTo>
                  <a:cubicBezTo>
                    <a:pt x="1819" y="4557"/>
                    <a:pt x="1287" y="4169"/>
                    <a:pt x="1287" y="3515"/>
                  </a:cubicBezTo>
                  <a:lnTo>
                    <a:pt x="1287" y="2268"/>
                  </a:lnTo>
                  <a:cubicBezTo>
                    <a:pt x="1287" y="1471"/>
                    <a:pt x="1900" y="1124"/>
                    <a:pt x="2452" y="1124"/>
                  </a:cubicBezTo>
                  <a:close/>
                  <a:moveTo>
                    <a:pt x="2800" y="0"/>
                  </a:moveTo>
                  <a:cubicBezTo>
                    <a:pt x="2309" y="0"/>
                    <a:pt x="1696" y="225"/>
                    <a:pt x="1267" y="736"/>
                  </a:cubicBezTo>
                  <a:lnTo>
                    <a:pt x="1267" y="123"/>
                  </a:lnTo>
                  <a:lnTo>
                    <a:pt x="0" y="123"/>
                  </a:lnTo>
                  <a:lnTo>
                    <a:pt x="0" y="7540"/>
                  </a:lnTo>
                  <a:lnTo>
                    <a:pt x="1287" y="7540"/>
                  </a:lnTo>
                  <a:lnTo>
                    <a:pt x="1287" y="4965"/>
                  </a:lnTo>
                  <a:lnTo>
                    <a:pt x="1328" y="4965"/>
                  </a:lnTo>
                  <a:cubicBezTo>
                    <a:pt x="1594" y="5333"/>
                    <a:pt x="2084" y="5640"/>
                    <a:pt x="2697" y="5640"/>
                  </a:cubicBezTo>
                  <a:cubicBezTo>
                    <a:pt x="3903" y="5640"/>
                    <a:pt x="4925" y="4904"/>
                    <a:pt x="4925" y="3453"/>
                  </a:cubicBezTo>
                  <a:lnTo>
                    <a:pt x="4925" y="2146"/>
                  </a:lnTo>
                  <a:cubicBezTo>
                    <a:pt x="4925" y="756"/>
                    <a:pt x="3964" y="0"/>
                    <a:pt x="2800"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87" name="Google Shape;2287;p24">
              <a:extLst>
                <a:ext uri="{FF2B5EF4-FFF2-40B4-BE49-F238E27FC236}">
                  <a16:creationId xmlns:a16="http://schemas.microsoft.com/office/drawing/2014/main" id="{00AB955D-60C8-1FDB-EEAA-F79B2CDABD34}"/>
                </a:ext>
              </a:extLst>
            </p:cNvPr>
            <p:cNvSpPr/>
            <p:nvPr/>
          </p:nvSpPr>
          <p:spPr>
            <a:xfrm>
              <a:off x="6167575" y="2493250"/>
              <a:ext cx="117525" cy="137450"/>
            </a:xfrm>
            <a:custGeom>
              <a:avLst/>
              <a:gdLst/>
              <a:ahLst/>
              <a:cxnLst/>
              <a:rect l="l" t="t" r="r" b="b"/>
              <a:pathLst>
                <a:path w="4701" h="5498" extrusionOk="0">
                  <a:moveTo>
                    <a:pt x="0" y="1"/>
                  </a:moveTo>
                  <a:lnTo>
                    <a:pt x="0" y="3434"/>
                  </a:lnTo>
                  <a:cubicBezTo>
                    <a:pt x="0" y="4721"/>
                    <a:pt x="695" y="5497"/>
                    <a:pt x="1901" y="5497"/>
                  </a:cubicBezTo>
                  <a:cubicBezTo>
                    <a:pt x="2514" y="5497"/>
                    <a:pt x="3065" y="5252"/>
                    <a:pt x="3413" y="4721"/>
                  </a:cubicBezTo>
                  <a:lnTo>
                    <a:pt x="3454" y="4721"/>
                  </a:lnTo>
                  <a:lnTo>
                    <a:pt x="3454" y="5395"/>
                  </a:lnTo>
                  <a:lnTo>
                    <a:pt x="4700" y="5395"/>
                  </a:lnTo>
                  <a:lnTo>
                    <a:pt x="4700" y="1"/>
                  </a:lnTo>
                  <a:lnTo>
                    <a:pt x="3413" y="1"/>
                  </a:lnTo>
                  <a:lnTo>
                    <a:pt x="3413" y="3004"/>
                  </a:lnTo>
                  <a:cubicBezTo>
                    <a:pt x="3413" y="3924"/>
                    <a:pt x="3004" y="4373"/>
                    <a:pt x="2309" y="4373"/>
                  </a:cubicBezTo>
                  <a:cubicBezTo>
                    <a:pt x="1655" y="4373"/>
                    <a:pt x="1288" y="3944"/>
                    <a:pt x="1288" y="3127"/>
                  </a:cubicBezTo>
                  <a:lnTo>
                    <a:pt x="1288"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88" name="Google Shape;2288;p24">
              <a:extLst>
                <a:ext uri="{FF2B5EF4-FFF2-40B4-BE49-F238E27FC236}">
                  <a16:creationId xmlns:a16="http://schemas.microsoft.com/office/drawing/2014/main" id="{8BE1F068-567B-8BA4-9722-2C7DB7A44CB0}"/>
                </a:ext>
              </a:extLst>
            </p:cNvPr>
            <p:cNvSpPr/>
            <p:nvPr/>
          </p:nvSpPr>
          <p:spPr>
            <a:xfrm>
              <a:off x="6318275" y="2440125"/>
              <a:ext cx="122625" cy="191075"/>
            </a:xfrm>
            <a:custGeom>
              <a:avLst/>
              <a:gdLst/>
              <a:ahLst/>
              <a:cxnLst/>
              <a:rect l="l" t="t" r="r" b="b"/>
              <a:pathLst>
                <a:path w="4905" h="7643" extrusionOk="0">
                  <a:moveTo>
                    <a:pt x="2432" y="3127"/>
                  </a:moveTo>
                  <a:cubicBezTo>
                    <a:pt x="3106" y="3127"/>
                    <a:pt x="3597" y="3495"/>
                    <a:pt x="3597" y="4149"/>
                  </a:cubicBezTo>
                  <a:lnTo>
                    <a:pt x="3597" y="5497"/>
                  </a:lnTo>
                  <a:cubicBezTo>
                    <a:pt x="3597" y="6274"/>
                    <a:pt x="3004" y="6560"/>
                    <a:pt x="2473" y="6560"/>
                  </a:cubicBezTo>
                  <a:cubicBezTo>
                    <a:pt x="1798" y="6560"/>
                    <a:pt x="1288" y="6172"/>
                    <a:pt x="1288" y="5518"/>
                  </a:cubicBezTo>
                  <a:lnTo>
                    <a:pt x="1288" y="4271"/>
                  </a:lnTo>
                  <a:cubicBezTo>
                    <a:pt x="1288" y="3495"/>
                    <a:pt x="1901" y="3127"/>
                    <a:pt x="2432" y="3127"/>
                  </a:cubicBezTo>
                  <a:close/>
                  <a:moveTo>
                    <a:pt x="0" y="1"/>
                  </a:moveTo>
                  <a:lnTo>
                    <a:pt x="0" y="7520"/>
                  </a:lnTo>
                  <a:lnTo>
                    <a:pt x="1226" y="7520"/>
                  </a:lnTo>
                  <a:lnTo>
                    <a:pt x="1226" y="6989"/>
                  </a:lnTo>
                  <a:lnTo>
                    <a:pt x="1267" y="6989"/>
                  </a:lnTo>
                  <a:cubicBezTo>
                    <a:pt x="1533" y="7336"/>
                    <a:pt x="2023" y="7643"/>
                    <a:pt x="2636" y="7643"/>
                  </a:cubicBezTo>
                  <a:cubicBezTo>
                    <a:pt x="3842" y="7643"/>
                    <a:pt x="4904" y="6907"/>
                    <a:pt x="4904" y="5456"/>
                  </a:cubicBezTo>
                  <a:lnTo>
                    <a:pt x="4904" y="4149"/>
                  </a:lnTo>
                  <a:cubicBezTo>
                    <a:pt x="4904" y="2759"/>
                    <a:pt x="3964" y="2023"/>
                    <a:pt x="2779" y="2023"/>
                  </a:cubicBezTo>
                  <a:cubicBezTo>
                    <a:pt x="2289" y="2023"/>
                    <a:pt x="1696" y="2207"/>
                    <a:pt x="1288" y="2739"/>
                  </a:cubicBezTo>
                  <a:lnTo>
                    <a:pt x="1288"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89" name="Google Shape;2289;p24">
              <a:extLst>
                <a:ext uri="{FF2B5EF4-FFF2-40B4-BE49-F238E27FC236}">
                  <a16:creationId xmlns:a16="http://schemas.microsoft.com/office/drawing/2014/main" id="{9350B1A4-4B7D-8719-8A26-4D47FBC2A186}"/>
                </a:ext>
              </a:extLst>
            </p:cNvPr>
            <p:cNvSpPr/>
            <p:nvPr/>
          </p:nvSpPr>
          <p:spPr>
            <a:xfrm>
              <a:off x="6469475" y="2440125"/>
              <a:ext cx="58775" cy="189550"/>
            </a:xfrm>
            <a:custGeom>
              <a:avLst/>
              <a:gdLst/>
              <a:ahLst/>
              <a:cxnLst/>
              <a:rect l="l" t="t" r="r" b="b"/>
              <a:pathLst>
                <a:path w="2351" h="7582" extrusionOk="0">
                  <a:moveTo>
                    <a:pt x="1" y="1"/>
                  </a:moveTo>
                  <a:lnTo>
                    <a:pt x="1" y="6069"/>
                  </a:lnTo>
                  <a:cubicBezTo>
                    <a:pt x="1" y="6560"/>
                    <a:pt x="42" y="7581"/>
                    <a:pt x="1309" y="7581"/>
                  </a:cubicBezTo>
                  <a:cubicBezTo>
                    <a:pt x="1656" y="7581"/>
                    <a:pt x="2065" y="7520"/>
                    <a:pt x="2351" y="7438"/>
                  </a:cubicBezTo>
                  <a:lnTo>
                    <a:pt x="2351" y="6458"/>
                  </a:lnTo>
                  <a:cubicBezTo>
                    <a:pt x="2105" y="6478"/>
                    <a:pt x="1983" y="6498"/>
                    <a:pt x="1758" y="6498"/>
                  </a:cubicBezTo>
                  <a:cubicBezTo>
                    <a:pt x="1411" y="6498"/>
                    <a:pt x="1288" y="6315"/>
                    <a:pt x="1288" y="6069"/>
                  </a:cubicBezTo>
                  <a:lnTo>
                    <a:pt x="1288"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90" name="Google Shape;2290;p24">
              <a:extLst>
                <a:ext uri="{FF2B5EF4-FFF2-40B4-BE49-F238E27FC236}">
                  <a16:creationId xmlns:a16="http://schemas.microsoft.com/office/drawing/2014/main" id="{2B47A8E3-A208-DA03-9EF9-01C6FF9AA561}"/>
                </a:ext>
              </a:extLst>
            </p:cNvPr>
            <p:cNvSpPr/>
            <p:nvPr/>
          </p:nvSpPr>
          <p:spPr>
            <a:xfrm>
              <a:off x="6550700" y="2438600"/>
              <a:ext cx="32225" cy="189550"/>
            </a:xfrm>
            <a:custGeom>
              <a:avLst/>
              <a:gdLst/>
              <a:ahLst/>
              <a:cxnLst/>
              <a:rect l="l" t="t" r="r" b="b"/>
              <a:pathLst>
                <a:path w="1289" h="7582" extrusionOk="0">
                  <a:moveTo>
                    <a:pt x="1" y="0"/>
                  </a:moveTo>
                  <a:lnTo>
                    <a:pt x="1" y="1369"/>
                  </a:lnTo>
                  <a:lnTo>
                    <a:pt x="1288" y="1369"/>
                  </a:lnTo>
                  <a:lnTo>
                    <a:pt x="1288" y="0"/>
                  </a:lnTo>
                  <a:close/>
                  <a:moveTo>
                    <a:pt x="1" y="2187"/>
                  </a:moveTo>
                  <a:lnTo>
                    <a:pt x="1" y="7581"/>
                  </a:lnTo>
                  <a:lnTo>
                    <a:pt x="1288" y="7581"/>
                  </a:lnTo>
                  <a:lnTo>
                    <a:pt x="1288" y="2187"/>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91" name="Google Shape;2291;p24">
              <a:extLst>
                <a:ext uri="{FF2B5EF4-FFF2-40B4-BE49-F238E27FC236}">
                  <a16:creationId xmlns:a16="http://schemas.microsoft.com/office/drawing/2014/main" id="{39953702-D9D2-D360-8E44-B93E164228F9}"/>
                </a:ext>
              </a:extLst>
            </p:cNvPr>
            <p:cNvSpPr/>
            <p:nvPr/>
          </p:nvSpPr>
          <p:spPr>
            <a:xfrm>
              <a:off x="6611500" y="2490700"/>
              <a:ext cx="122625" cy="188025"/>
            </a:xfrm>
            <a:custGeom>
              <a:avLst/>
              <a:gdLst/>
              <a:ahLst/>
              <a:cxnLst/>
              <a:rect l="l" t="t" r="r" b="b"/>
              <a:pathLst>
                <a:path w="4905" h="7521" extrusionOk="0">
                  <a:moveTo>
                    <a:pt x="2432" y="1083"/>
                  </a:moveTo>
                  <a:cubicBezTo>
                    <a:pt x="3086" y="1083"/>
                    <a:pt x="3617" y="1472"/>
                    <a:pt x="3617" y="2126"/>
                  </a:cubicBezTo>
                  <a:lnTo>
                    <a:pt x="3617" y="3454"/>
                  </a:lnTo>
                  <a:cubicBezTo>
                    <a:pt x="3617" y="4230"/>
                    <a:pt x="3004" y="4516"/>
                    <a:pt x="2473" y="4516"/>
                  </a:cubicBezTo>
                  <a:cubicBezTo>
                    <a:pt x="1799" y="4516"/>
                    <a:pt x="1308" y="4128"/>
                    <a:pt x="1308" y="3474"/>
                  </a:cubicBezTo>
                  <a:lnTo>
                    <a:pt x="1308" y="2146"/>
                  </a:lnTo>
                  <a:cubicBezTo>
                    <a:pt x="1308" y="1370"/>
                    <a:pt x="1880" y="1083"/>
                    <a:pt x="2432" y="1083"/>
                  </a:cubicBezTo>
                  <a:close/>
                  <a:moveTo>
                    <a:pt x="2207" y="0"/>
                  </a:moveTo>
                  <a:cubicBezTo>
                    <a:pt x="1022" y="0"/>
                    <a:pt x="0" y="716"/>
                    <a:pt x="0" y="2187"/>
                  </a:cubicBezTo>
                  <a:lnTo>
                    <a:pt x="0" y="3495"/>
                  </a:lnTo>
                  <a:cubicBezTo>
                    <a:pt x="0" y="4864"/>
                    <a:pt x="940" y="5620"/>
                    <a:pt x="2126" y="5620"/>
                  </a:cubicBezTo>
                  <a:cubicBezTo>
                    <a:pt x="2596" y="5620"/>
                    <a:pt x="3331" y="5313"/>
                    <a:pt x="3638" y="4884"/>
                  </a:cubicBezTo>
                  <a:lnTo>
                    <a:pt x="3638" y="7520"/>
                  </a:lnTo>
                  <a:lnTo>
                    <a:pt x="4905" y="7520"/>
                  </a:lnTo>
                  <a:lnTo>
                    <a:pt x="4905" y="82"/>
                  </a:lnTo>
                  <a:lnTo>
                    <a:pt x="3617" y="82"/>
                  </a:lnTo>
                  <a:lnTo>
                    <a:pt x="3617" y="654"/>
                  </a:lnTo>
                  <a:lnTo>
                    <a:pt x="3576" y="654"/>
                  </a:lnTo>
                  <a:cubicBezTo>
                    <a:pt x="3311" y="307"/>
                    <a:pt x="2820" y="0"/>
                    <a:pt x="2207"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92" name="Google Shape;2292;p24">
              <a:extLst>
                <a:ext uri="{FF2B5EF4-FFF2-40B4-BE49-F238E27FC236}">
                  <a16:creationId xmlns:a16="http://schemas.microsoft.com/office/drawing/2014/main" id="{31B5313A-ECAA-460C-AA77-F07ECB3A82C3}"/>
                </a:ext>
              </a:extLst>
            </p:cNvPr>
            <p:cNvSpPr/>
            <p:nvPr/>
          </p:nvSpPr>
          <p:spPr>
            <a:xfrm>
              <a:off x="6767300" y="2493250"/>
              <a:ext cx="117025" cy="137450"/>
            </a:xfrm>
            <a:custGeom>
              <a:avLst/>
              <a:gdLst/>
              <a:ahLst/>
              <a:cxnLst/>
              <a:rect l="l" t="t" r="r" b="b"/>
              <a:pathLst>
                <a:path w="4681" h="5498" extrusionOk="0">
                  <a:moveTo>
                    <a:pt x="1" y="1"/>
                  </a:moveTo>
                  <a:lnTo>
                    <a:pt x="1" y="3434"/>
                  </a:lnTo>
                  <a:cubicBezTo>
                    <a:pt x="1" y="4721"/>
                    <a:pt x="675" y="5497"/>
                    <a:pt x="1901" y="5497"/>
                  </a:cubicBezTo>
                  <a:cubicBezTo>
                    <a:pt x="2494" y="5497"/>
                    <a:pt x="3046" y="5252"/>
                    <a:pt x="3413" y="4721"/>
                  </a:cubicBezTo>
                  <a:lnTo>
                    <a:pt x="3434" y="4721"/>
                  </a:lnTo>
                  <a:lnTo>
                    <a:pt x="3434" y="5395"/>
                  </a:lnTo>
                  <a:lnTo>
                    <a:pt x="4680" y="5395"/>
                  </a:lnTo>
                  <a:lnTo>
                    <a:pt x="4680" y="1"/>
                  </a:lnTo>
                  <a:lnTo>
                    <a:pt x="3393" y="1"/>
                  </a:lnTo>
                  <a:lnTo>
                    <a:pt x="3393" y="3004"/>
                  </a:lnTo>
                  <a:cubicBezTo>
                    <a:pt x="3393" y="3924"/>
                    <a:pt x="3005" y="4373"/>
                    <a:pt x="2289" y="4373"/>
                  </a:cubicBezTo>
                  <a:cubicBezTo>
                    <a:pt x="1636" y="4373"/>
                    <a:pt x="1288" y="3944"/>
                    <a:pt x="1288" y="3127"/>
                  </a:cubicBezTo>
                  <a:lnTo>
                    <a:pt x="1288"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93" name="Google Shape;2293;p24">
              <a:extLst>
                <a:ext uri="{FF2B5EF4-FFF2-40B4-BE49-F238E27FC236}">
                  <a16:creationId xmlns:a16="http://schemas.microsoft.com/office/drawing/2014/main" id="{2A4C4D21-4501-1D2B-44C1-CBE919CB18DB}"/>
                </a:ext>
              </a:extLst>
            </p:cNvPr>
            <p:cNvSpPr/>
            <p:nvPr/>
          </p:nvSpPr>
          <p:spPr>
            <a:xfrm>
              <a:off x="6911375" y="2490700"/>
              <a:ext cx="120075" cy="140500"/>
            </a:xfrm>
            <a:custGeom>
              <a:avLst/>
              <a:gdLst/>
              <a:ahLst/>
              <a:cxnLst/>
              <a:rect l="l" t="t" r="r" b="b"/>
              <a:pathLst>
                <a:path w="4803" h="5620" extrusionOk="0">
                  <a:moveTo>
                    <a:pt x="2473" y="1083"/>
                  </a:moveTo>
                  <a:cubicBezTo>
                    <a:pt x="3004" y="1083"/>
                    <a:pt x="3515" y="1390"/>
                    <a:pt x="3515" y="2126"/>
                  </a:cubicBezTo>
                  <a:lnTo>
                    <a:pt x="3515" y="2269"/>
                  </a:lnTo>
                  <a:lnTo>
                    <a:pt x="1349" y="2269"/>
                  </a:lnTo>
                  <a:lnTo>
                    <a:pt x="1349" y="2187"/>
                  </a:lnTo>
                  <a:cubicBezTo>
                    <a:pt x="1349" y="1390"/>
                    <a:pt x="1921" y="1083"/>
                    <a:pt x="2473" y="1083"/>
                  </a:cubicBezTo>
                  <a:close/>
                  <a:moveTo>
                    <a:pt x="2473" y="0"/>
                  </a:moveTo>
                  <a:cubicBezTo>
                    <a:pt x="1145" y="0"/>
                    <a:pt x="0" y="838"/>
                    <a:pt x="0" y="2371"/>
                  </a:cubicBezTo>
                  <a:lnTo>
                    <a:pt x="0" y="3413"/>
                  </a:lnTo>
                  <a:cubicBezTo>
                    <a:pt x="0" y="4884"/>
                    <a:pt x="1185" y="5620"/>
                    <a:pt x="2514" y="5620"/>
                  </a:cubicBezTo>
                  <a:cubicBezTo>
                    <a:pt x="3474" y="5620"/>
                    <a:pt x="4332" y="5252"/>
                    <a:pt x="4741" y="4414"/>
                  </a:cubicBezTo>
                  <a:lnTo>
                    <a:pt x="3760" y="3842"/>
                  </a:lnTo>
                  <a:cubicBezTo>
                    <a:pt x="3474" y="4271"/>
                    <a:pt x="3024" y="4537"/>
                    <a:pt x="2575" y="4537"/>
                  </a:cubicBezTo>
                  <a:cubicBezTo>
                    <a:pt x="1901" y="4537"/>
                    <a:pt x="1349" y="4149"/>
                    <a:pt x="1349" y="3454"/>
                  </a:cubicBezTo>
                  <a:lnTo>
                    <a:pt x="1349" y="3168"/>
                  </a:lnTo>
                  <a:lnTo>
                    <a:pt x="4802" y="3168"/>
                  </a:lnTo>
                  <a:lnTo>
                    <a:pt x="4802" y="2126"/>
                  </a:lnTo>
                  <a:cubicBezTo>
                    <a:pt x="4802" y="695"/>
                    <a:pt x="3658" y="0"/>
                    <a:pt x="2473"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94" name="Google Shape;2294;p24">
              <a:extLst>
                <a:ext uri="{FF2B5EF4-FFF2-40B4-BE49-F238E27FC236}">
                  <a16:creationId xmlns:a16="http://schemas.microsoft.com/office/drawing/2014/main" id="{0EB3A128-D1DF-3CCF-B0A8-2F0A23A9A422}"/>
                </a:ext>
              </a:extLst>
            </p:cNvPr>
            <p:cNvSpPr/>
            <p:nvPr/>
          </p:nvSpPr>
          <p:spPr>
            <a:xfrm>
              <a:off x="5706775" y="2756350"/>
              <a:ext cx="147675" cy="188000"/>
            </a:xfrm>
            <a:custGeom>
              <a:avLst/>
              <a:gdLst/>
              <a:ahLst/>
              <a:cxnLst/>
              <a:rect l="l" t="t" r="r" b="b"/>
              <a:pathLst>
                <a:path w="5907" h="7520" extrusionOk="0">
                  <a:moveTo>
                    <a:pt x="2841" y="1226"/>
                  </a:moveTo>
                  <a:cubicBezTo>
                    <a:pt x="3720" y="1226"/>
                    <a:pt x="4496" y="1757"/>
                    <a:pt x="4496" y="2656"/>
                  </a:cubicBezTo>
                  <a:lnTo>
                    <a:pt x="4496" y="4822"/>
                  </a:lnTo>
                  <a:cubicBezTo>
                    <a:pt x="4496" y="5905"/>
                    <a:pt x="3618" y="6273"/>
                    <a:pt x="2902" y="6273"/>
                  </a:cubicBezTo>
                  <a:lnTo>
                    <a:pt x="1411" y="6273"/>
                  </a:lnTo>
                  <a:lnTo>
                    <a:pt x="1411" y="1226"/>
                  </a:lnTo>
                  <a:close/>
                  <a:moveTo>
                    <a:pt x="1" y="0"/>
                  </a:moveTo>
                  <a:lnTo>
                    <a:pt x="1" y="7520"/>
                  </a:lnTo>
                  <a:lnTo>
                    <a:pt x="2943" y="7520"/>
                  </a:lnTo>
                  <a:cubicBezTo>
                    <a:pt x="4435" y="7520"/>
                    <a:pt x="5906" y="6519"/>
                    <a:pt x="5906" y="4741"/>
                  </a:cubicBezTo>
                  <a:lnTo>
                    <a:pt x="5906" y="2738"/>
                  </a:lnTo>
                  <a:cubicBezTo>
                    <a:pt x="5906" y="1063"/>
                    <a:pt x="4578" y="0"/>
                    <a:pt x="2943"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95" name="Google Shape;2295;p24">
              <a:extLst>
                <a:ext uri="{FF2B5EF4-FFF2-40B4-BE49-F238E27FC236}">
                  <a16:creationId xmlns:a16="http://schemas.microsoft.com/office/drawing/2014/main" id="{E4C49273-863C-E59A-356D-0CD090900911}"/>
                </a:ext>
              </a:extLst>
            </p:cNvPr>
            <p:cNvSpPr/>
            <p:nvPr/>
          </p:nvSpPr>
          <p:spPr>
            <a:xfrm>
              <a:off x="5879450" y="2742025"/>
              <a:ext cx="120075" cy="205400"/>
            </a:xfrm>
            <a:custGeom>
              <a:avLst/>
              <a:gdLst/>
              <a:ahLst/>
              <a:cxnLst/>
              <a:rect l="l" t="t" r="r" b="b"/>
              <a:pathLst>
                <a:path w="4803" h="8216" extrusionOk="0">
                  <a:moveTo>
                    <a:pt x="2820" y="1"/>
                  </a:moveTo>
                  <a:lnTo>
                    <a:pt x="1942" y="1840"/>
                  </a:lnTo>
                  <a:lnTo>
                    <a:pt x="2943" y="1840"/>
                  </a:lnTo>
                  <a:lnTo>
                    <a:pt x="4292" y="1"/>
                  </a:lnTo>
                  <a:close/>
                  <a:moveTo>
                    <a:pt x="2473" y="3679"/>
                  </a:moveTo>
                  <a:cubicBezTo>
                    <a:pt x="3004" y="3679"/>
                    <a:pt x="3515" y="3986"/>
                    <a:pt x="3515" y="4721"/>
                  </a:cubicBezTo>
                  <a:lnTo>
                    <a:pt x="3515" y="4864"/>
                  </a:lnTo>
                  <a:lnTo>
                    <a:pt x="1349" y="4864"/>
                  </a:lnTo>
                  <a:lnTo>
                    <a:pt x="1349" y="4782"/>
                  </a:lnTo>
                  <a:cubicBezTo>
                    <a:pt x="1349" y="3986"/>
                    <a:pt x="1942" y="3679"/>
                    <a:pt x="2473" y="3679"/>
                  </a:cubicBezTo>
                  <a:close/>
                  <a:moveTo>
                    <a:pt x="2473" y="2596"/>
                  </a:moveTo>
                  <a:cubicBezTo>
                    <a:pt x="1145" y="2596"/>
                    <a:pt x="0" y="3434"/>
                    <a:pt x="0" y="4966"/>
                  </a:cubicBezTo>
                  <a:lnTo>
                    <a:pt x="0" y="6009"/>
                  </a:lnTo>
                  <a:cubicBezTo>
                    <a:pt x="0" y="7480"/>
                    <a:pt x="1186" y="8215"/>
                    <a:pt x="2534" y="8215"/>
                  </a:cubicBezTo>
                  <a:cubicBezTo>
                    <a:pt x="3474" y="8215"/>
                    <a:pt x="4332" y="7848"/>
                    <a:pt x="4741" y="7010"/>
                  </a:cubicBezTo>
                  <a:lnTo>
                    <a:pt x="3760" y="6438"/>
                  </a:lnTo>
                  <a:cubicBezTo>
                    <a:pt x="3474" y="6846"/>
                    <a:pt x="3025" y="7132"/>
                    <a:pt x="2596" y="7132"/>
                  </a:cubicBezTo>
                  <a:cubicBezTo>
                    <a:pt x="1901" y="7132"/>
                    <a:pt x="1349" y="6744"/>
                    <a:pt x="1349" y="6049"/>
                  </a:cubicBezTo>
                  <a:lnTo>
                    <a:pt x="1349" y="5763"/>
                  </a:lnTo>
                  <a:lnTo>
                    <a:pt x="4802" y="5763"/>
                  </a:lnTo>
                  <a:lnTo>
                    <a:pt x="4802" y="4721"/>
                  </a:lnTo>
                  <a:cubicBezTo>
                    <a:pt x="4802" y="3291"/>
                    <a:pt x="3658" y="2596"/>
                    <a:pt x="2473" y="2596"/>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96" name="Google Shape;2296;p24">
              <a:extLst>
                <a:ext uri="{FF2B5EF4-FFF2-40B4-BE49-F238E27FC236}">
                  <a16:creationId xmlns:a16="http://schemas.microsoft.com/office/drawing/2014/main" id="{9A7AEFA4-C6B4-3EBB-31D8-658C336B2953}"/>
                </a:ext>
              </a:extLst>
            </p:cNvPr>
            <p:cNvSpPr/>
            <p:nvPr/>
          </p:nvSpPr>
          <p:spPr>
            <a:xfrm>
              <a:off x="6028625" y="2806925"/>
              <a:ext cx="197200" cy="137425"/>
            </a:xfrm>
            <a:custGeom>
              <a:avLst/>
              <a:gdLst/>
              <a:ahLst/>
              <a:cxnLst/>
              <a:rect l="l" t="t" r="r" b="b"/>
              <a:pathLst>
                <a:path w="7888" h="5497" extrusionOk="0">
                  <a:moveTo>
                    <a:pt x="2779" y="0"/>
                  </a:moveTo>
                  <a:cubicBezTo>
                    <a:pt x="2146" y="0"/>
                    <a:pt x="1614" y="266"/>
                    <a:pt x="1247" y="756"/>
                  </a:cubicBezTo>
                  <a:lnTo>
                    <a:pt x="1226" y="756"/>
                  </a:lnTo>
                  <a:lnTo>
                    <a:pt x="1226" y="102"/>
                  </a:lnTo>
                  <a:lnTo>
                    <a:pt x="0" y="102"/>
                  </a:lnTo>
                  <a:lnTo>
                    <a:pt x="0" y="5497"/>
                  </a:lnTo>
                  <a:lnTo>
                    <a:pt x="1288" y="5497"/>
                  </a:lnTo>
                  <a:lnTo>
                    <a:pt x="1288" y="2330"/>
                  </a:lnTo>
                  <a:cubicBezTo>
                    <a:pt x="1288" y="1430"/>
                    <a:pt x="1860" y="1124"/>
                    <a:pt x="2330" y="1124"/>
                  </a:cubicBezTo>
                  <a:cubicBezTo>
                    <a:pt x="3106" y="1124"/>
                    <a:pt x="3310" y="1696"/>
                    <a:pt x="3310" y="2370"/>
                  </a:cubicBezTo>
                  <a:lnTo>
                    <a:pt x="3310" y="5497"/>
                  </a:lnTo>
                  <a:lnTo>
                    <a:pt x="4577" y="5497"/>
                  </a:lnTo>
                  <a:lnTo>
                    <a:pt x="4577" y="2391"/>
                  </a:lnTo>
                  <a:cubicBezTo>
                    <a:pt x="4577" y="1676"/>
                    <a:pt x="4884" y="1124"/>
                    <a:pt x="5620" y="1124"/>
                  </a:cubicBezTo>
                  <a:cubicBezTo>
                    <a:pt x="6355" y="1124"/>
                    <a:pt x="6600" y="1635"/>
                    <a:pt x="6600" y="2350"/>
                  </a:cubicBezTo>
                  <a:lnTo>
                    <a:pt x="6600" y="5497"/>
                  </a:lnTo>
                  <a:lnTo>
                    <a:pt x="7888" y="5497"/>
                  </a:lnTo>
                  <a:lnTo>
                    <a:pt x="7888" y="1900"/>
                  </a:lnTo>
                  <a:cubicBezTo>
                    <a:pt x="7888" y="572"/>
                    <a:pt x="6989" y="0"/>
                    <a:pt x="5987" y="0"/>
                  </a:cubicBezTo>
                  <a:cubicBezTo>
                    <a:pt x="5252" y="0"/>
                    <a:pt x="4720" y="307"/>
                    <a:pt x="4332" y="797"/>
                  </a:cubicBezTo>
                  <a:lnTo>
                    <a:pt x="4312" y="797"/>
                  </a:lnTo>
                  <a:cubicBezTo>
                    <a:pt x="3985" y="286"/>
                    <a:pt x="3494" y="0"/>
                    <a:pt x="2779"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97" name="Google Shape;2297;p24">
              <a:extLst>
                <a:ext uri="{FF2B5EF4-FFF2-40B4-BE49-F238E27FC236}">
                  <a16:creationId xmlns:a16="http://schemas.microsoft.com/office/drawing/2014/main" id="{D7E644B0-4090-D2AC-0765-7DA39C32BA81}"/>
                </a:ext>
              </a:extLst>
            </p:cNvPr>
            <p:cNvSpPr/>
            <p:nvPr/>
          </p:nvSpPr>
          <p:spPr>
            <a:xfrm>
              <a:off x="6253900" y="2806925"/>
              <a:ext cx="122625" cy="140500"/>
            </a:xfrm>
            <a:custGeom>
              <a:avLst/>
              <a:gdLst/>
              <a:ahLst/>
              <a:cxnLst/>
              <a:rect l="l" t="t" r="r" b="b"/>
              <a:pathLst>
                <a:path w="4905" h="5620" extrusionOk="0">
                  <a:moveTo>
                    <a:pt x="2432" y="1103"/>
                  </a:moveTo>
                  <a:cubicBezTo>
                    <a:pt x="3107" y="1103"/>
                    <a:pt x="3597" y="1471"/>
                    <a:pt x="3597" y="2125"/>
                  </a:cubicBezTo>
                  <a:lnTo>
                    <a:pt x="3597" y="3474"/>
                  </a:lnTo>
                  <a:cubicBezTo>
                    <a:pt x="3597" y="4250"/>
                    <a:pt x="3025" y="4536"/>
                    <a:pt x="2473" y="4536"/>
                  </a:cubicBezTo>
                  <a:cubicBezTo>
                    <a:pt x="1819" y="4536"/>
                    <a:pt x="1308" y="4148"/>
                    <a:pt x="1308" y="3494"/>
                  </a:cubicBezTo>
                  <a:lnTo>
                    <a:pt x="1308" y="2166"/>
                  </a:lnTo>
                  <a:cubicBezTo>
                    <a:pt x="1308" y="1390"/>
                    <a:pt x="1901" y="1103"/>
                    <a:pt x="2432" y="1103"/>
                  </a:cubicBezTo>
                  <a:close/>
                  <a:moveTo>
                    <a:pt x="2432" y="0"/>
                  </a:moveTo>
                  <a:cubicBezTo>
                    <a:pt x="1247" y="0"/>
                    <a:pt x="1" y="797"/>
                    <a:pt x="1" y="2268"/>
                  </a:cubicBezTo>
                  <a:lnTo>
                    <a:pt x="1" y="3494"/>
                  </a:lnTo>
                  <a:cubicBezTo>
                    <a:pt x="1" y="4884"/>
                    <a:pt x="1165" y="5619"/>
                    <a:pt x="2473" y="5619"/>
                  </a:cubicBezTo>
                  <a:cubicBezTo>
                    <a:pt x="3679" y="5619"/>
                    <a:pt x="4905" y="4822"/>
                    <a:pt x="4905" y="3351"/>
                  </a:cubicBezTo>
                  <a:lnTo>
                    <a:pt x="4905" y="2248"/>
                  </a:lnTo>
                  <a:cubicBezTo>
                    <a:pt x="4905" y="858"/>
                    <a:pt x="3740" y="0"/>
                    <a:pt x="2432"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98" name="Google Shape;2298;p24">
              <a:extLst>
                <a:ext uri="{FF2B5EF4-FFF2-40B4-BE49-F238E27FC236}">
                  <a16:creationId xmlns:a16="http://schemas.microsoft.com/office/drawing/2014/main" id="{22356D96-7072-0E6C-61B6-22ADD6E383E0}"/>
                </a:ext>
              </a:extLst>
            </p:cNvPr>
            <p:cNvSpPr/>
            <p:nvPr/>
          </p:nvSpPr>
          <p:spPr>
            <a:xfrm>
              <a:off x="6398975" y="2806925"/>
              <a:ext cx="121100" cy="140500"/>
            </a:xfrm>
            <a:custGeom>
              <a:avLst/>
              <a:gdLst/>
              <a:ahLst/>
              <a:cxnLst/>
              <a:rect l="l" t="t" r="r" b="b"/>
              <a:pathLst>
                <a:path w="4844" h="5620" extrusionOk="0">
                  <a:moveTo>
                    <a:pt x="2473" y="0"/>
                  </a:moveTo>
                  <a:cubicBezTo>
                    <a:pt x="1145" y="0"/>
                    <a:pt x="1" y="838"/>
                    <a:pt x="1" y="2370"/>
                  </a:cubicBezTo>
                  <a:lnTo>
                    <a:pt x="1" y="3413"/>
                  </a:lnTo>
                  <a:cubicBezTo>
                    <a:pt x="1" y="4843"/>
                    <a:pt x="1186" y="5619"/>
                    <a:pt x="2514" y="5619"/>
                  </a:cubicBezTo>
                  <a:cubicBezTo>
                    <a:pt x="3679" y="5619"/>
                    <a:pt x="4823" y="4945"/>
                    <a:pt x="4823" y="3515"/>
                  </a:cubicBezTo>
                  <a:lnTo>
                    <a:pt x="4823" y="3453"/>
                  </a:lnTo>
                  <a:lnTo>
                    <a:pt x="3577" y="3453"/>
                  </a:lnTo>
                  <a:lnTo>
                    <a:pt x="3577" y="3515"/>
                  </a:lnTo>
                  <a:cubicBezTo>
                    <a:pt x="3577" y="4250"/>
                    <a:pt x="3046" y="4536"/>
                    <a:pt x="2514" y="4536"/>
                  </a:cubicBezTo>
                  <a:cubicBezTo>
                    <a:pt x="1840" y="4536"/>
                    <a:pt x="1329" y="4148"/>
                    <a:pt x="1329" y="3453"/>
                  </a:cubicBezTo>
                  <a:lnTo>
                    <a:pt x="1329" y="2186"/>
                  </a:lnTo>
                  <a:cubicBezTo>
                    <a:pt x="1329" y="1390"/>
                    <a:pt x="1922" y="1083"/>
                    <a:pt x="2473" y="1083"/>
                  </a:cubicBezTo>
                  <a:cubicBezTo>
                    <a:pt x="3005" y="1083"/>
                    <a:pt x="3577" y="1390"/>
                    <a:pt x="3577" y="2125"/>
                  </a:cubicBezTo>
                  <a:lnTo>
                    <a:pt x="3577" y="2227"/>
                  </a:lnTo>
                  <a:lnTo>
                    <a:pt x="4844" y="2227"/>
                  </a:lnTo>
                  <a:lnTo>
                    <a:pt x="4844" y="2125"/>
                  </a:lnTo>
                  <a:cubicBezTo>
                    <a:pt x="4844" y="695"/>
                    <a:pt x="3638" y="0"/>
                    <a:pt x="2473"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99" name="Google Shape;2299;p24">
              <a:extLst>
                <a:ext uri="{FF2B5EF4-FFF2-40B4-BE49-F238E27FC236}">
                  <a16:creationId xmlns:a16="http://schemas.microsoft.com/office/drawing/2014/main" id="{07D342E5-2D73-9785-7D82-B02C0BCA4BD1}"/>
                </a:ext>
              </a:extLst>
            </p:cNvPr>
            <p:cNvSpPr/>
            <p:nvPr/>
          </p:nvSpPr>
          <p:spPr>
            <a:xfrm>
              <a:off x="6542025" y="2806925"/>
              <a:ext cx="86875" cy="137425"/>
            </a:xfrm>
            <a:custGeom>
              <a:avLst/>
              <a:gdLst/>
              <a:ahLst/>
              <a:cxnLst/>
              <a:rect l="l" t="t" r="r" b="b"/>
              <a:pathLst>
                <a:path w="3475" h="5497" extrusionOk="0">
                  <a:moveTo>
                    <a:pt x="3045" y="0"/>
                  </a:moveTo>
                  <a:cubicBezTo>
                    <a:pt x="2391" y="0"/>
                    <a:pt x="1594" y="429"/>
                    <a:pt x="1288" y="1001"/>
                  </a:cubicBezTo>
                  <a:lnTo>
                    <a:pt x="1267" y="1001"/>
                  </a:lnTo>
                  <a:lnTo>
                    <a:pt x="1267" y="102"/>
                  </a:lnTo>
                  <a:lnTo>
                    <a:pt x="0" y="102"/>
                  </a:lnTo>
                  <a:lnTo>
                    <a:pt x="0" y="5497"/>
                  </a:lnTo>
                  <a:lnTo>
                    <a:pt x="1288" y="5497"/>
                  </a:lnTo>
                  <a:lnTo>
                    <a:pt x="1288" y="2738"/>
                  </a:lnTo>
                  <a:cubicBezTo>
                    <a:pt x="1288" y="1737"/>
                    <a:pt x="2023" y="1165"/>
                    <a:pt x="2984" y="1165"/>
                  </a:cubicBezTo>
                  <a:cubicBezTo>
                    <a:pt x="3168" y="1165"/>
                    <a:pt x="3311" y="1165"/>
                    <a:pt x="3474" y="1206"/>
                  </a:cubicBezTo>
                  <a:lnTo>
                    <a:pt x="3474" y="20"/>
                  </a:lnTo>
                  <a:cubicBezTo>
                    <a:pt x="3331" y="0"/>
                    <a:pt x="3188" y="0"/>
                    <a:pt x="3045"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00" name="Google Shape;2300;p24">
              <a:extLst>
                <a:ext uri="{FF2B5EF4-FFF2-40B4-BE49-F238E27FC236}">
                  <a16:creationId xmlns:a16="http://schemas.microsoft.com/office/drawing/2014/main" id="{E99A5EC6-B524-0D3C-68E8-FFFBF4FDF512}"/>
                </a:ext>
              </a:extLst>
            </p:cNvPr>
            <p:cNvSpPr/>
            <p:nvPr/>
          </p:nvSpPr>
          <p:spPr>
            <a:xfrm>
              <a:off x="6640625" y="2806400"/>
              <a:ext cx="120575" cy="140500"/>
            </a:xfrm>
            <a:custGeom>
              <a:avLst/>
              <a:gdLst/>
              <a:ahLst/>
              <a:cxnLst/>
              <a:rect l="l" t="t" r="r" b="b"/>
              <a:pathLst>
                <a:path w="4823" h="5620" extrusionOk="0">
                  <a:moveTo>
                    <a:pt x="3433" y="3250"/>
                  </a:moveTo>
                  <a:lnTo>
                    <a:pt x="3433" y="3515"/>
                  </a:lnTo>
                  <a:cubicBezTo>
                    <a:pt x="3433" y="4108"/>
                    <a:pt x="3270" y="4598"/>
                    <a:pt x="2227" y="4598"/>
                  </a:cubicBezTo>
                  <a:cubicBezTo>
                    <a:pt x="1635" y="4598"/>
                    <a:pt x="1267" y="4373"/>
                    <a:pt x="1267" y="3924"/>
                  </a:cubicBezTo>
                  <a:cubicBezTo>
                    <a:pt x="1267" y="3454"/>
                    <a:pt x="1614" y="3250"/>
                    <a:pt x="2166" y="3250"/>
                  </a:cubicBezTo>
                  <a:close/>
                  <a:moveTo>
                    <a:pt x="2411" y="1"/>
                  </a:moveTo>
                  <a:cubicBezTo>
                    <a:pt x="1390" y="1"/>
                    <a:pt x="266" y="409"/>
                    <a:pt x="266" y="1594"/>
                  </a:cubicBezTo>
                  <a:lnTo>
                    <a:pt x="266" y="1737"/>
                  </a:lnTo>
                  <a:lnTo>
                    <a:pt x="1431" y="1737"/>
                  </a:lnTo>
                  <a:lnTo>
                    <a:pt x="1431" y="1554"/>
                  </a:lnTo>
                  <a:cubicBezTo>
                    <a:pt x="1431" y="1206"/>
                    <a:pt x="1839" y="1022"/>
                    <a:pt x="2391" y="1022"/>
                  </a:cubicBezTo>
                  <a:cubicBezTo>
                    <a:pt x="3045" y="1022"/>
                    <a:pt x="3433" y="1247"/>
                    <a:pt x="3433" y="1819"/>
                  </a:cubicBezTo>
                  <a:lnTo>
                    <a:pt x="3433" y="2330"/>
                  </a:lnTo>
                  <a:lnTo>
                    <a:pt x="2003" y="2330"/>
                  </a:lnTo>
                  <a:cubicBezTo>
                    <a:pt x="961" y="2330"/>
                    <a:pt x="0" y="2943"/>
                    <a:pt x="0" y="3985"/>
                  </a:cubicBezTo>
                  <a:cubicBezTo>
                    <a:pt x="0" y="5007"/>
                    <a:pt x="756" y="5620"/>
                    <a:pt x="1880" y="5620"/>
                  </a:cubicBezTo>
                  <a:cubicBezTo>
                    <a:pt x="2575" y="5620"/>
                    <a:pt x="2984" y="5518"/>
                    <a:pt x="3474" y="5007"/>
                  </a:cubicBezTo>
                  <a:lnTo>
                    <a:pt x="3494" y="5007"/>
                  </a:lnTo>
                  <a:cubicBezTo>
                    <a:pt x="3494" y="5109"/>
                    <a:pt x="3515" y="5436"/>
                    <a:pt x="3535" y="5518"/>
                  </a:cubicBezTo>
                  <a:lnTo>
                    <a:pt x="4823" y="5518"/>
                  </a:lnTo>
                  <a:cubicBezTo>
                    <a:pt x="4741" y="5395"/>
                    <a:pt x="4720" y="4598"/>
                    <a:pt x="4720" y="4353"/>
                  </a:cubicBezTo>
                  <a:lnTo>
                    <a:pt x="4720" y="1737"/>
                  </a:lnTo>
                  <a:cubicBezTo>
                    <a:pt x="4720" y="409"/>
                    <a:pt x="3617" y="1"/>
                    <a:pt x="2411"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01" name="Google Shape;2301;p24">
              <a:extLst>
                <a:ext uri="{FF2B5EF4-FFF2-40B4-BE49-F238E27FC236}">
                  <a16:creationId xmlns:a16="http://schemas.microsoft.com/office/drawing/2014/main" id="{92F2B91D-74D7-B31A-5C56-410395788825}"/>
                </a:ext>
              </a:extLst>
            </p:cNvPr>
            <p:cNvSpPr/>
            <p:nvPr/>
          </p:nvSpPr>
          <p:spPr>
            <a:xfrm>
              <a:off x="6778550" y="2768600"/>
              <a:ext cx="79200" cy="177800"/>
            </a:xfrm>
            <a:custGeom>
              <a:avLst/>
              <a:gdLst/>
              <a:ahLst/>
              <a:cxnLst/>
              <a:rect l="l" t="t" r="r" b="b"/>
              <a:pathLst>
                <a:path w="3168" h="7112" extrusionOk="0">
                  <a:moveTo>
                    <a:pt x="716" y="1"/>
                  </a:moveTo>
                  <a:lnTo>
                    <a:pt x="716" y="1635"/>
                  </a:lnTo>
                  <a:lnTo>
                    <a:pt x="0" y="1635"/>
                  </a:lnTo>
                  <a:lnTo>
                    <a:pt x="0" y="2657"/>
                  </a:lnTo>
                  <a:lnTo>
                    <a:pt x="716" y="2657"/>
                  </a:lnTo>
                  <a:lnTo>
                    <a:pt x="716" y="5742"/>
                  </a:lnTo>
                  <a:cubicBezTo>
                    <a:pt x="716" y="6703"/>
                    <a:pt x="1390" y="7111"/>
                    <a:pt x="2228" y="7111"/>
                  </a:cubicBezTo>
                  <a:cubicBezTo>
                    <a:pt x="2412" y="7111"/>
                    <a:pt x="2882" y="7071"/>
                    <a:pt x="3168" y="7009"/>
                  </a:cubicBezTo>
                  <a:lnTo>
                    <a:pt x="3168" y="5906"/>
                  </a:lnTo>
                  <a:cubicBezTo>
                    <a:pt x="2922" y="5947"/>
                    <a:pt x="2779" y="5967"/>
                    <a:pt x="2514" y="5967"/>
                  </a:cubicBezTo>
                  <a:cubicBezTo>
                    <a:pt x="2207" y="5967"/>
                    <a:pt x="2003" y="5845"/>
                    <a:pt x="2003" y="5436"/>
                  </a:cubicBezTo>
                  <a:lnTo>
                    <a:pt x="2003" y="2657"/>
                  </a:lnTo>
                  <a:lnTo>
                    <a:pt x="3168" y="2657"/>
                  </a:lnTo>
                  <a:lnTo>
                    <a:pt x="3168" y="1635"/>
                  </a:lnTo>
                  <a:lnTo>
                    <a:pt x="2003" y="1635"/>
                  </a:lnTo>
                  <a:lnTo>
                    <a:pt x="2003"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02" name="Google Shape;2302;p24">
              <a:extLst>
                <a:ext uri="{FF2B5EF4-FFF2-40B4-BE49-F238E27FC236}">
                  <a16:creationId xmlns:a16="http://schemas.microsoft.com/office/drawing/2014/main" id="{D852A2A2-97B3-BAE5-9AAD-52421005B26F}"/>
                </a:ext>
              </a:extLst>
            </p:cNvPr>
            <p:cNvSpPr/>
            <p:nvPr/>
          </p:nvSpPr>
          <p:spPr>
            <a:xfrm>
              <a:off x="6879700" y="2754800"/>
              <a:ext cx="32200" cy="189550"/>
            </a:xfrm>
            <a:custGeom>
              <a:avLst/>
              <a:gdLst/>
              <a:ahLst/>
              <a:cxnLst/>
              <a:rect l="l" t="t" r="r" b="b"/>
              <a:pathLst>
                <a:path w="1288" h="7582" extrusionOk="0">
                  <a:moveTo>
                    <a:pt x="0" y="1"/>
                  </a:moveTo>
                  <a:lnTo>
                    <a:pt x="0" y="1370"/>
                  </a:lnTo>
                  <a:lnTo>
                    <a:pt x="1288" y="1370"/>
                  </a:lnTo>
                  <a:lnTo>
                    <a:pt x="1288" y="1"/>
                  </a:lnTo>
                  <a:close/>
                  <a:moveTo>
                    <a:pt x="0" y="2187"/>
                  </a:moveTo>
                  <a:lnTo>
                    <a:pt x="0" y="7582"/>
                  </a:lnTo>
                  <a:lnTo>
                    <a:pt x="1288" y="7582"/>
                  </a:lnTo>
                  <a:lnTo>
                    <a:pt x="1288" y="2187"/>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03" name="Google Shape;2303;p24">
              <a:extLst>
                <a:ext uri="{FF2B5EF4-FFF2-40B4-BE49-F238E27FC236}">
                  <a16:creationId xmlns:a16="http://schemas.microsoft.com/office/drawing/2014/main" id="{C674E4B8-4583-14B6-5668-77CCB7C47CA2}"/>
                </a:ext>
              </a:extLst>
            </p:cNvPr>
            <p:cNvSpPr/>
            <p:nvPr/>
          </p:nvSpPr>
          <p:spPr>
            <a:xfrm>
              <a:off x="6939975" y="2806925"/>
              <a:ext cx="122625" cy="188000"/>
            </a:xfrm>
            <a:custGeom>
              <a:avLst/>
              <a:gdLst/>
              <a:ahLst/>
              <a:cxnLst/>
              <a:rect l="l" t="t" r="r" b="b"/>
              <a:pathLst>
                <a:path w="4905" h="7520" extrusionOk="0">
                  <a:moveTo>
                    <a:pt x="2432" y="1083"/>
                  </a:moveTo>
                  <a:cubicBezTo>
                    <a:pt x="3107" y="1083"/>
                    <a:pt x="3638" y="1471"/>
                    <a:pt x="3638" y="2125"/>
                  </a:cubicBezTo>
                  <a:lnTo>
                    <a:pt x="3638" y="3453"/>
                  </a:lnTo>
                  <a:cubicBezTo>
                    <a:pt x="3638" y="4230"/>
                    <a:pt x="3025" y="4516"/>
                    <a:pt x="2473" y="4516"/>
                  </a:cubicBezTo>
                  <a:cubicBezTo>
                    <a:pt x="1819" y="4516"/>
                    <a:pt x="1308" y="4128"/>
                    <a:pt x="1308" y="3474"/>
                  </a:cubicBezTo>
                  <a:lnTo>
                    <a:pt x="1308" y="2146"/>
                  </a:lnTo>
                  <a:cubicBezTo>
                    <a:pt x="1308" y="1369"/>
                    <a:pt x="1901" y="1083"/>
                    <a:pt x="2432" y="1083"/>
                  </a:cubicBezTo>
                  <a:close/>
                  <a:moveTo>
                    <a:pt x="2228" y="0"/>
                  </a:moveTo>
                  <a:cubicBezTo>
                    <a:pt x="1022" y="0"/>
                    <a:pt x="1" y="715"/>
                    <a:pt x="1" y="2186"/>
                  </a:cubicBezTo>
                  <a:lnTo>
                    <a:pt x="1" y="3494"/>
                  </a:lnTo>
                  <a:cubicBezTo>
                    <a:pt x="1" y="4863"/>
                    <a:pt x="961" y="5619"/>
                    <a:pt x="2126" y="5619"/>
                  </a:cubicBezTo>
                  <a:cubicBezTo>
                    <a:pt x="2616" y="5619"/>
                    <a:pt x="3352" y="5313"/>
                    <a:pt x="3658" y="4884"/>
                  </a:cubicBezTo>
                  <a:lnTo>
                    <a:pt x="3658" y="7520"/>
                  </a:lnTo>
                  <a:lnTo>
                    <a:pt x="4905" y="7520"/>
                  </a:lnTo>
                  <a:lnTo>
                    <a:pt x="4905" y="82"/>
                  </a:lnTo>
                  <a:lnTo>
                    <a:pt x="3638" y="82"/>
                  </a:lnTo>
                  <a:lnTo>
                    <a:pt x="3638" y="654"/>
                  </a:lnTo>
                  <a:lnTo>
                    <a:pt x="3597" y="654"/>
                  </a:lnTo>
                  <a:cubicBezTo>
                    <a:pt x="3331" y="307"/>
                    <a:pt x="2820" y="0"/>
                    <a:pt x="2228"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04" name="Google Shape;2304;p24">
              <a:extLst>
                <a:ext uri="{FF2B5EF4-FFF2-40B4-BE49-F238E27FC236}">
                  <a16:creationId xmlns:a16="http://schemas.microsoft.com/office/drawing/2014/main" id="{50FBFB88-E890-FB8F-D145-7A6A7AF1CE8F}"/>
                </a:ext>
              </a:extLst>
            </p:cNvPr>
            <p:cNvSpPr/>
            <p:nvPr/>
          </p:nvSpPr>
          <p:spPr>
            <a:xfrm>
              <a:off x="7096300" y="2809475"/>
              <a:ext cx="117000" cy="137425"/>
            </a:xfrm>
            <a:custGeom>
              <a:avLst/>
              <a:gdLst/>
              <a:ahLst/>
              <a:cxnLst/>
              <a:rect l="l" t="t" r="r" b="b"/>
              <a:pathLst>
                <a:path w="4680" h="5497" extrusionOk="0">
                  <a:moveTo>
                    <a:pt x="0" y="0"/>
                  </a:moveTo>
                  <a:lnTo>
                    <a:pt x="0" y="3433"/>
                  </a:lnTo>
                  <a:cubicBezTo>
                    <a:pt x="0" y="4720"/>
                    <a:pt x="675" y="5497"/>
                    <a:pt x="1880" y="5497"/>
                  </a:cubicBezTo>
                  <a:cubicBezTo>
                    <a:pt x="2493" y="5497"/>
                    <a:pt x="3045" y="5252"/>
                    <a:pt x="3413" y="4720"/>
                  </a:cubicBezTo>
                  <a:lnTo>
                    <a:pt x="3433" y="4720"/>
                  </a:lnTo>
                  <a:lnTo>
                    <a:pt x="3433" y="5395"/>
                  </a:lnTo>
                  <a:lnTo>
                    <a:pt x="4680" y="5395"/>
                  </a:lnTo>
                  <a:lnTo>
                    <a:pt x="4680" y="0"/>
                  </a:lnTo>
                  <a:lnTo>
                    <a:pt x="3392" y="0"/>
                  </a:lnTo>
                  <a:lnTo>
                    <a:pt x="3392" y="3004"/>
                  </a:lnTo>
                  <a:cubicBezTo>
                    <a:pt x="3392" y="3924"/>
                    <a:pt x="3004" y="4373"/>
                    <a:pt x="2289" y="4373"/>
                  </a:cubicBezTo>
                  <a:cubicBezTo>
                    <a:pt x="1635" y="4373"/>
                    <a:pt x="1288" y="3944"/>
                    <a:pt x="1288" y="3127"/>
                  </a:cubicBezTo>
                  <a:lnTo>
                    <a:pt x="1288" y="0"/>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05" name="Google Shape;2305;p24">
              <a:extLst>
                <a:ext uri="{FF2B5EF4-FFF2-40B4-BE49-F238E27FC236}">
                  <a16:creationId xmlns:a16="http://schemas.microsoft.com/office/drawing/2014/main" id="{20383017-D926-5C02-BA1D-F04EFA9E85F5}"/>
                </a:ext>
              </a:extLst>
            </p:cNvPr>
            <p:cNvSpPr/>
            <p:nvPr/>
          </p:nvSpPr>
          <p:spPr>
            <a:xfrm>
              <a:off x="7240350" y="2806925"/>
              <a:ext cx="120075" cy="140500"/>
            </a:xfrm>
            <a:custGeom>
              <a:avLst/>
              <a:gdLst/>
              <a:ahLst/>
              <a:cxnLst/>
              <a:rect l="l" t="t" r="r" b="b"/>
              <a:pathLst>
                <a:path w="4803" h="5620" extrusionOk="0">
                  <a:moveTo>
                    <a:pt x="2473" y="1083"/>
                  </a:moveTo>
                  <a:cubicBezTo>
                    <a:pt x="3005" y="1083"/>
                    <a:pt x="3515" y="1390"/>
                    <a:pt x="3515" y="2125"/>
                  </a:cubicBezTo>
                  <a:lnTo>
                    <a:pt x="3515" y="2268"/>
                  </a:lnTo>
                  <a:lnTo>
                    <a:pt x="1329" y="2268"/>
                  </a:lnTo>
                  <a:lnTo>
                    <a:pt x="1329" y="2186"/>
                  </a:lnTo>
                  <a:cubicBezTo>
                    <a:pt x="1329" y="1390"/>
                    <a:pt x="1922" y="1083"/>
                    <a:pt x="2473" y="1083"/>
                  </a:cubicBezTo>
                  <a:close/>
                  <a:moveTo>
                    <a:pt x="2473" y="0"/>
                  </a:moveTo>
                  <a:cubicBezTo>
                    <a:pt x="1145" y="0"/>
                    <a:pt x="1" y="838"/>
                    <a:pt x="1" y="2370"/>
                  </a:cubicBezTo>
                  <a:lnTo>
                    <a:pt x="1" y="3413"/>
                  </a:lnTo>
                  <a:cubicBezTo>
                    <a:pt x="1" y="4884"/>
                    <a:pt x="1186" y="5619"/>
                    <a:pt x="2514" y="5619"/>
                  </a:cubicBezTo>
                  <a:cubicBezTo>
                    <a:pt x="3475" y="5619"/>
                    <a:pt x="4312" y="5252"/>
                    <a:pt x="4741" y="4414"/>
                  </a:cubicBezTo>
                  <a:lnTo>
                    <a:pt x="3740" y="3842"/>
                  </a:lnTo>
                  <a:cubicBezTo>
                    <a:pt x="3475" y="4250"/>
                    <a:pt x="3005" y="4536"/>
                    <a:pt x="2575" y="4536"/>
                  </a:cubicBezTo>
                  <a:cubicBezTo>
                    <a:pt x="1901" y="4536"/>
                    <a:pt x="1329" y="4148"/>
                    <a:pt x="1329" y="3453"/>
                  </a:cubicBezTo>
                  <a:lnTo>
                    <a:pt x="1329" y="3167"/>
                  </a:lnTo>
                  <a:lnTo>
                    <a:pt x="4803" y="3167"/>
                  </a:lnTo>
                  <a:lnTo>
                    <a:pt x="4803" y="2125"/>
                  </a:lnTo>
                  <a:cubicBezTo>
                    <a:pt x="4803" y="695"/>
                    <a:pt x="3638" y="0"/>
                    <a:pt x="2473"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06" name="Google Shape;2306;p24">
              <a:extLst>
                <a:ext uri="{FF2B5EF4-FFF2-40B4-BE49-F238E27FC236}">
                  <a16:creationId xmlns:a16="http://schemas.microsoft.com/office/drawing/2014/main" id="{67F53C48-EF8A-6922-4218-6440C30DF156}"/>
                </a:ext>
              </a:extLst>
            </p:cNvPr>
            <p:cNvSpPr/>
            <p:nvPr/>
          </p:nvSpPr>
          <p:spPr>
            <a:xfrm>
              <a:off x="5699125" y="3072550"/>
              <a:ext cx="122625" cy="191075"/>
            </a:xfrm>
            <a:custGeom>
              <a:avLst/>
              <a:gdLst/>
              <a:ahLst/>
              <a:cxnLst/>
              <a:rect l="l" t="t" r="r" b="b"/>
              <a:pathLst>
                <a:path w="4905" h="7643" extrusionOk="0">
                  <a:moveTo>
                    <a:pt x="2432" y="3107"/>
                  </a:moveTo>
                  <a:cubicBezTo>
                    <a:pt x="3086" y="3107"/>
                    <a:pt x="3617" y="3495"/>
                    <a:pt x="3617" y="4149"/>
                  </a:cubicBezTo>
                  <a:lnTo>
                    <a:pt x="3617" y="5477"/>
                  </a:lnTo>
                  <a:cubicBezTo>
                    <a:pt x="3617" y="6253"/>
                    <a:pt x="3004" y="6540"/>
                    <a:pt x="2473" y="6540"/>
                  </a:cubicBezTo>
                  <a:cubicBezTo>
                    <a:pt x="1819" y="6540"/>
                    <a:pt x="1308" y="6151"/>
                    <a:pt x="1308" y="5497"/>
                  </a:cubicBezTo>
                  <a:lnTo>
                    <a:pt x="1308" y="4169"/>
                  </a:lnTo>
                  <a:cubicBezTo>
                    <a:pt x="1308" y="3393"/>
                    <a:pt x="1901" y="3107"/>
                    <a:pt x="2432" y="3107"/>
                  </a:cubicBezTo>
                  <a:close/>
                  <a:moveTo>
                    <a:pt x="3617" y="1"/>
                  </a:moveTo>
                  <a:lnTo>
                    <a:pt x="3617" y="2678"/>
                  </a:lnTo>
                  <a:lnTo>
                    <a:pt x="3597" y="2678"/>
                  </a:lnTo>
                  <a:cubicBezTo>
                    <a:pt x="3311" y="2310"/>
                    <a:pt x="2820" y="2003"/>
                    <a:pt x="2228" y="2003"/>
                  </a:cubicBezTo>
                  <a:cubicBezTo>
                    <a:pt x="1022" y="2003"/>
                    <a:pt x="0" y="2739"/>
                    <a:pt x="0" y="4210"/>
                  </a:cubicBezTo>
                  <a:lnTo>
                    <a:pt x="0" y="5518"/>
                  </a:lnTo>
                  <a:cubicBezTo>
                    <a:pt x="0" y="6887"/>
                    <a:pt x="940" y="7643"/>
                    <a:pt x="2125" y="7643"/>
                  </a:cubicBezTo>
                  <a:cubicBezTo>
                    <a:pt x="2616" y="7643"/>
                    <a:pt x="3331" y="7336"/>
                    <a:pt x="3637" y="6907"/>
                  </a:cubicBezTo>
                  <a:lnTo>
                    <a:pt x="3658" y="6907"/>
                  </a:lnTo>
                  <a:lnTo>
                    <a:pt x="3658" y="7520"/>
                  </a:lnTo>
                  <a:lnTo>
                    <a:pt x="4904" y="7520"/>
                  </a:lnTo>
                  <a:lnTo>
                    <a:pt x="4904"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07" name="Google Shape;2307;p24">
              <a:extLst>
                <a:ext uri="{FF2B5EF4-FFF2-40B4-BE49-F238E27FC236}">
                  <a16:creationId xmlns:a16="http://schemas.microsoft.com/office/drawing/2014/main" id="{3ECF9141-09D6-6DA4-63C9-0C31C8AEF1D2}"/>
                </a:ext>
              </a:extLst>
            </p:cNvPr>
            <p:cNvSpPr/>
            <p:nvPr/>
          </p:nvSpPr>
          <p:spPr>
            <a:xfrm>
              <a:off x="5854925" y="3125675"/>
              <a:ext cx="117525" cy="137450"/>
            </a:xfrm>
            <a:custGeom>
              <a:avLst/>
              <a:gdLst/>
              <a:ahLst/>
              <a:cxnLst/>
              <a:rect l="l" t="t" r="r" b="b"/>
              <a:pathLst>
                <a:path w="4701" h="5498" extrusionOk="0">
                  <a:moveTo>
                    <a:pt x="1" y="1"/>
                  </a:moveTo>
                  <a:lnTo>
                    <a:pt x="1" y="3434"/>
                  </a:lnTo>
                  <a:cubicBezTo>
                    <a:pt x="1" y="4721"/>
                    <a:pt x="695" y="5498"/>
                    <a:pt x="1901" y="5498"/>
                  </a:cubicBezTo>
                  <a:cubicBezTo>
                    <a:pt x="2494" y="5498"/>
                    <a:pt x="3066" y="5252"/>
                    <a:pt x="3413" y="4721"/>
                  </a:cubicBezTo>
                  <a:lnTo>
                    <a:pt x="3454" y="4721"/>
                  </a:lnTo>
                  <a:lnTo>
                    <a:pt x="3454" y="5395"/>
                  </a:lnTo>
                  <a:lnTo>
                    <a:pt x="4700" y="5395"/>
                  </a:lnTo>
                  <a:lnTo>
                    <a:pt x="4700" y="1"/>
                  </a:lnTo>
                  <a:lnTo>
                    <a:pt x="3413" y="1"/>
                  </a:lnTo>
                  <a:lnTo>
                    <a:pt x="3413" y="3005"/>
                  </a:lnTo>
                  <a:cubicBezTo>
                    <a:pt x="3413" y="3924"/>
                    <a:pt x="3004" y="4374"/>
                    <a:pt x="2310" y="4374"/>
                  </a:cubicBezTo>
                  <a:cubicBezTo>
                    <a:pt x="1656" y="4374"/>
                    <a:pt x="1288" y="3945"/>
                    <a:pt x="1288" y="3127"/>
                  </a:cubicBezTo>
                  <a:lnTo>
                    <a:pt x="1288"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08" name="Google Shape;2308;p24">
              <a:extLst>
                <a:ext uri="{FF2B5EF4-FFF2-40B4-BE49-F238E27FC236}">
                  <a16:creationId xmlns:a16="http://schemas.microsoft.com/office/drawing/2014/main" id="{8E76A9EE-39A1-9226-F8D4-8954C8B76279}"/>
                </a:ext>
              </a:extLst>
            </p:cNvPr>
            <p:cNvSpPr/>
            <p:nvPr/>
          </p:nvSpPr>
          <p:spPr>
            <a:xfrm>
              <a:off x="6067950" y="3069500"/>
              <a:ext cx="147150" cy="194125"/>
            </a:xfrm>
            <a:custGeom>
              <a:avLst/>
              <a:gdLst/>
              <a:ahLst/>
              <a:cxnLst/>
              <a:rect l="l" t="t" r="r" b="b"/>
              <a:pathLst>
                <a:path w="5886" h="7765" extrusionOk="0">
                  <a:moveTo>
                    <a:pt x="3004" y="0"/>
                  </a:moveTo>
                  <a:cubicBezTo>
                    <a:pt x="1370" y="0"/>
                    <a:pt x="1" y="981"/>
                    <a:pt x="1" y="2759"/>
                  </a:cubicBezTo>
                  <a:lnTo>
                    <a:pt x="1" y="5170"/>
                  </a:lnTo>
                  <a:cubicBezTo>
                    <a:pt x="1" y="6845"/>
                    <a:pt x="1431" y="7765"/>
                    <a:pt x="3066" y="7765"/>
                  </a:cubicBezTo>
                  <a:cubicBezTo>
                    <a:pt x="4496" y="7765"/>
                    <a:pt x="5886" y="6968"/>
                    <a:pt x="5886" y="5292"/>
                  </a:cubicBezTo>
                  <a:lnTo>
                    <a:pt x="5886" y="5068"/>
                  </a:lnTo>
                  <a:lnTo>
                    <a:pt x="4557" y="5068"/>
                  </a:lnTo>
                  <a:lnTo>
                    <a:pt x="4557" y="5170"/>
                  </a:lnTo>
                  <a:cubicBezTo>
                    <a:pt x="4557" y="6151"/>
                    <a:pt x="3760" y="6518"/>
                    <a:pt x="3066" y="6518"/>
                  </a:cubicBezTo>
                  <a:cubicBezTo>
                    <a:pt x="2187" y="6518"/>
                    <a:pt x="1411" y="6008"/>
                    <a:pt x="1411" y="5109"/>
                  </a:cubicBezTo>
                  <a:lnTo>
                    <a:pt x="1411" y="2697"/>
                  </a:lnTo>
                  <a:cubicBezTo>
                    <a:pt x="1411" y="1614"/>
                    <a:pt x="2289" y="1247"/>
                    <a:pt x="3004" y="1247"/>
                  </a:cubicBezTo>
                  <a:cubicBezTo>
                    <a:pt x="3699" y="1247"/>
                    <a:pt x="4557" y="1614"/>
                    <a:pt x="4557" y="2595"/>
                  </a:cubicBezTo>
                  <a:lnTo>
                    <a:pt x="4557" y="2718"/>
                  </a:lnTo>
                  <a:lnTo>
                    <a:pt x="5886" y="2718"/>
                  </a:lnTo>
                  <a:lnTo>
                    <a:pt x="5886" y="2473"/>
                  </a:lnTo>
                  <a:cubicBezTo>
                    <a:pt x="5886" y="797"/>
                    <a:pt x="4455" y="0"/>
                    <a:pt x="3004"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09" name="Google Shape;2309;p24">
              <a:extLst>
                <a:ext uri="{FF2B5EF4-FFF2-40B4-BE49-F238E27FC236}">
                  <a16:creationId xmlns:a16="http://schemas.microsoft.com/office/drawing/2014/main" id="{6E7F671C-0AF1-527E-44AB-995AAD650EA3}"/>
                </a:ext>
              </a:extLst>
            </p:cNvPr>
            <p:cNvSpPr/>
            <p:nvPr/>
          </p:nvSpPr>
          <p:spPr>
            <a:xfrm>
              <a:off x="6239075" y="3123125"/>
              <a:ext cx="122650" cy="140500"/>
            </a:xfrm>
            <a:custGeom>
              <a:avLst/>
              <a:gdLst/>
              <a:ahLst/>
              <a:cxnLst/>
              <a:rect l="l" t="t" r="r" b="b"/>
              <a:pathLst>
                <a:path w="4906" h="5620" extrusionOk="0">
                  <a:moveTo>
                    <a:pt x="2433" y="1104"/>
                  </a:moveTo>
                  <a:cubicBezTo>
                    <a:pt x="3087" y="1104"/>
                    <a:pt x="3597" y="1472"/>
                    <a:pt x="3597" y="2126"/>
                  </a:cubicBezTo>
                  <a:lnTo>
                    <a:pt x="3597" y="3474"/>
                  </a:lnTo>
                  <a:cubicBezTo>
                    <a:pt x="3597" y="4251"/>
                    <a:pt x="3005" y="4537"/>
                    <a:pt x="2474" y="4537"/>
                  </a:cubicBezTo>
                  <a:cubicBezTo>
                    <a:pt x="1799" y="4537"/>
                    <a:pt x="1309" y="4149"/>
                    <a:pt x="1309" y="3495"/>
                  </a:cubicBezTo>
                  <a:lnTo>
                    <a:pt x="1309" y="2167"/>
                  </a:lnTo>
                  <a:cubicBezTo>
                    <a:pt x="1309" y="1390"/>
                    <a:pt x="1901" y="1104"/>
                    <a:pt x="2433" y="1104"/>
                  </a:cubicBezTo>
                  <a:close/>
                  <a:moveTo>
                    <a:pt x="2433" y="1"/>
                  </a:moveTo>
                  <a:cubicBezTo>
                    <a:pt x="1247" y="1"/>
                    <a:pt x="1" y="798"/>
                    <a:pt x="1" y="2269"/>
                  </a:cubicBezTo>
                  <a:lnTo>
                    <a:pt x="1" y="3495"/>
                  </a:lnTo>
                  <a:cubicBezTo>
                    <a:pt x="1" y="4884"/>
                    <a:pt x="1166" y="5620"/>
                    <a:pt x="2474" y="5620"/>
                  </a:cubicBezTo>
                  <a:cubicBezTo>
                    <a:pt x="3659" y="5620"/>
                    <a:pt x="4905" y="4823"/>
                    <a:pt x="4905" y="3352"/>
                  </a:cubicBezTo>
                  <a:lnTo>
                    <a:pt x="4905" y="2248"/>
                  </a:lnTo>
                  <a:cubicBezTo>
                    <a:pt x="4905" y="859"/>
                    <a:pt x="3740" y="1"/>
                    <a:pt x="2433"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10" name="Google Shape;2310;p24">
              <a:extLst>
                <a:ext uri="{FF2B5EF4-FFF2-40B4-BE49-F238E27FC236}">
                  <a16:creationId xmlns:a16="http://schemas.microsoft.com/office/drawing/2014/main" id="{847AF2D4-1548-F598-9B75-49D8B72C975F}"/>
                </a:ext>
              </a:extLst>
            </p:cNvPr>
            <p:cNvSpPr/>
            <p:nvPr/>
          </p:nvSpPr>
          <p:spPr>
            <a:xfrm>
              <a:off x="6390300" y="3123125"/>
              <a:ext cx="117000" cy="137450"/>
            </a:xfrm>
            <a:custGeom>
              <a:avLst/>
              <a:gdLst/>
              <a:ahLst/>
              <a:cxnLst/>
              <a:rect l="l" t="t" r="r" b="b"/>
              <a:pathLst>
                <a:path w="4680" h="5498" extrusionOk="0">
                  <a:moveTo>
                    <a:pt x="2800" y="1"/>
                  </a:moveTo>
                  <a:cubicBezTo>
                    <a:pt x="2207" y="1"/>
                    <a:pt x="1635" y="246"/>
                    <a:pt x="1267" y="757"/>
                  </a:cubicBezTo>
                  <a:lnTo>
                    <a:pt x="1247" y="757"/>
                  </a:lnTo>
                  <a:lnTo>
                    <a:pt x="1247" y="103"/>
                  </a:lnTo>
                  <a:lnTo>
                    <a:pt x="0" y="103"/>
                  </a:lnTo>
                  <a:lnTo>
                    <a:pt x="0" y="5497"/>
                  </a:lnTo>
                  <a:lnTo>
                    <a:pt x="1288" y="5497"/>
                  </a:lnTo>
                  <a:lnTo>
                    <a:pt x="1288" y="2473"/>
                  </a:lnTo>
                  <a:cubicBezTo>
                    <a:pt x="1288" y="1554"/>
                    <a:pt x="1697" y="1124"/>
                    <a:pt x="2391" y="1124"/>
                  </a:cubicBezTo>
                  <a:cubicBezTo>
                    <a:pt x="3045" y="1124"/>
                    <a:pt x="3393" y="1554"/>
                    <a:pt x="3393" y="2371"/>
                  </a:cubicBezTo>
                  <a:lnTo>
                    <a:pt x="3393" y="5497"/>
                  </a:lnTo>
                  <a:lnTo>
                    <a:pt x="4680" y="5497"/>
                  </a:lnTo>
                  <a:lnTo>
                    <a:pt x="4680" y="2044"/>
                  </a:lnTo>
                  <a:cubicBezTo>
                    <a:pt x="4680" y="757"/>
                    <a:pt x="4006" y="1"/>
                    <a:pt x="2800"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11" name="Google Shape;2311;p24">
              <a:extLst>
                <a:ext uri="{FF2B5EF4-FFF2-40B4-BE49-F238E27FC236}">
                  <a16:creationId xmlns:a16="http://schemas.microsoft.com/office/drawing/2014/main" id="{12609442-F931-BB8D-CBE6-6B410F1A56B6}"/>
                </a:ext>
              </a:extLst>
            </p:cNvPr>
            <p:cNvSpPr/>
            <p:nvPr/>
          </p:nvSpPr>
          <p:spPr>
            <a:xfrm>
              <a:off x="6534350" y="3123125"/>
              <a:ext cx="121100" cy="189050"/>
            </a:xfrm>
            <a:custGeom>
              <a:avLst/>
              <a:gdLst/>
              <a:ahLst/>
              <a:cxnLst/>
              <a:rect l="l" t="t" r="r" b="b"/>
              <a:pathLst>
                <a:path w="4844" h="7562" extrusionOk="0">
                  <a:moveTo>
                    <a:pt x="2433" y="1104"/>
                  </a:moveTo>
                  <a:cubicBezTo>
                    <a:pt x="3107" y="1104"/>
                    <a:pt x="3597" y="1472"/>
                    <a:pt x="3597" y="2126"/>
                  </a:cubicBezTo>
                  <a:lnTo>
                    <a:pt x="3597" y="3331"/>
                  </a:lnTo>
                  <a:cubicBezTo>
                    <a:pt x="3597" y="4108"/>
                    <a:pt x="3005" y="4394"/>
                    <a:pt x="2473" y="4394"/>
                  </a:cubicBezTo>
                  <a:cubicBezTo>
                    <a:pt x="1820" y="4394"/>
                    <a:pt x="1309" y="4006"/>
                    <a:pt x="1309" y="3352"/>
                  </a:cubicBezTo>
                  <a:lnTo>
                    <a:pt x="1309" y="2167"/>
                  </a:lnTo>
                  <a:cubicBezTo>
                    <a:pt x="1309" y="1390"/>
                    <a:pt x="1901" y="1104"/>
                    <a:pt x="2433" y="1104"/>
                  </a:cubicBezTo>
                  <a:close/>
                  <a:moveTo>
                    <a:pt x="2126" y="1"/>
                  </a:moveTo>
                  <a:cubicBezTo>
                    <a:pt x="920" y="1"/>
                    <a:pt x="1" y="798"/>
                    <a:pt x="1" y="2269"/>
                  </a:cubicBezTo>
                  <a:lnTo>
                    <a:pt x="1" y="3290"/>
                  </a:lnTo>
                  <a:cubicBezTo>
                    <a:pt x="1" y="4680"/>
                    <a:pt x="839" y="5416"/>
                    <a:pt x="2146" y="5416"/>
                  </a:cubicBezTo>
                  <a:cubicBezTo>
                    <a:pt x="2739" y="5416"/>
                    <a:pt x="3229" y="5191"/>
                    <a:pt x="3577" y="4721"/>
                  </a:cubicBezTo>
                  <a:lnTo>
                    <a:pt x="3597" y="4721"/>
                  </a:lnTo>
                  <a:lnTo>
                    <a:pt x="3597" y="5273"/>
                  </a:lnTo>
                  <a:cubicBezTo>
                    <a:pt x="3597" y="6049"/>
                    <a:pt x="3168" y="6539"/>
                    <a:pt x="2392" y="6539"/>
                  </a:cubicBezTo>
                  <a:cubicBezTo>
                    <a:pt x="1922" y="6539"/>
                    <a:pt x="1554" y="6335"/>
                    <a:pt x="1309" y="5824"/>
                  </a:cubicBezTo>
                  <a:lnTo>
                    <a:pt x="83" y="6253"/>
                  </a:lnTo>
                  <a:cubicBezTo>
                    <a:pt x="348" y="7152"/>
                    <a:pt x="1411" y="7561"/>
                    <a:pt x="2269" y="7561"/>
                  </a:cubicBezTo>
                  <a:cubicBezTo>
                    <a:pt x="4149" y="7561"/>
                    <a:pt x="4844" y="6294"/>
                    <a:pt x="4844" y="5048"/>
                  </a:cubicBezTo>
                  <a:lnTo>
                    <a:pt x="4844" y="103"/>
                  </a:lnTo>
                  <a:lnTo>
                    <a:pt x="3618" y="103"/>
                  </a:lnTo>
                  <a:lnTo>
                    <a:pt x="3618" y="736"/>
                  </a:lnTo>
                  <a:lnTo>
                    <a:pt x="3597" y="736"/>
                  </a:lnTo>
                  <a:cubicBezTo>
                    <a:pt x="3311" y="328"/>
                    <a:pt x="2759" y="1"/>
                    <a:pt x="2126"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12" name="Google Shape;2312;p24">
              <a:extLst>
                <a:ext uri="{FF2B5EF4-FFF2-40B4-BE49-F238E27FC236}">
                  <a16:creationId xmlns:a16="http://schemas.microsoft.com/office/drawing/2014/main" id="{C03CFDA5-4107-92FA-3F3F-89F406B19E3D}"/>
                </a:ext>
              </a:extLst>
            </p:cNvPr>
            <p:cNvSpPr/>
            <p:nvPr/>
          </p:nvSpPr>
          <p:spPr>
            <a:xfrm>
              <a:off x="6683025" y="3123125"/>
              <a:ext cx="123125" cy="140500"/>
            </a:xfrm>
            <a:custGeom>
              <a:avLst/>
              <a:gdLst/>
              <a:ahLst/>
              <a:cxnLst/>
              <a:rect l="l" t="t" r="r" b="b"/>
              <a:pathLst>
                <a:path w="4925" h="5620" extrusionOk="0">
                  <a:moveTo>
                    <a:pt x="2432" y="1104"/>
                  </a:moveTo>
                  <a:cubicBezTo>
                    <a:pt x="3106" y="1104"/>
                    <a:pt x="3617" y="1472"/>
                    <a:pt x="3617" y="2126"/>
                  </a:cubicBezTo>
                  <a:lnTo>
                    <a:pt x="3617" y="3474"/>
                  </a:lnTo>
                  <a:cubicBezTo>
                    <a:pt x="3617" y="4251"/>
                    <a:pt x="3024" y="4537"/>
                    <a:pt x="2493" y="4537"/>
                  </a:cubicBezTo>
                  <a:cubicBezTo>
                    <a:pt x="1819" y="4537"/>
                    <a:pt x="1308" y="4149"/>
                    <a:pt x="1308" y="3495"/>
                  </a:cubicBezTo>
                  <a:lnTo>
                    <a:pt x="1308" y="2167"/>
                  </a:lnTo>
                  <a:cubicBezTo>
                    <a:pt x="1308" y="1390"/>
                    <a:pt x="1901" y="1104"/>
                    <a:pt x="2432" y="1104"/>
                  </a:cubicBezTo>
                  <a:close/>
                  <a:moveTo>
                    <a:pt x="2432" y="1"/>
                  </a:moveTo>
                  <a:cubicBezTo>
                    <a:pt x="1247" y="1"/>
                    <a:pt x="0" y="798"/>
                    <a:pt x="0" y="2269"/>
                  </a:cubicBezTo>
                  <a:lnTo>
                    <a:pt x="0" y="3495"/>
                  </a:lnTo>
                  <a:cubicBezTo>
                    <a:pt x="0" y="4884"/>
                    <a:pt x="1185" y="5620"/>
                    <a:pt x="2493" y="5620"/>
                  </a:cubicBezTo>
                  <a:cubicBezTo>
                    <a:pt x="3678" y="5620"/>
                    <a:pt x="4925" y="4823"/>
                    <a:pt x="4925" y="3352"/>
                  </a:cubicBezTo>
                  <a:lnTo>
                    <a:pt x="4925" y="2248"/>
                  </a:lnTo>
                  <a:cubicBezTo>
                    <a:pt x="4925" y="859"/>
                    <a:pt x="3740" y="1"/>
                    <a:pt x="2432"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13" name="Google Shape;2313;p24">
              <a:extLst>
                <a:ext uri="{FF2B5EF4-FFF2-40B4-BE49-F238E27FC236}">
                  <a16:creationId xmlns:a16="http://schemas.microsoft.com/office/drawing/2014/main" id="{3A51BFC9-0023-6173-0D05-098AFDE2E26C}"/>
                </a:ext>
              </a:extLst>
            </p:cNvPr>
            <p:cNvSpPr/>
            <p:nvPr/>
          </p:nvSpPr>
          <p:spPr>
            <a:xfrm>
              <a:off x="5432975" y="2440125"/>
              <a:ext cx="21475" cy="823500"/>
            </a:xfrm>
            <a:custGeom>
              <a:avLst/>
              <a:gdLst/>
              <a:ahLst/>
              <a:cxnLst/>
              <a:rect l="l" t="t" r="r" b="b"/>
              <a:pathLst>
                <a:path w="859" h="32940" extrusionOk="0">
                  <a:moveTo>
                    <a:pt x="0" y="1"/>
                  </a:moveTo>
                  <a:lnTo>
                    <a:pt x="0" y="32940"/>
                  </a:lnTo>
                  <a:lnTo>
                    <a:pt x="858" y="32940"/>
                  </a:lnTo>
                  <a:lnTo>
                    <a:pt x="858" y="1"/>
                  </a:lnTo>
                  <a:close/>
                </a:path>
              </a:pathLst>
            </a:custGeom>
            <a:solidFill>
              <a:srgbClr val="64C8FA"/>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grpSp>
      <p:graphicFrame>
        <p:nvGraphicFramePr>
          <p:cNvPr id="2" name="Google Shape;550;p45">
            <a:extLst>
              <a:ext uri="{FF2B5EF4-FFF2-40B4-BE49-F238E27FC236}">
                <a16:creationId xmlns:a16="http://schemas.microsoft.com/office/drawing/2014/main" id="{45ACAB08-4007-A330-D5CD-D62184451F7D}"/>
              </a:ext>
            </a:extLst>
          </p:cNvPr>
          <p:cNvGraphicFramePr/>
          <p:nvPr>
            <p:extLst>
              <p:ext uri="{D42A27DB-BD31-4B8C-83A1-F6EECF244321}">
                <p14:modId xmlns:p14="http://schemas.microsoft.com/office/powerpoint/2010/main" val="2035333138"/>
              </p:ext>
            </p:extLst>
          </p:nvPr>
        </p:nvGraphicFramePr>
        <p:xfrm>
          <a:off x="85727" y="981569"/>
          <a:ext cx="12020550" cy="5081652"/>
        </p:xfrm>
        <a:graphic>
          <a:graphicData uri="http://schemas.openxmlformats.org/drawingml/2006/table">
            <a:tbl>
              <a:tblPr firstRow="1" bandRow="1">
                <a:tableStyleId>{B301B821-A1FF-4177-AEE7-76D212191A09}</a:tableStyleId>
              </a:tblPr>
              <a:tblGrid>
                <a:gridCol w="1569563">
                  <a:extLst>
                    <a:ext uri="{9D8B030D-6E8A-4147-A177-3AD203B41FA5}">
                      <a16:colId xmlns:a16="http://schemas.microsoft.com/office/drawing/2014/main" val="20000"/>
                    </a:ext>
                  </a:extLst>
                </a:gridCol>
                <a:gridCol w="3119507">
                  <a:extLst>
                    <a:ext uri="{9D8B030D-6E8A-4147-A177-3AD203B41FA5}">
                      <a16:colId xmlns:a16="http://schemas.microsoft.com/office/drawing/2014/main" val="20001"/>
                    </a:ext>
                  </a:extLst>
                </a:gridCol>
                <a:gridCol w="3905644">
                  <a:extLst>
                    <a:ext uri="{9D8B030D-6E8A-4147-A177-3AD203B41FA5}">
                      <a16:colId xmlns:a16="http://schemas.microsoft.com/office/drawing/2014/main" val="20002"/>
                    </a:ext>
                  </a:extLst>
                </a:gridCol>
                <a:gridCol w="1816132">
                  <a:extLst>
                    <a:ext uri="{9D8B030D-6E8A-4147-A177-3AD203B41FA5}">
                      <a16:colId xmlns:a16="http://schemas.microsoft.com/office/drawing/2014/main" val="20003"/>
                    </a:ext>
                  </a:extLst>
                </a:gridCol>
                <a:gridCol w="1609704">
                  <a:extLst>
                    <a:ext uri="{9D8B030D-6E8A-4147-A177-3AD203B41FA5}">
                      <a16:colId xmlns:a16="http://schemas.microsoft.com/office/drawing/2014/main" val="20004"/>
                    </a:ext>
                  </a:extLst>
                </a:gridCol>
              </a:tblGrid>
              <a:tr h="760728">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l" rtl="0">
                        <a:spcBef>
                          <a:spcPts val="0"/>
                        </a:spcBef>
                        <a:spcAft>
                          <a:spcPts val="0"/>
                        </a:spcAft>
                        <a:buNone/>
                      </a:pPr>
                      <a:r>
                        <a:rPr lang="fr-FR" sz="2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Domaines</a:t>
                      </a:r>
                      <a:endParaRPr sz="2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121933" marR="121933" marT="60967" marB="60967"/>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l" rtl="0">
                        <a:spcBef>
                          <a:spcPts val="0"/>
                        </a:spcBef>
                        <a:spcAft>
                          <a:spcPts val="0"/>
                        </a:spcAft>
                        <a:buNone/>
                      </a:pPr>
                      <a:r>
                        <a:rPr lang="fr-FR"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Points forts</a:t>
                      </a:r>
                      <a:endParaRPr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121933" marR="121933" marT="60967" marB="60967"/>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l" rtl="0">
                        <a:spcBef>
                          <a:spcPts val="0"/>
                        </a:spcBef>
                        <a:spcAft>
                          <a:spcPts val="0"/>
                        </a:spcAft>
                        <a:buNone/>
                      </a:pPr>
                      <a:r>
                        <a:rPr lang="fr-FR" sz="2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Points à améliorer</a:t>
                      </a:r>
                      <a:endParaRPr sz="2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121933" marR="121933" marT="60967" marB="60967"/>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l" rtl="0">
                        <a:spcBef>
                          <a:spcPts val="0"/>
                        </a:spcBef>
                        <a:spcAft>
                          <a:spcPts val="0"/>
                        </a:spcAft>
                        <a:buNone/>
                      </a:pPr>
                      <a:r>
                        <a:rPr lang="fr-FR" sz="2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Opportunité</a:t>
                      </a:r>
                      <a:endParaRPr sz="2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121933" marR="121933" marT="60967" marB="60967"/>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l" rtl="0">
                        <a:spcBef>
                          <a:spcPts val="0"/>
                        </a:spcBef>
                        <a:spcAft>
                          <a:spcPts val="0"/>
                        </a:spcAft>
                        <a:buNone/>
                      </a:pPr>
                      <a:r>
                        <a:rPr lang="fr-FR"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Menaces</a:t>
                      </a:r>
                      <a:endParaRPr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121933" marR="121933" marT="60967" marB="60967"/>
                </a:tc>
                <a:extLst>
                  <a:ext uri="{0D108BD9-81ED-4DB2-BD59-A6C34878D82A}">
                    <a16:rowId xmlns:a16="http://schemas.microsoft.com/office/drawing/2014/main" val="10000"/>
                  </a:ext>
                </a:extLst>
              </a:tr>
              <a:tr h="4228198">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l" rtl="0">
                        <a:spcBef>
                          <a:spcPts val="0"/>
                        </a:spcBef>
                        <a:spcAft>
                          <a:spcPts val="0"/>
                        </a:spcAft>
                        <a:buNone/>
                      </a:pPr>
                      <a:r>
                        <a:rPr lang="fr-FR" sz="1800" b="0" dirty="0">
                          <a:solidFill>
                            <a:schemeClr val="tx1"/>
                          </a:solidFill>
                          <a:latin typeface="Times New Roman" panose="02020603050405020304" pitchFamily="18" charset="0"/>
                          <a:cs typeface="Times New Roman" panose="02020603050405020304" pitchFamily="18" charset="0"/>
                        </a:rPr>
                        <a:t>Chaine du froid et bâtiment (2/2)</a:t>
                      </a:r>
                      <a:endParaRPr sz="1800" b="0" dirty="0">
                        <a:solidFill>
                          <a:schemeClr val="tx1"/>
                        </a:solidFill>
                        <a:latin typeface="Times New Roman" panose="02020603050405020304" pitchFamily="18" charset="0"/>
                        <a:cs typeface="Times New Roman" panose="02020603050405020304" pitchFamily="18" charset="0"/>
                      </a:endParaRPr>
                    </a:p>
                  </a:txBody>
                  <a:tcPr marL="121933" marR="121933" marT="60967" marB="60967"/>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321310" marR="0" lvl="0" indent="-287019" algn="l" rtl="0">
                        <a:lnSpc>
                          <a:spcPct val="100000"/>
                        </a:lnSpc>
                        <a:spcBef>
                          <a:spcPts val="10"/>
                        </a:spcBef>
                        <a:spcAft>
                          <a:spcPts val="0"/>
                        </a:spcAft>
                        <a:buClr>
                          <a:schemeClr val="dk1"/>
                        </a:buClr>
                        <a:buSzPts val="1600"/>
                        <a:buFont typeface="Wingdings" panose="05000000000000000000" pitchFamily="2" charset="2"/>
                        <a:buChar char="§"/>
                      </a:pPr>
                      <a:r>
                        <a:rPr lang="fr-FR" sz="1800" b="0" dirty="0">
                          <a:solidFill>
                            <a:schemeClr val="tx1"/>
                          </a:solidFill>
                          <a:latin typeface="Times New Roman" panose="02020603050405020304" pitchFamily="18" charset="0"/>
                          <a:cs typeface="Times New Roman" panose="02020603050405020304" pitchFamily="18" charset="0"/>
                          <a:sym typeface="Arial"/>
                        </a:rPr>
                        <a:t>Capacité de stockage suffisante au niveau central et intermédiaire ;</a:t>
                      </a:r>
                    </a:p>
                    <a:p>
                      <a:pPr marL="321310" marR="0" lvl="0" indent="-287019" algn="l" rtl="0">
                        <a:lnSpc>
                          <a:spcPct val="100000"/>
                        </a:lnSpc>
                        <a:spcBef>
                          <a:spcPts val="10"/>
                        </a:spcBef>
                        <a:spcAft>
                          <a:spcPts val="0"/>
                        </a:spcAft>
                        <a:buClr>
                          <a:schemeClr val="dk1"/>
                        </a:buClr>
                        <a:buSzPts val="1600"/>
                        <a:buFont typeface="Wingdings" panose="05000000000000000000" pitchFamily="2" charset="2"/>
                        <a:buChar char="§"/>
                      </a:pPr>
                      <a:r>
                        <a:rPr lang="fr-FR" sz="1800" b="0" dirty="0">
                          <a:solidFill>
                            <a:schemeClr val="tx1"/>
                          </a:solidFill>
                          <a:latin typeface="Times New Roman" panose="02020603050405020304" pitchFamily="18" charset="0"/>
                          <a:cs typeface="Times New Roman" panose="02020603050405020304" pitchFamily="18" charset="0"/>
                          <a:sym typeface="Arial"/>
                        </a:rPr>
                        <a:t>Fonctionnalité des pools de maintenance.</a:t>
                      </a:r>
                    </a:p>
                    <a:p>
                      <a:pPr marL="321310" marR="0" lvl="0" indent="-287019" algn="l" rtl="0">
                        <a:lnSpc>
                          <a:spcPct val="100000"/>
                        </a:lnSpc>
                        <a:spcBef>
                          <a:spcPts val="10"/>
                        </a:spcBef>
                        <a:spcAft>
                          <a:spcPts val="0"/>
                        </a:spcAft>
                        <a:buClr>
                          <a:schemeClr val="dk1"/>
                        </a:buClr>
                        <a:buSzPts val="1600"/>
                        <a:buFont typeface="Wingdings" panose="05000000000000000000" pitchFamily="2" charset="2"/>
                        <a:buChar char="§"/>
                      </a:pPr>
                      <a:r>
                        <a:rPr lang="fr-FR" sz="1800" b="0" dirty="0">
                          <a:solidFill>
                            <a:schemeClr val="tx1"/>
                          </a:solidFill>
                          <a:latin typeface="Times New Roman" panose="02020603050405020304" pitchFamily="18" charset="0"/>
                          <a:cs typeface="Times New Roman" panose="02020603050405020304" pitchFamily="18" charset="0"/>
                          <a:sym typeface="Arial"/>
                        </a:rPr>
                        <a:t>Acquisition des matériels pour le renforcement de la </a:t>
                      </a:r>
                      <a:r>
                        <a:rPr lang="fr-FR" sz="1800" b="0" dirty="0" err="1">
                          <a:solidFill>
                            <a:schemeClr val="tx1"/>
                          </a:solidFill>
                          <a:latin typeface="Times New Roman" panose="02020603050405020304" pitchFamily="18" charset="0"/>
                          <a:cs typeface="Times New Roman" panose="02020603050405020304" pitchFamily="18" charset="0"/>
                          <a:sym typeface="Arial"/>
                        </a:rPr>
                        <a:t>CdF</a:t>
                      </a:r>
                      <a:r>
                        <a:rPr lang="fr-FR" sz="1800" b="0" dirty="0">
                          <a:solidFill>
                            <a:schemeClr val="tx1"/>
                          </a:solidFill>
                          <a:latin typeface="Times New Roman" panose="02020603050405020304" pitchFamily="18" charset="0"/>
                          <a:cs typeface="Times New Roman" panose="02020603050405020304" pitchFamily="18" charset="0"/>
                          <a:sym typeface="Arial"/>
                        </a:rPr>
                        <a:t> dans le cadre (CCEOP, VCO, Polio-</a:t>
                      </a:r>
                      <a:r>
                        <a:rPr lang="fr-FR" sz="1800" b="0" dirty="0" err="1">
                          <a:solidFill>
                            <a:schemeClr val="tx1"/>
                          </a:solidFill>
                          <a:latin typeface="Times New Roman" panose="02020603050405020304" pitchFamily="18" charset="0"/>
                          <a:cs typeface="Times New Roman" panose="02020603050405020304" pitchFamily="18" charset="0"/>
                          <a:sym typeface="Arial"/>
                        </a:rPr>
                        <a:t>rougéole</a:t>
                      </a:r>
                      <a:r>
                        <a:rPr lang="fr-FR" sz="1800" b="0" dirty="0">
                          <a:solidFill>
                            <a:schemeClr val="tx1"/>
                          </a:solidFill>
                          <a:latin typeface="Times New Roman" panose="02020603050405020304" pitchFamily="18" charset="0"/>
                          <a:cs typeface="Times New Roman" panose="02020603050405020304" pitchFamily="18" charset="0"/>
                          <a:sym typeface="Arial"/>
                        </a:rPr>
                        <a:t>, MPOX) ;</a:t>
                      </a:r>
                    </a:p>
                    <a:p>
                      <a:pPr marL="321310" marR="0" lvl="0" indent="-287019" algn="l" rtl="0">
                        <a:lnSpc>
                          <a:spcPct val="100000"/>
                        </a:lnSpc>
                        <a:spcBef>
                          <a:spcPts val="10"/>
                        </a:spcBef>
                        <a:spcAft>
                          <a:spcPts val="0"/>
                        </a:spcAft>
                        <a:buClr>
                          <a:schemeClr val="dk1"/>
                        </a:buClr>
                        <a:buSzPts val="1600"/>
                        <a:buFont typeface="Wingdings" panose="05000000000000000000" pitchFamily="2" charset="2"/>
                        <a:buChar char="§"/>
                      </a:pPr>
                      <a:endParaRPr sz="1800" b="0" dirty="0">
                        <a:solidFill>
                          <a:schemeClr val="tx1"/>
                        </a:solidFill>
                        <a:latin typeface="Times New Roman" panose="02020603050405020304" pitchFamily="18" charset="0"/>
                        <a:ea typeface="Arial"/>
                        <a:cs typeface="Times New Roman" panose="02020603050405020304" pitchFamily="18" charset="0"/>
                        <a:sym typeface="Arial"/>
                      </a:endParaRPr>
                    </a:p>
                  </a:txBody>
                  <a:tcPr marL="121933" marR="121933" marT="60967" marB="60967"/>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321310" marR="0" lvl="0" indent="-285750" algn="l" defTabSz="914400" rtl="0" eaLnBrk="1" fontAlgn="auto" latinLnBrk="0" hangingPunct="1">
                        <a:lnSpc>
                          <a:spcPct val="117500"/>
                        </a:lnSpc>
                        <a:spcBef>
                          <a:spcPts val="0"/>
                        </a:spcBef>
                        <a:spcAft>
                          <a:spcPts val="0"/>
                        </a:spcAft>
                        <a:buClr>
                          <a:srgbClr val="000000"/>
                        </a:buClr>
                        <a:buSzPts val="1600"/>
                        <a:buFont typeface="Wingdings" panose="05000000000000000000" pitchFamily="2" charset="2"/>
                        <a:buChar char="§"/>
                        <a:tabLst/>
                        <a:defRPr/>
                      </a:pPr>
                      <a:r>
                        <a:rPr lang="fr-CD" sz="1800" b="0" baseline="0" dirty="0">
                          <a:solidFill>
                            <a:schemeClr val="tx1"/>
                          </a:solidFill>
                          <a:effectLst/>
                          <a:latin typeface="Times New Roman" panose="02020603050405020304" pitchFamily="18" charset="0"/>
                          <a:cs typeface="Times New Roman" panose="02020603050405020304" pitchFamily="18" charset="0"/>
                        </a:rPr>
                        <a:t>Faible maintenance des réfrigérateurs au niveau opérationnel ;</a:t>
                      </a:r>
                    </a:p>
                    <a:p>
                      <a:pPr marL="321310" marR="0" lvl="0" indent="-285750" algn="l" defTabSz="914400" rtl="0" eaLnBrk="1" fontAlgn="auto" latinLnBrk="0" hangingPunct="1">
                        <a:lnSpc>
                          <a:spcPct val="117500"/>
                        </a:lnSpc>
                        <a:spcBef>
                          <a:spcPts val="0"/>
                        </a:spcBef>
                        <a:spcAft>
                          <a:spcPts val="0"/>
                        </a:spcAft>
                        <a:buClr>
                          <a:srgbClr val="000000"/>
                        </a:buClr>
                        <a:buSzPts val="1600"/>
                        <a:buFont typeface="Wingdings" panose="05000000000000000000" pitchFamily="2" charset="2"/>
                        <a:buChar char="§"/>
                        <a:tabLst/>
                        <a:defRPr/>
                      </a:pPr>
                      <a:r>
                        <a:rPr lang="fr-FR" sz="1800" b="0" dirty="0">
                          <a:solidFill>
                            <a:schemeClr val="tx1"/>
                          </a:solidFill>
                          <a:latin typeface="Times New Roman" panose="02020603050405020304" pitchFamily="18" charset="0"/>
                          <a:cs typeface="Times New Roman" panose="02020603050405020304" pitchFamily="18" charset="0"/>
                          <a:sym typeface="Arial"/>
                        </a:rPr>
                        <a:t>Insuffisance des capacités de stockage des intrants sec au niveau intermédiaire;</a:t>
                      </a:r>
                    </a:p>
                    <a:p>
                      <a:pPr marL="321310" marR="0" lvl="0" indent="-285750" algn="l" defTabSz="914400" rtl="0" eaLnBrk="1" fontAlgn="auto" latinLnBrk="0" hangingPunct="1">
                        <a:lnSpc>
                          <a:spcPct val="117500"/>
                        </a:lnSpc>
                        <a:spcBef>
                          <a:spcPts val="0"/>
                        </a:spcBef>
                        <a:spcAft>
                          <a:spcPts val="0"/>
                        </a:spcAft>
                        <a:buClr>
                          <a:srgbClr val="000000"/>
                        </a:buClr>
                        <a:buSzPts val="1600"/>
                        <a:buFont typeface="Wingdings" panose="05000000000000000000" pitchFamily="2" charset="2"/>
                        <a:buChar char="§"/>
                        <a:tabLst/>
                        <a:defRPr/>
                      </a:pPr>
                      <a:r>
                        <a:rPr lang="fr-FR" sz="1800" b="0" dirty="0">
                          <a:solidFill>
                            <a:schemeClr val="tx1"/>
                          </a:solidFill>
                          <a:latin typeface="Times New Roman" panose="02020603050405020304" pitchFamily="18" charset="0"/>
                          <a:cs typeface="Times New Roman" panose="02020603050405020304" pitchFamily="18" charset="0"/>
                          <a:sym typeface="Arial"/>
                        </a:rPr>
                        <a:t>Insuffisance des pièces de rechange  (Réfrigérateurs et  congélateurs, groupes électrogènes pour  assurer la maintenance curative.</a:t>
                      </a:r>
                      <a:endParaRPr lang="fr-FR" sz="1800" b="0" dirty="0">
                        <a:solidFill>
                          <a:schemeClr val="tx1"/>
                        </a:solidFill>
                        <a:latin typeface="Times New Roman" panose="02020603050405020304" pitchFamily="18" charset="0"/>
                        <a:ea typeface="Arial"/>
                        <a:cs typeface="Times New Roman" panose="02020603050405020304" pitchFamily="18" charset="0"/>
                        <a:sym typeface="Arial"/>
                      </a:endParaRPr>
                    </a:p>
                  </a:txBody>
                  <a:tcPr marL="121933" marR="121933" marT="60967" marB="60967"/>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l" rtl="0">
                        <a:lnSpc>
                          <a:spcPct val="100000"/>
                        </a:lnSpc>
                        <a:spcBef>
                          <a:spcPts val="0"/>
                        </a:spcBef>
                        <a:spcAft>
                          <a:spcPts val="0"/>
                        </a:spcAft>
                        <a:buClr>
                          <a:schemeClr val="dk1"/>
                        </a:buClr>
                        <a:buSzPts val="1800"/>
                        <a:buFont typeface="Wingdings" panose="05000000000000000000" pitchFamily="2" charset="2"/>
                        <a:buNone/>
                      </a:pPr>
                      <a:endParaRPr sz="1800" b="0" dirty="0">
                        <a:solidFill>
                          <a:srgbClr val="FF0000"/>
                        </a:solidFill>
                        <a:latin typeface="Times New Roman" panose="02020603050405020304" pitchFamily="18" charset="0"/>
                        <a:ea typeface="Arial"/>
                        <a:cs typeface="Times New Roman" panose="02020603050405020304" pitchFamily="18" charset="0"/>
                        <a:sym typeface="Arial"/>
                      </a:endParaRPr>
                    </a:p>
                  </a:txBody>
                  <a:tcPr marL="121933" marR="121933" marT="60967" marB="60967"/>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379095" marR="0" lvl="0" indent="-342900" algn="l" rtl="0">
                        <a:lnSpc>
                          <a:spcPct val="100000"/>
                        </a:lnSpc>
                        <a:spcBef>
                          <a:spcPts val="0"/>
                        </a:spcBef>
                        <a:spcAft>
                          <a:spcPts val="0"/>
                        </a:spcAft>
                        <a:buClr>
                          <a:schemeClr val="tx1"/>
                        </a:buClr>
                        <a:buSzPts val="1800"/>
                        <a:buFont typeface="Wingdings" panose="05000000000000000000" pitchFamily="2" charset="2"/>
                        <a:buChar char="§"/>
                      </a:pPr>
                      <a:r>
                        <a:rPr lang="fr-FR" sz="1800" b="0" dirty="0">
                          <a:solidFill>
                            <a:schemeClr val="tx1"/>
                          </a:solidFill>
                          <a:latin typeface="Times New Roman" panose="02020603050405020304" pitchFamily="18" charset="0"/>
                          <a:cs typeface="Times New Roman" panose="02020603050405020304" pitchFamily="18" charset="0"/>
                        </a:rPr>
                        <a:t>L’instabilité de la fourniture en électricité du réseau public ;</a:t>
                      </a:r>
                    </a:p>
                    <a:p>
                      <a:pPr marL="36195" marR="0" lvl="0" indent="0" algn="l" rtl="0">
                        <a:lnSpc>
                          <a:spcPct val="100000"/>
                        </a:lnSpc>
                        <a:spcBef>
                          <a:spcPts val="0"/>
                        </a:spcBef>
                        <a:spcAft>
                          <a:spcPts val="0"/>
                        </a:spcAft>
                        <a:buClr>
                          <a:srgbClr val="C00000"/>
                        </a:buClr>
                        <a:buSzPts val="1800"/>
                        <a:buFont typeface="Arial"/>
                        <a:buNone/>
                      </a:pPr>
                      <a:endParaRPr lang="fr-FR" sz="1800" b="0" dirty="0">
                        <a:solidFill>
                          <a:srgbClr val="FF0000"/>
                        </a:solidFill>
                        <a:latin typeface="Times New Roman" panose="02020603050405020304" pitchFamily="18" charset="0"/>
                        <a:ea typeface="Arial"/>
                        <a:cs typeface="Times New Roman" panose="02020603050405020304" pitchFamily="18" charset="0"/>
                        <a:sym typeface="Arial"/>
                      </a:endParaRPr>
                    </a:p>
                  </a:txBody>
                  <a:tcPr marL="121933" marR="121933" marT="60967" marB="60967"/>
                </a:tc>
                <a:extLst>
                  <a:ext uri="{0D108BD9-81ED-4DB2-BD59-A6C34878D82A}">
                    <a16:rowId xmlns:a16="http://schemas.microsoft.com/office/drawing/2014/main" val="10001"/>
                  </a:ext>
                </a:extLst>
              </a:tr>
            </a:tbl>
          </a:graphicData>
        </a:graphic>
      </p:graphicFrame>
      <p:sp>
        <p:nvSpPr>
          <p:cNvPr id="4" name="Organigramme : Données stockées 3">
            <a:extLst>
              <a:ext uri="{FF2B5EF4-FFF2-40B4-BE49-F238E27FC236}">
                <a16:creationId xmlns:a16="http://schemas.microsoft.com/office/drawing/2014/main" id="{D6C2117E-6003-FDAA-1A3A-18EC5F021C3C}"/>
              </a:ext>
            </a:extLst>
          </p:cNvPr>
          <p:cNvSpPr/>
          <p:nvPr/>
        </p:nvSpPr>
        <p:spPr>
          <a:xfrm>
            <a:off x="11439526" y="314326"/>
            <a:ext cx="552449" cy="438149"/>
          </a:xfrm>
          <a:prstGeom prst="flowChartOnlineStorage">
            <a:avLst/>
          </a:prstGeom>
          <a:solidFill>
            <a:srgbClr val="0070C0"/>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600" dirty="0">
                <a:latin typeface="Times New Roman" panose="02020603050405020304" pitchFamily="18" charset="0"/>
                <a:cs typeface="Times New Roman" panose="02020603050405020304" pitchFamily="18" charset="0"/>
              </a:rPr>
              <a:t>4</a:t>
            </a:r>
          </a:p>
        </p:txBody>
      </p:sp>
    </p:spTree>
    <p:extLst>
      <p:ext uri="{BB962C8B-B14F-4D97-AF65-F5344CB8AC3E}">
        <p14:creationId xmlns:p14="http://schemas.microsoft.com/office/powerpoint/2010/main" val="35461059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247">
          <a:extLst>
            <a:ext uri="{FF2B5EF4-FFF2-40B4-BE49-F238E27FC236}">
              <a16:creationId xmlns:a16="http://schemas.microsoft.com/office/drawing/2014/main" id="{B89712BC-B576-5199-CF00-1F77431C281D}"/>
            </a:ext>
          </a:extLst>
        </p:cNvPr>
        <p:cNvGrpSpPr/>
        <p:nvPr/>
      </p:nvGrpSpPr>
      <p:grpSpPr>
        <a:xfrm>
          <a:off x="0" y="0"/>
          <a:ext cx="0" cy="0"/>
          <a:chOff x="0" y="0"/>
          <a:chExt cx="0" cy="0"/>
        </a:xfrm>
      </p:grpSpPr>
      <p:sp>
        <p:nvSpPr>
          <p:cNvPr id="2248" name="Google Shape;2248;p24">
            <a:extLst>
              <a:ext uri="{FF2B5EF4-FFF2-40B4-BE49-F238E27FC236}">
                <a16:creationId xmlns:a16="http://schemas.microsoft.com/office/drawing/2014/main" id="{BED0EE98-3193-17DE-CD5B-7B35C4CC6694}"/>
              </a:ext>
            </a:extLst>
          </p:cNvPr>
          <p:cNvSpPr txBox="1"/>
          <p:nvPr/>
        </p:nvSpPr>
        <p:spPr>
          <a:xfrm>
            <a:off x="458592" y="317941"/>
            <a:ext cx="11274800" cy="731600"/>
          </a:xfrm>
          <a:prstGeom prst="rect">
            <a:avLst/>
          </a:prstGeom>
          <a:noFill/>
          <a:ln>
            <a:noFill/>
          </a:ln>
        </p:spPr>
        <p:txBody>
          <a:bodyPr spcFirstLastPara="1" wrap="square" lIns="0" tIns="0" rIns="0" bIns="0" anchor="t" anchorCtr="0">
            <a:noAutofit/>
          </a:bodyPr>
          <a:lstStyle/>
          <a:p>
            <a:pPr>
              <a:buClr>
                <a:schemeClr val="dk1"/>
              </a:buClr>
              <a:buSzPts val="2200"/>
            </a:pPr>
            <a:r>
              <a:rPr lang="en-GB" sz="2933" b="1" dirty="0">
                <a:solidFill>
                  <a:srgbClr val="0070C0"/>
                </a:solidFill>
                <a:latin typeface="Times New Roman"/>
                <a:ea typeface="Times New Roman"/>
                <a:cs typeface="Times New Roman"/>
                <a:sym typeface="Times New Roman"/>
              </a:rPr>
              <a:t>Analyse FFOM</a:t>
            </a:r>
            <a:endParaRPr sz="2933" dirty="0">
              <a:solidFill>
                <a:srgbClr val="0070C0"/>
              </a:solidFill>
              <a:latin typeface="Times New Roman"/>
              <a:ea typeface="Times New Roman"/>
              <a:cs typeface="Times New Roman"/>
              <a:sym typeface="Times New Roman"/>
            </a:endParaRPr>
          </a:p>
        </p:txBody>
      </p:sp>
      <p:sp>
        <p:nvSpPr>
          <p:cNvPr id="2249" name="Google Shape;2249;p24">
            <a:extLst>
              <a:ext uri="{FF2B5EF4-FFF2-40B4-BE49-F238E27FC236}">
                <a16:creationId xmlns:a16="http://schemas.microsoft.com/office/drawing/2014/main" id="{AFF8F2A0-5CE8-6558-2958-8C49716A459C}"/>
              </a:ext>
            </a:extLst>
          </p:cNvPr>
          <p:cNvSpPr/>
          <p:nvPr/>
        </p:nvSpPr>
        <p:spPr>
          <a:xfrm>
            <a:off x="0" y="272241"/>
            <a:ext cx="235600" cy="655200"/>
          </a:xfrm>
          <a:prstGeom prst="rect">
            <a:avLst/>
          </a:prstGeom>
          <a:solidFill>
            <a:srgbClr val="0070C0"/>
          </a:solidFill>
          <a:ln>
            <a:noFill/>
          </a:ln>
        </p:spPr>
        <p:txBody>
          <a:bodyPr spcFirstLastPara="1" wrap="square" lIns="91400" tIns="91400" rIns="91400" bIns="91400"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grpSp>
        <p:nvGrpSpPr>
          <p:cNvPr id="2250" name="Google Shape;2250;p24">
            <a:extLst>
              <a:ext uri="{FF2B5EF4-FFF2-40B4-BE49-F238E27FC236}">
                <a16:creationId xmlns:a16="http://schemas.microsoft.com/office/drawing/2014/main" id="{892B0697-44ED-34B6-1640-18580149665B}"/>
              </a:ext>
            </a:extLst>
          </p:cNvPr>
          <p:cNvGrpSpPr/>
          <p:nvPr/>
        </p:nvGrpSpPr>
        <p:grpSpPr>
          <a:xfrm>
            <a:off x="117174" y="6277328"/>
            <a:ext cx="3141409" cy="430360"/>
            <a:chOff x="238125" y="2363000"/>
            <a:chExt cx="7122300" cy="975725"/>
          </a:xfrm>
        </p:grpSpPr>
        <p:sp>
          <p:nvSpPr>
            <p:cNvPr id="2251" name="Google Shape;2251;p24">
              <a:extLst>
                <a:ext uri="{FF2B5EF4-FFF2-40B4-BE49-F238E27FC236}">
                  <a16:creationId xmlns:a16="http://schemas.microsoft.com/office/drawing/2014/main" id="{B5FB90F9-B5F3-1D19-0B40-456DAB1964C9}"/>
                </a:ext>
              </a:extLst>
            </p:cNvPr>
            <p:cNvSpPr/>
            <p:nvPr/>
          </p:nvSpPr>
          <p:spPr>
            <a:xfrm>
              <a:off x="238125" y="2363000"/>
              <a:ext cx="695275" cy="955800"/>
            </a:xfrm>
            <a:custGeom>
              <a:avLst/>
              <a:gdLst/>
              <a:ahLst/>
              <a:cxnLst/>
              <a:rect l="l" t="t" r="r" b="b"/>
              <a:pathLst>
                <a:path w="27811" h="38232" extrusionOk="0">
                  <a:moveTo>
                    <a:pt x="13895" y="0"/>
                  </a:moveTo>
                  <a:cubicBezTo>
                    <a:pt x="10626" y="0"/>
                    <a:pt x="7949" y="2656"/>
                    <a:pt x="7949" y="5946"/>
                  </a:cubicBezTo>
                  <a:cubicBezTo>
                    <a:pt x="7949" y="9236"/>
                    <a:pt x="10626" y="11893"/>
                    <a:pt x="13895" y="11893"/>
                  </a:cubicBezTo>
                  <a:cubicBezTo>
                    <a:pt x="17185" y="11893"/>
                    <a:pt x="19862" y="9236"/>
                    <a:pt x="19862" y="5946"/>
                  </a:cubicBezTo>
                  <a:cubicBezTo>
                    <a:pt x="19862" y="2656"/>
                    <a:pt x="17185" y="0"/>
                    <a:pt x="13895" y="0"/>
                  </a:cubicBezTo>
                  <a:close/>
                  <a:moveTo>
                    <a:pt x="7070" y="18738"/>
                  </a:moveTo>
                  <a:lnTo>
                    <a:pt x="7070" y="26380"/>
                  </a:lnTo>
                  <a:cubicBezTo>
                    <a:pt x="5987" y="25706"/>
                    <a:pt x="5252" y="24500"/>
                    <a:pt x="5252" y="23111"/>
                  </a:cubicBezTo>
                  <a:lnTo>
                    <a:pt x="5252" y="21987"/>
                  </a:lnTo>
                  <a:cubicBezTo>
                    <a:pt x="5252" y="20618"/>
                    <a:pt x="5987" y="19412"/>
                    <a:pt x="7070" y="18738"/>
                  </a:cubicBezTo>
                  <a:close/>
                  <a:moveTo>
                    <a:pt x="20557" y="18636"/>
                  </a:moveTo>
                  <a:cubicBezTo>
                    <a:pt x="21742" y="19269"/>
                    <a:pt x="22559" y="20536"/>
                    <a:pt x="22559" y="21987"/>
                  </a:cubicBezTo>
                  <a:lnTo>
                    <a:pt x="22559" y="23131"/>
                  </a:lnTo>
                  <a:cubicBezTo>
                    <a:pt x="22559" y="24562"/>
                    <a:pt x="21742" y="25828"/>
                    <a:pt x="20557" y="26482"/>
                  </a:cubicBezTo>
                  <a:lnTo>
                    <a:pt x="20557" y="18636"/>
                  </a:lnTo>
                  <a:close/>
                  <a:moveTo>
                    <a:pt x="9052" y="12935"/>
                  </a:moveTo>
                  <a:cubicBezTo>
                    <a:pt x="4066" y="12935"/>
                    <a:pt x="0" y="17001"/>
                    <a:pt x="0" y="21987"/>
                  </a:cubicBezTo>
                  <a:lnTo>
                    <a:pt x="0" y="23111"/>
                  </a:lnTo>
                  <a:cubicBezTo>
                    <a:pt x="0" y="27443"/>
                    <a:pt x="3024" y="31060"/>
                    <a:pt x="7070" y="31959"/>
                  </a:cubicBezTo>
                  <a:lnTo>
                    <a:pt x="7070" y="38232"/>
                  </a:lnTo>
                  <a:lnTo>
                    <a:pt x="20557" y="38232"/>
                  </a:lnTo>
                  <a:lnTo>
                    <a:pt x="20557" y="31999"/>
                  </a:lnTo>
                  <a:cubicBezTo>
                    <a:pt x="24684" y="31162"/>
                    <a:pt x="27811" y="27504"/>
                    <a:pt x="27811" y="23111"/>
                  </a:cubicBezTo>
                  <a:lnTo>
                    <a:pt x="27811" y="21987"/>
                  </a:lnTo>
                  <a:cubicBezTo>
                    <a:pt x="27811" y="17001"/>
                    <a:pt x="23744" y="12935"/>
                    <a:pt x="18738" y="12935"/>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52" name="Google Shape;2252;p24">
              <a:extLst>
                <a:ext uri="{FF2B5EF4-FFF2-40B4-BE49-F238E27FC236}">
                  <a16:creationId xmlns:a16="http://schemas.microsoft.com/office/drawing/2014/main" id="{343252A8-8929-F7AF-2D87-636B13393168}"/>
                </a:ext>
              </a:extLst>
            </p:cNvPr>
            <p:cNvSpPr/>
            <p:nvPr/>
          </p:nvSpPr>
          <p:spPr>
            <a:xfrm>
              <a:off x="238125" y="2791600"/>
              <a:ext cx="695275" cy="547125"/>
            </a:xfrm>
            <a:custGeom>
              <a:avLst/>
              <a:gdLst/>
              <a:ahLst/>
              <a:cxnLst/>
              <a:rect l="l" t="t" r="r" b="b"/>
              <a:pathLst>
                <a:path w="27811" h="21885" extrusionOk="0">
                  <a:moveTo>
                    <a:pt x="13895" y="0"/>
                  </a:moveTo>
                  <a:cubicBezTo>
                    <a:pt x="11443" y="0"/>
                    <a:pt x="9441" y="2003"/>
                    <a:pt x="9441" y="4475"/>
                  </a:cubicBezTo>
                  <a:cubicBezTo>
                    <a:pt x="9441" y="6927"/>
                    <a:pt x="11443" y="8930"/>
                    <a:pt x="13895" y="8930"/>
                  </a:cubicBezTo>
                  <a:cubicBezTo>
                    <a:pt x="16368" y="8930"/>
                    <a:pt x="18370" y="6927"/>
                    <a:pt x="18370" y="4475"/>
                  </a:cubicBezTo>
                  <a:cubicBezTo>
                    <a:pt x="18370" y="2003"/>
                    <a:pt x="16368" y="0"/>
                    <a:pt x="13895" y="0"/>
                  </a:cubicBezTo>
                  <a:close/>
                  <a:moveTo>
                    <a:pt x="0" y="5987"/>
                  </a:moveTo>
                  <a:cubicBezTo>
                    <a:pt x="0" y="10973"/>
                    <a:pt x="4066" y="15039"/>
                    <a:pt x="9052" y="15039"/>
                  </a:cubicBezTo>
                  <a:lnTo>
                    <a:pt x="9686" y="15039"/>
                  </a:lnTo>
                  <a:lnTo>
                    <a:pt x="9686" y="21885"/>
                  </a:lnTo>
                  <a:lnTo>
                    <a:pt x="17941" y="21885"/>
                  </a:lnTo>
                  <a:lnTo>
                    <a:pt x="17941" y="15039"/>
                  </a:lnTo>
                  <a:lnTo>
                    <a:pt x="18738" y="15039"/>
                  </a:lnTo>
                  <a:cubicBezTo>
                    <a:pt x="23744" y="15039"/>
                    <a:pt x="27811" y="10973"/>
                    <a:pt x="27811" y="5987"/>
                  </a:cubicBezTo>
                  <a:lnTo>
                    <a:pt x="22559" y="5987"/>
                  </a:lnTo>
                  <a:cubicBezTo>
                    <a:pt x="22559" y="8092"/>
                    <a:pt x="20843" y="9788"/>
                    <a:pt x="18738" y="9788"/>
                  </a:cubicBezTo>
                  <a:lnTo>
                    <a:pt x="9052" y="9788"/>
                  </a:lnTo>
                  <a:cubicBezTo>
                    <a:pt x="6948" y="9788"/>
                    <a:pt x="5252" y="8092"/>
                    <a:pt x="5252" y="5987"/>
                  </a:cubicBezTo>
                  <a:close/>
                </a:path>
              </a:pathLst>
            </a:custGeom>
            <a:solidFill>
              <a:srgbClr val="64C8FA"/>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53" name="Google Shape;2253;p24">
              <a:extLst>
                <a:ext uri="{FF2B5EF4-FFF2-40B4-BE49-F238E27FC236}">
                  <a16:creationId xmlns:a16="http://schemas.microsoft.com/office/drawing/2014/main" id="{24560264-16AB-A473-624D-AD8079329328}"/>
                </a:ext>
              </a:extLst>
            </p:cNvPr>
            <p:cNvSpPr/>
            <p:nvPr/>
          </p:nvSpPr>
          <p:spPr>
            <a:xfrm>
              <a:off x="1191350" y="2441650"/>
              <a:ext cx="614600" cy="794900"/>
            </a:xfrm>
            <a:custGeom>
              <a:avLst/>
              <a:gdLst/>
              <a:ahLst/>
              <a:cxnLst/>
              <a:rect l="l" t="t" r="r" b="b"/>
              <a:pathLst>
                <a:path w="24584" h="31796" extrusionOk="0">
                  <a:moveTo>
                    <a:pt x="12568" y="5620"/>
                  </a:moveTo>
                  <a:cubicBezTo>
                    <a:pt x="15653" y="5620"/>
                    <a:pt x="17799" y="6969"/>
                    <a:pt x="17799" y="10218"/>
                  </a:cubicBezTo>
                  <a:cubicBezTo>
                    <a:pt x="17799" y="13119"/>
                    <a:pt x="15797" y="14775"/>
                    <a:pt x="12629" y="14775"/>
                  </a:cubicBezTo>
                  <a:lnTo>
                    <a:pt x="6908" y="14775"/>
                  </a:lnTo>
                  <a:lnTo>
                    <a:pt x="6908" y="5620"/>
                  </a:lnTo>
                  <a:close/>
                  <a:moveTo>
                    <a:pt x="1" y="1"/>
                  </a:moveTo>
                  <a:lnTo>
                    <a:pt x="1" y="31796"/>
                  </a:lnTo>
                  <a:lnTo>
                    <a:pt x="6908" y="31796"/>
                  </a:lnTo>
                  <a:lnTo>
                    <a:pt x="6908" y="20333"/>
                  </a:lnTo>
                  <a:lnTo>
                    <a:pt x="13876" y="20333"/>
                  </a:lnTo>
                  <a:cubicBezTo>
                    <a:pt x="21355" y="20333"/>
                    <a:pt x="24583" y="15122"/>
                    <a:pt x="24583" y="10136"/>
                  </a:cubicBezTo>
                  <a:cubicBezTo>
                    <a:pt x="24583" y="3883"/>
                    <a:pt x="20251" y="1"/>
                    <a:pt x="13651"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54" name="Google Shape;2254;p24">
              <a:extLst>
                <a:ext uri="{FF2B5EF4-FFF2-40B4-BE49-F238E27FC236}">
                  <a16:creationId xmlns:a16="http://schemas.microsoft.com/office/drawing/2014/main" id="{9FB54F04-56FB-D4D9-96EF-5BD646591143}"/>
                </a:ext>
              </a:extLst>
            </p:cNvPr>
            <p:cNvSpPr/>
            <p:nvPr/>
          </p:nvSpPr>
          <p:spPr>
            <a:xfrm>
              <a:off x="1911675" y="2441650"/>
              <a:ext cx="571650" cy="794900"/>
            </a:xfrm>
            <a:custGeom>
              <a:avLst/>
              <a:gdLst/>
              <a:ahLst/>
              <a:cxnLst/>
              <a:rect l="l" t="t" r="r" b="b"/>
              <a:pathLst>
                <a:path w="22866" h="31796" extrusionOk="0">
                  <a:moveTo>
                    <a:pt x="0" y="1"/>
                  </a:moveTo>
                  <a:lnTo>
                    <a:pt x="0" y="31796"/>
                  </a:lnTo>
                  <a:lnTo>
                    <a:pt x="22866" y="31796"/>
                  </a:lnTo>
                  <a:lnTo>
                    <a:pt x="22866" y="25952"/>
                  </a:lnTo>
                  <a:lnTo>
                    <a:pt x="6907" y="25952"/>
                  </a:lnTo>
                  <a:lnTo>
                    <a:pt x="6907" y="18596"/>
                  </a:lnTo>
                  <a:lnTo>
                    <a:pt x="20598" y="18596"/>
                  </a:lnTo>
                  <a:lnTo>
                    <a:pt x="20598" y="12752"/>
                  </a:lnTo>
                  <a:lnTo>
                    <a:pt x="6907" y="12752"/>
                  </a:lnTo>
                  <a:lnTo>
                    <a:pt x="6907" y="5845"/>
                  </a:lnTo>
                  <a:lnTo>
                    <a:pt x="22743" y="5845"/>
                  </a:lnTo>
                  <a:lnTo>
                    <a:pt x="22743"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55" name="Google Shape;2255;p24">
              <a:extLst>
                <a:ext uri="{FF2B5EF4-FFF2-40B4-BE49-F238E27FC236}">
                  <a16:creationId xmlns:a16="http://schemas.microsoft.com/office/drawing/2014/main" id="{4B19F768-9E3A-CE73-6EA7-FBB650FB2DF7}"/>
                </a:ext>
              </a:extLst>
            </p:cNvPr>
            <p:cNvSpPr/>
            <p:nvPr/>
          </p:nvSpPr>
          <p:spPr>
            <a:xfrm>
              <a:off x="2542575" y="2441650"/>
              <a:ext cx="692225" cy="798475"/>
            </a:xfrm>
            <a:custGeom>
              <a:avLst/>
              <a:gdLst/>
              <a:ahLst/>
              <a:cxnLst/>
              <a:rect l="l" t="t" r="r" b="b"/>
              <a:pathLst>
                <a:path w="27689" h="31939" extrusionOk="0">
                  <a:moveTo>
                    <a:pt x="0" y="1"/>
                  </a:moveTo>
                  <a:lnTo>
                    <a:pt x="10299" y="31939"/>
                  </a:lnTo>
                  <a:lnTo>
                    <a:pt x="17267" y="31939"/>
                  </a:lnTo>
                  <a:lnTo>
                    <a:pt x="27688" y="1"/>
                  </a:lnTo>
                  <a:lnTo>
                    <a:pt x="20965" y="1"/>
                  </a:lnTo>
                  <a:lnTo>
                    <a:pt x="14181" y="22928"/>
                  </a:lnTo>
                  <a:lnTo>
                    <a:pt x="14038" y="22928"/>
                  </a:lnTo>
                  <a:lnTo>
                    <a:pt x="7315"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56" name="Google Shape;2256;p24">
              <a:extLst>
                <a:ext uri="{FF2B5EF4-FFF2-40B4-BE49-F238E27FC236}">
                  <a16:creationId xmlns:a16="http://schemas.microsoft.com/office/drawing/2014/main" id="{DD5685D8-F54E-6FC5-9D0E-7E73D0148250}"/>
                </a:ext>
              </a:extLst>
            </p:cNvPr>
            <p:cNvSpPr/>
            <p:nvPr/>
          </p:nvSpPr>
          <p:spPr>
            <a:xfrm>
              <a:off x="3487650" y="2440125"/>
              <a:ext cx="140000" cy="188025"/>
            </a:xfrm>
            <a:custGeom>
              <a:avLst/>
              <a:gdLst/>
              <a:ahLst/>
              <a:cxnLst/>
              <a:rect l="l" t="t" r="r" b="b"/>
              <a:pathLst>
                <a:path w="5600" h="7521" extrusionOk="0">
                  <a:moveTo>
                    <a:pt x="2861" y="1186"/>
                  </a:moveTo>
                  <a:cubicBezTo>
                    <a:pt x="3637" y="1186"/>
                    <a:pt x="4230" y="1472"/>
                    <a:pt x="4230" y="2350"/>
                  </a:cubicBezTo>
                  <a:cubicBezTo>
                    <a:pt x="4230" y="3127"/>
                    <a:pt x="3699" y="3515"/>
                    <a:pt x="2881" y="3515"/>
                  </a:cubicBezTo>
                  <a:lnTo>
                    <a:pt x="1390" y="3515"/>
                  </a:lnTo>
                  <a:lnTo>
                    <a:pt x="1390" y="1186"/>
                  </a:lnTo>
                  <a:close/>
                  <a:moveTo>
                    <a:pt x="0" y="1"/>
                  </a:moveTo>
                  <a:lnTo>
                    <a:pt x="0" y="7520"/>
                  </a:lnTo>
                  <a:lnTo>
                    <a:pt x="1390" y="7520"/>
                  </a:lnTo>
                  <a:lnTo>
                    <a:pt x="1390" y="4700"/>
                  </a:lnTo>
                  <a:lnTo>
                    <a:pt x="3127" y="4700"/>
                  </a:lnTo>
                  <a:cubicBezTo>
                    <a:pt x="4823" y="4700"/>
                    <a:pt x="5599" y="3515"/>
                    <a:pt x="5599" y="2371"/>
                  </a:cubicBezTo>
                  <a:cubicBezTo>
                    <a:pt x="5599" y="818"/>
                    <a:pt x="4496" y="1"/>
                    <a:pt x="3045"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57" name="Google Shape;2257;p24">
              <a:extLst>
                <a:ext uri="{FF2B5EF4-FFF2-40B4-BE49-F238E27FC236}">
                  <a16:creationId xmlns:a16="http://schemas.microsoft.com/office/drawing/2014/main" id="{0A22CECA-997B-DB25-556A-61E2818C4AAE}"/>
                </a:ext>
              </a:extLst>
            </p:cNvPr>
            <p:cNvSpPr/>
            <p:nvPr/>
          </p:nvSpPr>
          <p:spPr>
            <a:xfrm>
              <a:off x="3650100" y="2490700"/>
              <a:ext cx="86850" cy="137450"/>
            </a:xfrm>
            <a:custGeom>
              <a:avLst/>
              <a:gdLst/>
              <a:ahLst/>
              <a:cxnLst/>
              <a:rect l="l" t="t" r="r" b="b"/>
              <a:pathLst>
                <a:path w="3474" h="5498" extrusionOk="0">
                  <a:moveTo>
                    <a:pt x="3045" y="0"/>
                  </a:moveTo>
                  <a:cubicBezTo>
                    <a:pt x="2391" y="0"/>
                    <a:pt x="1594" y="430"/>
                    <a:pt x="1287" y="1002"/>
                  </a:cubicBezTo>
                  <a:lnTo>
                    <a:pt x="1267" y="1002"/>
                  </a:lnTo>
                  <a:lnTo>
                    <a:pt x="1267" y="103"/>
                  </a:lnTo>
                  <a:lnTo>
                    <a:pt x="0" y="103"/>
                  </a:lnTo>
                  <a:lnTo>
                    <a:pt x="0" y="5497"/>
                  </a:lnTo>
                  <a:lnTo>
                    <a:pt x="1287" y="5497"/>
                  </a:lnTo>
                  <a:lnTo>
                    <a:pt x="1287" y="2739"/>
                  </a:lnTo>
                  <a:cubicBezTo>
                    <a:pt x="1287" y="1737"/>
                    <a:pt x="2023" y="1165"/>
                    <a:pt x="2984" y="1165"/>
                  </a:cubicBezTo>
                  <a:cubicBezTo>
                    <a:pt x="3167" y="1165"/>
                    <a:pt x="3310" y="1165"/>
                    <a:pt x="3474" y="1206"/>
                  </a:cubicBezTo>
                  <a:lnTo>
                    <a:pt x="3474" y="21"/>
                  </a:lnTo>
                  <a:cubicBezTo>
                    <a:pt x="3331" y="0"/>
                    <a:pt x="3188" y="0"/>
                    <a:pt x="3045"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58" name="Google Shape;2258;p24">
              <a:extLst>
                <a:ext uri="{FF2B5EF4-FFF2-40B4-BE49-F238E27FC236}">
                  <a16:creationId xmlns:a16="http://schemas.microsoft.com/office/drawing/2014/main" id="{80D9D791-F9B6-7C52-6E26-D32C07C9DB0B}"/>
                </a:ext>
              </a:extLst>
            </p:cNvPr>
            <p:cNvSpPr/>
            <p:nvPr/>
          </p:nvSpPr>
          <p:spPr>
            <a:xfrm>
              <a:off x="3752775" y="2490700"/>
              <a:ext cx="122625" cy="140500"/>
            </a:xfrm>
            <a:custGeom>
              <a:avLst/>
              <a:gdLst/>
              <a:ahLst/>
              <a:cxnLst/>
              <a:rect l="l" t="t" r="r" b="b"/>
              <a:pathLst>
                <a:path w="4905" h="5620" extrusionOk="0">
                  <a:moveTo>
                    <a:pt x="2432" y="1104"/>
                  </a:moveTo>
                  <a:cubicBezTo>
                    <a:pt x="3106" y="1104"/>
                    <a:pt x="3597" y="1472"/>
                    <a:pt x="3597" y="2126"/>
                  </a:cubicBezTo>
                  <a:lnTo>
                    <a:pt x="3597" y="3474"/>
                  </a:lnTo>
                  <a:cubicBezTo>
                    <a:pt x="3597" y="4251"/>
                    <a:pt x="3025" y="4537"/>
                    <a:pt x="2473" y="4537"/>
                  </a:cubicBezTo>
                  <a:cubicBezTo>
                    <a:pt x="1819" y="4537"/>
                    <a:pt x="1308" y="4149"/>
                    <a:pt x="1308" y="3495"/>
                  </a:cubicBezTo>
                  <a:lnTo>
                    <a:pt x="1308" y="2166"/>
                  </a:lnTo>
                  <a:cubicBezTo>
                    <a:pt x="1308" y="1390"/>
                    <a:pt x="1901" y="1104"/>
                    <a:pt x="2432" y="1104"/>
                  </a:cubicBezTo>
                  <a:close/>
                  <a:moveTo>
                    <a:pt x="2432" y="0"/>
                  </a:moveTo>
                  <a:cubicBezTo>
                    <a:pt x="1247" y="0"/>
                    <a:pt x="0" y="797"/>
                    <a:pt x="0" y="2269"/>
                  </a:cubicBezTo>
                  <a:lnTo>
                    <a:pt x="0" y="3495"/>
                  </a:lnTo>
                  <a:cubicBezTo>
                    <a:pt x="0" y="4884"/>
                    <a:pt x="1165" y="5620"/>
                    <a:pt x="2473" y="5620"/>
                  </a:cubicBezTo>
                  <a:cubicBezTo>
                    <a:pt x="3679" y="5620"/>
                    <a:pt x="4905" y="4823"/>
                    <a:pt x="4905" y="3352"/>
                  </a:cubicBezTo>
                  <a:lnTo>
                    <a:pt x="4905" y="2248"/>
                  </a:lnTo>
                  <a:cubicBezTo>
                    <a:pt x="4905" y="859"/>
                    <a:pt x="3740" y="0"/>
                    <a:pt x="2432"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59" name="Google Shape;2259;p24">
              <a:extLst>
                <a:ext uri="{FF2B5EF4-FFF2-40B4-BE49-F238E27FC236}">
                  <a16:creationId xmlns:a16="http://schemas.microsoft.com/office/drawing/2014/main" id="{23B3ED84-C117-75B1-E82E-D48ABDC01F8C}"/>
                </a:ext>
              </a:extLst>
            </p:cNvPr>
            <p:cNvSpPr/>
            <p:nvPr/>
          </p:nvSpPr>
          <p:spPr>
            <a:xfrm>
              <a:off x="3897850" y="2490700"/>
              <a:ext cx="121100" cy="189050"/>
            </a:xfrm>
            <a:custGeom>
              <a:avLst/>
              <a:gdLst/>
              <a:ahLst/>
              <a:cxnLst/>
              <a:rect l="l" t="t" r="r" b="b"/>
              <a:pathLst>
                <a:path w="4844" h="7562" extrusionOk="0">
                  <a:moveTo>
                    <a:pt x="2432" y="1104"/>
                  </a:moveTo>
                  <a:cubicBezTo>
                    <a:pt x="3086" y="1104"/>
                    <a:pt x="3597" y="1472"/>
                    <a:pt x="3597" y="2126"/>
                  </a:cubicBezTo>
                  <a:lnTo>
                    <a:pt x="3597" y="3331"/>
                  </a:lnTo>
                  <a:cubicBezTo>
                    <a:pt x="3597" y="4108"/>
                    <a:pt x="3004" y="4394"/>
                    <a:pt x="2473" y="4394"/>
                  </a:cubicBezTo>
                  <a:cubicBezTo>
                    <a:pt x="1799" y="4394"/>
                    <a:pt x="1308" y="4006"/>
                    <a:pt x="1308" y="3352"/>
                  </a:cubicBezTo>
                  <a:lnTo>
                    <a:pt x="1308" y="2166"/>
                  </a:lnTo>
                  <a:cubicBezTo>
                    <a:pt x="1308" y="1390"/>
                    <a:pt x="1901" y="1104"/>
                    <a:pt x="2432" y="1104"/>
                  </a:cubicBezTo>
                  <a:close/>
                  <a:moveTo>
                    <a:pt x="2105" y="0"/>
                  </a:moveTo>
                  <a:cubicBezTo>
                    <a:pt x="920" y="0"/>
                    <a:pt x="1" y="797"/>
                    <a:pt x="1" y="2269"/>
                  </a:cubicBezTo>
                  <a:lnTo>
                    <a:pt x="1" y="3290"/>
                  </a:lnTo>
                  <a:cubicBezTo>
                    <a:pt x="1" y="4680"/>
                    <a:pt x="818" y="5415"/>
                    <a:pt x="2126" y="5415"/>
                  </a:cubicBezTo>
                  <a:cubicBezTo>
                    <a:pt x="2739" y="5415"/>
                    <a:pt x="3229" y="5191"/>
                    <a:pt x="3577" y="4721"/>
                  </a:cubicBezTo>
                  <a:lnTo>
                    <a:pt x="3597" y="4721"/>
                  </a:lnTo>
                  <a:lnTo>
                    <a:pt x="3597" y="5272"/>
                  </a:lnTo>
                  <a:cubicBezTo>
                    <a:pt x="3597" y="6049"/>
                    <a:pt x="3168" y="6539"/>
                    <a:pt x="2391" y="6539"/>
                  </a:cubicBezTo>
                  <a:cubicBezTo>
                    <a:pt x="1921" y="6539"/>
                    <a:pt x="1554" y="6335"/>
                    <a:pt x="1308" y="5824"/>
                  </a:cubicBezTo>
                  <a:lnTo>
                    <a:pt x="82" y="6253"/>
                  </a:lnTo>
                  <a:cubicBezTo>
                    <a:pt x="348" y="7152"/>
                    <a:pt x="1390" y="7561"/>
                    <a:pt x="2269" y="7561"/>
                  </a:cubicBezTo>
                  <a:cubicBezTo>
                    <a:pt x="4128" y="7561"/>
                    <a:pt x="4844" y="6294"/>
                    <a:pt x="4844" y="5048"/>
                  </a:cubicBezTo>
                  <a:lnTo>
                    <a:pt x="4844" y="103"/>
                  </a:lnTo>
                  <a:lnTo>
                    <a:pt x="3617" y="103"/>
                  </a:lnTo>
                  <a:lnTo>
                    <a:pt x="3617" y="736"/>
                  </a:lnTo>
                  <a:lnTo>
                    <a:pt x="3597" y="736"/>
                  </a:lnTo>
                  <a:cubicBezTo>
                    <a:pt x="3311" y="327"/>
                    <a:pt x="2739" y="0"/>
                    <a:pt x="2105"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60" name="Google Shape;2260;p24">
              <a:extLst>
                <a:ext uri="{FF2B5EF4-FFF2-40B4-BE49-F238E27FC236}">
                  <a16:creationId xmlns:a16="http://schemas.microsoft.com/office/drawing/2014/main" id="{F75741DD-7882-73CA-185A-FE9D79D29DC1}"/>
                </a:ext>
              </a:extLst>
            </p:cNvPr>
            <p:cNvSpPr/>
            <p:nvPr/>
          </p:nvSpPr>
          <p:spPr>
            <a:xfrm>
              <a:off x="4051100" y="2490700"/>
              <a:ext cx="86875" cy="137450"/>
            </a:xfrm>
            <a:custGeom>
              <a:avLst/>
              <a:gdLst/>
              <a:ahLst/>
              <a:cxnLst/>
              <a:rect l="l" t="t" r="r" b="b"/>
              <a:pathLst>
                <a:path w="3475" h="5498" extrusionOk="0">
                  <a:moveTo>
                    <a:pt x="3046" y="0"/>
                  </a:moveTo>
                  <a:cubicBezTo>
                    <a:pt x="2392" y="0"/>
                    <a:pt x="1595" y="430"/>
                    <a:pt x="1288" y="1002"/>
                  </a:cubicBezTo>
                  <a:lnTo>
                    <a:pt x="1268" y="1002"/>
                  </a:lnTo>
                  <a:lnTo>
                    <a:pt x="1268" y="103"/>
                  </a:lnTo>
                  <a:lnTo>
                    <a:pt x="1" y="103"/>
                  </a:lnTo>
                  <a:lnTo>
                    <a:pt x="1" y="5497"/>
                  </a:lnTo>
                  <a:lnTo>
                    <a:pt x="1288" y="5497"/>
                  </a:lnTo>
                  <a:lnTo>
                    <a:pt x="1288" y="2739"/>
                  </a:lnTo>
                  <a:cubicBezTo>
                    <a:pt x="1288" y="1737"/>
                    <a:pt x="2024" y="1165"/>
                    <a:pt x="2984" y="1165"/>
                  </a:cubicBezTo>
                  <a:cubicBezTo>
                    <a:pt x="3168" y="1165"/>
                    <a:pt x="3311" y="1165"/>
                    <a:pt x="3475" y="1206"/>
                  </a:cubicBezTo>
                  <a:lnTo>
                    <a:pt x="3475" y="21"/>
                  </a:lnTo>
                  <a:cubicBezTo>
                    <a:pt x="3332" y="0"/>
                    <a:pt x="3189" y="0"/>
                    <a:pt x="3046"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61" name="Google Shape;2261;p24">
              <a:extLst>
                <a:ext uri="{FF2B5EF4-FFF2-40B4-BE49-F238E27FC236}">
                  <a16:creationId xmlns:a16="http://schemas.microsoft.com/office/drawing/2014/main" id="{C067879B-BA8B-893B-13C9-9BDF2129A217}"/>
                </a:ext>
              </a:extLst>
            </p:cNvPr>
            <p:cNvSpPr/>
            <p:nvPr/>
          </p:nvSpPr>
          <p:spPr>
            <a:xfrm>
              <a:off x="4149700" y="2490200"/>
              <a:ext cx="120600" cy="140500"/>
            </a:xfrm>
            <a:custGeom>
              <a:avLst/>
              <a:gdLst/>
              <a:ahLst/>
              <a:cxnLst/>
              <a:rect l="l" t="t" r="r" b="b"/>
              <a:pathLst>
                <a:path w="4824" h="5620" extrusionOk="0">
                  <a:moveTo>
                    <a:pt x="3434" y="3269"/>
                  </a:moveTo>
                  <a:lnTo>
                    <a:pt x="3434" y="3515"/>
                  </a:lnTo>
                  <a:cubicBezTo>
                    <a:pt x="3434" y="4107"/>
                    <a:pt x="3270" y="4598"/>
                    <a:pt x="2228" y="4618"/>
                  </a:cubicBezTo>
                  <a:cubicBezTo>
                    <a:pt x="1635" y="4618"/>
                    <a:pt x="1268" y="4373"/>
                    <a:pt x="1268" y="3923"/>
                  </a:cubicBezTo>
                  <a:cubicBezTo>
                    <a:pt x="1268" y="3453"/>
                    <a:pt x="1615" y="3269"/>
                    <a:pt x="2167" y="3269"/>
                  </a:cubicBezTo>
                  <a:close/>
                  <a:moveTo>
                    <a:pt x="2412" y="0"/>
                  </a:moveTo>
                  <a:cubicBezTo>
                    <a:pt x="1390" y="0"/>
                    <a:pt x="266" y="409"/>
                    <a:pt x="266" y="1594"/>
                  </a:cubicBezTo>
                  <a:lnTo>
                    <a:pt x="266" y="1737"/>
                  </a:lnTo>
                  <a:lnTo>
                    <a:pt x="1431" y="1737"/>
                  </a:lnTo>
                  <a:lnTo>
                    <a:pt x="1431" y="1553"/>
                  </a:lnTo>
                  <a:cubicBezTo>
                    <a:pt x="1431" y="1206"/>
                    <a:pt x="1840" y="1022"/>
                    <a:pt x="2412" y="1022"/>
                  </a:cubicBezTo>
                  <a:cubicBezTo>
                    <a:pt x="3045" y="1022"/>
                    <a:pt x="3434" y="1247"/>
                    <a:pt x="3434" y="1819"/>
                  </a:cubicBezTo>
                  <a:lnTo>
                    <a:pt x="3434" y="2330"/>
                  </a:lnTo>
                  <a:lnTo>
                    <a:pt x="2003" y="2330"/>
                  </a:lnTo>
                  <a:cubicBezTo>
                    <a:pt x="961" y="2330"/>
                    <a:pt x="1" y="2943"/>
                    <a:pt x="1" y="3985"/>
                  </a:cubicBezTo>
                  <a:cubicBezTo>
                    <a:pt x="1" y="5006"/>
                    <a:pt x="757" y="5619"/>
                    <a:pt x="1881" y="5619"/>
                  </a:cubicBezTo>
                  <a:cubicBezTo>
                    <a:pt x="2575" y="5619"/>
                    <a:pt x="2984" y="5517"/>
                    <a:pt x="3474" y="5006"/>
                  </a:cubicBezTo>
                  <a:lnTo>
                    <a:pt x="3495" y="5006"/>
                  </a:lnTo>
                  <a:cubicBezTo>
                    <a:pt x="3495" y="5109"/>
                    <a:pt x="3515" y="5435"/>
                    <a:pt x="3536" y="5517"/>
                  </a:cubicBezTo>
                  <a:lnTo>
                    <a:pt x="4823" y="5517"/>
                  </a:lnTo>
                  <a:cubicBezTo>
                    <a:pt x="4762" y="5395"/>
                    <a:pt x="4721" y="4598"/>
                    <a:pt x="4721" y="4352"/>
                  </a:cubicBezTo>
                  <a:lnTo>
                    <a:pt x="4721" y="1737"/>
                  </a:lnTo>
                  <a:cubicBezTo>
                    <a:pt x="4721" y="409"/>
                    <a:pt x="3617" y="0"/>
                    <a:pt x="2412"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62" name="Google Shape;2262;p24">
              <a:extLst>
                <a:ext uri="{FF2B5EF4-FFF2-40B4-BE49-F238E27FC236}">
                  <a16:creationId xmlns:a16="http://schemas.microsoft.com/office/drawing/2014/main" id="{6C4ACA87-FC95-66CF-CF3F-6F94BD769031}"/>
                </a:ext>
              </a:extLst>
            </p:cNvPr>
            <p:cNvSpPr/>
            <p:nvPr/>
          </p:nvSpPr>
          <p:spPr>
            <a:xfrm>
              <a:off x="4300925" y="2490700"/>
              <a:ext cx="197200" cy="137450"/>
            </a:xfrm>
            <a:custGeom>
              <a:avLst/>
              <a:gdLst/>
              <a:ahLst/>
              <a:cxnLst/>
              <a:rect l="l" t="t" r="r" b="b"/>
              <a:pathLst>
                <a:path w="7888" h="5498" extrusionOk="0">
                  <a:moveTo>
                    <a:pt x="2800" y="0"/>
                  </a:moveTo>
                  <a:cubicBezTo>
                    <a:pt x="2166" y="0"/>
                    <a:pt x="1635" y="246"/>
                    <a:pt x="1267" y="757"/>
                  </a:cubicBezTo>
                  <a:lnTo>
                    <a:pt x="1247" y="757"/>
                  </a:lnTo>
                  <a:lnTo>
                    <a:pt x="1247" y="103"/>
                  </a:lnTo>
                  <a:lnTo>
                    <a:pt x="0" y="103"/>
                  </a:lnTo>
                  <a:lnTo>
                    <a:pt x="0" y="5497"/>
                  </a:lnTo>
                  <a:lnTo>
                    <a:pt x="1287" y="5497"/>
                  </a:lnTo>
                  <a:lnTo>
                    <a:pt x="1287" y="2330"/>
                  </a:lnTo>
                  <a:cubicBezTo>
                    <a:pt x="1287" y="1431"/>
                    <a:pt x="1880" y="1124"/>
                    <a:pt x="2330" y="1124"/>
                  </a:cubicBezTo>
                  <a:cubicBezTo>
                    <a:pt x="3106" y="1124"/>
                    <a:pt x="3310" y="1696"/>
                    <a:pt x="3310" y="2371"/>
                  </a:cubicBezTo>
                  <a:lnTo>
                    <a:pt x="3310" y="5497"/>
                  </a:lnTo>
                  <a:lnTo>
                    <a:pt x="4598" y="5497"/>
                  </a:lnTo>
                  <a:lnTo>
                    <a:pt x="4598" y="2371"/>
                  </a:lnTo>
                  <a:cubicBezTo>
                    <a:pt x="4598" y="1676"/>
                    <a:pt x="4904" y="1124"/>
                    <a:pt x="5620" y="1124"/>
                  </a:cubicBezTo>
                  <a:cubicBezTo>
                    <a:pt x="6355" y="1124"/>
                    <a:pt x="6600" y="1615"/>
                    <a:pt x="6600" y="2350"/>
                  </a:cubicBezTo>
                  <a:lnTo>
                    <a:pt x="6600" y="5497"/>
                  </a:lnTo>
                  <a:lnTo>
                    <a:pt x="7888" y="5497"/>
                  </a:lnTo>
                  <a:lnTo>
                    <a:pt x="7888" y="1901"/>
                  </a:lnTo>
                  <a:cubicBezTo>
                    <a:pt x="7888" y="573"/>
                    <a:pt x="7009" y="0"/>
                    <a:pt x="6008" y="0"/>
                  </a:cubicBezTo>
                  <a:cubicBezTo>
                    <a:pt x="5272" y="0"/>
                    <a:pt x="4720" y="307"/>
                    <a:pt x="4332" y="797"/>
                  </a:cubicBezTo>
                  <a:cubicBezTo>
                    <a:pt x="3985" y="287"/>
                    <a:pt x="3515" y="0"/>
                    <a:pt x="2800"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63" name="Google Shape;2263;p24">
              <a:extLst>
                <a:ext uri="{FF2B5EF4-FFF2-40B4-BE49-F238E27FC236}">
                  <a16:creationId xmlns:a16="http://schemas.microsoft.com/office/drawing/2014/main" id="{C7F91C54-278C-79A4-B957-1F00009636DE}"/>
                </a:ext>
              </a:extLst>
            </p:cNvPr>
            <p:cNvSpPr/>
            <p:nvPr/>
          </p:nvSpPr>
          <p:spPr>
            <a:xfrm>
              <a:off x="4532325" y="2490700"/>
              <a:ext cx="197725" cy="137450"/>
            </a:xfrm>
            <a:custGeom>
              <a:avLst/>
              <a:gdLst/>
              <a:ahLst/>
              <a:cxnLst/>
              <a:rect l="l" t="t" r="r" b="b"/>
              <a:pathLst>
                <a:path w="7909" h="5498" extrusionOk="0">
                  <a:moveTo>
                    <a:pt x="2800" y="0"/>
                  </a:moveTo>
                  <a:cubicBezTo>
                    <a:pt x="2167" y="0"/>
                    <a:pt x="1636" y="246"/>
                    <a:pt x="1268" y="757"/>
                  </a:cubicBezTo>
                  <a:lnTo>
                    <a:pt x="1247" y="757"/>
                  </a:lnTo>
                  <a:lnTo>
                    <a:pt x="1247" y="103"/>
                  </a:lnTo>
                  <a:lnTo>
                    <a:pt x="1" y="103"/>
                  </a:lnTo>
                  <a:lnTo>
                    <a:pt x="1" y="5497"/>
                  </a:lnTo>
                  <a:lnTo>
                    <a:pt x="1288" y="5497"/>
                  </a:lnTo>
                  <a:lnTo>
                    <a:pt x="1288" y="2330"/>
                  </a:lnTo>
                  <a:cubicBezTo>
                    <a:pt x="1288" y="1431"/>
                    <a:pt x="1881" y="1124"/>
                    <a:pt x="2330" y="1124"/>
                  </a:cubicBezTo>
                  <a:cubicBezTo>
                    <a:pt x="3127" y="1124"/>
                    <a:pt x="3311" y="1696"/>
                    <a:pt x="3311" y="2371"/>
                  </a:cubicBezTo>
                  <a:lnTo>
                    <a:pt x="3311" y="5497"/>
                  </a:lnTo>
                  <a:lnTo>
                    <a:pt x="4598" y="5497"/>
                  </a:lnTo>
                  <a:lnTo>
                    <a:pt x="4598" y="2371"/>
                  </a:lnTo>
                  <a:cubicBezTo>
                    <a:pt x="4598" y="1676"/>
                    <a:pt x="4905" y="1124"/>
                    <a:pt x="5641" y="1124"/>
                  </a:cubicBezTo>
                  <a:cubicBezTo>
                    <a:pt x="6356" y="1124"/>
                    <a:pt x="6621" y="1615"/>
                    <a:pt x="6621" y="2350"/>
                  </a:cubicBezTo>
                  <a:lnTo>
                    <a:pt x="6621" y="5497"/>
                  </a:lnTo>
                  <a:lnTo>
                    <a:pt x="7909" y="5497"/>
                  </a:lnTo>
                  <a:lnTo>
                    <a:pt x="7909" y="1901"/>
                  </a:lnTo>
                  <a:cubicBezTo>
                    <a:pt x="7909" y="573"/>
                    <a:pt x="7010" y="0"/>
                    <a:pt x="6008" y="0"/>
                  </a:cubicBezTo>
                  <a:cubicBezTo>
                    <a:pt x="5273" y="0"/>
                    <a:pt x="4721" y="307"/>
                    <a:pt x="4353" y="797"/>
                  </a:cubicBezTo>
                  <a:lnTo>
                    <a:pt x="4333" y="797"/>
                  </a:lnTo>
                  <a:cubicBezTo>
                    <a:pt x="4006" y="287"/>
                    <a:pt x="3515" y="0"/>
                    <a:pt x="2800"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64" name="Google Shape;2264;p24">
              <a:extLst>
                <a:ext uri="{FF2B5EF4-FFF2-40B4-BE49-F238E27FC236}">
                  <a16:creationId xmlns:a16="http://schemas.microsoft.com/office/drawing/2014/main" id="{5A9880F4-9A3D-2F9C-2DC3-DED6C71316B1}"/>
                </a:ext>
              </a:extLst>
            </p:cNvPr>
            <p:cNvSpPr/>
            <p:nvPr/>
          </p:nvSpPr>
          <p:spPr>
            <a:xfrm>
              <a:off x="4758125" y="2490700"/>
              <a:ext cx="120075" cy="140500"/>
            </a:xfrm>
            <a:custGeom>
              <a:avLst/>
              <a:gdLst/>
              <a:ahLst/>
              <a:cxnLst/>
              <a:rect l="l" t="t" r="r" b="b"/>
              <a:pathLst>
                <a:path w="4803" h="5620" extrusionOk="0">
                  <a:moveTo>
                    <a:pt x="2473" y="1083"/>
                  </a:moveTo>
                  <a:cubicBezTo>
                    <a:pt x="3004" y="1083"/>
                    <a:pt x="3515" y="1390"/>
                    <a:pt x="3515" y="2126"/>
                  </a:cubicBezTo>
                  <a:lnTo>
                    <a:pt x="3515" y="2269"/>
                  </a:lnTo>
                  <a:lnTo>
                    <a:pt x="1329" y="2269"/>
                  </a:lnTo>
                  <a:lnTo>
                    <a:pt x="1329" y="2187"/>
                  </a:lnTo>
                  <a:cubicBezTo>
                    <a:pt x="1329" y="1390"/>
                    <a:pt x="1921" y="1083"/>
                    <a:pt x="2473" y="1083"/>
                  </a:cubicBezTo>
                  <a:close/>
                  <a:moveTo>
                    <a:pt x="2473" y="0"/>
                  </a:moveTo>
                  <a:cubicBezTo>
                    <a:pt x="1145" y="0"/>
                    <a:pt x="1" y="838"/>
                    <a:pt x="1" y="2371"/>
                  </a:cubicBezTo>
                  <a:lnTo>
                    <a:pt x="1" y="3413"/>
                  </a:lnTo>
                  <a:cubicBezTo>
                    <a:pt x="1" y="4884"/>
                    <a:pt x="1186" y="5620"/>
                    <a:pt x="2514" y="5620"/>
                  </a:cubicBezTo>
                  <a:cubicBezTo>
                    <a:pt x="3474" y="5620"/>
                    <a:pt x="4333" y="5252"/>
                    <a:pt x="4741" y="4414"/>
                  </a:cubicBezTo>
                  <a:lnTo>
                    <a:pt x="3761" y="3842"/>
                  </a:lnTo>
                  <a:cubicBezTo>
                    <a:pt x="3474" y="4271"/>
                    <a:pt x="3025" y="4537"/>
                    <a:pt x="2575" y="4537"/>
                  </a:cubicBezTo>
                  <a:cubicBezTo>
                    <a:pt x="1901" y="4537"/>
                    <a:pt x="1349" y="4149"/>
                    <a:pt x="1349" y="3454"/>
                  </a:cubicBezTo>
                  <a:lnTo>
                    <a:pt x="1349" y="3168"/>
                  </a:lnTo>
                  <a:lnTo>
                    <a:pt x="4803" y="3168"/>
                  </a:lnTo>
                  <a:lnTo>
                    <a:pt x="4803" y="2126"/>
                  </a:lnTo>
                  <a:cubicBezTo>
                    <a:pt x="4803" y="695"/>
                    <a:pt x="3638" y="0"/>
                    <a:pt x="2473"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65" name="Google Shape;2265;p24">
              <a:extLst>
                <a:ext uri="{FF2B5EF4-FFF2-40B4-BE49-F238E27FC236}">
                  <a16:creationId xmlns:a16="http://schemas.microsoft.com/office/drawing/2014/main" id="{D83F57BE-2926-0243-B238-8340DB61F04C}"/>
                </a:ext>
              </a:extLst>
            </p:cNvPr>
            <p:cNvSpPr/>
            <p:nvPr/>
          </p:nvSpPr>
          <p:spPr>
            <a:xfrm>
              <a:off x="3487650" y="2756350"/>
              <a:ext cx="131300" cy="188000"/>
            </a:xfrm>
            <a:custGeom>
              <a:avLst/>
              <a:gdLst/>
              <a:ahLst/>
              <a:cxnLst/>
              <a:rect l="l" t="t" r="r" b="b"/>
              <a:pathLst>
                <a:path w="5252" h="7520" extrusionOk="0">
                  <a:moveTo>
                    <a:pt x="0" y="0"/>
                  </a:moveTo>
                  <a:lnTo>
                    <a:pt x="0" y="7520"/>
                  </a:lnTo>
                  <a:lnTo>
                    <a:pt x="5252" y="7520"/>
                  </a:lnTo>
                  <a:lnTo>
                    <a:pt x="5252" y="6294"/>
                  </a:lnTo>
                  <a:lnTo>
                    <a:pt x="1390" y="6294"/>
                  </a:lnTo>
                  <a:lnTo>
                    <a:pt x="1390" y="4312"/>
                  </a:lnTo>
                  <a:lnTo>
                    <a:pt x="4782" y="4312"/>
                  </a:lnTo>
                  <a:lnTo>
                    <a:pt x="4782" y="3065"/>
                  </a:lnTo>
                  <a:lnTo>
                    <a:pt x="1390" y="3065"/>
                  </a:lnTo>
                  <a:lnTo>
                    <a:pt x="1390" y="1226"/>
                  </a:lnTo>
                  <a:lnTo>
                    <a:pt x="5211" y="1226"/>
                  </a:lnTo>
                  <a:lnTo>
                    <a:pt x="5211" y="0"/>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66" name="Google Shape;2266;p24">
              <a:extLst>
                <a:ext uri="{FF2B5EF4-FFF2-40B4-BE49-F238E27FC236}">
                  <a16:creationId xmlns:a16="http://schemas.microsoft.com/office/drawing/2014/main" id="{A986F4FA-1872-4948-6B69-CDC325A65B47}"/>
                </a:ext>
              </a:extLst>
            </p:cNvPr>
            <p:cNvSpPr/>
            <p:nvPr/>
          </p:nvSpPr>
          <p:spPr>
            <a:xfrm>
              <a:off x="3650600" y="2756350"/>
              <a:ext cx="58275" cy="189550"/>
            </a:xfrm>
            <a:custGeom>
              <a:avLst/>
              <a:gdLst/>
              <a:ahLst/>
              <a:cxnLst/>
              <a:rect l="l" t="t" r="r" b="b"/>
              <a:pathLst>
                <a:path w="2331" h="7582" extrusionOk="0">
                  <a:moveTo>
                    <a:pt x="1" y="0"/>
                  </a:moveTo>
                  <a:lnTo>
                    <a:pt x="1" y="6069"/>
                  </a:lnTo>
                  <a:cubicBezTo>
                    <a:pt x="1" y="6559"/>
                    <a:pt x="21" y="7581"/>
                    <a:pt x="1308" y="7581"/>
                  </a:cubicBezTo>
                  <a:cubicBezTo>
                    <a:pt x="1635" y="7581"/>
                    <a:pt x="2064" y="7520"/>
                    <a:pt x="2330" y="7438"/>
                  </a:cubicBezTo>
                  <a:lnTo>
                    <a:pt x="2330" y="6457"/>
                  </a:lnTo>
                  <a:cubicBezTo>
                    <a:pt x="2105" y="6478"/>
                    <a:pt x="1983" y="6498"/>
                    <a:pt x="1758" y="6498"/>
                  </a:cubicBezTo>
                  <a:cubicBezTo>
                    <a:pt x="1390" y="6498"/>
                    <a:pt x="1288" y="6294"/>
                    <a:pt x="1288" y="6069"/>
                  </a:cubicBezTo>
                  <a:lnTo>
                    <a:pt x="1288" y="0"/>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67" name="Google Shape;2267;p24">
              <a:extLst>
                <a:ext uri="{FF2B5EF4-FFF2-40B4-BE49-F238E27FC236}">
                  <a16:creationId xmlns:a16="http://schemas.microsoft.com/office/drawing/2014/main" id="{3F03522C-9FD7-B061-90C5-94EB0CCC2A53}"/>
                </a:ext>
              </a:extLst>
            </p:cNvPr>
            <p:cNvSpPr/>
            <p:nvPr/>
          </p:nvSpPr>
          <p:spPr>
            <a:xfrm>
              <a:off x="3723150" y="2806400"/>
              <a:ext cx="120075" cy="140500"/>
            </a:xfrm>
            <a:custGeom>
              <a:avLst/>
              <a:gdLst/>
              <a:ahLst/>
              <a:cxnLst/>
              <a:rect l="l" t="t" r="r" b="b"/>
              <a:pathLst>
                <a:path w="4803" h="5620" extrusionOk="0">
                  <a:moveTo>
                    <a:pt x="3413" y="3250"/>
                  </a:moveTo>
                  <a:lnTo>
                    <a:pt x="3413" y="3515"/>
                  </a:lnTo>
                  <a:cubicBezTo>
                    <a:pt x="3413" y="4108"/>
                    <a:pt x="3249" y="4598"/>
                    <a:pt x="2228" y="4598"/>
                  </a:cubicBezTo>
                  <a:cubicBezTo>
                    <a:pt x="1615" y="4598"/>
                    <a:pt x="1247" y="4373"/>
                    <a:pt x="1247" y="3924"/>
                  </a:cubicBezTo>
                  <a:cubicBezTo>
                    <a:pt x="1247" y="3454"/>
                    <a:pt x="1615" y="3250"/>
                    <a:pt x="2146" y="3250"/>
                  </a:cubicBezTo>
                  <a:close/>
                  <a:moveTo>
                    <a:pt x="2391" y="1"/>
                  </a:moveTo>
                  <a:cubicBezTo>
                    <a:pt x="1390" y="1"/>
                    <a:pt x="266" y="409"/>
                    <a:pt x="266" y="1594"/>
                  </a:cubicBezTo>
                  <a:lnTo>
                    <a:pt x="266" y="1737"/>
                  </a:lnTo>
                  <a:lnTo>
                    <a:pt x="1410" y="1737"/>
                  </a:lnTo>
                  <a:lnTo>
                    <a:pt x="1410" y="1554"/>
                  </a:lnTo>
                  <a:cubicBezTo>
                    <a:pt x="1410" y="1206"/>
                    <a:pt x="1819" y="1022"/>
                    <a:pt x="2391" y="1022"/>
                  </a:cubicBezTo>
                  <a:cubicBezTo>
                    <a:pt x="3045" y="1022"/>
                    <a:pt x="3413" y="1247"/>
                    <a:pt x="3413" y="1819"/>
                  </a:cubicBezTo>
                  <a:lnTo>
                    <a:pt x="3413" y="2330"/>
                  </a:lnTo>
                  <a:lnTo>
                    <a:pt x="1982" y="2330"/>
                  </a:lnTo>
                  <a:cubicBezTo>
                    <a:pt x="940" y="2330"/>
                    <a:pt x="0" y="2943"/>
                    <a:pt x="0" y="3985"/>
                  </a:cubicBezTo>
                  <a:cubicBezTo>
                    <a:pt x="0" y="5007"/>
                    <a:pt x="756" y="5620"/>
                    <a:pt x="1880" y="5620"/>
                  </a:cubicBezTo>
                  <a:cubicBezTo>
                    <a:pt x="2575" y="5620"/>
                    <a:pt x="2984" y="5518"/>
                    <a:pt x="3454" y="5007"/>
                  </a:cubicBezTo>
                  <a:lnTo>
                    <a:pt x="3474" y="5007"/>
                  </a:lnTo>
                  <a:cubicBezTo>
                    <a:pt x="3494" y="5109"/>
                    <a:pt x="3515" y="5436"/>
                    <a:pt x="3535" y="5518"/>
                  </a:cubicBezTo>
                  <a:lnTo>
                    <a:pt x="4802" y="5518"/>
                  </a:lnTo>
                  <a:cubicBezTo>
                    <a:pt x="4741" y="5395"/>
                    <a:pt x="4700" y="4598"/>
                    <a:pt x="4700" y="4353"/>
                  </a:cubicBezTo>
                  <a:lnTo>
                    <a:pt x="4700" y="1737"/>
                  </a:lnTo>
                  <a:cubicBezTo>
                    <a:pt x="4700" y="409"/>
                    <a:pt x="3597" y="1"/>
                    <a:pt x="2391"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68" name="Google Shape;2268;p24">
              <a:extLst>
                <a:ext uri="{FF2B5EF4-FFF2-40B4-BE49-F238E27FC236}">
                  <a16:creationId xmlns:a16="http://schemas.microsoft.com/office/drawing/2014/main" id="{E189AD43-575E-76CA-957D-C0EED59D321E}"/>
                </a:ext>
              </a:extLst>
            </p:cNvPr>
            <p:cNvSpPr/>
            <p:nvPr/>
          </p:nvSpPr>
          <p:spPr>
            <a:xfrm>
              <a:off x="3872825" y="2806925"/>
              <a:ext cx="86350" cy="137425"/>
            </a:xfrm>
            <a:custGeom>
              <a:avLst/>
              <a:gdLst/>
              <a:ahLst/>
              <a:cxnLst/>
              <a:rect l="l" t="t" r="r" b="b"/>
              <a:pathLst>
                <a:path w="3454" h="5497" extrusionOk="0">
                  <a:moveTo>
                    <a:pt x="3025" y="0"/>
                  </a:moveTo>
                  <a:cubicBezTo>
                    <a:pt x="2391" y="0"/>
                    <a:pt x="1594" y="429"/>
                    <a:pt x="1267" y="1001"/>
                  </a:cubicBezTo>
                  <a:lnTo>
                    <a:pt x="1247" y="1001"/>
                  </a:lnTo>
                  <a:lnTo>
                    <a:pt x="1247" y="102"/>
                  </a:lnTo>
                  <a:lnTo>
                    <a:pt x="0" y="102"/>
                  </a:lnTo>
                  <a:lnTo>
                    <a:pt x="0" y="5497"/>
                  </a:lnTo>
                  <a:lnTo>
                    <a:pt x="1288" y="5497"/>
                  </a:lnTo>
                  <a:lnTo>
                    <a:pt x="1288" y="2738"/>
                  </a:lnTo>
                  <a:cubicBezTo>
                    <a:pt x="1288" y="1737"/>
                    <a:pt x="2003" y="1165"/>
                    <a:pt x="2984" y="1165"/>
                  </a:cubicBezTo>
                  <a:cubicBezTo>
                    <a:pt x="3147" y="1165"/>
                    <a:pt x="3290" y="1165"/>
                    <a:pt x="3454" y="1206"/>
                  </a:cubicBezTo>
                  <a:lnTo>
                    <a:pt x="3454" y="20"/>
                  </a:lnTo>
                  <a:cubicBezTo>
                    <a:pt x="3331" y="0"/>
                    <a:pt x="3168" y="0"/>
                    <a:pt x="3025"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69" name="Google Shape;2269;p24">
              <a:extLst>
                <a:ext uri="{FF2B5EF4-FFF2-40B4-BE49-F238E27FC236}">
                  <a16:creationId xmlns:a16="http://schemas.microsoft.com/office/drawing/2014/main" id="{B99E5B25-D032-DF8B-4BE7-7B5250179F88}"/>
                </a:ext>
              </a:extLst>
            </p:cNvPr>
            <p:cNvSpPr/>
            <p:nvPr/>
          </p:nvSpPr>
          <p:spPr>
            <a:xfrm>
              <a:off x="3975000" y="2806925"/>
              <a:ext cx="121600" cy="189025"/>
            </a:xfrm>
            <a:custGeom>
              <a:avLst/>
              <a:gdLst/>
              <a:ahLst/>
              <a:cxnLst/>
              <a:rect l="l" t="t" r="r" b="b"/>
              <a:pathLst>
                <a:path w="4864" h="7561" extrusionOk="0">
                  <a:moveTo>
                    <a:pt x="2452" y="1103"/>
                  </a:moveTo>
                  <a:cubicBezTo>
                    <a:pt x="3106" y="1103"/>
                    <a:pt x="3617" y="1471"/>
                    <a:pt x="3617" y="2125"/>
                  </a:cubicBezTo>
                  <a:lnTo>
                    <a:pt x="3617" y="3331"/>
                  </a:lnTo>
                  <a:cubicBezTo>
                    <a:pt x="3617" y="4107"/>
                    <a:pt x="3024" y="4393"/>
                    <a:pt x="2493" y="4393"/>
                  </a:cubicBezTo>
                  <a:cubicBezTo>
                    <a:pt x="1819" y="4393"/>
                    <a:pt x="1308" y="4005"/>
                    <a:pt x="1308" y="3351"/>
                  </a:cubicBezTo>
                  <a:lnTo>
                    <a:pt x="1308" y="2166"/>
                  </a:lnTo>
                  <a:cubicBezTo>
                    <a:pt x="1308" y="1390"/>
                    <a:pt x="1901" y="1103"/>
                    <a:pt x="2452" y="1103"/>
                  </a:cubicBezTo>
                  <a:close/>
                  <a:moveTo>
                    <a:pt x="2125" y="0"/>
                  </a:moveTo>
                  <a:cubicBezTo>
                    <a:pt x="940" y="0"/>
                    <a:pt x="0" y="797"/>
                    <a:pt x="0" y="2268"/>
                  </a:cubicBezTo>
                  <a:lnTo>
                    <a:pt x="0" y="3290"/>
                  </a:lnTo>
                  <a:cubicBezTo>
                    <a:pt x="0" y="4679"/>
                    <a:pt x="838" y="5415"/>
                    <a:pt x="2146" y="5415"/>
                  </a:cubicBezTo>
                  <a:cubicBezTo>
                    <a:pt x="2759" y="5415"/>
                    <a:pt x="3249" y="5190"/>
                    <a:pt x="3597" y="4720"/>
                  </a:cubicBezTo>
                  <a:lnTo>
                    <a:pt x="3617" y="4720"/>
                  </a:lnTo>
                  <a:lnTo>
                    <a:pt x="3617" y="5272"/>
                  </a:lnTo>
                  <a:cubicBezTo>
                    <a:pt x="3617" y="6048"/>
                    <a:pt x="3188" y="6539"/>
                    <a:pt x="2391" y="6539"/>
                  </a:cubicBezTo>
                  <a:cubicBezTo>
                    <a:pt x="1941" y="6539"/>
                    <a:pt x="1574" y="6335"/>
                    <a:pt x="1308" y="5824"/>
                  </a:cubicBezTo>
                  <a:lnTo>
                    <a:pt x="82" y="6253"/>
                  </a:lnTo>
                  <a:cubicBezTo>
                    <a:pt x="368" y="7152"/>
                    <a:pt x="1410" y="7561"/>
                    <a:pt x="2289" y="7561"/>
                  </a:cubicBezTo>
                  <a:cubicBezTo>
                    <a:pt x="4148" y="7561"/>
                    <a:pt x="4864" y="6294"/>
                    <a:pt x="4864" y="5047"/>
                  </a:cubicBezTo>
                  <a:lnTo>
                    <a:pt x="4864" y="102"/>
                  </a:lnTo>
                  <a:lnTo>
                    <a:pt x="3637" y="102"/>
                  </a:lnTo>
                  <a:lnTo>
                    <a:pt x="3637" y="736"/>
                  </a:lnTo>
                  <a:lnTo>
                    <a:pt x="3617" y="736"/>
                  </a:lnTo>
                  <a:cubicBezTo>
                    <a:pt x="3331" y="327"/>
                    <a:pt x="2759" y="0"/>
                    <a:pt x="2125"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70" name="Google Shape;2270;p24">
              <a:extLst>
                <a:ext uri="{FF2B5EF4-FFF2-40B4-BE49-F238E27FC236}">
                  <a16:creationId xmlns:a16="http://schemas.microsoft.com/office/drawing/2014/main" id="{22CADB60-F8A2-C09D-0B3D-7C97D5A56424}"/>
                </a:ext>
              </a:extLst>
            </p:cNvPr>
            <p:cNvSpPr/>
            <p:nvPr/>
          </p:nvSpPr>
          <p:spPr>
            <a:xfrm>
              <a:off x="4130300" y="2754800"/>
              <a:ext cx="32200" cy="189550"/>
            </a:xfrm>
            <a:custGeom>
              <a:avLst/>
              <a:gdLst/>
              <a:ahLst/>
              <a:cxnLst/>
              <a:rect l="l" t="t" r="r" b="b"/>
              <a:pathLst>
                <a:path w="1288" h="7582" extrusionOk="0">
                  <a:moveTo>
                    <a:pt x="0" y="1"/>
                  </a:moveTo>
                  <a:lnTo>
                    <a:pt x="0" y="1370"/>
                  </a:lnTo>
                  <a:lnTo>
                    <a:pt x="1288" y="1370"/>
                  </a:lnTo>
                  <a:lnTo>
                    <a:pt x="1288" y="1"/>
                  </a:lnTo>
                  <a:close/>
                  <a:moveTo>
                    <a:pt x="0" y="2187"/>
                  </a:moveTo>
                  <a:lnTo>
                    <a:pt x="0" y="7582"/>
                  </a:lnTo>
                  <a:lnTo>
                    <a:pt x="1288" y="7582"/>
                  </a:lnTo>
                  <a:lnTo>
                    <a:pt x="1288" y="2187"/>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71" name="Google Shape;2271;p24">
              <a:extLst>
                <a:ext uri="{FF2B5EF4-FFF2-40B4-BE49-F238E27FC236}">
                  <a16:creationId xmlns:a16="http://schemas.microsoft.com/office/drawing/2014/main" id="{2EC427B0-E72D-BDDF-BA6E-FF7B982306CF}"/>
                </a:ext>
              </a:extLst>
            </p:cNvPr>
            <p:cNvSpPr/>
            <p:nvPr/>
          </p:nvSpPr>
          <p:spPr>
            <a:xfrm>
              <a:off x="3479475" y="3072550"/>
              <a:ext cx="122625" cy="191075"/>
            </a:xfrm>
            <a:custGeom>
              <a:avLst/>
              <a:gdLst/>
              <a:ahLst/>
              <a:cxnLst/>
              <a:rect l="l" t="t" r="r" b="b"/>
              <a:pathLst>
                <a:path w="4905" h="7643" extrusionOk="0">
                  <a:moveTo>
                    <a:pt x="2432" y="3107"/>
                  </a:moveTo>
                  <a:cubicBezTo>
                    <a:pt x="3106" y="3107"/>
                    <a:pt x="3617" y="3495"/>
                    <a:pt x="3617" y="4149"/>
                  </a:cubicBezTo>
                  <a:lnTo>
                    <a:pt x="3617" y="5477"/>
                  </a:lnTo>
                  <a:cubicBezTo>
                    <a:pt x="3617" y="6253"/>
                    <a:pt x="3024" y="6540"/>
                    <a:pt x="2473" y="6540"/>
                  </a:cubicBezTo>
                  <a:cubicBezTo>
                    <a:pt x="1819" y="6540"/>
                    <a:pt x="1308" y="6151"/>
                    <a:pt x="1308" y="5497"/>
                  </a:cubicBezTo>
                  <a:lnTo>
                    <a:pt x="1308" y="4169"/>
                  </a:lnTo>
                  <a:cubicBezTo>
                    <a:pt x="1308" y="3393"/>
                    <a:pt x="1901" y="3107"/>
                    <a:pt x="2432" y="3107"/>
                  </a:cubicBezTo>
                  <a:close/>
                  <a:moveTo>
                    <a:pt x="3637" y="1"/>
                  </a:moveTo>
                  <a:lnTo>
                    <a:pt x="3637" y="2678"/>
                  </a:lnTo>
                  <a:lnTo>
                    <a:pt x="3597" y="2678"/>
                  </a:lnTo>
                  <a:cubicBezTo>
                    <a:pt x="3331" y="2310"/>
                    <a:pt x="2820" y="2003"/>
                    <a:pt x="2227" y="2003"/>
                  </a:cubicBezTo>
                  <a:cubicBezTo>
                    <a:pt x="1022" y="2003"/>
                    <a:pt x="0" y="2739"/>
                    <a:pt x="0" y="4210"/>
                  </a:cubicBezTo>
                  <a:lnTo>
                    <a:pt x="0" y="5518"/>
                  </a:lnTo>
                  <a:cubicBezTo>
                    <a:pt x="0" y="6887"/>
                    <a:pt x="961" y="7643"/>
                    <a:pt x="2125" y="7643"/>
                  </a:cubicBezTo>
                  <a:cubicBezTo>
                    <a:pt x="2616" y="7643"/>
                    <a:pt x="3351" y="7336"/>
                    <a:pt x="3658" y="6907"/>
                  </a:cubicBezTo>
                  <a:lnTo>
                    <a:pt x="3658" y="7520"/>
                  </a:lnTo>
                  <a:lnTo>
                    <a:pt x="4904" y="7520"/>
                  </a:lnTo>
                  <a:lnTo>
                    <a:pt x="4904"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72" name="Google Shape;2272;p24">
              <a:extLst>
                <a:ext uri="{FF2B5EF4-FFF2-40B4-BE49-F238E27FC236}">
                  <a16:creationId xmlns:a16="http://schemas.microsoft.com/office/drawing/2014/main" id="{CB0396AC-B1A7-6D2C-1CC4-33FE2885C70B}"/>
                </a:ext>
              </a:extLst>
            </p:cNvPr>
            <p:cNvSpPr/>
            <p:nvPr/>
          </p:nvSpPr>
          <p:spPr>
            <a:xfrm>
              <a:off x="3630675" y="3123125"/>
              <a:ext cx="120075" cy="140500"/>
            </a:xfrm>
            <a:custGeom>
              <a:avLst/>
              <a:gdLst/>
              <a:ahLst/>
              <a:cxnLst/>
              <a:rect l="l" t="t" r="r" b="b"/>
              <a:pathLst>
                <a:path w="4803" h="5620" extrusionOk="0">
                  <a:moveTo>
                    <a:pt x="2494" y="1084"/>
                  </a:moveTo>
                  <a:cubicBezTo>
                    <a:pt x="3004" y="1084"/>
                    <a:pt x="3536" y="1390"/>
                    <a:pt x="3536" y="2126"/>
                  </a:cubicBezTo>
                  <a:lnTo>
                    <a:pt x="3536" y="2269"/>
                  </a:lnTo>
                  <a:lnTo>
                    <a:pt x="1349" y="2269"/>
                  </a:lnTo>
                  <a:lnTo>
                    <a:pt x="1349" y="2187"/>
                  </a:lnTo>
                  <a:cubicBezTo>
                    <a:pt x="1349" y="1390"/>
                    <a:pt x="1942" y="1084"/>
                    <a:pt x="2494" y="1084"/>
                  </a:cubicBezTo>
                  <a:close/>
                  <a:moveTo>
                    <a:pt x="2473" y="1"/>
                  </a:moveTo>
                  <a:cubicBezTo>
                    <a:pt x="1145" y="1"/>
                    <a:pt x="1" y="838"/>
                    <a:pt x="1" y="2371"/>
                  </a:cubicBezTo>
                  <a:lnTo>
                    <a:pt x="1" y="3413"/>
                  </a:lnTo>
                  <a:cubicBezTo>
                    <a:pt x="1" y="4884"/>
                    <a:pt x="1206" y="5620"/>
                    <a:pt x="2534" y="5620"/>
                  </a:cubicBezTo>
                  <a:cubicBezTo>
                    <a:pt x="3474" y="5620"/>
                    <a:pt x="4333" y="5252"/>
                    <a:pt x="4741" y="4414"/>
                  </a:cubicBezTo>
                  <a:lnTo>
                    <a:pt x="3761" y="3842"/>
                  </a:lnTo>
                  <a:cubicBezTo>
                    <a:pt x="3474" y="4251"/>
                    <a:pt x="3025" y="4537"/>
                    <a:pt x="2596" y="4537"/>
                  </a:cubicBezTo>
                  <a:cubicBezTo>
                    <a:pt x="1901" y="4537"/>
                    <a:pt x="1349" y="4149"/>
                    <a:pt x="1349" y="3454"/>
                  </a:cubicBezTo>
                  <a:lnTo>
                    <a:pt x="1349" y="3168"/>
                  </a:lnTo>
                  <a:lnTo>
                    <a:pt x="4803" y="3168"/>
                  </a:lnTo>
                  <a:lnTo>
                    <a:pt x="4803" y="2126"/>
                  </a:lnTo>
                  <a:cubicBezTo>
                    <a:pt x="4803" y="695"/>
                    <a:pt x="3658" y="1"/>
                    <a:pt x="2473"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73" name="Google Shape;2273;p24">
              <a:extLst>
                <a:ext uri="{FF2B5EF4-FFF2-40B4-BE49-F238E27FC236}">
                  <a16:creationId xmlns:a16="http://schemas.microsoft.com/office/drawing/2014/main" id="{397C6B2B-4B01-094B-41BB-503FE4A5FCED}"/>
                </a:ext>
              </a:extLst>
            </p:cNvPr>
            <p:cNvSpPr/>
            <p:nvPr/>
          </p:nvSpPr>
          <p:spPr>
            <a:xfrm>
              <a:off x="3828375" y="3072550"/>
              <a:ext cx="158400" cy="188525"/>
            </a:xfrm>
            <a:custGeom>
              <a:avLst/>
              <a:gdLst/>
              <a:ahLst/>
              <a:cxnLst/>
              <a:rect l="l" t="t" r="r" b="b"/>
              <a:pathLst>
                <a:path w="6336" h="7541" extrusionOk="0">
                  <a:moveTo>
                    <a:pt x="1" y="1"/>
                  </a:moveTo>
                  <a:lnTo>
                    <a:pt x="2473" y="7541"/>
                  </a:lnTo>
                  <a:lnTo>
                    <a:pt x="3842" y="7541"/>
                  </a:lnTo>
                  <a:lnTo>
                    <a:pt x="6335" y="1"/>
                  </a:lnTo>
                  <a:lnTo>
                    <a:pt x="4925" y="1"/>
                  </a:lnTo>
                  <a:lnTo>
                    <a:pt x="3229" y="5538"/>
                  </a:lnTo>
                  <a:lnTo>
                    <a:pt x="3209" y="5538"/>
                  </a:lnTo>
                  <a:lnTo>
                    <a:pt x="1513"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74" name="Google Shape;2274;p24">
              <a:extLst>
                <a:ext uri="{FF2B5EF4-FFF2-40B4-BE49-F238E27FC236}">
                  <a16:creationId xmlns:a16="http://schemas.microsoft.com/office/drawing/2014/main" id="{E501D57F-775C-58A1-2942-FF0BFCE7D1C0}"/>
                </a:ext>
              </a:extLst>
            </p:cNvPr>
            <p:cNvSpPr/>
            <p:nvPr/>
          </p:nvSpPr>
          <p:spPr>
            <a:xfrm>
              <a:off x="3982150" y="3122625"/>
              <a:ext cx="120075" cy="140500"/>
            </a:xfrm>
            <a:custGeom>
              <a:avLst/>
              <a:gdLst/>
              <a:ahLst/>
              <a:cxnLst/>
              <a:rect l="l" t="t" r="r" b="b"/>
              <a:pathLst>
                <a:path w="4803" h="5620" extrusionOk="0">
                  <a:moveTo>
                    <a:pt x="3413" y="3249"/>
                  </a:moveTo>
                  <a:lnTo>
                    <a:pt x="3413" y="3515"/>
                  </a:lnTo>
                  <a:cubicBezTo>
                    <a:pt x="3413" y="4107"/>
                    <a:pt x="3249" y="4598"/>
                    <a:pt x="2228" y="4598"/>
                  </a:cubicBezTo>
                  <a:cubicBezTo>
                    <a:pt x="1615" y="4598"/>
                    <a:pt x="1247" y="4373"/>
                    <a:pt x="1247" y="3923"/>
                  </a:cubicBezTo>
                  <a:cubicBezTo>
                    <a:pt x="1247" y="3454"/>
                    <a:pt x="1615" y="3249"/>
                    <a:pt x="2166" y="3249"/>
                  </a:cubicBezTo>
                  <a:close/>
                  <a:moveTo>
                    <a:pt x="2391" y="0"/>
                  </a:moveTo>
                  <a:cubicBezTo>
                    <a:pt x="1390" y="0"/>
                    <a:pt x="266" y="409"/>
                    <a:pt x="266" y="1594"/>
                  </a:cubicBezTo>
                  <a:lnTo>
                    <a:pt x="266" y="1737"/>
                  </a:lnTo>
                  <a:lnTo>
                    <a:pt x="1410" y="1737"/>
                  </a:lnTo>
                  <a:lnTo>
                    <a:pt x="1410" y="1553"/>
                  </a:lnTo>
                  <a:cubicBezTo>
                    <a:pt x="1410" y="1206"/>
                    <a:pt x="1819" y="1001"/>
                    <a:pt x="2391" y="1001"/>
                  </a:cubicBezTo>
                  <a:cubicBezTo>
                    <a:pt x="3045" y="1001"/>
                    <a:pt x="3413" y="1247"/>
                    <a:pt x="3413" y="1819"/>
                  </a:cubicBezTo>
                  <a:lnTo>
                    <a:pt x="3413" y="2330"/>
                  </a:lnTo>
                  <a:lnTo>
                    <a:pt x="1982" y="2330"/>
                  </a:lnTo>
                  <a:cubicBezTo>
                    <a:pt x="940" y="2330"/>
                    <a:pt x="0" y="2943"/>
                    <a:pt x="0" y="3985"/>
                  </a:cubicBezTo>
                  <a:cubicBezTo>
                    <a:pt x="0" y="5006"/>
                    <a:pt x="756" y="5620"/>
                    <a:pt x="1880" y="5620"/>
                  </a:cubicBezTo>
                  <a:cubicBezTo>
                    <a:pt x="2575" y="5620"/>
                    <a:pt x="2984" y="5517"/>
                    <a:pt x="3454" y="5027"/>
                  </a:cubicBezTo>
                  <a:lnTo>
                    <a:pt x="3474" y="5027"/>
                  </a:lnTo>
                  <a:cubicBezTo>
                    <a:pt x="3495" y="5109"/>
                    <a:pt x="3515" y="5436"/>
                    <a:pt x="3535" y="5517"/>
                  </a:cubicBezTo>
                  <a:lnTo>
                    <a:pt x="4802" y="5517"/>
                  </a:lnTo>
                  <a:cubicBezTo>
                    <a:pt x="4741" y="5395"/>
                    <a:pt x="4700" y="4598"/>
                    <a:pt x="4700" y="4353"/>
                  </a:cubicBezTo>
                  <a:lnTo>
                    <a:pt x="4700" y="1717"/>
                  </a:lnTo>
                  <a:cubicBezTo>
                    <a:pt x="4700" y="409"/>
                    <a:pt x="3597" y="0"/>
                    <a:pt x="2391"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75" name="Google Shape;2275;p24">
              <a:extLst>
                <a:ext uri="{FF2B5EF4-FFF2-40B4-BE49-F238E27FC236}">
                  <a16:creationId xmlns:a16="http://schemas.microsoft.com/office/drawing/2014/main" id="{54B3183B-2518-F527-C858-002D5EC16BE6}"/>
                </a:ext>
              </a:extLst>
            </p:cNvPr>
            <p:cNvSpPr/>
            <p:nvPr/>
          </p:nvSpPr>
          <p:spPr>
            <a:xfrm>
              <a:off x="4127225" y="3123125"/>
              <a:ext cx="120575" cy="140500"/>
            </a:xfrm>
            <a:custGeom>
              <a:avLst/>
              <a:gdLst/>
              <a:ahLst/>
              <a:cxnLst/>
              <a:rect l="l" t="t" r="r" b="b"/>
              <a:pathLst>
                <a:path w="4823" h="5620" extrusionOk="0">
                  <a:moveTo>
                    <a:pt x="2473" y="1"/>
                  </a:moveTo>
                  <a:cubicBezTo>
                    <a:pt x="1124" y="1"/>
                    <a:pt x="1" y="838"/>
                    <a:pt x="1" y="2371"/>
                  </a:cubicBezTo>
                  <a:lnTo>
                    <a:pt x="1" y="3413"/>
                  </a:lnTo>
                  <a:cubicBezTo>
                    <a:pt x="1" y="4843"/>
                    <a:pt x="1186" y="5620"/>
                    <a:pt x="2514" y="5620"/>
                  </a:cubicBezTo>
                  <a:cubicBezTo>
                    <a:pt x="3679" y="5620"/>
                    <a:pt x="4823" y="4946"/>
                    <a:pt x="4823" y="3515"/>
                  </a:cubicBezTo>
                  <a:lnTo>
                    <a:pt x="4823" y="3454"/>
                  </a:lnTo>
                  <a:lnTo>
                    <a:pt x="3577" y="3454"/>
                  </a:lnTo>
                  <a:lnTo>
                    <a:pt x="3577" y="3515"/>
                  </a:lnTo>
                  <a:cubicBezTo>
                    <a:pt x="3577" y="4251"/>
                    <a:pt x="3025" y="4537"/>
                    <a:pt x="2514" y="4537"/>
                  </a:cubicBezTo>
                  <a:cubicBezTo>
                    <a:pt x="1819" y="4537"/>
                    <a:pt x="1329" y="4149"/>
                    <a:pt x="1329" y="3454"/>
                  </a:cubicBezTo>
                  <a:lnTo>
                    <a:pt x="1329" y="2187"/>
                  </a:lnTo>
                  <a:cubicBezTo>
                    <a:pt x="1329" y="1390"/>
                    <a:pt x="1921" y="1084"/>
                    <a:pt x="2473" y="1084"/>
                  </a:cubicBezTo>
                  <a:cubicBezTo>
                    <a:pt x="3004" y="1084"/>
                    <a:pt x="3577" y="1390"/>
                    <a:pt x="3577" y="2126"/>
                  </a:cubicBezTo>
                  <a:lnTo>
                    <a:pt x="3577" y="2228"/>
                  </a:lnTo>
                  <a:lnTo>
                    <a:pt x="4823" y="2228"/>
                  </a:lnTo>
                  <a:lnTo>
                    <a:pt x="4823" y="2126"/>
                  </a:lnTo>
                  <a:cubicBezTo>
                    <a:pt x="4823" y="695"/>
                    <a:pt x="3638" y="1"/>
                    <a:pt x="2473"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76" name="Google Shape;2276;p24">
              <a:extLst>
                <a:ext uri="{FF2B5EF4-FFF2-40B4-BE49-F238E27FC236}">
                  <a16:creationId xmlns:a16="http://schemas.microsoft.com/office/drawing/2014/main" id="{BB086A5B-1CEC-2BF6-9EE8-1FFF10068E15}"/>
                </a:ext>
              </a:extLst>
            </p:cNvPr>
            <p:cNvSpPr/>
            <p:nvPr/>
          </p:nvSpPr>
          <p:spPr>
            <a:xfrm>
              <a:off x="4265675" y="3123125"/>
              <a:ext cx="121100" cy="140500"/>
            </a:xfrm>
            <a:custGeom>
              <a:avLst/>
              <a:gdLst/>
              <a:ahLst/>
              <a:cxnLst/>
              <a:rect l="l" t="t" r="r" b="b"/>
              <a:pathLst>
                <a:path w="4844" h="5620" extrusionOk="0">
                  <a:moveTo>
                    <a:pt x="2473" y="1"/>
                  </a:moveTo>
                  <a:cubicBezTo>
                    <a:pt x="1145" y="1"/>
                    <a:pt x="0" y="838"/>
                    <a:pt x="0" y="2371"/>
                  </a:cubicBezTo>
                  <a:lnTo>
                    <a:pt x="0" y="3413"/>
                  </a:lnTo>
                  <a:cubicBezTo>
                    <a:pt x="0" y="4843"/>
                    <a:pt x="1185" y="5620"/>
                    <a:pt x="2514" y="5620"/>
                  </a:cubicBezTo>
                  <a:cubicBezTo>
                    <a:pt x="3678" y="5620"/>
                    <a:pt x="4843" y="4946"/>
                    <a:pt x="4843" y="3515"/>
                  </a:cubicBezTo>
                  <a:lnTo>
                    <a:pt x="4843" y="3454"/>
                  </a:lnTo>
                  <a:lnTo>
                    <a:pt x="3576" y="3454"/>
                  </a:lnTo>
                  <a:lnTo>
                    <a:pt x="3576" y="3515"/>
                  </a:lnTo>
                  <a:cubicBezTo>
                    <a:pt x="3576" y="4251"/>
                    <a:pt x="3045" y="4537"/>
                    <a:pt x="2514" y="4537"/>
                  </a:cubicBezTo>
                  <a:cubicBezTo>
                    <a:pt x="1839" y="4537"/>
                    <a:pt x="1328" y="4149"/>
                    <a:pt x="1328" y="3454"/>
                  </a:cubicBezTo>
                  <a:lnTo>
                    <a:pt x="1328" y="2187"/>
                  </a:lnTo>
                  <a:cubicBezTo>
                    <a:pt x="1328" y="1390"/>
                    <a:pt x="1921" y="1084"/>
                    <a:pt x="2473" y="1084"/>
                  </a:cubicBezTo>
                  <a:cubicBezTo>
                    <a:pt x="3004" y="1084"/>
                    <a:pt x="3576" y="1390"/>
                    <a:pt x="3576" y="2126"/>
                  </a:cubicBezTo>
                  <a:lnTo>
                    <a:pt x="3576" y="2228"/>
                  </a:lnTo>
                  <a:lnTo>
                    <a:pt x="4843" y="2228"/>
                  </a:lnTo>
                  <a:lnTo>
                    <a:pt x="4843" y="2126"/>
                  </a:lnTo>
                  <a:cubicBezTo>
                    <a:pt x="4843" y="695"/>
                    <a:pt x="3637" y="1"/>
                    <a:pt x="2473"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77" name="Google Shape;2277;p24">
              <a:extLst>
                <a:ext uri="{FF2B5EF4-FFF2-40B4-BE49-F238E27FC236}">
                  <a16:creationId xmlns:a16="http://schemas.microsoft.com/office/drawing/2014/main" id="{336D9A54-C13C-6C3F-C911-F9B1218B74B0}"/>
                </a:ext>
              </a:extLst>
            </p:cNvPr>
            <p:cNvSpPr/>
            <p:nvPr/>
          </p:nvSpPr>
          <p:spPr>
            <a:xfrm>
              <a:off x="4410750" y="3070500"/>
              <a:ext cx="31700" cy="190075"/>
            </a:xfrm>
            <a:custGeom>
              <a:avLst/>
              <a:gdLst/>
              <a:ahLst/>
              <a:cxnLst/>
              <a:rect l="l" t="t" r="r" b="b"/>
              <a:pathLst>
                <a:path w="1268" h="7603" extrusionOk="0">
                  <a:moveTo>
                    <a:pt x="0" y="1"/>
                  </a:moveTo>
                  <a:lnTo>
                    <a:pt x="0" y="1370"/>
                  </a:lnTo>
                  <a:lnTo>
                    <a:pt x="1267" y="1370"/>
                  </a:lnTo>
                  <a:lnTo>
                    <a:pt x="1267" y="1"/>
                  </a:lnTo>
                  <a:close/>
                  <a:moveTo>
                    <a:pt x="0" y="2208"/>
                  </a:moveTo>
                  <a:lnTo>
                    <a:pt x="0" y="7602"/>
                  </a:lnTo>
                  <a:lnTo>
                    <a:pt x="1267" y="7602"/>
                  </a:lnTo>
                  <a:lnTo>
                    <a:pt x="1267" y="2208"/>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78" name="Google Shape;2278;p24">
              <a:extLst>
                <a:ext uri="{FF2B5EF4-FFF2-40B4-BE49-F238E27FC236}">
                  <a16:creationId xmlns:a16="http://schemas.microsoft.com/office/drawing/2014/main" id="{EE4DB574-34D5-EEE6-B1DC-37F308A68940}"/>
                </a:ext>
              </a:extLst>
            </p:cNvPr>
            <p:cNvSpPr/>
            <p:nvPr/>
          </p:nvSpPr>
          <p:spPr>
            <a:xfrm>
              <a:off x="4477675" y="3123125"/>
              <a:ext cx="117000" cy="137450"/>
            </a:xfrm>
            <a:custGeom>
              <a:avLst/>
              <a:gdLst/>
              <a:ahLst/>
              <a:cxnLst/>
              <a:rect l="l" t="t" r="r" b="b"/>
              <a:pathLst>
                <a:path w="4680" h="5498" extrusionOk="0">
                  <a:moveTo>
                    <a:pt x="2800" y="1"/>
                  </a:moveTo>
                  <a:cubicBezTo>
                    <a:pt x="2187" y="1"/>
                    <a:pt x="1615" y="246"/>
                    <a:pt x="1267" y="757"/>
                  </a:cubicBezTo>
                  <a:lnTo>
                    <a:pt x="1247" y="757"/>
                  </a:lnTo>
                  <a:lnTo>
                    <a:pt x="1247" y="103"/>
                  </a:lnTo>
                  <a:lnTo>
                    <a:pt x="0" y="103"/>
                  </a:lnTo>
                  <a:lnTo>
                    <a:pt x="0" y="5497"/>
                  </a:lnTo>
                  <a:lnTo>
                    <a:pt x="1288" y="5497"/>
                  </a:lnTo>
                  <a:lnTo>
                    <a:pt x="1288" y="2473"/>
                  </a:lnTo>
                  <a:cubicBezTo>
                    <a:pt x="1288" y="1554"/>
                    <a:pt x="1696" y="1124"/>
                    <a:pt x="2391" y="1124"/>
                  </a:cubicBezTo>
                  <a:cubicBezTo>
                    <a:pt x="3045" y="1124"/>
                    <a:pt x="3392" y="1554"/>
                    <a:pt x="3392" y="2371"/>
                  </a:cubicBezTo>
                  <a:lnTo>
                    <a:pt x="3392" y="5497"/>
                  </a:lnTo>
                  <a:lnTo>
                    <a:pt x="4680" y="5497"/>
                  </a:lnTo>
                  <a:lnTo>
                    <a:pt x="4680" y="2044"/>
                  </a:lnTo>
                  <a:cubicBezTo>
                    <a:pt x="4680" y="757"/>
                    <a:pt x="4005" y="1"/>
                    <a:pt x="2800"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79" name="Google Shape;2279;p24">
              <a:extLst>
                <a:ext uri="{FF2B5EF4-FFF2-40B4-BE49-F238E27FC236}">
                  <a16:creationId xmlns:a16="http://schemas.microsoft.com/office/drawing/2014/main" id="{0045BAD9-B07E-2139-7A65-A0966059E0A2}"/>
                </a:ext>
              </a:extLst>
            </p:cNvPr>
            <p:cNvSpPr/>
            <p:nvPr/>
          </p:nvSpPr>
          <p:spPr>
            <a:xfrm>
              <a:off x="4619175" y="3122625"/>
              <a:ext cx="120075" cy="140500"/>
            </a:xfrm>
            <a:custGeom>
              <a:avLst/>
              <a:gdLst/>
              <a:ahLst/>
              <a:cxnLst/>
              <a:rect l="l" t="t" r="r" b="b"/>
              <a:pathLst>
                <a:path w="4803" h="5620" extrusionOk="0">
                  <a:moveTo>
                    <a:pt x="3433" y="3249"/>
                  </a:moveTo>
                  <a:lnTo>
                    <a:pt x="3433" y="3515"/>
                  </a:lnTo>
                  <a:cubicBezTo>
                    <a:pt x="3433" y="4107"/>
                    <a:pt x="3250" y="4598"/>
                    <a:pt x="2228" y="4598"/>
                  </a:cubicBezTo>
                  <a:cubicBezTo>
                    <a:pt x="1615" y="4598"/>
                    <a:pt x="1247" y="4373"/>
                    <a:pt x="1247" y="3923"/>
                  </a:cubicBezTo>
                  <a:cubicBezTo>
                    <a:pt x="1247" y="3454"/>
                    <a:pt x="1615" y="3249"/>
                    <a:pt x="2167" y="3249"/>
                  </a:cubicBezTo>
                  <a:close/>
                  <a:moveTo>
                    <a:pt x="2412" y="0"/>
                  </a:moveTo>
                  <a:cubicBezTo>
                    <a:pt x="1390" y="0"/>
                    <a:pt x="266" y="409"/>
                    <a:pt x="266" y="1594"/>
                  </a:cubicBezTo>
                  <a:lnTo>
                    <a:pt x="266" y="1737"/>
                  </a:lnTo>
                  <a:lnTo>
                    <a:pt x="1431" y="1737"/>
                  </a:lnTo>
                  <a:lnTo>
                    <a:pt x="1431" y="1553"/>
                  </a:lnTo>
                  <a:cubicBezTo>
                    <a:pt x="1431" y="1206"/>
                    <a:pt x="1840" y="1001"/>
                    <a:pt x="2391" y="1001"/>
                  </a:cubicBezTo>
                  <a:cubicBezTo>
                    <a:pt x="3045" y="1001"/>
                    <a:pt x="3433" y="1247"/>
                    <a:pt x="3433" y="1819"/>
                  </a:cubicBezTo>
                  <a:lnTo>
                    <a:pt x="3433" y="2330"/>
                  </a:lnTo>
                  <a:lnTo>
                    <a:pt x="2003" y="2330"/>
                  </a:lnTo>
                  <a:cubicBezTo>
                    <a:pt x="941" y="2330"/>
                    <a:pt x="1" y="2943"/>
                    <a:pt x="1" y="3985"/>
                  </a:cubicBezTo>
                  <a:cubicBezTo>
                    <a:pt x="1" y="5006"/>
                    <a:pt x="757" y="5620"/>
                    <a:pt x="1881" y="5620"/>
                  </a:cubicBezTo>
                  <a:cubicBezTo>
                    <a:pt x="2575" y="5620"/>
                    <a:pt x="2984" y="5517"/>
                    <a:pt x="3454" y="5027"/>
                  </a:cubicBezTo>
                  <a:lnTo>
                    <a:pt x="3474" y="5027"/>
                  </a:lnTo>
                  <a:cubicBezTo>
                    <a:pt x="3495" y="5109"/>
                    <a:pt x="3515" y="5436"/>
                    <a:pt x="3536" y="5517"/>
                  </a:cubicBezTo>
                  <a:lnTo>
                    <a:pt x="4803" y="5517"/>
                  </a:lnTo>
                  <a:cubicBezTo>
                    <a:pt x="4741" y="5395"/>
                    <a:pt x="4721" y="4598"/>
                    <a:pt x="4721" y="4353"/>
                  </a:cubicBezTo>
                  <a:lnTo>
                    <a:pt x="4721" y="1717"/>
                  </a:lnTo>
                  <a:cubicBezTo>
                    <a:pt x="4721" y="409"/>
                    <a:pt x="3597" y="0"/>
                    <a:pt x="2412"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80" name="Google Shape;2280;p24">
              <a:extLst>
                <a:ext uri="{FF2B5EF4-FFF2-40B4-BE49-F238E27FC236}">
                  <a16:creationId xmlns:a16="http://schemas.microsoft.com/office/drawing/2014/main" id="{580AF352-89B4-05D7-3EB6-C0C4865F0BF2}"/>
                </a:ext>
              </a:extLst>
            </p:cNvPr>
            <p:cNvSpPr/>
            <p:nvPr/>
          </p:nvSpPr>
          <p:spPr>
            <a:xfrm>
              <a:off x="4756600" y="3084825"/>
              <a:ext cx="79725" cy="177800"/>
            </a:xfrm>
            <a:custGeom>
              <a:avLst/>
              <a:gdLst/>
              <a:ahLst/>
              <a:cxnLst/>
              <a:rect l="l" t="t" r="r" b="b"/>
              <a:pathLst>
                <a:path w="3189" h="7112" extrusionOk="0">
                  <a:moveTo>
                    <a:pt x="736" y="0"/>
                  </a:moveTo>
                  <a:lnTo>
                    <a:pt x="736" y="1635"/>
                  </a:lnTo>
                  <a:lnTo>
                    <a:pt x="0" y="1635"/>
                  </a:lnTo>
                  <a:lnTo>
                    <a:pt x="0" y="2656"/>
                  </a:lnTo>
                  <a:lnTo>
                    <a:pt x="736" y="2656"/>
                  </a:lnTo>
                  <a:lnTo>
                    <a:pt x="736" y="5742"/>
                  </a:lnTo>
                  <a:cubicBezTo>
                    <a:pt x="736" y="6702"/>
                    <a:pt x="1410" y="7111"/>
                    <a:pt x="2248" y="7111"/>
                  </a:cubicBezTo>
                  <a:cubicBezTo>
                    <a:pt x="2432" y="7111"/>
                    <a:pt x="2902" y="7070"/>
                    <a:pt x="3188" y="7009"/>
                  </a:cubicBezTo>
                  <a:lnTo>
                    <a:pt x="3188" y="5905"/>
                  </a:lnTo>
                  <a:cubicBezTo>
                    <a:pt x="2943" y="5946"/>
                    <a:pt x="2779" y="5967"/>
                    <a:pt x="2534" y="5967"/>
                  </a:cubicBezTo>
                  <a:cubicBezTo>
                    <a:pt x="2228" y="5967"/>
                    <a:pt x="2023" y="5844"/>
                    <a:pt x="2023" y="5435"/>
                  </a:cubicBezTo>
                  <a:lnTo>
                    <a:pt x="2023" y="2656"/>
                  </a:lnTo>
                  <a:lnTo>
                    <a:pt x="3188" y="2656"/>
                  </a:lnTo>
                  <a:lnTo>
                    <a:pt x="3188" y="1635"/>
                  </a:lnTo>
                  <a:lnTo>
                    <a:pt x="2023" y="1635"/>
                  </a:lnTo>
                  <a:lnTo>
                    <a:pt x="2023" y="0"/>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81" name="Google Shape;2281;p24">
              <a:extLst>
                <a:ext uri="{FF2B5EF4-FFF2-40B4-BE49-F238E27FC236}">
                  <a16:creationId xmlns:a16="http://schemas.microsoft.com/office/drawing/2014/main" id="{B3C05D09-40CE-5CE2-2802-2974A3FC0F61}"/>
                </a:ext>
              </a:extLst>
            </p:cNvPr>
            <p:cNvSpPr/>
            <p:nvPr/>
          </p:nvSpPr>
          <p:spPr>
            <a:xfrm>
              <a:off x="4857750" y="3070500"/>
              <a:ext cx="32200" cy="190075"/>
            </a:xfrm>
            <a:custGeom>
              <a:avLst/>
              <a:gdLst/>
              <a:ahLst/>
              <a:cxnLst/>
              <a:rect l="l" t="t" r="r" b="b"/>
              <a:pathLst>
                <a:path w="1288" h="7603" extrusionOk="0">
                  <a:moveTo>
                    <a:pt x="0" y="1"/>
                  </a:moveTo>
                  <a:lnTo>
                    <a:pt x="0" y="1370"/>
                  </a:lnTo>
                  <a:lnTo>
                    <a:pt x="1288" y="1370"/>
                  </a:lnTo>
                  <a:lnTo>
                    <a:pt x="1288" y="1"/>
                  </a:lnTo>
                  <a:close/>
                  <a:moveTo>
                    <a:pt x="0" y="2208"/>
                  </a:moveTo>
                  <a:lnTo>
                    <a:pt x="0" y="7602"/>
                  </a:lnTo>
                  <a:lnTo>
                    <a:pt x="1288" y="7602"/>
                  </a:lnTo>
                  <a:lnTo>
                    <a:pt x="1288" y="2208"/>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82" name="Google Shape;2282;p24">
              <a:extLst>
                <a:ext uri="{FF2B5EF4-FFF2-40B4-BE49-F238E27FC236}">
                  <a16:creationId xmlns:a16="http://schemas.microsoft.com/office/drawing/2014/main" id="{1DD8FA45-DCF1-29CB-A3D6-298558326181}"/>
                </a:ext>
              </a:extLst>
            </p:cNvPr>
            <p:cNvSpPr/>
            <p:nvPr/>
          </p:nvSpPr>
          <p:spPr>
            <a:xfrm>
              <a:off x="4918525" y="3123125"/>
              <a:ext cx="122650" cy="140500"/>
            </a:xfrm>
            <a:custGeom>
              <a:avLst/>
              <a:gdLst/>
              <a:ahLst/>
              <a:cxnLst/>
              <a:rect l="l" t="t" r="r" b="b"/>
              <a:pathLst>
                <a:path w="4906" h="5620" extrusionOk="0">
                  <a:moveTo>
                    <a:pt x="2433" y="1104"/>
                  </a:moveTo>
                  <a:cubicBezTo>
                    <a:pt x="3107" y="1104"/>
                    <a:pt x="3597" y="1472"/>
                    <a:pt x="3597" y="2126"/>
                  </a:cubicBezTo>
                  <a:lnTo>
                    <a:pt x="3597" y="3474"/>
                  </a:lnTo>
                  <a:cubicBezTo>
                    <a:pt x="3597" y="4251"/>
                    <a:pt x="3025" y="4537"/>
                    <a:pt x="2473" y="4537"/>
                  </a:cubicBezTo>
                  <a:cubicBezTo>
                    <a:pt x="1820" y="4537"/>
                    <a:pt x="1309" y="4149"/>
                    <a:pt x="1309" y="3495"/>
                  </a:cubicBezTo>
                  <a:lnTo>
                    <a:pt x="1309" y="2167"/>
                  </a:lnTo>
                  <a:cubicBezTo>
                    <a:pt x="1309" y="1390"/>
                    <a:pt x="1901" y="1104"/>
                    <a:pt x="2433" y="1104"/>
                  </a:cubicBezTo>
                  <a:close/>
                  <a:moveTo>
                    <a:pt x="2433" y="1"/>
                  </a:moveTo>
                  <a:cubicBezTo>
                    <a:pt x="1247" y="1"/>
                    <a:pt x="1" y="798"/>
                    <a:pt x="1" y="2269"/>
                  </a:cubicBezTo>
                  <a:lnTo>
                    <a:pt x="1" y="3495"/>
                  </a:lnTo>
                  <a:cubicBezTo>
                    <a:pt x="1" y="4884"/>
                    <a:pt x="1166" y="5620"/>
                    <a:pt x="2473" y="5620"/>
                  </a:cubicBezTo>
                  <a:cubicBezTo>
                    <a:pt x="3679" y="5620"/>
                    <a:pt x="4905" y="4823"/>
                    <a:pt x="4905" y="3352"/>
                  </a:cubicBezTo>
                  <a:lnTo>
                    <a:pt x="4905" y="2248"/>
                  </a:lnTo>
                  <a:cubicBezTo>
                    <a:pt x="4905" y="859"/>
                    <a:pt x="3740" y="1"/>
                    <a:pt x="2433"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83" name="Google Shape;2283;p24">
              <a:extLst>
                <a:ext uri="{FF2B5EF4-FFF2-40B4-BE49-F238E27FC236}">
                  <a16:creationId xmlns:a16="http://schemas.microsoft.com/office/drawing/2014/main" id="{9B986A60-2879-0135-2222-59BD2913BB3F}"/>
                </a:ext>
              </a:extLst>
            </p:cNvPr>
            <p:cNvSpPr/>
            <p:nvPr/>
          </p:nvSpPr>
          <p:spPr>
            <a:xfrm>
              <a:off x="5069750" y="3123125"/>
              <a:ext cx="117525" cy="137450"/>
            </a:xfrm>
            <a:custGeom>
              <a:avLst/>
              <a:gdLst/>
              <a:ahLst/>
              <a:cxnLst/>
              <a:rect l="l" t="t" r="r" b="b"/>
              <a:pathLst>
                <a:path w="4701" h="5498" extrusionOk="0">
                  <a:moveTo>
                    <a:pt x="2800" y="1"/>
                  </a:moveTo>
                  <a:cubicBezTo>
                    <a:pt x="2207" y="1"/>
                    <a:pt x="1635" y="246"/>
                    <a:pt x="1267" y="757"/>
                  </a:cubicBezTo>
                  <a:lnTo>
                    <a:pt x="1247" y="757"/>
                  </a:lnTo>
                  <a:lnTo>
                    <a:pt x="1247" y="103"/>
                  </a:lnTo>
                  <a:lnTo>
                    <a:pt x="0" y="103"/>
                  </a:lnTo>
                  <a:lnTo>
                    <a:pt x="0" y="5497"/>
                  </a:lnTo>
                  <a:lnTo>
                    <a:pt x="1288" y="5497"/>
                  </a:lnTo>
                  <a:lnTo>
                    <a:pt x="1288" y="2473"/>
                  </a:lnTo>
                  <a:cubicBezTo>
                    <a:pt x="1288" y="1554"/>
                    <a:pt x="1696" y="1124"/>
                    <a:pt x="2412" y="1124"/>
                  </a:cubicBezTo>
                  <a:cubicBezTo>
                    <a:pt x="3066" y="1124"/>
                    <a:pt x="3413" y="1554"/>
                    <a:pt x="3413" y="2371"/>
                  </a:cubicBezTo>
                  <a:lnTo>
                    <a:pt x="3413" y="5497"/>
                  </a:lnTo>
                  <a:lnTo>
                    <a:pt x="4700" y="5497"/>
                  </a:lnTo>
                  <a:lnTo>
                    <a:pt x="4700" y="2044"/>
                  </a:lnTo>
                  <a:cubicBezTo>
                    <a:pt x="4700" y="757"/>
                    <a:pt x="4026" y="1"/>
                    <a:pt x="2800"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84" name="Google Shape;2284;p24">
              <a:extLst>
                <a:ext uri="{FF2B5EF4-FFF2-40B4-BE49-F238E27FC236}">
                  <a16:creationId xmlns:a16="http://schemas.microsoft.com/office/drawing/2014/main" id="{CB26F9F0-8870-384D-A6F0-BF3ABCFB8739}"/>
                </a:ext>
              </a:extLst>
            </p:cNvPr>
            <p:cNvSpPr/>
            <p:nvPr/>
          </p:nvSpPr>
          <p:spPr>
            <a:xfrm>
              <a:off x="5706775" y="2440125"/>
              <a:ext cx="147675" cy="188025"/>
            </a:xfrm>
            <a:custGeom>
              <a:avLst/>
              <a:gdLst/>
              <a:ahLst/>
              <a:cxnLst/>
              <a:rect l="l" t="t" r="r" b="b"/>
              <a:pathLst>
                <a:path w="5907" h="7521" extrusionOk="0">
                  <a:moveTo>
                    <a:pt x="2780" y="1186"/>
                  </a:moveTo>
                  <a:cubicBezTo>
                    <a:pt x="3577" y="1186"/>
                    <a:pt x="4149" y="1472"/>
                    <a:pt x="4149" y="2350"/>
                  </a:cubicBezTo>
                  <a:cubicBezTo>
                    <a:pt x="4149" y="3127"/>
                    <a:pt x="3618" y="3515"/>
                    <a:pt x="2800" y="3515"/>
                  </a:cubicBezTo>
                  <a:lnTo>
                    <a:pt x="1411" y="3515"/>
                  </a:lnTo>
                  <a:lnTo>
                    <a:pt x="1411" y="1186"/>
                  </a:lnTo>
                  <a:close/>
                  <a:moveTo>
                    <a:pt x="1" y="1"/>
                  </a:moveTo>
                  <a:lnTo>
                    <a:pt x="1" y="7520"/>
                  </a:lnTo>
                  <a:lnTo>
                    <a:pt x="1411" y="7520"/>
                  </a:lnTo>
                  <a:lnTo>
                    <a:pt x="1411" y="4700"/>
                  </a:lnTo>
                  <a:lnTo>
                    <a:pt x="2616" y="4700"/>
                  </a:lnTo>
                  <a:lnTo>
                    <a:pt x="4374" y="7520"/>
                  </a:lnTo>
                  <a:lnTo>
                    <a:pt x="5906" y="7520"/>
                  </a:lnTo>
                  <a:lnTo>
                    <a:pt x="4047" y="4537"/>
                  </a:lnTo>
                  <a:cubicBezTo>
                    <a:pt x="5048" y="4189"/>
                    <a:pt x="5538" y="3250"/>
                    <a:pt x="5538" y="2371"/>
                  </a:cubicBezTo>
                  <a:cubicBezTo>
                    <a:pt x="5538" y="818"/>
                    <a:pt x="4394" y="1"/>
                    <a:pt x="2984"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85" name="Google Shape;2285;p24">
              <a:extLst>
                <a:ext uri="{FF2B5EF4-FFF2-40B4-BE49-F238E27FC236}">
                  <a16:creationId xmlns:a16="http://schemas.microsoft.com/office/drawing/2014/main" id="{75ABFCD8-5C34-60B2-A425-FD7F7F66AAF6}"/>
                </a:ext>
              </a:extLst>
            </p:cNvPr>
            <p:cNvSpPr/>
            <p:nvPr/>
          </p:nvSpPr>
          <p:spPr>
            <a:xfrm>
              <a:off x="5868725" y="2425825"/>
              <a:ext cx="120575" cy="205375"/>
            </a:xfrm>
            <a:custGeom>
              <a:avLst/>
              <a:gdLst/>
              <a:ahLst/>
              <a:cxnLst/>
              <a:rect l="l" t="t" r="r" b="b"/>
              <a:pathLst>
                <a:path w="4823" h="8215" extrusionOk="0">
                  <a:moveTo>
                    <a:pt x="2841" y="0"/>
                  </a:moveTo>
                  <a:lnTo>
                    <a:pt x="1942" y="1839"/>
                  </a:lnTo>
                  <a:lnTo>
                    <a:pt x="2943" y="1839"/>
                  </a:lnTo>
                  <a:lnTo>
                    <a:pt x="4291" y="0"/>
                  </a:lnTo>
                  <a:close/>
                  <a:moveTo>
                    <a:pt x="2493" y="3678"/>
                  </a:moveTo>
                  <a:cubicBezTo>
                    <a:pt x="3004" y="3678"/>
                    <a:pt x="3535" y="3985"/>
                    <a:pt x="3535" y="4721"/>
                  </a:cubicBezTo>
                  <a:lnTo>
                    <a:pt x="3535" y="4864"/>
                  </a:lnTo>
                  <a:lnTo>
                    <a:pt x="1349" y="4864"/>
                  </a:lnTo>
                  <a:lnTo>
                    <a:pt x="1349" y="4782"/>
                  </a:lnTo>
                  <a:cubicBezTo>
                    <a:pt x="1349" y="3985"/>
                    <a:pt x="1942" y="3678"/>
                    <a:pt x="2493" y="3678"/>
                  </a:cubicBezTo>
                  <a:close/>
                  <a:moveTo>
                    <a:pt x="2493" y="2595"/>
                  </a:moveTo>
                  <a:cubicBezTo>
                    <a:pt x="1145" y="2595"/>
                    <a:pt x="0" y="3433"/>
                    <a:pt x="0" y="4966"/>
                  </a:cubicBezTo>
                  <a:lnTo>
                    <a:pt x="0" y="6008"/>
                  </a:lnTo>
                  <a:cubicBezTo>
                    <a:pt x="0" y="7479"/>
                    <a:pt x="1206" y="8215"/>
                    <a:pt x="2534" y="8215"/>
                  </a:cubicBezTo>
                  <a:cubicBezTo>
                    <a:pt x="3474" y="8215"/>
                    <a:pt x="4332" y="7847"/>
                    <a:pt x="4761" y="7009"/>
                  </a:cubicBezTo>
                  <a:lnTo>
                    <a:pt x="3760" y="6437"/>
                  </a:lnTo>
                  <a:cubicBezTo>
                    <a:pt x="3474" y="6866"/>
                    <a:pt x="3025" y="7132"/>
                    <a:pt x="2595" y="7132"/>
                  </a:cubicBezTo>
                  <a:cubicBezTo>
                    <a:pt x="1901" y="7132"/>
                    <a:pt x="1349" y="6744"/>
                    <a:pt x="1349" y="6049"/>
                  </a:cubicBezTo>
                  <a:lnTo>
                    <a:pt x="1349" y="5763"/>
                  </a:lnTo>
                  <a:lnTo>
                    <a:pt x="4823" y="5763"/>
                  </a:lnTo>
                  <a:lnTo>
                    <a:pt x="4823" y="4721"/>
                  </a:lnTo>
                  <a:cubicBezTo>
                    <a:pt x="4823" y="3290"/>
                    <a:pt x="3658" y="2595"/>
                    <a:pt x="2493" y="2595"/>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86" name="Google Shape;2286;p24">
              <a:extLst>
                <a:ext uri="{FF2B5EF4-FFF2-40B4-BE49-F238E27FC236}">
                  <a16:creationId xmlns:a16="http://schemas.microsoft.com/office/drawing/2014/main" id="{8611356B-FDDA-37D6-721B-B46D87969698}"/>
                </a:ext>
              </a:extLst>
            </p:cNvPr>
            <p:cNvSpPr/>
            <p:nvPr/>
          </p:nvSpPr>
          <p:spPr>
            <a:xfrm>
              <a:off x="6017900" y="2490200"/>
              <a:ext cx="123125" cy="188525"/>
            </a:xfrm>
            <a:custGeom>
              <a:avLst/>
              <a:gdLst/>
              <a:ahLst/>
              <a:cxnLst/>
              <a:rect l="l" t="t" r="r" b="b"/>
              <a:pathLst>
                <a:path w="4925" h="7541" extrusionOk="0">
                  <a:moveTo>
                    <a:pt x="2452" y="1124"/>
                  </a:moveTo>
                  <a:cubicBezTo>
                    <a:pt x="3106" y="1124"/>
                    <a:pt x="3617" y="1492"/>
                    <a:pt x="3617" y="2146"/>
                  </a:cubicBezTo>
                  <a:lnTo>
                    <a:pt x="3617" y="3494"/>
                  </a:lnTo>
                  <a:cubicBezTo>
                    <a:pt x="3617" y="4271"/>
                    <a:pt x="3024" y="4557"/>
                    <a:pt x="2473" y="4557"/>
                  </a:cubicBezTo>
                  <a:cubicBezTo>
                    <a:pt x="1819" y="4557"/>
                    <a:pt x="1287" y="4169"/>
                    <a:pt x="1287" y="3515"/>
                  </a:cubicBezTo>
                  <a:lnTo>
                    <a:pt x="1287" y="2268"/>
                  </a:lnTo>
                  <a:cubicBezTo>
                    <a:pt x="1287" y="1471"/>
                    <a:pt x="1900" y="1124"/>
                    <a:pt x="2452" y="1124"/>
                  </a:cubicBezTo>
                  <a:close/>
                  <a:moveTo>
                    <a:pt x="2800" y="0"/>
                  </a:moveTo>
                  <a:cubicBezTo>
                    <a:pt x="2309" y="0"/>
                    <a:pt x="1696" y="225"/>
                    <a:pt x="1267" y="736"/>
                  </a:cubicBezTo>
                  <a:lnTo>
                    <a:pt x="1267" y="123"/>
                  </a:lnTo>
                  <a:lnTo>
                    <a:pt x="0" y="123"/>
                  </a:lnTo>
                  <a:lnTo>
                    <a:pt x="0" y="7540"/>
                  </a:lnTo>
                  <a:lnTo>
                    <a:pt x="1287" y="7540"/>
                  </a:lnTo>
                  <a:lnTo>
                    <a:pt x="1287" y="4965"/>
                  </a:lnTo>
                  <a:lnTo>
                    <a:pt x="1328" y="4965"/>
                  </a:lnTo>
                  <a:cubicBezTo>
                    <a:pt x="1594" y="5333"/>
                    <a:pt x="2084" y="5640"/>
                    <a:pt x="2697" y="5640"/>
                  </a:cubicBezTo>
                  <a:cubicBezTo>
                    <a:pt x="3903" y="5640"/>
                    <a:pt x="4925" y="4904"/>
                    <a:pt x="4925" y="3453"/>
                  </a:cubicBezTo>
                  <a:lnTo>
                    <a:pt x="4925" y="2146"/>
                  </a:lnTo>
                  <a:cubicBezTo>
                    <a:pt x="4925" y="756"/>
                    <a:pt x="3964" y="0"/>
                    <a:pt x="2800"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87" name="Google Shape;2287;p24">
              <a:extLst>
                <a:ext uri="{FF2B5EF4-FFF2-40B4-BE49-F238E27FC236}">
                  <a16:creationId xmlns:a16="http://schemas.microsoft.com/office/drawing/2014/main" id="{E9AB52E9-AEC7-7E01-A5DF-D56FD75C47B1}"/>
                </a:ext>
              </a:extLst>
            </p:cNvPr>
            <p:cNvSpPr/>
            <p:nvPr/>
          </p:nvSpPr>
          <p:spPr>
            <a:xfrm>
              <a:off x="6167575" y="2493250"/>
              <a:ext cx="117525" cy="137450"/>
            </a:xfrm>
            <a:custGeom>
              <a:avLst/>
              <a:gdLst/>
              <a:ahLst/>
              <a:cxnLst/>
              <a:rect l="l" t="t" r="r" b="b"/>
              <a:pathLst>
                <a:path w="4701" h="5498" extrusionOk="0">
                  <a:moveTo>
                    <a:pt x="0" y="1"/>
                  </a:moveTo>
                  <a:lnTo>
                    <a:pt x="0" y="3434"/>
                  </a:lnTo>
                  <a:cubicBezTo>
                    <a:pt x="0" y="4721"/>
                    <a:pt x="695" y="5497"/>
                    <a:pt x="1901" y="5497"/>
                  </a:cubicBezTo>
                  <a:cubicBezTo>
                    <a:pt x="2514" y="5497"/>
                    <a:pt x="3065" y="5252"/>
                    <a:pt x="3413" y="4721"/>
                  </a:cubicBezTo>
                  <a:lnTo>
                    <a:pt x="3454" y="4721"/>
                  </a:lnTo>
                  <a:lnTo>
                    <a:pt x="3454" y="5395"/>
                  </a:lnTo>
                  <a:lnTo>
                    <a:pt x="4700" y="5395"/>
                  </a:lnTo>
                  <a:lnTo>
                    <a:pt x="4700" y="1"/>
                  </a:lnTo>
                  <a:lnTo>
                    <a:pt x="3413" y="1"/>
                  </a:lnTo>
                  <a:lnTo>
                    <a:pt x="3413" y="3004"/>
                  </a:lnTo>
                  <a:cubicBezTo>
                    <a:pt x="3413" y="3924"/>
                    <a:pt x="3004" y="4373"/>
                    <a:pt x="2309" y="4373"/>
                  </a:cubicBezTo>
                  <a:cubicBezTo>
                    <a:pt x="1655" y="4373"/>
                    <a:pt x="1288" y="3944"/>
                    <a:pt x="1288" y="3127"/>
                  </a:cubicBezTo>
                  <a:lnTo>
                    <a:pt x="1288"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88" name="Google Shape;2288;p24">
              <a:extLst>
                <a:ext uri="{FF2B5EF4-FFF2-40B4-BE49-F238E27FC236}">
                  <a16:creationId xmlns:a16="http://schemas.microsoft.com/office/drawing/2014/main" id="{EFC6AF8C-86F9-931B-D4CB-89F6495CC65F}"/>
                </a:ext>
              </a:extLst>
            </p:cNvPr>
            <p:cNvSpPr/>
            <p:nvPr/>
          </p:nvSpPr>
          <p:spPr>
            <a:xfrm>
              <a:off x="6318275" y="2440125"/>
              <a:ext cx="122625" cy="191075"/>
            </a:xfrm>
            <a:custGeom>
              <a:avLst/>
              <a:gdLst/>
              <a:ahLst/>
              <a:cxnLst/>
              <a:rect l="l" t="t" r="r" b="b"/>
              <a:pathLst>
                <a:path w="4905" h="7643" extrusionOk="0">
                  <a:moveTo>
                    <a:pt x="2432" y="3127"/>
                  </a:moveTo>
                  <a:cubicBezTo>
                    <a:pt x="3106" y="3127"/>
                    <a:pt x="3597" y="3495"/>
                    <a:pt x="3597" y="4149"/>
                  </a:cubicBezTo>
                  <a:lnTo>
                    <a:pt x="3597" y="5497"/>
                  </a:lnTo>
                  <a:cubicBezTo>
                    <a:pt x="3597" y="6274"/>
                    <a:pt x="3004" y="6560"/>
                    <a:pt x="2473" y="6560"/>
                  </a:cubicBezTo>
                  <a:cubicBezTo>
                    <a:pt x="1798" y="6560"/>
                    <a:pt x="1288" y="6172"/>
                    <a:pt x="1288" y="5518"/>
                  </a:cubicBezTo>
                  <a:lnTo>
                    <a:pt x="1288" y="4271"/>
                  </a:lnTo>
                  <a:cubicBezTo>
                    <a:pt x="1288" y="3495"/>
                    <a:pt x="1901" y="3127"/>
                    <a:pt x="2432" y="3127"/>
                  </a:cubicBezTo>
                  <a:close/>
                  <a:moveTo>
                    <a:pt x="0" y="1"/>
                  </a:moveTo>
                  <a:lnTo>
                    <a:pt x="0" y="7520"/>
                  </a:lnTo>
                  <a:lnTo>
                    <a:pt x="1226" y="7520"/>
                  </a:lnTo>
                  <a:lnTo>
                    <a:pt x="1226" y="6989"/>
                  </a:lnTo>
                  <a:lnTo>
                    <a:pt x="1267" y="6989"/>
                  </a:lnTo>
                  <a:cubicBezTo>
                    <a:pt x="1533" y="7336"/>
                    <a:pt x="2023" y="7643"/>
                    <a:pt x="2636" y="7643"/>
                  </a:cubicBezTo>
                  <a:cubicBezTo>
                    <a:pt x="3842" y="7643"/>
                    <a:pt x="4904" y="6907"/>
                    <a:pt x="4904" y="5456"/>
                  </a:cubicBezTo>
                  <a:lnTo>
                    <a:pt x="4904" y="4149"/>
                  </a:lnTo>
                  <a:cubicBezTo>
                    <a:pt x="4904" y="2759"/>
                    <a:pt x="3964" y="2023"/>
                    <a:pt x="2779" y="2023"/>
                  </a:cubicBezTo>
                  <a:cubicBezTo>
                    <a:pt x="2289" y="2023"/>
                    <a:pt x="1696" y="2207"/>
                    <a:pt x="1288" y="2739"/>
                  </a:cubicBezTo>
                  <a:lnTo>
                    <a:pt x="1288"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89" name="Google Shape;2289;p24">
              <a:extLst>
                <a:ext uri="{FF2B5EF4-FFF2-40B4-BE49-F238E27FC236}">
                  <a16:creationId xmlns:a16="http://schemas.microsoft.com/office/drawing/2014/main" id="{360683C9-D3D1-B565-92EC-965CAF8C9F25}"/>
                </a:ext>
              </a:extLst>
            </p:cNvPr>
            <p:cNvSpPr/>
            <p:nvPr/>
          </p:nvSpPr>
          <p:spPr>
            <a:xfrm>
              <a:off x="6469475" y="2440125"/>
              <a:ext cx="58775" cy="189550"/>
            </a:xfrm>
            <a:custGeom>
              <a:avLst/>
              <a:gdLst/>
              <a:ahLst/>
              <a:cxnLst/>
              <a:rect l="l" t="t" r="r" b="b"/>
              <a:pathLst>
                <a:path w="2351" h="7582" extrusionOk="0">
                  <a:moveTo>
                    <a:pt x="1" y="1"/>
                  </a:moveTo>
                  <a:lnTo>
                    <a:pt x="1" y="6069"/>
                  </a:lnTo>
                  <a:cubicBezTo>
                    <a:pt x="1" y="6560"/>
                    <a:pt x="42" y="7581"/>
                    <a:pt x="1309" y="7581"/>
                  </a:cubicBezTo>
                  <a:cubicBezTo>
                    <a:pt x="1656" y="7581"/>
                    <a:pt x="2065" y="7520"/>
                    <a:pt x="2351" y="7438"/>
                  </a:cubicBezTo>
                  <a:lnTo>
                    <a:pt x="2351" y="6458"/>
                  </a:lnTo>
                  <a:cubicBezTo>
                    <a:pt x="2105" y="6478"/>
                    <a:pt x="1983" y="6498"/>
                    <a:pt x="1758" y="6498"/>
                  </a:cubicBezTo>
                  <a:cubicBezTo>
                    <a:pt x="1411" y="6498"/>
                    <a:pt x="1288" y="6315"/>
                    <a:pt x="1288" y="6069"/>
                  </a:cubicBezTo>
                  <a:lnTo>
                    <a:pt x="1288"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90" name="Google Shape;2290;p24">
              <a:extLst>
                <a:ext uri="{FF2B5EF4-FFF2-40B4-BE49-F238E27FC236}">
                  <a16:creationId xmlns:a16="http://schemas.microsoft.com/office/drawing/2014/main" id="{B3E631C0-07F5-6F50-32A7-01606F483759}"/>
                </a:ext>
              </a:extLst>
            </p:cNvPr>
            <p:cNvSpPr/>
            <p:nvPr/>
          </p:nvSpPr>
          <p:spPr>
            <a:xfrm>
              <a:off x="6550700" y="2438600"/>
              <a:ext cx="32225" cy="189550"/>
            </a:xfrm>
            <a:custGeom>
              <a:avLst/>
              <a:gdLst/>
              <a:ahLst/>
              <a:cxnLst/>
              <a:rect l="l" t="t" r="r" b="b"/>
              <a:pathLst>
                <a:path w="1289" h="7582" extrusionOk="0">
                  <a:moveTo>
                    <a:pt x="1" y="0"/>
                  </a:moveTo>
                  <a:lnTo>
                    <a:pt x="1" y="1369"/>
                  </a:lnTo>
                  <a:lnTo>
                    <a:pt x="1288" y="1369"/>
                  </a:lnTo>
                  <a:lnTo>
                    <a:pt x="1288" y="0"/>
                  </a:lnTo>
                  <a:close/>
                  <a:moveTo>
                    <a:pt x="1" y="2187"/>
                  </a:moveTo>
                  <a:lnTo>
                    <a:pt x="1" y="7581"/>
                  </a:lnTo>
                  <a:lnTo>
                    <a:pt x="1288" y="7581"/>
                  </a:lnTo>
                  <a:lnTo>
                    <a:pt x="1288" y="2187"/>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91" name="Google Shape;2291;p24">
              <a:extLst>
                <a:ext uri="{FF2B5EF4-FFF2-40B4-BE49-F238E27FC236}">
                  <a16:creationId xmlns:a16="http://schemas.microsoft.com/office/drawing/2014/main" id="{543F6AA0-4FC3-CBD0-40C2-E77BE5913ED5}"/>
                </a:ext>
              </a:extLst>
            </p:cNvPr>
            <p:cNvSpPr/>
            <p:nvPr/>
          </p:nvSpPr>
          <p:spPr>
            <a:xfrm>
              <a:off x="6611500" y="2490700"/>
              <a:ext cx="122625" cy="188025"/>
            </a:xfrm>
            <a:custGeom>
              <a:avLst/>
              <a:gdLst/>
              <a:ahLst/>
              <a:cxnLst/>
              <a:rect l="l" t="t" r="r" b="b"/>
              <a:pathLst>
                <a:path w="4905" h="7521" extrusionOk="0">
                  <a:moveTo>
                    <a:pt x="2432" y="1083"/>
                  </a:moveTo>
                  <a:cubicBezTo>
                    <a:pt x="3086" y="1083"/>
                    <a:pt x="3617" y="1472"/>
                    <a:pt x="3617" y="2126"/>
                  </a:cubicBezTo>
                  <a:lnTo>
                    <a:pt x="3617" y="3454"/>
                  </a:lnTo>
                  <a:cubicBezTo>
                    <a:pt x="3617" y="4230"/>
                    <a:pt x="3004" y="4516"/>
                    <a:pt x="2473" y="4516"/>
                  </a:cubicBezTo>
                  <a:cubicBezTo>
                    <a:pt x="1799" y="4516"/>
                    <a:pt x="1308" y="4128"/>
                    <a:pt x="1308" y="3474"/>
                  </a:cubicBezTo>
                  <a:lnTo>
                    <a:pt x="1308" y="2146"/>
                  </a:lnTo>
                  <a:cubicBezTo>
                    <a:pt x="1308" y="1370"/>
                    <a:pt x="1880" y="1083"/>
                    <a:pt x="2432" y="1083"/>
                  </a:cubicBezTo>
                  <a:close/>
                  <a:moveTo>
                    <a:pt x="2207" y="0"/>
                  </a:moveTo>
                  <a:cubicBezTo>
                    <a:pt x="1022" y="0"/>
                    <a:pt x="0" y="716"/>
                    <a:pt x="0" y="2187"/>
                  </a:cubicBezTo>
                  <a:lnTo>
                    <a:pt x="0" y="3495"/>
                  </a:lnTo>
                  <a:cubicBezTo>
                    <a:pt x="0" y="4864"/>
                    <a:pt x="940" y="5620"/>
                    <a:pt x="2126" y="5620"/>
                  </a:cubicBezTo>
                  <a:cubicBezTo>
                    <a:pt x="2596" y="5620"/>
                    <a:pt x="3331" y="5313"/>
                    <a:pt x="3638" y="4884"/>
                  </a:cubicBezTo>
                  <a:lnTo>
                    <a:pt x="3638" y="7520"/>
                  </a:lnTo>
                  <a:lnTo>
                    <a:pt x="4905" y="7520"/>
                  </a:lnTo>
                  <a:lnTo>
                    <a:pt x="4905" y="82"/>
                  </a:lnTo>
                  <a:lnTo>
                    <a:pt x="3617" y="82"/>
                  </a:lnTo>
                  <a:lnTo>
                    <a:pt x="3617" y="654"/>
                  </a:lnTo>
                  <a:lnTo>
                    <a:pt x="3576" y="654"/>
                  </a:lnTo>
                  <a:cubicBezTo>
                    <a:pt x="3311" y="307"/>
                    <a:pt x="2820" y="0"/>
                    <a:pt x="2207"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92" name="Google Shape;2292;p24">
              <a:extLst>
                <a:ext uri="{FF2B5EF4-FFF2-40B4-BE49-F238E27FC236}">
                  <a16:creationId xmlns:a16="http://schemas.microsoft.com/office/drawing/2014/main" id="{B9B885E1-9084-8D96-145F-50E7C18E838C}"/>
                </a:ext>
              </a:extLst>
            </p:cNvPr>
            <p:cNvSpPr/>
            <p:nvPr/>
          </p:nvSpPr>
          <p:spPr>
            <a:xfrm>
              <a:off x="6767300" y="2493250"/>
              <a:ext cx="117025" cy="137450"/>
            </a:xfrm>
            <a:custGeom>
              <a:avLst/>
              <a:gdLst/>
              <a:ahLst/>
              <a:cxnLst/>
              <a:rect l="l" t="t" r="r" b="b"/>
              <a:pathLst>
                <a:path w="4681" h="5498" extrusionOk="0">
                  <a:moveTo>
                    <a:pt x="1" y="1"/>
                  </a:moveTo>
                  <a:lnTo>
                    <a:pt x="1" y="3434"/>
                  </a:lnTo>
                  <a:cubicBezTo>
                    <a:pt x="1" y="4721"/>
                    <a:pt x="675" y="5497"/>
                    <a:pt x="1901" y="5497"/>
                  </a:cubicBezTo>
                  <a:cubicBezTo>
                    <a:pt x="2494" y="5497"/>
                    <a:pt x="3046" y="5252"/>
                    <a:pt x="3413" y="4721"/>
                  </a:cubicBezTo>
                  <a:lnTo>
                    <a:pt x="3434" y="4721"/>
                  </a:lnTo>
                  <a:lnTo>
                    <a:pt x="3434" y="5395"/>
                  </a:lnTo>
                  <a:lnTo>
                    <a:pt x="4680" y="5395"/>
                  </a:lnTo>
                  <a:lnTo>
                    <a:pt x="4680" y="1"/>
                  </a:lnTo>
                  <a:lnTo>
                    <a:pt x="3393" y="1"/>
                  </a:lnTo>
                  <a:lnTo>
                    <a:pt x="3393" y="3004"/>
                  </a:lnTo>
                  <a:cubicBezTo>
                    <a:pt x="3393" y="3924"/>
                    <a:pt x="3005" y="4373"/>
                    <a:pt x="2289" y="4373"/>
                  </a:cubicBezTo>
                  <a:cubicBezTo>
                    <a:pt x="1636" y="4373"/>
                    <a:pt x="1288" y="3944"/>
                    <a:pt x="1288" y="3127"/>
                  </a:cubicBezTo>
                  <a:lnTo>
                    <a:pt x="1288"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93" name="Google Shape;2293;p24">
              <a:extLst>
                <a:ext uri="{FF2B5EF4-FFF2-40B4-BE49-F238E27FC236}">
                  <a16:creationId xmlns:a16="http://schemas.microsoft.com/office/drawing/2014/main" id="{10977B2E-55CB-75D5-BE85-AFB48F408E82}"/>
                </a:ext>
              </a:extLst>
            </p:cNvPr>
            <p:cNvSpPr/>
            <p:nvPr/>
          </p:nvSpPr>
          <p:spPr>
            <a:xfrm>
              <a:off x="6911375" y="2490700"/>
              <a:ext cx="120075" cy="140500"/>
            </a:xfrm>
            <a:custGeom>
              <a:avLst/>
              <a:gdLst/>
              <a:ahLst/>
              <a:cxnLst/>
              <a:rect l="l" t="t" r="r" b="b"/>
              <a:pathLst>
                <a:path w="4803" h="5620" extrusionOk="0">
                  <a:moveTo>
                    <a:pt x="2473" y="1083"/>
                  </a:moveTo>
                  <a:cubicBezTo>
                    <a:pt x="3004" y="1083"/>
                    <a:pt x="3515" y="1390"/>
                    <a:pt x="3515" y="2126"/>
                  </a:cubicBezTo>
                  <a:lnTo>
                    <a:pt x="3515" y="2269"/>
                  </a:lnTo>
                  <a:lnTo>
                    <a:pt x="1349" y="2269"/>
                  </a:lnTo>
                  <a:lnTo>
                    <a:pt x="1349" y="2187"/>
                  </a:lnTo>
                  <a:cubicBezTo>
                    <a:pt x="1349" y="1390"/>
                    <a:pt x="1921" y="1083"/>
                    <a:pt x="2473" y="1083"/>
                  </a:cubicBezTo>
                  <a:close/>
                  <a:moveTo>
                    <a:pt x="2473" y="0"/>
                  </a:moveTo>
                  <a:cubicBezTo>
                    <a:pt x="1145" y="0"/>
                    <a:pt x="0" y="838"/>
                    <a:pt x="0" y="2371"/>
                  </a:cubicBezTo>
                  <a:lnTo>
                    <a:pt x="0" y="3413"/>
                  </a:lnTo>
                  <a:cubicBezTo>
                    <a:pt x="0" y="4884"/>
                    <a:pt x="1185" y="5620"/>
                    <a:pt x="2514" y="5620"/>
                  </a:cubicBezTo>
                  <a:cubicBezTo>
                    <a:pt x="3474" y="5620"/>
                    <a:pt x="4332" y="5252"/>
                    <a:pt x="4741" y="4414"/>
                  </a:cubicBezTo>
                  <a:lnTo>
                    <a:pt x="3760" y="3842"/>
                  </a:lnTo>
                  <a:cubicBezTo>
                    <a:pt x="3474" y="4271"/>
                    <a:pt x="3024" y="4537"/>
                    <a:pt x="2575" y="4537"/>
                  </a:cubicBezTo>
                  <a:cubicBezTo>
                    <a:pt x="1901" y="4537"/>
                    <a:pt x="1349" y="4149"/>
                    <a:pt x="1349" y="3454"/>
                  </a:cubicBezTo>
                  <a:lnTo>
                    <a:pt x="1349" y="3168"/>
                  </a:lnTo>
                  <a:lnTo>
                    <a:pt x="4802" y="3168"/>
                  </a:lnTo>
                  <a:lnTo>
                    <a:pt x="4802" y="2126"/>
                  </a:lnTo>
                  <a:cubicBezTo>
                    <a:pt x="4802" y="695"/>
                    <a:pt x="3658" y="0"/>
                    <a:pt x="2473"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94" name="Google Shape;2294;p24">
              <a:extLst>
                <a:ext uri="{FF2B5EF4-FFF2-40B4-BE49-F238E27FC236}">
                  <a16:creationId xmlns:a16="http://schemas.microsoft.com/office/drawing/2014/main" id="{405B86D2-A261-7877-D7C7-C48108A5E8CF}"/>
                </a:ext>
              </a:extLst>
            </p:cNvPr>
            <p:cNvSpPr/>
            <p:nvPr/>
          </p:nvSpPr>
          <p:spPr>
            <a:xfrm>
              <a:off x="5706775" y="2756350"/>
              <a:ext cx="147675" cy="188000"/>
            </a:xfrm>
            <a:custGeom>
              <a:avLst/>
              <a:gdLst/>
              <a:ahLst/>
              <a:cxnLst/>
              <a:rect l="l" t="t" r="r" b="b"/>
              <a:pathLst>
                <a:path w="5907" h="7520" extrusionOk="0">
                  <a:moveTo>
                    <a:pt x="2841" y="1226"/>
                  </a:moveTo>
                  <a:cubicBezTo>
                    <a:pt x="3720" y="1226"/>
                    <a:pt x="4496" y="1757"/>
                    <a:pt x="4496" y="2656"/>
                  </a:cubicBezTo>
                  <a:lnTo>
                    <a:pt x="4496" y="4822"/>
                  </a:lnTo>
                  <a:cubicBezTo>
                    <a:pt x="4496" y="5905"/>
                    <a:pt x="3618" y="6273"/>
                    <a:pt x="2902" y="6273"/>
                  </a:cubicBezTo>
                  <a:lnTo>
                    <a:pt x="1411" y="6273"/>
                  </a:lnTo>
                  <a:lnTo>
                    <a:pt x="1411" y="1226"/>
                  </a:lnTo>
                  <a:close/>
                  <a:moveTo>
                    <a:pt x="1" y="0"/>
                  </a:moveTo>
                  <a:lnTo>
                    <a:pt x="1" y="7520"/>
                  </a:lnTo>
                  <a:lnTo>
                    <a:pt x="2943" y="7520"/>
                  </a:lnTo>
                  <a:cubicBezTo>
                    <a:pt x="4435" y="7520"/>
                    <a:pt x="5906" y="6519"/>
                    <a:pt x="5906" y="4741"/>
                  </a:cubicBezTo>
                  <a:lnTo>
                    <a:pt x="5906" y="2738"/>
                  </a:lnTo>
                  <a:cubicBezTo>
                    <a:pt x="5906" y="1063"/>
                    <a:pt x="4578" y="0"/>
                    <a:pt x="2943"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95" name="Google Shape;2295;p24">
              <a:extLst>
                <a:ext uri="{FF2B5EF4-FFF2-40B4-BE49-F238E27FC236}">
                  <a16:creationId xmlns:a16="http://schemas.microsoft.com/office/drawing/2014/main" id="{C7F1D7B6-BAA9-EA60-E6EB-1F08064B2140}"/>
                </a:ext>
              </a:extLst>
            </p:cNvPr>
            <p:cNvSpPr/>
            <p:nvPr/>
          </p:nvSpPr>
          <p:spPr>
            <a:xfrm>
              <a:off x="5879450" y="2742025"/>
              <a:ext cx="120075" cy="205400"/>
            </a:xfrm>
            <a:custGeom>
              <a:avLst/>
              <a:gdLst/>
              <a:ahLst/>
              <a:cxnLst/>
              <a:rect l="l" t="t" r="r" b="b"/>
              <a:pathLst>
                <a:path w="4803" h="8216" extrusionOk="0">
                  <a:moveTo>
                    <a:pt x="2820" y="1"/>
                  </a:moveTo>
                  <a:lnTo>
                    <a:pt x="1942" y="1840"/>
                  </a:lnTo>
                  <a:lnTo>
                    <a:pt x="2943" y="1840"/>
                  </a:lnTo>
                  <a:lnTo>
                    <a:pt x="4292" y="1"/>
                  </a:lnTo>
                  <a:close/>
                  <a:moveTo>
                    <a:pt x="2473" y="3679"/>
                  </a:moveTo>
                  <a:cubicBezTo>
                    <a:pt x="3004" y="3679"/>
                    <a:pt x="3515" y="3986"/>
                    <a:pt x="3515" y="4721"/>
                  </a:cubicBezTo>
                  <a:lnTo>
                    <a:pt x="3515" y="4864"/>
                  </a:lnTo>
                  <a:lnTo>
                    <a:pt x="1349" y="4864"/>
                  </a:lnTo>
                  <a:lnTo>
                    <a:pt x="1349" y="4782"/>
                  </a:lnTo>
                  <a:cubicBezTo>
                    <a:pt x="1349" y="3986"/>
                    <a:pt x="1942" y="3679"/>
                    <a:pt x="2473" y="3679"/>
                  </a:cubicBezTo>
                  <a:close/>
                  <a:moveTo>
                    <a:pt x="2473" y="2596"/>
                  </a:moveTo>
                  <a:cubicBezTo>
                    <a:pt x="1145" y="2596"/>
                    <a:pt x="0" y="3434"/>
                    <a:pt x="0" y="4966"/>
                  </a:cubicBezTo>
                  <a:lnTo>
                    <a:pt x="0" y="6009"/>
                  </a:lnTo>
                  <a:cubicBezTo>
                    <a:pt x="0" y="7480"/>
                    <a:pt x="1186" y="8215"/>
                    <a:pt x="2534" y="8215"/>
                  </a:cubicBezTo>
                  <a:cubicBezTo>
                    <a:pt x="3474" y="8215"/>
                    <a:pt x="4332" y="7848"/>
                    <a:pt x="4741" y="7010"/>
                  </a:cubicBezTo>
                  <a:lnTo>
                    <a:pt x="3760" y="6438"/>
                  </a:lnTo>
                  <a:cubicBezTo>
                    <a:pt x="3474" y="6846"/>
                    <a:pt x="3025" y="7132"/>
                    <a:pt x="2596" y="7132"/>
                  </a:cubicBezTo>
                  <a:cubicBezTo>
                    <a:pt x="1901" y="7132"/>
                    <a:pt x="1349" y="6744"/>
                    <a:pt x="1349" y="6049"/>
                  </a:cubicBezTo>
                  <a:lnTo>
                    <a:pt x="1349" y="5763"/>
                  </a:lnTo>
                  <a:lnTo>
                    <a:pt x="4802" y="5763"/>
                  </a:lnTo>
                  <a:lnTo>
                    <a:pt x="4802" y="4721"/>
                  </a:lnTo>
                  <a:cubicBezTo>
                    <a:pt x="4802" y="3291"/>
                    <a:pt x="3658" y="2596"/>
                    <a:pt x="2473" y="2596"/>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96" name="Google Shape;2296;p24">
              <a:extLst>
                <a:ext uri="{FF2B5EF4-FFF2-40B4-BE49-F238E27FC236}">
                  <a16:creationId xmlns:a16="http://schemas.microsoft.com/office/drawing/2014/main" id="{C20F75F7-9CDD-68CE-8702-A2840AD87498}"/>
                </a:ext>
              </a:extLst>
            </p:cNvPr>
            <p:cNvSpPr/>
            <p:nvPr/>
          </p:nvSpPr>
          <p:spPr>
            <a:xfrm>
              <a:off x="6028625" y="2806925"/>
              <a:ext cx="197200" cy="137425"/>
            </a:xfrm>
            <a:custGeom>
              <a:avLst/>
              <a:gdLst/>
              <a:ahLst/>
              <a:cxnLst/>
              <a:rect l="l" t="t" r="r" b="b"/>
              <a:pathLst>
                <a:path w="7888" h="5497" extrusionOk="0">
                  <a:moveTo>
                    <a:pt x="2779" y="0"/>
                  </a:moveTo>
                  <a:cubicBezTo>
                    <a:pt x="2146" y="0"/>
                    <a:pt x="1614" y="266"/>
                    <a:pt x="1247" y="756"/>
                  </a:cubicBezTo>
                  <a:lnTo>
                    <a:pt x="1226" y="756"/>
                  </a:lnTo>
                  <a:lnTo>
                    <a:pt x="1226" y="102"/>
                  </a:lnTo>
                  <a:lnTo>
                    <a:pt x="0" y="102"/>
                  </a:lnTo>
                  <a:lnTo>
                    <a:pt x="0" y="5497"/>
                  </a:lnTo>
                  <a:lnTo>
                    <a:pt x="1288" y="5497"/>
                  </a:lnTo>
                  <a:lnTo>
                    <a:pt x="1288" y="2330"/>
                  </a:lnTo>
                  <a:cubicBezTo>
                    <a:pt x="1288" y="1430"/>
                    <a:pt x="1860" y="1124"/>
                    <a:pt x="2330" y="1124"/>
                  </a:cubicBezTo>
                  <a:cubicBezTo>
                    <a:pt x="3106" y="1124"/>
                    <a:pt x="3310" y="1696"/>
                    <a:pt x="3310" y="2370"/>
                  </a:cubicBezTo>
                  <a:lnTo>
                    <a:pt x="3310" y="5497"/>
                  </a:lnTo>
                  <a:lnTo>
                    <a:pt x="4577" y="5497"/>
                  </a:lnTo>
                  <a:lnTo>
                    <a:pt x="4577" y="2391"/>
                  </a:lnTo>
                  <a:cubicBezTo>
                    <a:pt x="4577" y="1676"/>
                    <a:pt x="4884" y="1124"/>
                    <a:pt x="5620" y="1124"/>
                  </a:cubicBezTo>
                  <a:cubicBezTo>
                    <a:pt x="6355" y="1124"/>
                    <a:pt x="6600" y="1635"/>
                    <a:pt x="6600" y="2350"/>
                  </a:cubicBezTo>
                  <a:lnTo>
                    <a:pt x="6600" y="5497"/>
                  </a:lnTo>
                  <a:lnTo>
                    <a:pt x="7888" y="5497"/>
                  </a:lnTo>
                  <a:lnTo>
                    <a:pt x="7888" y="1900"/>
                  </a:lnTo>
                  <a:cubicBezTo>
                    <a:pt x="7888" y="572"/>
                    <a:pt x="6989" y="0"/>
                    <a:pt x="5987" y="0"/>
                  </a:cubicBezTo>
                  <a:cubicBezTo>
                    <a:pt x="5252" y="0"/>
                    <a:pt x="4720" y="307"/>
                    <a:pt x="4332" y="797"/>
                  </a:cubicBezTo>
                  <a:lnTo>
                    <a:pt x="4312" y="797"/>
                  </a:lnTo>
                  <a:cubicBezTo>
                    <a:pt x="3985" y="286"/>
                    <a:pt x="3494" y="0"/>
                    <a:pt x="2779"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97" name="Google Shape;2297;p24">
              <a:extLst>
                <a:ext uri="{FF2B5EF4-FFF2-40B4-BE49-F238E27FC236}">
                  <a16:creationId xmlns:a16="http://schemas.microsoft.com/office/drawing/2014/main" id="{66F1C147-6DD5-528E-00AC-19E835CEEC75}"/>
                </a:ext>
              </a:extLst>
            </p:cNvPr>
            <p:cNvSpPr/>
            <p:nvPr/>
          </p:nvSpPr>
          <p:spPr>
            <a:xfrm>
              <a:off x="6253900" y="2806925"/>
              <a:ext cx="122625" cy="140500"/>
            </a:xfrm>
            <a:custGeom>
              <a:avLst/>
              <a:gdLst/>
              <a:ahLst/>
              <a:cxnLst/>
              <a:rect l="l" t="t" r="r" b="b"/>
              <a:pathLst>
                <a:path w="4905" h="5620" extrusionOk="0">
                  <a:moveTo>
                    <a:pt x="2432" y="1103"/>
                  </a:moveTo>
                  <a:cubicBezTo>
                    <a:pt x="3107" y="1103"/>
                    <a:pt x="3597" y="1471"/>
                    <a:pt x="3597" y="2125"/>
                  </a:cubicBezTo>
                  <a:lnTo>
                    <a:pt x="3597" y="3474"/>
                  </a:lnTo>
                  <a:cubicBezTo>
                    <a:pt x="3597" y="4250"/>
                    <a:pt x="3025" y="4536"/>
                    <a:pt x="2473" y="4536"/>
                  </a:cubicBezTo>
                  <a:cubicBezTo>
                    <a:pt x="1819" y="4536"/>
                    <a:pt x="1308" y="4148"/>
                    <a:pt x="1308" y="3494"/>
                  </a:cubicBezTo>
                  <a:lnTo>
                    <a:pt x="1308" y="2166"/>
                  </a:lnTo>
                  <a:cubicBezTo>
                    <a:pt x="1308" y="1390"/>
                    <a:pt x="1901" y="1103"/>
                    <a:pt x="2432" y="1103"/>
                  </a:cubicBezTo>
                  <a:close/>
                  <a:moveTo>
                    <a:pt x="2432" y="0"/>
                  </a:moveTo>
                  <a:cubicBezTo>
                    <a:pt x="1247" y="0"/>
                    <a:pt x="1" y="797"/>
                    <a:pt x="1" y="2268"/>
                  </a:cubicBezTo>
                  <a:lnTo>
                    <a:pt x="1" y="3494"/>
                  </a:lnTo>
                  <a:cubicBezTo>
                    <a:pt x="1" y="4884"/>
                    <a:pt x="1165" y="5619"/>
                    <a:pt x="2473" y="5619"/>
                  </a:cubicBezTo>
                  <a:cubicBezTo>
                    <a:pt x="3679" y="5619"/>
                    <a:pt x="4905" y="4822"/>
                    <a:pt x="4905" y="3351"/>
                  </a:cubicBezTo>
                  <a:lnTo>
                    <a:pt x="4905" y="2248"/>
                  </a:lnTo>
                  <a:cubicBezTo>
                    <a:pt x="4905" y="858"/>
                    <a:pt x="3740" y="0"/>
                    <a:pt x="2432"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98" name="Google Shape;2298;p24">
              <a:extLst>
                <a:ext uri="{FF2B5EF4-FFF2-40B4-BE49-F238E27FC236}">
                  <a16:creationId xmlns:a16="http://schemas.microsoft.com/office/drawing/2014/main" id="{786A3D93-E3AE-D2F8-9025-3A250AAE4F5E}"/>
                </a:ext>
              </a:extLst>
            </p:cNvPr>
            <p:cNvSpPr/>
            <p:nvPr/>
          </p:nvSpPr>
          <p:spPr>
            <a:xfrm>
              <a:off x="6398975" y="2806925"/>
              <a:ext cx="121100" cy="140500"/>
            </a:xfrm>
            <a:custGeom>
              <a:avLst/>
              <a:gdLst/>
              <a:ahLst/>
              <a:cxnLst/>
              <a:rect l="l" t="t" r="r" b="b"/>
              <a:pathLst>
                <a:path w="4844" h="5620" extrusionOk="0">
                  <a:moveTo>
                    <a:pt x="2473" y="0"/>
                  </a:moveTo>
                  <a:cubicBezTo>
                    <a:pt x="1145" y="0"/>
                    <a:pt x="1" y="838"/>
                    <a:pt x="1" y="2370"/>
                  </a:cubicBezTo>
                  <a:lnTo>
                    <a:pt x="1" y="3413"/>
                  </a:lnTo>
                  <a:cubicBezTo>
                    <a:pt x="1" y="4843"/>
                    <a:pt x="1186" y="5619"/>
                    <a:pt x="2514" y="5619"/>
                  </a:cubicBezTo>
                  <a:cubicBezTo>
                    <a:pt x="3679" y="5619"/>
                    <a:pt x="4823" y="4945"/>
                    <a:pt x="4823" y="3515"/>
                  </a:cubicBezTo>
                  <a:lnTo>
                    <a:pt x="4823" y="3453"/>
                  </a:lnTo>
                  <a:lnTo>
                    <a:pt x="3577" y="3453"/>
                  </a:lnTo>
                  <a:lnTo>
                    <a:pt x="3577" y="3515"/>
                  </a:lnTo>
                  <a:cubicBezTo>
                    <a:pt x="3577" y="4250"/>
                    <a:pt x="3046" y="4536"/>
                    <a:pt x="2514" y="4536"/>
                  </a:cubicBezTo>
                  <a:cubicBezTo>
                    <a:pt x="1840" y="4536"/>
                    <a:pt x="1329" y="4148"/>
                    <a:pt x="1329" y="3453"/>
                  </a:cubicBezTo>
                  <a:lnTo>
                    <a:pt x="1329" y="2186"/>
                  </a:lnTo>
                  <a:cubicBezTo>
                    <a:pt x="1329" y="1390"/>
                    <a:pt x="1922" y="1083"/>
                    <a:pt x="2473" y="1083"/>
                  </a:cubicBezTo>
                  <a:cubicBezTo>
                    <a:pt x="3005" y="1083"/>
                    <a:pt x="3577" y="1390"/>
                    <a:pt x="3577" y="2125"/>
                  </a:cubicBezTo>
                  <a:lnTo>
                    <a:pt x="3577" y="2227"/>
                  </a:lnTo>
                  <a:lnTo>
                    <a:pt x="4844" y="2227"/>
                  </a:lnTo>
                  <a:lnTo>
                    <a:pt x="4844" y="2125"/>
                  </a:lnTo>
                  <a:cubicBezTo>
                    <a:pt x="4844" y="695"/>
                    <a:pt x="3638" y="0"/>
                    <a:pt x="2473"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299" name="Google Shape;2299;p24">
              <a:extLst>
                <a:ext uri="{FF2B5EF4-FFF2-40B4-BE49-F238E27FC236}">
                  <a16:creationId xmlns:a16="http://schemas.microsoft.com/office/drawing/2014/main" id="{88C90CD7-D760-2F2E-4F7F-0AAF29E13112}"/>
                </a:ext>
              </a:extLst>
            </p:cNvPr>
            <p:cNvSpPr/>
            <p:nvPr/>
          </p:nvSpPr>
          <p:spPr>
            <a:xfrm>
              <a:off x="6542025" y="2806925"/>
              <a:ext cx="86875" cy="137425"/>
            </a:xfrm>
            <a:custGeom>
              <a:avLst/>
              <a:gdLst/>
              <a:ahLst/>
              <a:cxnLst/>
              <a:rect l="l" t="t" r="r" b="b"/>
              <a:pathLst>
                <a:path w="3475" h="5497" extrusionOk="0">
                  <a:moveTo>
                    <a:pt x="3045" y="0"/>
                  </a:moveTo>
                  <a:cubicBezTo>
                    <a:pt x="2391" y="0"/>
                    <a:pt x="1594" y="429"/>
                    <a:pt x="1288" y="1001"/>
                  </a:cubicBezTo>
                  <a:lnTo>
                    <a:pt x="1267" y="1001"/>
                  </a:lnTo>
                  <a:lnTo>
                    <a:pt x="1267" y="102"/>
                  </a:lnTo>
                  <a:lnTo>
                    <a:pt x="0" y="102"/>
                  </a:lnTo>
                  <a:lnTo>
                    <a:pt x="0" y="5497"/>
                  </a:lnTo>
                  <a:lnTo>
                    <a:pt x="1288" y="5497"/>
                  </a:lnTo>
                  <a:lnTo>
                    <a:pt x="1288" y="2738"/>
                  </a:lnTo>
                  <a:cubicBezTo>
                    <a:pt x="1288" y="1737"/>
                    <a:pt x="2023" y="1165"/>
                    <a:pt x="2984" y="1165"/>
                  </a:cubicBezTo>
                  <a:cubicBezTo>
                    <a:pt x="3168" y="1165"/>
                    <a:pt x="3311" y="1165"/>
                    <a:pt x="3474" y="1206"/>
                  </a:cubicBezTo>
                  <a:lnTo>
                    <a:pt x="3474" y="20"/>
                  </a:lnTo>
                  <a:cubicBezTo>
                    <a:pt x="3331" y="0"/>
                    <a:pt x="3188" y="0"/>
                    <a:pt x="3045"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00" name="Google Shape;2300;p24">
              <a:extLst>
                <a:ext uri="{FF2B5EF4-FFF2-40B4-BE49-F238E27FC236}">
                  <a16:creationId xmlns:a16="http://schemas.microsoft.com/office/drawing/2014/main" id="{94BA9A71-796E-BD07-B919-EF63A4263E8A}"/>
                </a:ext>
              </a:extLst>
            </p:cNvPr>
            <p:cNvSpPr/>
            <p:nvPr/>
          </p:nvSpPr>
          <p:spPr>
            <a:xfrm>
              <a:off x="6640625" y="2806400"/>
              <a:ext cx="120575" cy="140500"/>
            </a:xfrm>
            <a:custGeom>
              <a:avLst/>
              <a:gdLst/>
              <a:ahLst/>
              <a:cxnLst/>
              <a:rect l="l" t="t" r="r" b="b"/>
              <a:pathLst>
                <a:path w="4823" h="5620" extrusionOk="0">
                  <a:moveTo>
                    <a:pt x="3433" y="3250"/>
                  </a:moveTo>
                  <a:lnTo>
                    <a:pt x="3433" y="3515"/>
                  </a:lnTo>
                  <a:cubicBezTo>
                    <a:pt x="3433" y="4108"/>
                    <a:pt x="3270" y="4598"/>
                    <a:pt x="2227" y="4598"/>
                  </a:cubicBezTo>
                  <a:cubicBezTo>
                    <a:pt x="1635" y="4598"/>
                    <a:pt x="1267" y="4373"/>
                    <a:pt x="1267" y="3924"/>
                  </a:cubicBezTo>
                  <a:cubicBezTo>
                    <a:pt x="1267" y="3454"/>
                    <a:pt x="1614" y="3250"/>
                    <a:pt x="2166" y="3250"/>
                  </a:cubicBezTo>
                  <a:close/>
                  <a:moveTo>
                    <a:pt x="2411" y="1"/>
                  </a:moveTo>
                  <a:cubicBezTo>
                    <a:pt x="1390" y="1"/>
                    <a:pt x="266" y="409"/>
                    <a:pt x="266" y="1594"/>
                  </a:cubicBezTo>
                  <a:lnTo>
                    <a:pt x="266" y="1737"/>
                  </a:lnTo>
                  <a:lnTo>
                    <a:pt x="1431" y="1737"/>
                  </a:lnTo>
                  <a:lnTo>
                    <a:pt x="1431" y="1554"/>
                  </a:lnTo>
                  <a:cubicBezTo>
                    <a:pt x="1431" y="1206"/>
                    <a:pt x="1839" y="1022"/>
                    <a:pt x="2391" y="1022"/>
                  </a:cubicBezTo>
                  <a:cubicBezTo>
                    <a:pt x="3045" y="1022"/>
                    <a:pt x="3433" y="1247"/>
                    <a:pt x="3433" y="1819"/>
                  </a:cubicBezTo>
                  <a:lnTo>
                    <a:pt x="3433" y="2330"/>
                  </a:lnTo>
                  <a:lnTo>
                    <a:pt x="2003" y="2330"/>
                  </a:lnTo>
                  <a:cubicBezTo>
                    <a:pt x="961" y="2330"/>
                    <a:pt x="0" y="2943"/>
                    <a:pt x="0" y="3985"/>
                  </a:cubicBezTo>
                  <a:cubicBezTo>
                    <a:pt x="0" y="5007"/>
                    <a:pt x="756" y="5620"/>
                    <a:pt x="1880" y="5620"/>
                  </a:cubicBezTo>
                  <a:cubicBezTo>
                    <a:pt x="2575" y="5620"/>
                    <a:pt x="2984" y="5518"/>
                    <a:pt x="3474" y="5007"/>
                  </a:cubicBezTo>
                  <a:lnTo>
                    <a:pt x="3494" y="5007"/>
                  </a:lnTo>
                  <a:cubicBezTo>
                    <a:pt x="3494" y="5109"/>
                    <a:pt x="3515" y="5436"/>
                    <a:pt x="3535" y="5518"/>
                  </a:cubicBezTo>
                  <a:lnTo>
                    <a:pt x="4823" y="5518"/>
                  </a:lnTo>
                  <a:cubicBezTo>
                    <a:pt x="4741" y="5395"/>
                    <a:pt x="4720" y="4598"/>
                    <a:pt x="4720" y="4353"/>
                  </a:cubicBezTo>
                  <a:lnTo>
                    <a:pt x="4720" y="1737"/>
                  </a:lnTo>
                  <a:cubicBezTo>
                    <a:pt x="4720" y="409"/>
                    <a:pt x="3617" y="1"/>
                    <a:pt x="2411"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01" name="Google Shape;2301;p24">
              <a:extLst>
                <a:ext uri="{FF2B5EF4-FFF2-40B4-BE49-F238E27FC236}">
                  <a16:creationId xmlns:a16="http://schemas.microsoft.com/office/drawing/2014/main" id="{67516B14-29A8-9E26-1E88-2CB27F42DE1B}"/>
                </a:ext>
              </a:extLst>
            </p:cNvPr>
            <p:cNvSpPr/>
            <p:nvPr/>
          </p:nvSpPr>
          <p:spPr>
            <a:xfrm>
              <a:off x="6778550" y="2768600"/>
              <a:ext cx="79200" cy="177800"/>
            </a:xfrm>
            <a:custGeom>
              <a:avLst/>
              <a:gdLst/>
              <a:ahLst/>
              <a:cxnLst/>
              <a:rect l="l" t="t" r="r" b="b"/>
              <a:pathLst>
                <a:path w="3168" h="7112" extrusionOk="0">
                  <a:moveTo>
                    <a:pt x="716" y="1"/>
                  </a:moveTo>
                  <a:lnTo>
                    <a:pt x="716" y="1635"/>
                  </a:lnTo>
                  <a:lnTo>
                    <a:pt x="0" y="1635"/>
                  </a:lnTo>
                  <a:lnTo>
                    <a:pt x="0" y="2657"/>
                  </a:lnTo>
                  <a:lnTo>
                    <a:pt x="716" y="2657"/>
                  </a:lnTo>
                  <a:lnTo>
                    <a:pt x="716" y="5742"/>
                  </a:lnTo>
                  <a:cubicBezTo>
                    <a:pt x="716" y="6703"/>
                    <a:pt x="1390" y="7111"/>
                    <a:pt x="2228" y="7111"/>
                  </a:cubicBezTo>
                  <a:cubicBezTo>
                    <a:pt x="2412" y="7111"/>
                    <a:pt x="2882" y="7071"/>
                    <a:pt x="3168" y="7009"/>
                  </a:cubicBezTo>
                  <a:lnTo>
                    <a:pt x="3168" y="5906"/>
                  </a:lnTo>
                  <a:cubicBezTo>
                    <a:pt x="2922" y="5947"/>
                    <a:pt x="2779" y="5967"/>
                    <a:pt x="2514" y="5967"/>
                  </a:cubicBezTo>
                  <a:cubicBezTo>
                    <a:pt x="2207" y="5967"/>
                    <a:pt x="2003" y="5845"/>
                    <a:pt x="2003" y="5436"/>
                  </a:cubicBezTo>
                  <a:lnTo>
                    <a:pt x="2003" y="2657"/>
                  </a:lnTo>
                  <a:lnTo>
                    <a:pt x="3168" y="2657"/>
                  </a:lnTo>
                  <a:lnTo>
                    <a:pt x="3168" y="1635"/>
                  </a:lnTo>
                  <a:lnTo>
                    <a:pt x="2003" y="1635"/>
                  </a:lnTo>
                  <a:lnTo>
                    <a:pt x="2003"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02" name="Google Shape;2302;p24">
              <a:extLst>
                <a:ext uri="{FF2B5EF4-FFF2-40B4-BE49-F238E27FC236}">
                  <a16:creationId xmlns:a16="http://schemas.microsoft.com/office/drawing/2014/main" id="{1480A31C-AC19-6120-2120-A051401C9305}"/>
                </a:ext>
              </a:extLst>
            </p:cNvPr>
            <p:cNvSpPr/>
            <p:nvPr/>
          </p:nvSpPr>
          <p:spPr>
            <a:xfrm>
              <a:off x="6879700" y="2754800"/>
              <a:ext cx="32200" cy="189550"/>
            </a:xfrm>
            <a:custGeom>
              <a:avLst/>
              <a:gdLst/>
              <a:ahLst/>
              <a:cxnLst/>
              <a:rect l="l" t="t" r="r" b="b"/>
              <a:pathLst>
                <a:path w="1288" h="7582" extrusionOk="0">
                  <a:moveTo>
                    <a:pt x="0" y="1"/>
                  </a:moveTo>
                  <a:lnTo>
                    <a:pt x="0" y="1370"/>
                  </a:lnTo>
                  <a:lnTo>
                    <a:pt x="1288" y="1370"/>
                  </a:lnTo>
                  <a:lnTo>
                    <a:pt x="1288" y="1"/>
                  </a:lnTo>
                  <a:close/>
                  <a:moveTo>
                    <a:pt x="0" y="2187"/>
                  </a:moveTo>
                  <a:lnTo>
                    <a:pt x="0" y="7582"/>
                  </a:lnTo>
                  <a:lnTo>
                    <a:pt x="1288" y="7582"/>
                  </a:lnTo>
                  <a:lnTo>
                    <a:pt x="1288" y="2187"/>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03" name="Google Shape;2303;p24">
              <a:extLst>
                <a:ext uri="{FF2B5EF4-FFF2-40B4-BE49-F238E27FC236}">
                  <a16:creationId xmlns:a16="http://schemas.microsoft.com/office/drawing/2014/main" id="{C5C5CBF3-016D-1C20-C2A6-07843737FC64}"/>
                </a:ext>
              </a:extLst>
            </p:cNvPr>
            <p:cNvSpPr/>
            <p:nvPr/>
          </p:nvSpPr>
          <p:spPr>
            <a:xfrm>
              <a:off x="6939975" y="2806925"/>
              <a:ext cx="122625" cy="188000"/>
            </a:xfrm>
            <a:custGeom>
              <a:avLst/>
              <a:gdLst/>
              <a:ahLst/>
              <a:cxnLst/>
              <a:rect l="l" t="t" r="r" b="b"/>
              <a:pathLst>
                <a:path w="4905" h="7520" extrusionOk="0">
                  <a:moveTo>
                    <a:pt x="2432" y="1083"/>
                  </a:moveTo>
                  <a:cubicBezTo>
                    <a:pt x="3107" y="1083"/>
                    <a:pt x="3638" y="1471"/>
                    <a:pt x="3638" y="2125"/>
                  </a:cubicBezTo>
                  <a:lnTo>
                    <a:pt x="3638" y="3453"/>
                  </a:lnTo>
                  <a:cubicBezTo>
                    <a:pt x="3638" y="4230"/>
                    <a:pt x="3025" y="4516"/>
                    <a:pt x="2473" y="4516"/>
                  </a:cubicBezTo>
                  <a:cubicBezTo>
                    <a:pt x="1819" y="4516"/>
                    <a:pt x="1308" y="4128"/>
                    <a:pt x="1308" y="3474"/>
                  </a:cubicBezTo>
                  <a:lnTo>
                    <a:pt x="1308" y="2146"/>
                  </a:lnTo>
                  <a:cubicBezTo>
                    <a:pt x="1308" y="1369"/>
                    <a:pt x="1901" y="1083"/>
                    <a:pt x="2432" y="1083"/>
                  </a:cubicBezTo>
                  <a:close/>
                  <a:moveTo>
                    <a:pt x="2228" y="0"/>
                  </a:moveTo>
                  <a:cubicBezTo>
                    <a:pt x="1022" y="0"/>
                    <a:pt x="1" y="715"/>
                    <a:pt x="1" y="2186"/>
                  </a:cubicBezTo>
                  <a:lnTo>
                    <a:pt x="1" y="3494"/>
                  </a:lnTo>
                  <a:cubicBezTo>
                    <a:pt x="1" y="4863"/>
                    <a:pt x="961" y="5619"/>
                    <a:pt x="2126" y="5619"/>
                  </a:cubicBezTo>
                  <a:cubicBezTo>
                    <a:pt x="2616" y="5619"/>
                    <a:pt x="3352" y="5313"/>
                    <a:pt x="3658" y="4884"/>
                  </a:cubicBezTo>
                  <a:lnTo>
                    <a:pt x="3658" y="7520"/>
                  </a:lnTo>
                  <a:lnTo>
                    <a:pt x="4905" y="7520"/>
                  </a:lnTo>
                  <a:lnTo>
                    <a:pt x="4905" y="82"/>
                  </a:lnTo>
                  <a:lnTo>
                    <a:pt x="3638" y="82"/>
                  </a:lnTo>
                  <a:lnTo>
                    <a:pt x="3638" y="654"/>
                  </a:lnTo>
                  <a:lnTo>
                    <a:pt x="3597" y="654"/>
                  </a:lnTo>
                  <a:cubicBezTo>
                    <a:pt x="3331" y="307"/>
                    <a:pt x="2820" y="0"/>
                    <a:pt x="2228"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04" name="Google Shape;2304;p24">
              <a:extLst>
                <a:ext uri="{FF2B5EF4-FFF2-40B4-BE49-F238E27FC236}">
                  <a16:creationId xmlns:a16="http://schemas.microsoft.com/office/drawing/2014/main" id="{C0920FA4-1E36-5083-8469-39C187599030}"/>
                </a:ext>
              </a:extLst>
            </p:cNvPr>
            <p:cNvSpPr/>
            <p:nvPr/>
          </p:nvSpPr>
          <p:spPr>
            <a:xfrm>
              <a:off x="7096300" y="2809475"/>
              <a:ext cx="117000" cy="137425"/>
            </a:xfrm>
            <a:custGeom>
              <a:avLst/>
              <a:gdLst/>
              <a:ahLst/>
              <a:cxnLst/>
              <a:rect l="l" t="t" r="r" b="b"/>
              <a:pathLst>
                <a:path w="4680" h="5497" extrusionOk="0">
                  <a:moveTo>
                    <a:pt x="0" y="0"/>
                  </a:moveTo>
                  <a:lnTo>
                    <a:pt x="0" y="3433"/>
                  </a:lnTo>
                  <a:cubicBezTo>
                    <a:pt x="0" y="4720"/>
                    <a:pt x="675" y="5497"/>
                    <a:pt x="1880" y="5497"/>
                  </a:cubicBezTo>
                  <a:cubicBezTo>
                    <a:pt x="2493" y="5497"/>
                    <a:pt x="3045" y="5252"/>
                    <a:pt x="3413" y="4720"/>
                  </a:cubicBezTo>
                  <a:lnTo>
                    <a:pt x="3433" y="4720"/>
                  </a:lnTo>
                  <a:lnTo>
                    <a:pt x="3433" y="5395"/>
                  </a:lnTo>
                  <a:lnTo>
                    <a:pt x="4680" y="5395"/>
                  </a:lnTo>
                  <a:lnTo>
                    <a:pt x="4680" y="0"/>
                  </a:lnTo>
                  <a:lnTo>
                    <a:pt x="3392" y="0"/>
                  </a:lnTo>
                  <a:lnTo>
                    <a:pt x="3392" y="3004"/>
                  </a:lnTo>
                  <a:cubicBezTo>
                    <a:pt x="3392" y="3924"/>
                    <a:pt x="3004" y="4373"/>
                    <a:pt x="2289" y="4373"/>
                  </a:cubicBezTo>
                  <a:cubicBezTo>
                    <a:pt x="1635" y="4373"/>
                    <a:pt x="1288" y="3944"/>
                    <a:pt x="1288" y="3127"/>
                  </a:cubicBezTo>
                  <a:lnTo>
                    <a:pt x="1288" y="0"/>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05" name="Google Shape;2305;p24">
              <a:extLst>
                <a:ext uri="{FF2B5EF4-FFF2-40B4-BE49-F238E27FC236}">
                  <a16:creationId xmlns:a16="http://schemas.microsoft.com/office/drawing/2014/main" id="{561961D3-A995-C0DC-D27A-656D4E937E14}"/>
                </a:ext>
              </a:extLst>
            </p:cNvPr>
            <p:cNvSpPr/>
            <p:nvPr/>
          </p:nvSpPr>
          <p:spPr>
            <a:xfrm>
              <a:off x="7240350" y="2806925"/>
              <a:ext cx="120075" cy="140500"/>
            </a:xfrm>
            <a:custGeom>
              <a:avLst/>
              <a:gdLst/>
              <a:ahLst/>
              <a:cxnLst/>
              <a:rect l="l" t="t" r="r" b="b"/>
              <a:pathLst>
                <a:path w="4803" h="5620" extrusionOk="0">
                  <a:moveTo>
                    <a:pt x="2473" y="1083"/>
                  </a:moveTo>
                  <a:cubicBezTo>
                    <a:pt x="3005" y="1083"/>
                    <a:pt x="3515" y="1390"/>
                    <a:pt x="3515" y="2125"/>
                  </a:cubicBezTo>
                  <a:lnTo>
                    <a:pt x="3515" y="2268"/>
                  </a:lnTo>
                  <a:lnTo>
                    <a:pt x="1329" y="2268"/>
                  </a:lnTo>
                  <a:lnTo>
                    <a:pt x="1329" y="2186"/>
                  </a:lnTo>
                  <a:cubicBezTo>
                    <a:pt x="1329" y="1390"/>
                    <a:pt x="1922" y="1083"/>
                    <a:pt x="2473" y="1083"/>
                  </a:cubicBezTo>
                  <a:close/>
                  <a:moveTo>
                    <a:pt x="2473" y="0"/>
                  </a:moveTo>
                  <a:cubicBezTo>
                    <a:pt x="1145" y="0"/>
                    <a:pt x="1" y="838"/>
                    <a:pt x="1" y="2370"/>
                  </a:cubicBezTo>
                  <a:lnTo>
                    <a:pt x="1" y="3413"/>
                  </a:lnTo>
                  <a:cubicBezTo>
                    <a:pt x="1" y="4884"/>
                    <a:pt x="1186" y="5619"/>
                    <a:pt x="2514" y="5619"/>
                  </a:cubicBezTo>
                  <a:cubicBezTo>
                    <a:pt x="3475" y="5619"/>
                    <a:pt x="4312" y="5252"/>
                    <a:pt x="4741" y="4414"/>
                  </a:cubicBezTo>
                  <a:lnTo>
                    <a:pt x="3740" y="3842"/>
                  </a:lnTo>
                  <a:cubicBezTo>
                    <a:pt x="3475" y="4250"/>
                    <a:pt x="3005" y="4536"/>
                    <a:pt x="2575" y="4536"/>
                  </a:cubicBezTo>
                  <a:cubicBezTo>
                    <a:pt x="1901" y="4536"/>
                    <a:pt x="1329" y="4148"/>
                    <a:pt x="1329" y="3453"/>
                  </a:cubicBezTo>
                  <a:lnTo>
                    <a:pt x="1329" y="3167"/>
                  </a:lnTo>
                  <a:lnTo>
                    <a:pt x="4803" y="3167"/>
                  </a:lnTo>
                  <a:lnTo>
                    <a:pt x="4803" y="2125"/>
                  </a:lnTo>
                  <a:cubicBezTo>
                    <a:pt x="4803" y="695"/>
                    <a:pt x="3638" y="0"/>
                    <a:pt x="2473"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06" name="Google Shape;2306;p24">
              <a:extLst>
                <a:ext uri="{FF2B5EF4-FFF2-40B4-BE49-F238E27FC236}">
                  <a16:creationId xmlns:a16="http://schemas.microsoft.com/office/drawing/2014/main" id="{9F8C1DFE-C52F-53F5-A2A7-A985F5A3A9C1}"/>
                </a:ext>
              </a:extLst>
            </p:cNvPr>
            <p:cNvSpPr/>
            <p:nvPr/>
          </p:nvSpPr>
          <p:spPr>
            <a:xfrm>
              <a:off x="5699125" y="3072550"/>
              <a:ext cx="122625" cy="191075"/>
            </a:xfrm>
            <a:custGeom>
              <a:avLst/>
              <a:gdLst/>
              <a:ahLst/>
              <a:cxnLst/>
              <a:rect l="l" t="t" r="r" b="b"/>
              <a:pathLst>
                <a:path w="4905" h="7643" extrusionOk="0">
                  <a:moveTo>
                    <a:pt x="2432" y="3107"/>
                  </a:moveTo>
                  <a:cubicBezTo>
                    <a:pt x="3086" y="3107"/>
                    <a:pt x="3617" y="3495"/>
                    <a:pt x="3617" y="4149"/>
                  </a:cubicBezTo>
                  <a:lnTo>
                    <a:pt x="3617" y="5477"/>
                  </a:lnTo>
                  <a:cubicBezTo>
                    <a:pt x="3617" y="6253"/>
                    <a:pt x="3004" y="6540"/>
                    <a:pt x="2473" y="6540"/>
                  </a:cubicBezTo>
                  <a:cubicBezTo>
                    <a:pt x="1819" y="6540"/>
                    <a:pt x="1308" y="6151"/>
                    <a:pt x="1308" y="5497"/>
                  </a:cubicBezTo>
                  <a:lnTo>
                    <a:pt x="1308" y="4169"/>
                  </a:lnTo>
                  <a:cubicBezTo>
                    <a:pt x="1308" y="3393"/>
                    <a:pt x="1901" y="3107"/>
                    <a:pt x="2432" y="3107"/>
                  </a:cubicBezTo>
                  <a:close/>
                  <a:moveTo>
                    <a:pt x="3617" y="1"/>
                  </a:moveTo>
                  <a:lnTo>
                    <a:pt x="3617" y="2678"/>
                  </a:lnTo>
                  <a:lnTo>
                    <a:pt x="3597" y="2678"/>
                  </a:lnTo>
                  <a:cubicBezTo>
                    <a:pt x="3311" y="2310"/>
                    <a:pt x="2820" y="2003"/>
                    <a:pt x="2228" y="2003"/>
                  </a:cubicBezTo>
                  <a:cubicBezTo>
                    <a:pt x="1022" y="2003"/>
                    <a:pt x="0" y="2739"/>
                    <a:pt x="0" y="4210"/>
                  </a:cubicBezTo>
                  <a:lnTo>
                    <a:pt x="0" y="5518"/>
                  </a:lnTo>
                  <a:cubicBezTo>
                    <a:pt x="0" y="6887"/>
                    <a:pt x="940" y="7643"/>
                    <a:pt x="2125" y="7643"/>
                  </a:cubicBezTo>
                  <a:cubicBezTo>
                    <a:pt x="2616" y="7643"/>
                    <a:pt x="3331" y="7336"/>
                    <a:pt x="3637" y="6907"/>
                  </a:cubicBezTo>
                  <a:lnTo>
                    <a:pt x="3658" y="6907"/>
                  </a:lnTo>
                  <a:lnTo>
                    <a:pt x="3658" y="7520"/>
                  </a:lnTo>
                  <a:lnTo>
                    <a:pt x="4904" y="7520"/>
                  </a:lnTo>
                  <a:lnTo>
                    <a:pt x="4904"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07" name="Google Shape;2307;p24">
              <a:extLst>
                <a:ext uri="{FF2B5EF4-FFF2-40B4-BE49-F238E27FC236}">
                  <a16:creationId xmlns:a16="http://schemas.microsoft.com/office/drawing/2014/main" id="{2FB26BB4-FEAB-ABEA-134F-37C662E3A518}"/>
                </a:ext>
              </a:extLst>
            </p:cNvPr>
            <p:cNvSpPr/>
            <p:nvPr/>
          </p:nvSpPr>
          <p:spPr>
            <a:xfrm>
              <a:off x="5854925" y="3125675"/>
              <a:ext cx="117525" cy="137450"/>
            </a:xfrm>
            <a:custGeom>
              <a:avLst/>
              <a:gdLst/>
              <a:ahLst/>
              <a:cxnLst/>
              <a:rect l="l" t="t" r="r" b="b"/>
              <a:pathLst>
                <a:path w="4701" h="5498" extrusionOk="0">
                  <a:moveTo>
                    <a:pt x="1" y="1"/>
                  </a:moveTo>
                  <a:lnTo>
                    <a:pt x="1" y="3434"/>
                  </a:lnTo>
                  <a:cubicBezTo>
                    <a:pt x="1" y="4721"/>
                    <a:pt x="695" y="5498"/>
                    <a:pt x="1901" y="5498"/>
                  </a:cubicBezTo>
                  <a:cubicBezTo>
                    <a:pt x="2494" y="5498"/>
                    <a:pt x="3066" y="5252"/>
                    <a:pt x="3413" y="4721"/>
                  </a:cubicBezTo>
                  <a:lnTo>
                    <a:pt x="3454" y="4721"/>
                  </a:lnTo>
                  <a:lnTo>
                    <a:pt x="3454" y="5395"/>
                  </a:lnTo>
                  <a:lnTo>
                    <a:pt x="4700" y="5395"/>
                  </a:lnTo>
                  <a:lnTo>
                    <a:pt x="4700" y="1"/>
                  </a:lnTo>
                  <a:lnTo>
                    <a:pt x="3413" y="1"/>
                  </a:lnTo>
                  <a:lnTo>
                    <a:pt x="3413" y="3005"/>
                  </a:lnTo>
                  <a:cubicBezTo>
                    <a:pt x="3413" y="3924"/>
                    <a:pt x="3004" y="4374"/>
                    <a:pt x="2310" y="4374"/>
                  </a:cubicBezTo>
                  <a:cubicBezTo>
                    <a:pt x="1656" y="4374"/>
                    <a:pt x="1288" y="3945"/>
                    <a:pt x="1288" y="3127"/>
                  </a:cubicBezTo>
                  <a:lnTo>
                    <a:pt x="1288" y="1"/>
                  </a:ln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08" name="Google Shape;2308;p24">
              <a:extLst>
                <a:ext uri="{FF2B5EF4-FFF2-40B4-BE49-F238E27FC236}">
                  <a16:creationId xmlns:a16="http://schemas.microsoft.com/office/drawing/2014/main" id="{63B2CFAC-47B0-D874-D64D-2E1B03923FCD}"/>
                </a:ext>
              </a:extLst>
            </p:cNvPr>
            <p:cNvSpPr/>
            <p:nvPr/>
          </p:nvSpPr>
          <p:spPr>
            <a:xfrm>
              <a:off x="6067950" y="3069500"/>
              <a:ext cx="147150" cy="194125"/>
            </a:xfrm>
            <a:custGeom>
              <a:avLst/>
              <a:gdLst/>
              <a:ahLst/>
              <a:cxnLst/>
              <a:rect l="l" t="t" r="r" b="b"/>
              <a:pathLst>
                <a:path w="5886" h="7765" extrusionOk="0">
                  <a:moveTo>
                    <a:pt x="3004" y="0"/>
                  </a:moveTo>
                  <a:cubicBezTo>
                    <a:pt x="1370" y="0"/>
                    <a:pt x="1" y="981"/>
                    <a:pt x="1" y="2759"/>
                  </a:cubicBezTo>
                  <a:lnTo>
                    <a:pt x="1" y="5170"/>
                  </a:lnTo>
                  <a:cubicBezTo>
                    <a:pt x="1" y="6845"/>
                    <a:pt x="1431" y="7765"/>
                    <a:pt x="3066" y="7765"/>
                  </a:cubicBezTo>
                  <a:cubicBezTo>
                    <a:pt x="4496" y="7765"/>
                    <a:pt x="5886" y="6968"/>
                    <a:pt x="5886" y="5292"/>
                  </a:cubicBezTo>
                  <a:lnTo>
                    <a:pt x="5886" y="5068"/>
                  </a:lnTo>
                  <a:lnTo>
                    <a:pt x="4557" y="5068"/>
                  </a:lnTo>
                  <a:lnTo>
                    <a:pt x="4557" y="5170"/>
                  </a:lnTo>
                  <a:cubicBezTo>
                    <a:pt x="4557" y="6151"/>
                    <a:pt x="3760" y="6518"/>
                    <a:pt x="3066" y="6518"/>
                  </a:cubicBezTo>
                  <a:cubicBezTo>
                    <a:pt x="2187" y="6518"/>
                    <a:pt x="1411" y="6008"/>
                    <a:pt x="1411" y="5109"/>
                  </a:cubicBezTo>
                  <a:lnTo>
                    <a:pt x="1411" y="2697"/>
                  </a:lnTo>
                  <a:cubicBezTo>
                    <a:pt x="1411" y="1614"/>
                    <a:pt x="2289" y="1247"/>
                    <a:pt x="3004" y="1247"/>
                  </a:cubicBezTo>
                  <a:cubicBezTo>
                    <a:pt x="3699" y="1247"/>
                    <a:pt x="4557" y="1614"/>
                    <a:pt x="4557" y="2595"/>
                  </a:cubicBezTo>
                  <a:lnTo>
                    <a:pt x="4557" y="2718"/>
                  </a:lnTo>
                  <a:lnTo>
                    <a:pt x="5886" y="2718"/>
                  </a:lnTo>
                  <a:lnTo>
                    <a:pt x="5886" y="2473"/>
                  </a:lnTo>
                  <a:cubicBezTo>
                    <a:pt x="5886" y="797"/>
                    <a:pt x="4455" y="0"/>
                    <a:pt x="3004" y="0"/>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09" name="Google Shape;2309;p24">
              <a:extLst>
                <a:ext uri="{FF2B5EF4-FFF2-40B4-BE49-F238E27FC236}">
                  <a16:creationId xmlns:a16="http://schemas.microsoft.com/office/drawing/2014/main" id="{6668E5A4-C847-1778-EBB1-2974203B91BC}"/>
                </a:ext>
              </a:extLst>
            </p:cNvPr>
            <p:cNvSpPr/>
            <p:nvPr/>
          </p:nvSpPr>
          <p:spPr>
            <a:xfrm>
              <a:off x="6239075" y="3123125"/>
              <a:ext cx="122650" cy="140500"/>
            </a:xfrm>
            <a:custGeom>
              <a:avLst/>
              <a:gdLst/>
              <a:ahLst/>
              <a:cxnLst/>
              <a:rect l="l" t="t" r="r" b="b"/>
              <a:pathLst>
                <a:path w="4906" h="5620" extrusionOk="0">
                  <a:moveTo>
                    <a:pt x="2433" y="1104"/>
                  </a:moveTo>
                  <a:cubicBezTo>
                    <a:pt x="3087" y="1104"/>
                    <a:pt x="3597" y="1472"/>
                    <a:pt x="3597" y="2126"/>
                  </a:cubicBezTo>
                  <a:lnTo>
                    <a:pt x="3597" y="3474"/>
                  </a:lnTo>
                  <a:cubicBezTo>
                    <a:pt x="3597" y="4251"/>
                    <a:pt x="3005" y="4537"/>
                    <a:pt x="2474" y="4537"/>
                  </a:cubicBezTo>
                  <a:cubicBezTo>
                    <a:pt x="1799" y="4537"/>
                    <a:pt x="1309" y="4149"/>
                    <a:pt x="1309" y="3495"/>
                  </a:cubicBezTo>
                  <a:lnTo>
                    <a:pt x="1309" y="2167"/>
                  </a:lnTo>
                  <a:cubicBezTo>
                    <a:pt x="1309" y="1390"/>
                    <a:pt x="1901" y="1104"/>
                    <a:pt x="2433" y="1104"/>
                  </a:cubicBezTo>
                  <a:close/>
                  <a:moveTo>
                    <a:pt x="2433" y="1"/>
                  </a:moveTo>
                  <a:cubicBezTo>
                    <a:pt x="1247" y="1"/>
                    <a:pt x="1" y="798"/>
                    <a:pt x="1" y="2269"/>
                  </a:cubicBezTo>
                  <a:lnTo>
                    <a:pt x="1" y="3495"/>
                  </a:lnTo>
                  <a:cubicBezTo>
                    <a:pt x="1" y="4884"/>
                    <a:pt x="1166" y="5620"/>
                    <a:pt x="2474" y="5620"/>
                  </a:cubicBezTo>
                  <a:cubicBezTo>
                    <a:pt x="3659" y="5620"/>
                    <a:pt x="4905" y="4823"/>
                    <a:pt x="4905" y="3352"/>
                  </a:cubicBezTo>
                  <a:lnTo>
                    <a:pt x="4905" y="2248"/>
                  </a:lnTo>
                  <a:cubicBezTo>
                    <a:pt x="4905" y="859"/>
                    <a:pt x="3740" y="1"/>
                    <a:pt x="2433"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10" name="Google Shape;2310;p24">
              <a:extLst>
                <a:ext uri="{FF2B5EF4-FFF2-40B4-BE49-F238E27FC236}">
                  <a16:creationId xmlns:a16="http://schemas.microsoft.com/office/drawing/2014/main" id="{5BA7770E-772F-BB0D-1141-B753817C5975}"/>
                </a:ext>
              </a:extLst>
            </p:cNvPr>
            <p:cNvSpPr/>
            <p:nvPr/>
          </p:nvSpPr>
          <p:spPr>
            <a:xfrm>
              <a:off x="6390300" y="3123125"/>
              <a:ext cx="117000" cy="137450"/>
            </a:xfrm>
            <a:custGeom>
              <a:avLst/>
              <a:gdLst/>
              <a:ahLst/>
              <a:cxnLst/>
              <a:rect l="l" t="t" r="r" b="b"/>
              <a:pathLst>
                <a:path w="4680" h="5498" extrusionOk="0">
                  <a:moveTo>
                    <a:pt x="2800" y="1"/>
                  </a:moveTo>
                  <a:cubicBezTo>
                    <a:pt x="2207" y="1"/>
                    <a:pt x="1635" y="246"/>
                    <a:pt x="1267" y="757"/>
                  </a:cubicBezTo>
                  <a:lnTo>
                    <a:pt x="1247" y="757"/>
                  </a:lnTo>
                  <a:lnTo>
                    <a:pt x="1247" y="103"/>
                  </a:lnTo>
                  <a:lnTo>
                    <a:pt x="0" y="103"/>
                  </a:lnTo>
                  <a:lnTo>
                    <a:pt x="0" y="5497"/>
                  </a:lnTo>
                  <a:lnTo>
                    <a:pt x="1288" y="5497"/>
                  </a:lnTo>
                  <a:lnTo>
                    <a:pt x="1288" y="2473"/>
                  </a:lnTo>
                  <a:cubicBezTo>
                    <a:pt x="1288" y="1554"/>
                    <a:pt x="1697" y="1124"/>
                    <a:pt x="2391" y="1124"/>
                  </a:cubicBezTo>
                  <a:cubicBezTo>
                    <a:pt x="3045" y="1124"/>
                    <a:pt x="3393" y="1554"/>
                    <a:pt x="3393" y="2371"/>
                  </a:cubicBezTo>
                  <a:lnTo>
                    <a:pt x="3393" y="5497"/>
                  </a:lnTo>
                  <a:lnTo>
                    <a:pt x="4680" y="5497"/>
                  </a:lnTo>
                  <a:lnTo>
                    <a:pt x="4680" y="2044"/>
                  </a:lnTo>
                  <a:cubicBezTo>
                    <a:pt x="4680" y="757"/>
                    <a:pt x="4006" y="1"/>
                    <a:pt x="2800"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11" name="Google Shape;2311;p24">
              <a:extLst>
                <a:ext uri="{FF2B5EF4-FFF2-40B4-BE49-F238E27FC236}">
                  <a16:creationId xmlns:a16="http://schemas.microsoft.com/office/drawing/2014/main" id="{F28412D0-67AE-96C0-D01F-C674F3B6208E}"/>
                </a:ext>
              </a:extLst>
            </p:cNvPr>
            <p:cNvSpPr/>
            <p:nvPr/>
          </p:nvSpPr>
          <p:spPr>
            <a:xfrm>
              <a:off x="6534350" y="3123125"/>
              <a:ext cx="121100" cy="189050"/>
            </a:xfrm>
            <a:custGeom>
              <a:avLst/>
              <a:gdLst/>
              <a:ahLst/>
              <a:cxnLst/>
              <a:rect l="l" t="t" r="r" b="b"/>
              <a:pathLst>
                <a:path w="4844" h="7562" extrusionOk="0">
                  <a:moveTo>
                    <a:pt x="2433" y="1104"/>
                  </a:moveTo>
                  <a:cubicBezTo>
                    <a:pt x="3107" y="1104"/>
                    <a:pt x="3597" y="1472"/>
                    <a:pt x="3597" y="2126"/>
                  </a:cubicBezTo>
                  <a:lnTo>
                    <a:pt x="3597" y="3331"/>
                  </a:lnTo>
                  <a:cubicBezTo>
                    <a:pt x="3597" y="4108"/>
                    <a:pt x="3005" y="4394"/>
                    <a:pt x="2473" y="4394"/>
                  </a:cubicBezTo>
                  <a:cubicBezTo>
                    <a:pt x="1820" y="4394"/>
                    <a:pt x="1309" y="4006"/>
                    <a:pt x="1309" y="3352"/>
                  </a:cubicBezTo>
                  <a:lnTo>
                    <a:pt x="1309" y="2167"/>
                  </a:lnTo>
                  <a:cubicBezTo>
                    <a:pt x="1309" y="1390"/>
                    <a:pt x="1901" y="1104"/>
                    <a:pt x="2433" y="1104"/>
                  </a:cubicBezTo>
                  <a:close/>
                  <a:moveTo>
                    <a:pt x="2126" y="1"/>
                  </a:moveTo>
                  <a:cubicBezTo>
                    <a:pt x="920" y="1"/>
                    <a:pt x="1" y="798"/>
                    <a:pt x="1" y="2269"/>
                  </a:cubicBezTo>
                  <a:lnTo>
                    <a:pt x="1" y="3290"/>
                  </a:lnTo>
                  <a:cubicBezTo>
                    <a:pt x="1" y="4680"/>
                    <a:pt x="839" y="5416"/>
                    <a:pt x="2146" y="5416"/>
                  </a:cubicBezTo>
                  <a:cubicBezTo>
                    <a:pt x="2739" y="5416"/>
                    <a:pt x="3229" y="5191"/>
                    <a:pt x="3577" y="4721"/>
                  </a:cubicBezTo>
                  <a:lnTo>
                    <a:pt x="3597" y="4721"/>
                  </a:lnTo>
                  <a:lnTo>
                    <a:pt x="3597" y="5273"/>
                  </a:lnTo>
                  <a:cubicBezTo>
                    <a:pt x="3597" y="6049"/>
                    <a:pt x="3168" y="6539"/>
                    <a:pt x="2392" y="6539"/>
                  </a:cubicBezTo>
                  <a:cubicBezTo>
                    <a:pt x="1922" y="6539"/>
                    <a:pt x="1554" y="6335"/>
                    <a:pt x="1309" y="5824"/>
                  </a:cubicBezTo>
                  <a:lnTo>
                    <a:pt x="83" y="6253"/>
                  </a:lnTo>
                  <a:cubicBezTo>
                    <a:pt x="348" y="7152"/>
                    <a:pt x="1411" y="7561"/>
                    <a:pt x="2269" y="7561"/>
                  </a:cubicBezTo>
                  <a:cubicBezTo>
                    <a:pt x="4149" y="7561"/>
                    <a:pt x="4844" y="6294"/>
                    <a:pt x="4844" y="5048"/>
                  </a:cubicBezTo>
                  <a:lnTo>
                    <a:pt x="4844" y="103"/>
                  </a:lnTo>
                  <a:lnTo>
                    <a:pt x="3618" y="103"/>
                  </a:lnTo>
                  <a:lnTo>
                    <a:pt x="3618" y="736"/>
                  </a:lnTo>
                  <a:lnTo>
                    <a:pt x="3597" y="736"/>
                  </a:lnTo>
                  <a:cubicBezTo>
                    <a:pt x="3311" y="328"/>
                    <a:pt x="2759" y="1"/>
                    <a:pt x="2126"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12" name="Google Shape;2312;p24">
              <a:extLst>
                <a:ext uri="{FF2B5EF4-FFF2-40B4-BE49-F238E27FC236}">
                  <a16:creationId xmlns:a16="http://schemas.microsoft.com/office/drawing/2014/main" id="{13C3EB1F-8527-4F20-62FB-2265A22EBE4D}"/>
                </a:ext>
              </a:extLst>
            </p:cNvPr>
            <p:cNvSpPr/>
            <p:nvPr/>
          </p:nvSpPr>
          <p:spPr>
            <a:xfrm>
              <a:off x="6683025" y="3123125"/>
              <a:ext cx="123125" cy="140500"/>
            </a:xfrm>
            <a:custGeom>
              <a:avLst/>
              <a:gdLst/>
              <a:ahLst/>
              <a:cxnLst/>
              <a:rect l="l" t="t" r="r" b="b"/>
              <a:pathLst>
                <a:path w="4925" h="5620" extrusionOk="0">
                  <a:moveTo>
                    <a:pt x="2432" y="1104"/>
                  </a:moveTo>
                  <a:cubicBezTo>
                    <a:pt x="3106" y="1104"/>
                    <a:pt x="3617" y="1472"/>
                    <a:pt x="3617" y="2126"/>
                  </a:cubicBezTo>
                  <a:lnTo>
                    <a:pt x="3617" y="3474"/>
                  </a:lnTo>
                  <a:cubicBezTo>
                    <a:pt x="3617" y="4251"/>
                    <a:pt x="3024" y="4537"/>
                    <a:pt x="2493" y="4537"/>
                  </a:cubicBezTo>
                  <a:cubicBezTo>
                    <a:pt x="1819" y="4537"/>
                    <a:pt x="1308" y="4149"/>
                    <a:pt x="1308" y="3495"/>
                  </a:cubicBezTo>
                  <a:lnTo>
                    <a:pt x="1308" y="2167"/>
                  </a:lnTo>
                  <a:cubicBezTo>
                    <a:pt x="1308" y="1390"/>
                    <a:pt x="1901" y="1104"/>
                    <a:pt x="2432" y="1104"/>
                  </a:cubicBezTo>
                  <a:close/>
                  <a:moveTo>
                    <a:pt x="2432" y="1"/>
                  </a:moveTo>
                  <a:cubicBezTo>
                    <a:pt x="1247" y="1"/>
                    <a:pt x="0" y="798"/>
                    <a:pt x="0" y="2269"/>
                  </a:cubicBezTo>
                  <a:lnTo>
                    <a:pt x="0" y="3495"/>
                  </a:lnTo>
                  <a:cubicBezTo>
                    <a:pt x="0" y="4884"/>
                    <a:pt x="1185" y="5620"/>
                    <a:pt x="2493" y="5620"/>
                  </a:cubicBezTo>
                  <a:cubicBezTo>
                    <a:pt x="3678" y="5620"/>
                    <a:pt x="4925" y="4823"/>
                    <a:pt x="4925" y="3352"/>
                  </a:cubicBezTo>
                  <a:lnTo>
                    <a:pt x="4925" y="2248"/>
                  </a:lnTo>
                  <a:cubicBezTo>
                    <a:pt x="4925" y="859"/>
                    <a:pt x="3740" y="1"/>
                    <a:pt x="2432" y="1"/>
                  </a:cubicBezTo>
                  <a:close/>
                </a:path>
              </a:pathLst>
            </a:custGeom>
            <a:solidFill>
              <a:srgbClr val="002878"/>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sp>
          <p:nvSpPr>
            <p:cNvPr id="2313" name="Google Shape;2313;p24">
              <a:extLst>
                <a:ext uri="{FF2B5EF4-FFF2-40B4-BE49-F238E27FC236}">
                  <a16:creationId xmlns:a16="http://schemas.microsoft.com/office/drawing/2014/main" id="{55DF50DE-04B2-A370-ACA7-43BCC582633C}"/>
                </a:ext>
              </a:extLst>
            </p:cNvPr>
            <p:cNvSpPr/>
            <p:nvPr/>
          </p:nvSpPr>
          <p:spPr>
            <a:xfrm>
              <a:off x="5432975" y="2440125"/>
              <a:ext cx="21475" cy="823500"/>
            </a:xfrm>
            <a:custGeom>
              <a:avLst/>
              <a:gdLst/>
              <a:ahLst/>
              <a:cxnLst/>
              <a:rect l="l" t="t" r="r" b="b"/>
              <a:pathLst>
                <a:path w="859" h="32940" extrusionOk="0">
                  <a:moveTo>
                    <a:pt x="0" y="1"/>
                  </a:moveTo>
                  <a:lnTo>
                    <a:pt x="0" y="32940"/>
                  </a:lnTo>
                  <a:lnTo>
                    <a:pt x="858" y="32940"/>
                  </a:lnTo>
                  <a:lnTo>
                    <a:pt x="858" y="1"/>
                  </a:lnTo>
                  <a:close/>
                </a:path>
              </a:pathLst>
            </a:custGeom>
            <a:solidFill>
              <a:srgbClr val="64C8FA"/>
            </a:solidFill>
            <a:ln>
              <a:noFill/>
            </a:ln>
          </p:spPr>
          <p:txBody>
            <a:bodyPr spcFirstLastPara="1" wrap="square" lIns="91433" tIns="91433" rIns="91433" bIns="91433" anchor="ctr" anchorCtr="0">
              <a:noAutofit/>
            </a:bodyPr>
            <a:lstStyle/>
            <a:p>
              <a:pPr>
                <a:buClr>
                  <a:srgbClr val="000000"/>
                </a:buClr>
                <a:buSzPts val="1400"/>
              </a:pPr>
              <a:endParaRPr sz="1867">
                <a:solidFill>
                  <a:schemeClr val="dk1"/>
                </a:solidFill>
                <a:latin typeface="Times New Roman"/>
                <a:ea typeface="Times New Roman"/>
                <a:cs typeface="Times New Roman"/>
                <a:sym typeface="Times New Roman"/>
              </a:endParaRPr>
            </a:p>
          </p:txBody>
        </p:sp>
      </p:grpSp>
      <p:graphicFrame>
        <p:nvGraphicFramePr>
          <p:cNvPr id="2" name="Google Shape;550;p45">
            <a:extLst>
              <a:ext uri="{FF2B5EF4-FFF2-40B4-BE49-F238E27FC236}">
                <a16:creationId xmlns:a16="http://schemas.microsoft.com/office/drawing/2014/main" id="{F9466E54-6002-51A6-2FE1-8F8708CCC722}"/>
              </a:ext>
            </a:extLst>
          </p:cNvPr>
          <p:cNvGraphicFramePr/>
          <p:nvPr>
            <p:extLst>
              <p:ext uri="{D42A27DB-BD31-4B8C-83A1-F6EECF244321}">
                <p14:modId xmlns:p14="http://schemas.microsoft.com/office/powerpoint/2010/main" val="3877697361"/>
              </p:ext>
            </p:extLst>
          </p:nvPr>
        </p:nvGraphicFramePr>
        <p:xfrm>
          <a:off x="127261" y="991096"/>
          <a:ext cx="11931390" cy="4876304"/>
        </p:xfrm>
        <a:graphic>
          <a:graphicData uri="http://schemas.openxmlformats.org/drawingml/2006/table">
            <a:tbl>
              <a:tblPr firstRow="1" bandRow="1">
                <a:tableStyleId>{B301B821-A1FF-4177-AEE7-76D212191A09}</a:tableStyleId>
              </a:tblPr>
              <a:tblGrid>
                <a:gridCol w="1557921">
                  <a:extLst>
                    <a:ext uri="{9D8B030D-6E8A-4147-A177-3AD203B41FA5}">
                      <a16:colId xmlns:a16="http://schemas.microsoft.com/office/drawing/2014/main" val="20000"/>
                    </a:ext>
                  </a:extLst>
                </a:gridCol>
                <a:gridCol w="3427941">
                  <a:extLst>
                    <a:ext uri="{9D8B030D-6E8A-4147-A177-3AD203B41FA5}">
                      <a16:colId xmlns:a16="http://schemas.microsoft.com/office/drawing/2014/main" val="20001"/>
                    </a:ext>
                  </a:extLst>
                </a:gridCol>
                <a:gridCol w="3028040">
                  <a:extLst>
                    <a:ext uri="{9D8B030D-6E8A-4147-A177-3AD203B41FA5}">
                      <a16:colId xmlns:a16="http://schemas.microsoft.com/office/drawing/2014/main" val="20002"/>
                    </a:ext>
                  </a:extLst>
                </a:gridCol>
                <a:gridCol w="2319724">
                  <a:extLst>
                    <a:ext uri="{9D8B030D-6E8A-4147-A177-3AD203B41FA5}">
                      <a16:colId xmlns:a16="http://schemas.microsoft.com/office/drawing/2014/main" val="20003"/>
                    </a:ext>
                  </a:extLst>
                </a:gridCol>
                <a:gridCol w="1597764">
                  <a:extLst>
                    <a:ext uri="{9D8B030D-6E8A-4147-A177-3AD203B41FA5}">
                      <a16:colId xmlns:a16="http://schemas.microsoft.com/office/drawing/2014/main" val="20004"/>
                    </a:ext>
                  </a:extLst>
                </a:gridCol>
              </a:tblGrid>
              <a:tr h="593853">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l" rtl="0">
                        <a:spcBef>
                          <a:spcPts val="0"/>
                        </a:spcBef>
                        <a:spcAft>
                          <a:spcPts val="0"/>
                        </a:spcAft>
                        <a:buNone/>
                      </a:pPr>
                      <a:r>
                        <a:rPr lang="fr-FR" sz="19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Domaines</a:t>
                      </a:r>
                      <a:endParaRPr sz="15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121933" marR="121933" marT="60967" marB="60967"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l" rtl="0">
                        <a:spcBef>
                          <a:spcPts val="0"/>
                        </a:spcBef>
                        <a:spcAft>
                          <a:spcPts val="0"/>
                        </a:spcAft>
                        <a:buNone/>
                      </a:pPr>
                      <a:r>
                        <a:rPr lang="fr-FR" sz="19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Points forts</a:t>
                      </a:r>
                      <a:endParaRPr sz="15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121933" marR="121933" marT="60967" marB="60967"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l" rtl="0">
                        <a:spcBef>
                          <a:spcPts val="0"/>
                        </a:spcBef>
                        <a:spcAft>
                          <a:spcPts val="0"/>
                        </a:spcAft>
                        <a:buNone/>
                      </a:pPr>
                      <a:r>
                        <a:rPr lang="fr-FR" sz="19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Points à améliorer</a:t>
                      </a:r>
                      <a:endParaRPr sz="15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121933" marR="121933" marT="60967" marB="60967"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l" rtl="0">
                        <a:spcBef>
                          <a:spcPts val="0"/>
                        </a:spcBef>
                        <a:spcAft>
                          <a:spcPts val="0"/>
                        </a:spcAft>
                        <a:buNone/>
                      </a:pPr>
                      <a:r>
                        <a:rPr lang="fr-FR" sz="19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Opportunité</a:t>
                      </a:r>
                      <a:endParaRPr sz="15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121933" marR="121933" marT="60967" marB="60967"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l" rtl="0">
                        <a:spcBef>
                          <a:spcPts val="0"/>
                        </a:spcBef>
                        <a:spcAft>
                          <a:spcPts val="0"/>
                        </a:spcAft>
                        <a:buNone/>
                      </a:pPr>
                      <a:r>
                        <a:rPr lang="fr-FR" sz="19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Menaces</a:t>
                      </a:r>
                      <a:endParaRPr sz="15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121933" marR="121933" marT="60967" marB="60967" anchor="ctr"/>
                </a:tc>
                <a:extLst>
                  <a:ext uri="{0D108BD9-81ED-4DB2-BD59-A6C34878D82A}">
                    <a16:rowId xmlns:a16="http://schemas.microsoft.com/office/drawing/2014/main" val="10000"/>
                  </a:ext>
                </a:extLst>
              </a:tr>
              <a:tr h="4282451">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l" rtl="0">
                        <a:spcBef>
                          <a:spcPts val="0"/>
                        </a:spcBef>
                        <a:spcAft>
                          <a:spcPts val="0"/>
                        </a:spcAft>
                        <a:buNone/>
                      </a:pPr>
                      <a:r>
                        <a:rPr lang="fr-FR" sz="1600" b="0" dirty="0">
                          <a:solidFill>
                            <a:schemeClr val="tx1"/>
                          </a:solidFill>
                          <a:latin typeface="Times New Roman" panose="02020603050405020304" pitchFamily="18" charset="0"/>
                          <a:cs typeface="Times New Roman" panose="02020603050405020304" pitchFamily="18" charset="0"/>
                        </a:rPr>
                        <a:t>Gestion des déchets</a:t>
                      </a:r>
                      <a:endParaRPr sz="1600" b="0" dirty="0">
                        <a:solidFill>
                          <a:schemeClr val="tx1"/>
                        </a:solidFill>
                        <a:latin typeface="Times New Roman" panose="02020603050405020304" pitchFamily="18" charset="0"/>
                        <a:cs typeface="Times New Roman" panose="02020603050405020304" pitchFamily="18" charset="0"/>
                      </a:endParaRPr>
                    </a:p>
                  </a:txBody>
                  <a:tcPr marL="121933" marR="121933" marT="60967" marB="60967"/>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321310" marR="0" lvl="0" indent="-287019" algn="l" rtl="0">
                        <a:lnSpc>
                          <a:spcPct val="118062"/>
                        </a:lnSpc>
                        <a:spcBef>
                          <a:spcPts val="0"/>
                        </a:spcBef>
                        <a:spcAft>
                          <a:spcPts val="0"/>
                        </a:spcAft>
                        <a:buClr>
                          <a:schemeClr val="dk1"/>
                        </a:buClr>
                        <a:buSzPts val="1600"/>
                        <a:buFont typeface="Wingdings" panose="05000000000000000000" pitchFamily="2" charset="2"/>
                        <a:buChar char="§"/>
                      </a:pPr>
                      <a:r>
                        <a:rPr lang="fr-FR" sz="1600" b="0" dirty="0">
                          <a:solidFill>
                            <a:schemeClr val="tx1"/>
                          </a:solidFill>
                          <a:latin typeface="Times New Roman" panose="02020603050405020304" pitchFamily="18" charset="0"/>
                          <a:cs typeface="Times New Roman" panose="02020603050405020304" pitchFamily="18" charset="0"/>
                          <a:sym typeface="Arial"/>
                        </a:rPr>
                        <a:t>Existence des  politiques, directives et normes sur la gestion des déchets ;</a:t>
                      </a:r>
                      <a:endParaRPr lang="fr-FR" sz="1600" b="0" dirty="0">
                        <a:solidFill>
                          <a:schemeClr val="tx1"/>
                        </a:solidFill>
                        <a:latin typeface="Times New Roman" panose="02020603050405020304" pitchFamily="18" charset="0"/>
                        <a:ea typeface="Arial"/>
                        <a:cs typeface="Times New Roman" panose="02020603050405020304" pitchFamily="18" charset="0"/>
                        <a:sym typeface="Arial"/>
                      </a:endParaRPr>
                    </a:p>
                  </a:txBody>
                  <a:tcPr marL="121933" marR="121933" marT="60967" marB="60967"/>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321310" marR="0" lvl="0" indent="-285750" algn="l" rtl="0">
                        <a:lnSpc>
                          <a:spcPct val="117500"/>
                        </a:lnSpc>
                        <a:spcBef>
                          <a:spcPts val="0"/>
                        </a:spcBef>
                        <a:spcAft>
                          <a:spcPts val="0"/>
                        </a:spcAft>
                        <a:buClr>
                          <a:schemeClr val="dk1"/>
                        </a:buClr>
                        <a:buSzPts val="1600"/>
                        <a:buFont typeface="Wingdings" panose="05000000000000000000" pitchFamily="2" charset="2"/>
                        <a:buChar char="§"/>
                      </a:pPr>
                      <a:r>
                        <a:rPr lang="fr-FR" sz="1600" b="0" dirty="0">
                          <a:solidFill>
                            <a:schemeClr val="tx1"/>
                          </a:solidFill>
                          <a:latin typeface="Times New Roman" panose="02020603050405020304" pitchFamily="18" charset="0"/>
                          <a:cs typeface="Times New Roman" panose="02020603050405020304" pitchFamily="18" charset="0"/>
                          <a:sym typeface="Arial"/>
                        </a:rPr>
                        <a:t>Non vulgarisation des politiques, directives et normes sur la gestion des déchets ;</a:t>
                      </a:r>
                      <a:endParaRPr sz="1600" b="0" dirty="0">
                        <a:solidFill>
                          <a:srgbClr val="FF0000"/>
                        </a:solidFill>
                        <a:latin typeface="Times New Roman" panose="02020603050405020304" pitchFamily="18" charset="0"/>
                        <a:ea typeface="Arial"/>
                        <a:cs typeface="Times New Roman" panose="02020603050405020304" pitchFamily="18" charset="0"/>
                        <a:sym typeface="Arial"/>
                      </a:endParaRPr>
                    </a:p>
                  </a:txBody>
                  <a:tcPr marL="121933" marR="121933" marT="60967" marB="60967"/>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l" rtl="0">
                        <a:lnSpc>
                          <a:spcPct val="100000"/>
                        </a:lnSpc>
                        <a:spcBef>
                          <a:spcPts val="0"/>
                        </a:spcBef>
                        <a:spcAft>
                          <a:spcPts val="0"/>
                        </a:spcAft>
                        <a:buClr>
                          <a:schemeClr val="dk1"/>
                        </a:buClr>
                        <a:buSzPts val="1800"/>
                        <a:buFont typeface="Calibri"/>
                        <a:buNone/>
                      </a:pPr>
                      <a:endParaRPr sz="1900" b="0" dirty="0">
                        <a:solidFill>
                          <a:srgbClr val="FF0000"/>
                        </a:solidFill>
                        <a:latin typeface="Times New Roman" panose="02020603050405020304" pitchFamily="18" charset="0"/>
                        <a:ea typeface="Arial"/>
                        <a:cs typeface="Times New Roman" panose="02020603050405020304" pitchFamily="18" charset="0"/>
                        <a:sym typeface="Arial"/>
                      </a:endParaRPr>
                    </a:p>
                  </a:txBody>
                  <a:tcPr marL="121933" marR="121933" marT="60967" marB="60967"/>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36195" marR="0" lvl="0" indent="0" algn="l" rtl="0">
                        <a:lnSpc>
                          <a:spcPct val="100000"/>
                        </a:lnSpc>
                        <a:spcBef>
                          <a:spcPts val="0"/>
                        </a:spcBef>
                        <a:spcAft>
                          <a:spcPts val="0"/>
                        </a:spcAft>
                        <a:buClr>
                          <a:srgbClr val="C00000"/>
                        </a:buClr>
                        <a:buSzPts val="1800"/>
                        <a:buFont typeface="Arial"/>
                        <a:buNone/>
                      </a:pPr>
                      <a:endParaRPr lang="fr-FR" sz="2100" b="0" dirty="0">
                        <a:solidFill>
                          <a:srgbClr val="FF0000"/>
                        </a:solidFill>
                        <a:latin typeface="Times New Roman" panose="02020603050405020304" pitchFamily="18" charset="0"/>
                        <a:ea typeface="Arial"/>
                        <a:cs typeface="Times New Roman" panose="02020603050405020304" pitchFamily="18" charset="0"/>
                        <a:sym typeface="Arial"/>
                      </a:endParaRPr>
                    </a:p>
                  </a:txBody>
                  <a:tcPr marL="121933" marR="121933" marT="60967" marB="60967"/>
                </a:tc>
                <a:extLst>
                  <a:ext uri="{0D108BD9-81ED-4DB2-BD59-A6C34878D82A}">
                    <a16:rowId xmlns:a16="http://schemas.microsoft.com/office/drawing/2014/main" val="10001"/>
                  </a:ext>
                </a:extLst>
              </a:tr>
            </a:tbl>
          </a:graphicData>
        </a:graphic>
      </p:graphicFrame>
      <p:sp>
        <p:nvSpPr>
          <p:cNvPr id="4" name="Organigramme : Données stockées 3">
            <a:extLst>
              <a:ext uri="{FF2B5EF4-FFF2-40B4-BE49-F238E27FC236}">
                <a16:creationId xmlns:a16="http://schemas.microsoft.com/office/drawing/2014/main" id="{78E5C8B6-A7E5-022D-F341-0AD52242E09D}"/>
              </a:ext>
            </a:extLst>
          </p:cNvPr>
          <p:cNvSpPr/>
          <p:nvPr/>
        </p:nvSpPr>
        <p:spPr>
          <a:xfrm>
            <a:off x="11439526" y="314326"/>
            <a:ext cx="552449" cy="438149"/>
          </a:xfrm>
          <a:prstGeom prst="flowChartOnlineStorage">
            <a:avLst/>
          </a:prstGeom>
          <a:solidFill>
            <a:srgbClr val="0070C0"/>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600" dirty="0">
                <a:latin typeface="Times New Roman" panose="02020603050405020304" pitchFamily="18" charset="0"/>
                <a:cs typeface="Times New Roman" panose="02020603050405020304" pitchFamily="18" charset="0"/>
              </a:rPr>
              <a:t>5</a:t>
            </a:r>
          </a:p>
        </p:txBody>
      </p:sp>
    </p:spTree>
    <p:extLst>
      <p:ext uri="{BB962C8B-B14F-4D97-AF65-F5344CB8AC3E}">
        <p14:creationId xmlns:p14="http://schemas.microsoft.com/office/powerpoint/2010/main" val="37358626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6"/>
          <p:cNvSpPr txBox="1"/>
          <p:nvPr/>
        </p:nvSpPr>
        <p:spPr>
          <a:xfrm>
            <a:off x="458592" y="317941"/>
            <a:ext cx="11274800" cy="731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SzPts val="1100"/>
              <a:buNone/>
            </a:pPr>
            <a:r>
              <a:rPr lang="fr-FR" altLang="en-GB" sz="2665" b="1">
                <a:solidFill>
                  <a:srgbClr val="1155CC"/>
                </a:solidFill>
                <a:latin typeface="Times New Roman" panose="02020603050405020304"/>
                <a:ea typeface="Times New Roman" panose="02020603050405020304"/>
                <a:cs typeface="Times New Roman" panose="02020603050405020304"/>
                <a:sym typeface="Times New Roman" panose="02020603050405020304"/>
              </a:rPr>
              <a:t>Leçons apprises - Bonne pratique</a:t>
            </a:r>
            <a:endParaRPr lang="fr-FR" altLang="en-GB" sz="3200" b="1">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2" name="Google Shape;222;p16"/>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spcBef>
                <a:spcPts val="0"/>
              </a:spcBef>
              <a:spcAft>
                <a:spcPts val="0"/>
              </a:spcAft>
              <a:buNone/>
            </a:pPr>
            <a:endParaRPr sz="1865">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4" name="Google Shape;224;p16"/>
          <p:cNvSpPr txBox="1"/>
          <p:nvPr/>
        </p:nvSpPr>
        <p:spPr>
          <a:xfrm>
            <a:off x="267700" y="6492843"/>
            <a:ext cx="11414800" cy="18415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sp>
        <p:nvSpPr>
          <p:cNvPr id="3" name="Rectangle 2"/>
          <p:cNvSpPr/>
          <p:nvPr/>
        </p:nvSpPr>
        <p:spPr>
          <a:xfrm>
            <a:off x="6096000" y="1342390"/>
            <a:ext cx="0" cy="5332095"/>
          </a:xfrm>
          <a:prstGeom prst="rect">
            <a:avLst/>
          </a:prstGeom>
          <a:ln>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fr-FR" altLang="en-US"/>
          </a:p>
        </p:txBody>
      </p:sp>
      <p:sp>
        <p:nvSpPr>
          <p:cNvPr id="4" name="Zone de texte 3"/>
          <p:cNvSpPr txBox="1"/>
          <p:nvPr>
            <p:custDataLst>
              <p:tags r:id="rId1"/>
            </p:custDataLst>
          </p:nvPr>
        </p:nvSpPr>
        <p:spPr>
          <a:xfrm>
            <a:off x="103505" y="1142048"/>
            <a:ext cx="5080000" cy="368300"/>
          </a:xfrm>
          <a:prstGeom prst="rect">
            <a:avLst/>
          </a:prstGeom>
          <a:noFill/>
        </p:spPr>
        <p:txBody>
          <a:bodyPr wrap="square" rtlCol="0">
            <a:spAutoFit/>
          </a:bodyPr>
          <a:lstStyle/>
          <a:p>
            <a:pPr lvl="0" algn="l">
              <a:buClrTx/>
              <a:buSzTx/>
              <a:buFontTx/>
            </a:pPr>
            <a:r>
              <a:rPr lang="fr-FR" altLang="en-US">
                <a:sym typeface="+mn-ea"/>
              </a:rPr>
              <a:t>Leçons apprises  </a:t>
            </a:r>
          </a:p>
        </p:txBody>
      </p:sp>
      <p:sp>
        <p:nvSpPr>
          <p:cNvPr id="8" name="Zone de texte 7"/>
          <p:cNvSpPr txBox="1"/>
          <p:nvPr>
            <p:custDataLst>
              <p:tags r:id="rId2"/>
            </p:custDataLst>
          </p:nvPr>
        </p:nvSpPr>
        <p:spPr>
          <a:xfrm>
            <a:off x="6289675" y="1142365"/>
            <a:ext cx="2878455" cy="368300"/>
          </a:xfrm>
          <a:prstGeom prst="rect">
            <a:avLst/>
          </a:prstGeom>
          <a:noFill/>
        </p:spPr>
        <p:txBody>
          <a:bodyPr wrap="square" rtlCol="0">
            <a:spAutoFit/>
          </a:bodyPr>
          <a:lstStyle/>
          <a:p>
            <a:pPr lvl="0" algn="l">
              <a:buClrTx/>
              <a:buSzTx/>
              <a:buFontTx/>
            </a:pPr>
            <a:r>
              <a:rPr lang="fr-FR" altLang="en-US">
                <a:sym typeface="+mn-ea"/>
              </a:rPr>
              <a:t>Bonne pratique  </a:t>
            </a:r>
          </a:p>
        </p:txBody>
      </p:sp>
      <p:sp>
        <p:nvSpPr>
          <p:cNvPr id="12" name="Zone de texte 11"/>
          <p:cNvSpPr txBox="1"/>
          <p:nvPr/>
        </p:nvSpPr>
        <p:spPr>
          <a:xfrm>
            <a:off x="216535" y="1627505"/>
            <a:ext cx="5545455" cy="4782185"/>
          </a:xfrm>
          <a:prstGeom prst="rect">
            <a:avLst/>
          </a:prstGeom>
          <a:noFill/>
        </p:spPr>
        <p:txBody>
          <a:bodyPr wrap="square" rtlCol="0">
            <a:noAutofit/>
          </a:bodyPr>
          <a:lstStyle/>
          <a:p>
            <a:pPr marL="285750" indent="-285750">
              <a:buFont typeface="Arial" panose="020B0604020202020204" pitchFamily="34" charset="0"/>
              <a:buChar char="•"/>
            </a:pPr>
            <a:endParaRPr lang="fr-FR" altLang="en-US" dirty="0"/>
          </a:p>
        </p:txBody>
      </p:sp>
      <p:sp>
        <p:nvSpPr>
          <p:cNvPr id="14" name="Zone de texte 13"/>
          <p:cNvSpPr txBox="1"/>
          <p:nvPr/>
        </p:nvSpPr>
        <p:spPr>
          <a:xfrm>
            <a:off x="6284595" y="1603375"/>
            <a:ext cx="5545455" cy="4806315"/>
          </a:xfrm>
          <a:prstGeom prst="rect">
            <a:avLst/>
          </a:prstGeom>
          <a:noFill/>
        </p:spPr>
        <p:txBody>
          <a:bodyPr wrap="square" rtlCol="0">
            <a:noAutofit/>
          </a:bodyPr>
          <a:lstStyle/>
          <a:p>
            <a:pPr marL="285750" indent="-285750">
              <a:buFont typeface="Arial" panose="020B0604020202020204" pitchFamily="34" charset="0"/>
              <a:buChar char="•"/>
            </a:pPr>
            <a:endParaRPr lang="fr-FR" alt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
          <p:cNvSpPr txBox="1">
            <a:spLocks noGrp="1"/>
          </p:cNvSpPr>
          <p:nvPr>
            <p:ph type="sldNum" idx="12"/>
          </p:nvPr>
        </p:nvSpPr>
        <p:spPr>
          <a:xfrm>
            <a:off x="11296611" y="6217623"/>
            <a:ext cx="731600" cy="524800"/>
          </a:xfrm>
          <a:prstGeom prst="rect">
            <a:avLst/>
          </a:prstGeom>
          <a:noFill/>
          <a:ln>
            <a:noFill/>
          </a:ln>
        </p:spPr>
        <p:txBody>
          <a:bodyPr spcFirstLastPara="1" wrap="square" lIns="121900" tIns="121900" rIns="121900" bIns="121900" anchor="ctr" anchorCtr="0">
            <a:normAutofit/>
          </a:bodyPr>
          <a:lstStyle/>
          <a:p>
            <a:pPr marL="0" lvl="0" indent="0" algn="r" rtl="0">
              <a:lnSpc>
                <a:spcPct val="100000"/>
              </a:lnSpc>
              <a:spcBef>
                <a:spcPts val="0"/>
              </a:spcBef>
              <a:spcAft>
                <a:spcPts val="0"/>
              </a:spcAft>
              <a:buSzPts val="1000"/>
              <a:buNone/>
            </a:pPr>
            <a:fld id="{00000000-1234-1234-1234-123412341234}" type="slidenum">
              <a:rPr lang="en-GB" sz="1600"/>
              <a:t>43</a:t>
            </a:fld>
            <a:endParaRPr lang="en-GB" sz="1600"/>
          </a:p>
        </p:txBody>
      </p:sp>
      <p:sp>
        <p:nvSpPr>
          <p:cNvPr id="167" name="Google Shape;167;p1"/>
          <p:cNvSpPr txBox="1"/>
          <p:nvPr/>
        </p:nvSpPr>
        <p:spPr>
          <a:xfrm>
            <a:off x="295033" y="5920417"/>
            <a:ext cx="3302000" cy="34861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700"/>
              <a:buFont typeface="Arial" panose="020B0604020202020204"/>
              <a:buNone/>
            </a:pPr>
            <a:r>
              <a:rPr lang="en-GB" sz="2265" b="0" i="0" u="none" strike="noStrike" cap="none">
                <a:solidFill>
                  <a:srgbClr val="FFFFFF"/>
                </a:solidFill>
                <a:latin typeface="Arial" panose="020B0604020202020204"/>
                <a:ea typeface="Arial" panose="020B0604020202020204"/>
                <a:cs typeface="Arial" panose="020B0604020202020204"/>
                <a:sym typeface="Arial" panose="020B0604020202020204"/>
              </a:rPr>
              <a:t>October 2024</a:t>
            </a:r>
            <a:endParaRPr sz="2265"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pic>
        <p:nvPicPr>
          <p:cNvPr id="168" name="Google Shape;168;p1"/>
          <p:cNvPicPr preferRelativeResize="0"/>
          <p:nvPr/>
        </p:nvPicPr>
        <p:blipFill rotWithShape="1">
          <a:blip r:embed="rId3"/>
          <a:srcRect l="-17785"/>
          <a:stretch>
            <a:fillRect/>
          </a:stretch>
        </p:blipFill>
        <p:spPr>
          <a:xfrm>
            <a:off x="-683503" y="1646443"/>
            <a:ext cx="4526453" cy="3703151"/>
          </a:xfrm>
          <a:prstGeom prst="rect">
            <a:avLst/>
          </a:prstGeom>
          <a:noFill/>
          <a:ln>
            <a:noFill/>
          </a:ln>
        </p:spPr>
      </p:pic>
      <p:sp>
        <p:nvSpPr>
          <p:cNvPr id="169" name="Google Shape;169;p1"/>
          <p:cNvSpPr txBox="1"/>
          <p:nvPr/>
        </p:nvSpPr>
        <p:spPr>
          <a:xfrm>
            <a:off x="4648835" y="3042920"/>
            <a:ext cx="7215505" cy="122301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panose="020B0604020202020204"/>
              <a:buNone/>
            </a:pPr>
            <a:r>
              <a:rPr lang="fr-FR" sz="4000" b="1" i="0" u="none" strike="noStrike" cap="none" dirty="0" err="1">
                <a:solidFill>
                  <a:srgbClr val="145ABE"/>
                </a:solidFill>
                <a:latin typeface="Times New Roman" panose="02020603050405020304"/>
                <a:ea typeface="Times New Roman" panose="02020603050405020304"/>
                <a:cs typeface="Times New Roman" panose="02020603050405020304"/>
                <a:sym typeface="Times New Roman" panose="02020603050405020304"/>
              </a:rPr>
              <a:t>RECOMMANDATION/</a:t>
            </a:r>
          </a:p>
          <a:p>
            <a:pPr marL="0" marR="0" lvl="0" indent="0" algn="l" rtl="0">
              <a:lnSpc>
                <a:spcPct val="100000"/>
              </a:lnSpc>
              <a:spcBef>
                <a:spcPts val="0"/>
              </a:spcBef>
              <a:spcAft>
                <a:spcPts val="0"/>
              </a:spcAft>
              <a:buClr>
                <a:srgbClr val="000000"/>
              </a:buClr>
              <a:buSzPts val="1500"/>
              <a:buFont typeface="Arial" panose="020B0604020202020204"/>
              <a:buNone/>
            </a:pPr>
            <a:r>
              <a:rPr lang="fr-FR" sz="4000" b="1" i="0" u="none" strike="noStrike" cap="none" dirty="0" err="1">
                <a:solidFill>
                  <a:srgbClr val="145ABE"/>
                </a:solidFill>
                <a:latin typeface="Times New Roman" panose="02020603050405020304"/>
                <a:ea typeface="Times New Roman" panose="02020603050405020304"/>
                <a:cs typeface="Times New Roman" panose="02020603050405020304"/>
                <a:sym typeface="Times New Roman" panose="02020603050405020304"/>
              </a:rPr>
              <a:t>ACTION PRIORITAIRE POUR 2025</a:t>
            </a:r>
          </a:p>
        </p:txBody>
      </p:sp>
      <p:sp>
        <p:nvSpPr>
          <p:cNvPr id="170" name="Google Shape;170;p1"/>
          <p:cNvSpPr/>
          <p:nvPr/>
        </p:nvSpPr>
        <p:spPr>
          <a:xfrm>
            <a:off x="3660828" y="1516400"/>
            <a:ext cx="373600" cy="1867200"/>
          </a:xfrm>
          <a:prstGeom prst="rect">
            <a:avLst/>
          </a:prstGeom>
          <a:solidFill>
            <a:srgbClr val="145ABE"/>
          </a:solidFill>
          <a:ln>
            <a:noFill/>
          </a:ln>
        </p:spPr>
        <p:txBody>
          <a:bodyPr spcFirstLastPara="1" wrap="square" lIns="91433" tIns="91433" rIns="91433" bIns="91433" anchor="ctr" anchorCtr="0">
            <a:noAutofit/>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6"/>
          <p:cNvSpPr txBox="1"/>
          <p:nvPr/>
        </p:nvSpPr>
        <p:spPr>
          <a:xfrm>
            <a:off x="458592" y="317941"/>
            <a:ext cx="11274800" cy="731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SzPts val="1100"/>
              <a:buNone/>
            </a:pPr>
            <a:r>
              <a:rPr lang="fr-FR" altLang="en-GB" sz="3200" b="1">
                <a:solidFill>
                  <a:srgbClr val="0070C0"/>
                </a:solidFill>
                <a:latin typeface="Times New Roman" panose="02020603050405020304"/>
                <a:ea typeface="Times New Roman" panose="02020603050405020304"/>
                <a:cs typeface="Times New Roman" panose="02020603050405020304"/>
                <a:sym typeface="Times New Roman" panose="02020603050405020304"/>
              </a:rPr>
              <a:t>Recommandations </a:t>
            </a:r>
          </a:p>
        </p:txBody>
      </p:sp>
      <p:sp>
        <p:nvSpPr>
          <p:cNvPr id="222" name="Google Shape;222;p16"/>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spcBef>
                <a:spcPts val="0"/>
              </a:spcBef>
              <a:spcAft>
                <a:spcPts val="0"/>
              </a:spcAft>
              <a:buNone/>
            </a:pPr>
            <a:endParaRPr sz="1865">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4" name="Google Shape;224;p16"/>
          <p:cNvSpPr txBox="1"/>
          <p:nvPr/>
        </p:nvSpPr>
        <p:spPr>
          <a:xfrm>
            <a:off x="267700" y="6492843"/>
            <a:ext cx="11414800" cy="18415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sp>
        <p:nvSpPr>
          <p:cNvPr id="12" name="Zone de texte 11"/>
          <p:cNvSpPr txBox="1"/>
          <p:nvPr/>
        </p:nvSpPr>
        <p:spPr>
          <a:xfrm>
            <a:off x="216535" y="1375410"/>
            <a:ext cx="11388725" cy="5034280"/>
          </a:xfrm>
          <a:prstGeom prst="rect">
            <a:avLst/>
          </a:prstGeom>
          <a:noFill/>
        </p:spPr>
        <p:txBody>
          <a:bodyPr wrap="square" rtlCol="0">
            <a:noAutofit/>
          </a:bodyPr>
          <a:lstStyle/>
          <a:p>
            <a:pPr marL="285750" indent="-285750">
              <a:buFont typeface="Arial" panose="020B0604020202020204" pitchFamily="34" charset="0"/>
              <a:buChar char="•"/>
            </a:pPr>
            <a:endParaRPr lang="fr-FR"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6"/>
          <p:cNvSpPr txBox="1"/>
          <p:nvPr/>
        </p:nvSpPr>
        <p:spPr>
          <a:xfrm>
            <a:off x="458592" y="317941"/>
            <a:ext cx="11274800" cy="731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SzPts val="1100"/>
              <a:buNone/>
            </a:pPr>
            <a:r>
              <a:rPr lang="fr-FR" altLang="en-GB" sz="3200" b="1">
                <a:solidFill>
                  <a:srgbClr val="0070C0"/>
                </a:solidFill>
                <a:latin typeface="Times New Roman" panose="02020603050405020304"/>
                <a:ea typeface="Times New Roman" panose="02020603050405020304"/>
                <a:cs typeface="Times New Roman" panose="02020603050405020304"/>
                <a:sym typeface="Times New Roman" panose="02020603050405020304"/>
              </a:rPr>
              <a:t>Actions prioritaires pour 2026 </a:t>
            </a:r>
          </a:p>
        </p:txBody>
      </p:sp>
      <p:sp>
        <p:nvSpPr>
          <p:cNvPr id="222" name="Google Shape;222;p16"/>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spcBef>
                <a:spcPts val="0"/>
              </a:spcBef>
              <a:spcAft>
                <a:spcPts val="0"/>
              </a:spcAft>
              <a:buNone/>
            </a:pPr>
            <a:endParaRPr sz="1865">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4" name="Google Shape;224;p16"/>
          <p:cNvSpPr txBox="1"/>
          <p:nvPr/>
        </p:nvSpPr>
        <p:spPr>
          <a:xfrm>
            <a:off x="267700" y="6492843"/>
            <a:ext cx="11414800" cy="18415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sp>
        <p:nvSpPr>
          <p:cNvPr id="12" name="Zone de texte 11"/>
          <p:cNvSpPr txBox="1"/>
          <p:nvPr/>
        </p:nvSpPr>
        <p:spPr>
          <a:xfrm>
            <a:off x="216535" y="1375410"/>
            <a:ext cx="11388725" cy="5034280"/>
          </a:xfrm>
          <a:prstGeom prst="rect">
            <a:avLst/>
          </a:prstGeom>
          <a:noFill/>
        </p:spPr>
        <p:txBody>
          <a:bodyPr wrap="square" rtlCol="0">
            <a:noAutofit/>
          </a:bodyPr>
          <a:lstStyle/>
          <a:p>
            <a:pPr marL="342900" lvl="0" indent="-266700">
              <a:buClr>
                <a:schemeClr val="dk1"/>
              </a:buClr>
              <a:buSzPts val="1600"/>
              <a:buFont typeface="Times New Roman"/>
              <a:buChar char="●"/>
            </a:pPr>
            <a:r>
              <a:rPr lang="fr-FR">
                <a:solidFill>
                  <a:schemeClr val="dk1"/>
                </a:solidFill>
                <a:latin typeface="Times New Roman"/>
                <a:ea typeface="Times New Roman"/>
                <a:cs typeface="Times New Roman"/>
                <a:sym typeface="Times New Roman"/>
              </a:rPr>
              <a:t>Operationnalisation des hubs en 2026</a:t>
            </a:r>
          </a:p>
          <a:p>
            <a:pPr marL="342900" lvl="0" indent="-266700">
              <a:spcBef>
                <a:spcPts val="400"/>
              </a:spcBef>
              <a:buClr>
                <a:schemeClr val="dk1"/>
              </a:buClr>
              <a:buSzPts val="1600"/>
              <a:buFont typeface="Times New Roman"/>
              <a:buChar char="●"/>
            </a:pPr>
            <a:r>
              <a:rPr lang="fr-FR">
                <a:solidFill>
                  <a:schemeClr val="dk1"/>
                </a:solidFill>
                <a:latin typeface="Times New Roman"/>
                <a:ea typeface="Times New Roman"/>
                <a:cs typeface="Times New Roman"/>
                <a:sym typeface="Times New Roman"/>
              </a:rPr>
              <a:t>Vulgarisation des PON</a:t>
            </a:r>
          </a:p>
          <a:p>
            <a:pPr marL="342900" lvl="0" indent="-266700">
              <a:spcBef>
                <a:spcPts val="400"/>
              </a:spcBef>
              <a:buClr>
                <a:schemeClr val="dk1"/>
              </a:buClr>
              <a:buSzPts val="1600"/>
              <a:buFont typeface="Times New Roman"/>
              <a:buChar char="●"/>
            </a:pPr>
            <a:r>
              <a:rPr lang="fr-FR">
                <a:solidFill>
                  <a:schemeClr val="dk1"/>
                </a:solidFill>
                <a:latin typeface="Times New Roman"/>
                <a:ea typeface="Times New Roman"/>
                <a:cs typeface="Times New Roman"/>
                <a:sym typeface="Times New Roman"/>
              </a:rPr>
              <a:t>Auto-évaluation de la GEV</a:t>
            </a:r>
          </a:p>
          <a:p>
            <a:pPr marL="342900" lvl="0" indent="-266700">
              <a:spcBef>
                <a:spcPts val="400"/>
              </a:spcBef>
              <a:buClr>
                <a:schemeClr val="dk1"/>
              </a:buClr>
              <a:buSzPts val="1600"/>
              <a:buFont typeface="Times New Roman"/>
              <a:buChar char="●"/>
            </a:pPr>
            <a:r>
              <a:rPr lang="fr-FR">
                <a:solidFill>
                  <a:schemeClr val="dk1"/>
                </a:solidFill>
                <a:latin typeface="Times New Roman"/>
                <a:ea typeface="Times New Roman"/>
                <a:cs typeface="Times New Roman"/>
                <a:sym typeface="Times New Roman"/>
              </a:rPr>
              <a:t>Supervision logistique</a:t>
            </a:r>
          </a:p>
          <a:p>
            <a:pPr marL="342900" lvl="0" indent="-266700">
              <a:spcBef>
                <a:spcPts val="400"/>
              </a:spcBef>
              <a:buClr>
                <a:schemeClr val="dk1"/>
              </a:buClr>
              <a:buSzPts val="1600"/>
              <a:buFont typeface="Times New Roman"/>
              <a:buChar char="●"/>
            </a:pPr>
            <a:r>
              <a:rPr lang="fr-FR">
                <a:solidFill>
                  <a:schemeClr val="dk1"/>
                </a:solidFill>
                <a:latin typeface="Times New Roman"/>
                <a:ea typeface="Times New Roman"/>
                <a:cs typeface="Times New Roman"/>
                <a:sym typeface="Times New Roman"/>
              </a:rPr>
              <a:t>Acquisition des dispositifs de monitorage de la température</a:t>
            </a:r>
          </a:p>
          <a:p>
            <a:pPr marL="342900" lvl="0" indent="-266700">
              <a:spcBef>
                <a:spcPts val="400"/>
              </a:spcBef>
              <a:buClr>
                <a:schemeClr val="dk1"/>
              </a:buClr>
              <a:buSzPts val="1600"/>
              <a:buFont typeface="Times New Roman"/>
              <a:buChar char="●"/>
            </a:pPr>
            <a:r>
              <a:rPr lang="fr-FR">
                <a:solidFill>
                  <a:schemeClr val="dk1"/>
                </a:solidFill>
                <a:latin typeface="Times New Roman"/>
                <a:ea typeface="Times New Roman"/>
                <a:cs typeface="Times New Roman"/>
                <a:sym typeface="Times New Roman"/>
              </a:rPr>
              <a:t>Finalisation du processus CCEOP</a:t>
            </a:r>
          </a:p>
          <a:p>
            <a:pPr marL="342900" lvl="0" indent="-266700">
              <a:spcBef>
                <a:spcPts val="400"/>
              </a:spcBef>
              <a:buClr>
                <a:schemeClr val="dk1"/>
              </a:buClr>
              <a:buSzPts val="1600"/>
              <a:buFont typeface="Times New Roman"/>
              <a:buChar char="●"/>
            </a:pPr>
            <a:r>
              <a:rPr lang="fr-FR">
                <a:solidFill>
                  <a:schemeClr val="dk1"/>
                </a:solidFill>
                <a:latin typeface="Times New Roman"/>
                <a:ea typeface="Times New Roman"/>
                <a:cs typeface="Times New Roman"/>
                <a:sym typeface="Times New Roman"/>
              </a:rPr>
              <a:t>Renforcement du système de maintenance</a:t>
            </a:r>
          </a:p>
          <a:p>
            <a:pPr marL="342900" lvl="0" indent="-266700">
              <a:spcBef>
                <a:spcPts val="400"/>
              </a:spcBef>
              <a:buClr>
                <a:schemeClr val="dk1"/>
              </a:buClr>
              <a:buSzPts val="1600"/>
              <a:buFont typeface="Times New Roman"/>
              <a:buChar char="●"/>
            </a:pPr>
            <a:r>
              <a:rPr lang="fr-FR">
                <a:solidFill>
                  <a:schemeClr val="dk1"/>
                </a:solidFill>
                <a:latin typeface="Times New Roman"/>
                <a:ea typeface="Times New Roman"/>
                <a:cs typeface="Times New Roman"/>
                <a:sym typeface="Times New Roman"/>
              </a:rPr>
              <a:t>Optimisation du processus de distribution des vaccins et intrants du niveau central vers les antennes</a:t>
            </a:r>
          </a:p>
          <a:p>
            <a:pPr marL="342900" lvl="0" indent="-266700">
              <a:spcBef>
                <a:spcPts val="400"/>
              </a:spcBef>
              <a:buClr>
                <a:schemeClr val="dk1"/>
              </a:buClr>
              <a:buSzPts val="1600"/>
              <a:buFont typeface="Times New Roman"/>
              <a:buChar char="●"/>
            </a:pPr>
            <a:r>
              <a:rPr lang="fr-FR">
                <a:solidFill>
                  <a:schemeClr val="dk1"/>
                </a:solidFill>
                <a:latin typeface="Times New Roman"/>
                <a:ea typeface="Times New Roman"/>
                <a:cs typeface="Times New Roman"/>
                <a:sym typeface="Times New Roman"/>
              </a:rPr>
              <a:t>Accelération le processus d’implémentation d’eLMIS pour la visibilité des données à tous les niveaux de la chaine d’approvisionnement</a:t>
            </a:r>
          </a:p>
          <a:p>
            <a:pPr marL="342900" lvl="0" indent="-266700">
              <a:spcBef>
                <a:spcPts val="400"/>
              </a:spcBef>
              <a:buClr>
                <a:schemeClr val="dk1"/>
              </a:buClr>
              <a:buSzPts val="1600"/>
              <a:buFont typeface="Times New Roman"/>
              <a:buChar char="●"/>
            </a:pPr>
            <a:r>
              <a:rPr lang="fr-FR">
                <a:solidFill>
                  <a:schemeClr val="dk1"/>
                </a:solidFill>
                <a:latin typeface="Times New Roman"/>
                <a:ea typeface="Times New Roman"/>
                <a:cs typeface="Times New Roman"/>
                <a:sym typeface="Times New Roman"/>
              </a:rPr>
              <a:t>Realisation de la cartographie des chambres froides aux niveaux central et intermédaire</a:t>
            </a:r>
          </a:p>
          <a:p>
            <a:pPr marL="342900" lvl="0" indent="-266700">
              <a:spcBef>
                <a:spcPts val="400"/>
              </a:spcBef>
              <a:spcAft>
                <a:spcPts val="400"/>
              </a:spcAft>
              <a:buClr>
                <a:schemeClr val="dk1"/>
              </a:buClr>
              <a:buSzPts val="1600"/>
              <a:buFont typeface="Times New Roman"/>
              <a:buChar char="●"/>
            </a:pPr>
            <a:r>
              <a:rPr lang="fr-FR">
                <a:solidFill>
                  <a:schemeClr val="dk1"/>
                </a:solidFill>
                <a:latin typeface="Times New Roman"/>
                <a:ea typeface="Times New Roman"/>
                <a:cs typeface="Times New Roman"/>
                <a:sym typeface="Times New Roman"/>
              </a:rPr>
              <a:t>Renforcement des sous-commissions logistiques au niveau intermédaire</a:t>
            </a:r>
            <a:endParaRPr lang="fr-FR" dirty="0">
              <a:solidFill>
                <a:schemeClr val="dk1"/>
              </a:solidFill>
              <a:latin typeface="Times New Roman"/>
              <a:ea typeface="Times New Roman"/>
              <a:cs typeface="Times New Roman"/>
              <a:sym typeface="Times New Roman"/>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460.4,&quot;left&quot;:378.85,&quot;top&quot;:55.45,&quot;width&quot;:490.15}"/>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i*1_1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DIAGRAM_GROUP_CODE" val="l1-1"/>
  <p:tag name="KSO_WM_UNIT_SUBTYPE" val="d"/>
  <p:tag name="KSO_WM_UNIT_TYPE" val="l_h_i"/>
  <p:tag name="KSO_WM_UNIT_INDEX" val="1_1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6"/>
  <p:tag name="KSO_WM_UNIT_TEXT_FILL_TYPE" val="1"/>
  <p:tag name="KSO_WM_UNIT_USESOURCEFORMAT_APPLY" val="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f*1_1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UNIT_SUBTYPE" val="a"/>
  <p:tag name="KSO_WM_UNIT_NOCLEAR" val="0"/>
  <p:tag name="KSO_WM_UNIT_VALUE" val="78"/>
  <p:tag name="KSO_WM_DIAGRAM_GROUP_CODE" val="l1-1"/>
  <p:tag name="KSO_WM_UNIT_TYPE" val="l_h_f"/>
  <p:tag name="KSO_WM_UNIT_INDEX" val="1_1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3"/>
  <p:tag name="KSO_WM_UNIT_TEXT_FILL_TYPE" val="1"/>
  <p:tag name="KSO_WM_UNIT_USESOURCEFORMAT_APPLY" val="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i*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DIAGRAM_GROUP_CODE" val="l1-1"/>
  <p:tag name="KSO_WM_UNIT_SUBTYPE" val="d"/>
  <p:tag name="KSO_WM_UNIT_TYPE" val="l_h_i"/>
  <p:tag name="KSO_WM_UNIT_INDEX" val="1_2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6"/>
  <p:tag name="KSO_WM_UNIT_TEXT_FILL_TYPE" val="1"/>
  <p:tag name="KSO_WM_UNIT_USESOURCEFORMAT_APPLY" val="1"/>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f*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UNIT_SUBTYPE" val="a"/>
  <p:tag name="KSO_WM_UNIT_NOCLEAR" val="0"/>
  <p:tag name="KSO_WM_UNIT_VALUE" val="78"/>
  <p:tag name="KSO_WM_DIAGRAM_GROUP_CODE" val="l1-1"/>
  <p:tag name="KSO_WM_UNIT_TYPE" val="l_h_f"/>
  <p:tag name="KSO_WM_UNIT_INDEX" val="1_2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3"/>
  <p:tag name="KSO_WM_UNIT_TEXT_FILL_TYPE" val="1"/>
  <p:tag name="KSO_WM_UNIT_USESOURCEFORMAT_APPLY" val="1"/>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i*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DIAGRAM_GROUP_CODE" val="l1-1"/>
  <p:tag name="KSO_WM_UNIT_SUBTYPE" val="d"/>
  <p:tag name="KSO_WM_UNIT_TYPE" val="l_h_i"/>
  <p:tag name="KSO_WM_UNIT_INDEX" val="1_2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6"/>
  <p:tag name="KSO_WM_UNIT_TEXT_FILL_TYPE" val="1"/>
  <p:tag name="KSO_WM_UNIT_USESOURCEFORMAT_APPLY" val="1"/>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f*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UNIT_SUBTYPE" val="a"/>
  <p:tag name="KSO_WM_UNIT_NOCLEAR" val="0"/>
  <p:tag name="KSO_WM_UNIT_VALUE" val="78"/>
  <p:tag name="KSO_WM_DIAGRAM_GROUP_CODE" val="l1-1"/>
  <p:tag name="KSO_WM_UNIT_TYPE" val="l_h_f"/>
  <p:tag name="KSO_WM_UNIT_INDEX" val="1_2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3"/>
  <p:tag name="KSO_WM_UNIT_TEXT_FILL_TYPE" val="1"/>
  <p:tag name="KSO_WM_UNIT_USESOURCEFORMAT_APPLY" val="1"/>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i*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DIAGRAM_GROUP_CODE" val="l1-1"/>
  <p:tag name="KSO_WM_UNIT_SUBTYPE" val="d"/>
  <p:tag name="KSO_WM_UNIT_TYPE" val="l_h_i"/>
  <p:tag name="KSO_WM_UNIT_INDEX" val="1_2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6"/>
  <p:tag name="KSO_WM_UNIT_TEXT_FILL_TYPE" val="1"/>
  <p:tag name="KSO_WM_UNIT_USESOURCEFORMAT_APPLY" val="1"/>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f*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UNIT_SUBTYPE" val="a"/>
  <p:tag name="KSO_WM_UNIT_NOCLEAR" val="0"/>
  <p:tag name="KSO_WM_UNIT_VALUE" val="78"/>
  <p:tag name="KSO_WM_DIAGRAM_GROUP_CODE" val="l1-1"/>
  <p:tag name="KSO_WM_UNIT_TYPE" val="l_h_f"/>
  <p:tag name="KSO_WM_UNIT_INDEX" val="1_2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3"/>
  <p:tag name="KSO_WM_UNIT_TEXT_FILL_TYPE" val="1"/>
  <p:tag name="KSO_WM_UNIT_USESOURCEFORMAT_APPLY" val="1"/>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i*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DIAGRAM_GROUP_CODE" val="l1-1"/>
  <p:tag name="KSO_WM_UNIT_SUBTYPE" val="d"/>
  <p:tag name="KSO_WM_UNIT_TYPE" val="l_h_i"/>
  <p:tag name="KSO_WM_UNIT_INDEX" val="1_2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6"/>
  <p:tag name="KSO_WM_UNIT_TEXT_FILL_TYPE" val="1"/>
  <p:tag name="KSO_WM_UNIT_USESOURCEFORMAT_APPLY" val="1"/>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f*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UNIT_SUBTYPE" val="a"/>
  <p:tag name="KSO_WM_UNIT_NOCLEAR" val="0"/>
  <p:tag name="KSO_WM_UNIT_VALUE" val="78"/>
  <p:tag name="KSO_WM_DIAGRAM_GROUP_CODE" val="l1-1"/>
  <p:tag name="KSO_WM_UNIT_TYPE" val="l_h_f"/>
  <p:tag name="KSO_WM_UNIT_INDEX" val="1_2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3"/>
  <p:tag name="KSO_WM_UNIT_TEXT_FILL_TYPE" val="1"/>
  <p:tag name="KSO_WM_UNIT_USESOURCEFORMAT_APPLY" val="1"/>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i*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DIAGRAM_GROUP_CODE" val="l1-1"/>
  <p:tag name="KSO_WM_UNIT_SUBTYPE" val="d"/>
  <p:tag name="KSO_WM_UNIT_TYPE" val="l_h_i"/>
  <p:tag name="KSO_WM_UNIT_INDEX" val="1_2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6"/>
  <p:tag name="KSO_WM_UNIT_TEXT_FILL_TYPE" val="1"/>
  <p:tag name="KSO_WM_UNIT_USESOURCEFORMAT_APPLY" val="1"/>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f*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UNIT_SUBTYPE" val="a"/>
  <p:tag name="KSO_WM_UNIT_NOCLEAR" val="0"/>
  <p:tag name="KSO_WM_UNIT_VALUE" val="78"/>
  <p:tag name="KSO_WM_DIAGRAM_GROUP_CODE" val="l1-1"/>
  <p:tag name="KSO_WM_UNIT_TYPE" val="l_h_f"/>
  <p:tag name="KSO_WM_UNIT_INDEX" val="1_2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3"/>
  <p:tag name="KSO_WM_UNIT_TEXT_FILL_TYPE" val="1"/>
  <p:tag name="KSO_WM_UNIT_USESOURCEFORMAT_APPLY" val="1"/>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i*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DIAGRAM_GROUP_CODE" val="l1-1"/>
  <p:tag name="KSO_WM_UNIT_SUBTYPE" val="d"/>
  <p:tag name="KSO_WM_UNIT_TYPE" val="l_h_i"/>
  <p:tag name="KSO_WM_UNIT_INDEX" val="1_2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6"/>
  <p:tag name="KSO_WM_UNIT_TEXT_FILL_TYPE" val="1"/>
  <p:tag name="KSO_WM_UNIT_USESOURCEFORMAT_APPLY" val="1"/>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f*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UNIT_SUBTYPE" val="a"/>
  <p:tag name="KSO_WM_UNIT_NOCLEAR" val="0"/>
  <p:tag name="KSO_WM_UNIT_VALUE" val="78"/>
  <p:tag name="KSO_WM_DIAGRAM_GROUP_CODE" val="l1-1"/>
  <p:tag name="KSO_WM_UNIT_TYPE" val="l_h_f"/>
  <p:tag name="KSO_WM_UNIT_INDEX" val="1_2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3"/>
  <p:tag name="KSO_WM_UNIT_TEXT_FILL_TYPE" val="1"/>
  <p:tag name="KSO_WM_UNIT_USESOURCEFORMAT_APPLY" val="1"/>
</p:tagLst>
</file>

<file path=ppt/tags/tag16.xml><?xml version="1.0" encoding="utf-8"?>
<p:tagLst xmlns:a="http://schemas.openxmlformats.org/drawingml/2006/main" xmlns:r="http://schemas.openxmlformats.org/officeDocument/2006/relationships" xmlns:p="http://schemas.openxmlformats.org/presentationml/2006/main">
  <p:tag name="TABLE_ENDDRAG_ORIGIN_RECT" val="921*413"/>
  <p:tag name="TABLE_ENDDRAG_RECT" val="16*88*921*413"/>
</p:tagLst>
</file>

<file path=ppt/tags/tag17.xml><?xml version="1.0" encoding="utf-8"?>
<p:tagLst xmlns:a="http://schemas.openxmlformats.org/drawingml/2006/main" xmlns:r="http://schemas.openxmlformats.org/officeDocument/2006/relationships" xmlns:p="http://schemas.openxmlformats.org/presentationml/2006/main">
  <p:tag name="TABLE_ENDDRAG_ORIGIN_RECT" val="921*413"/>
  <p:tag name="TABLE_ENDDRAG_RECT" val="16*88*921*413"/>
</p:tagLst>
</file>

<file path=ppt/tags/tag18.xml><?xml version="1.0" encoding="utf-8"?>
<p:tagLst xmlns:a="http://schemas.openxmlformats.org/drawingml/2006/main" xmlns:r="http://schemas.openxmlformats.org/officeDocument/2006/relationships" xmlns:p="http://schemas.openxmlformats.org/presentationml/2006/main">
  <p:tag name="TABLE_ENDDRAG_ORIGIN_RECT" val="676*387"/>
  <p:tag name="TABLE_ENDDRAG_RECT" val="12*114*676*387"/>
</p:tagLst>
</file>

<file path=ppt/tags/tag19.xml><?xml version="1.0" encoding="utf-8"?>
<p:tagLst xmlns:a="http://schemas.openxmlformats.org/drawingml/2006/main" xmlns:r="http://schemas.openxmlformats.org/officeDocument/2006/relationships" xmlns:p="http://schemas.openxmlformats.org/presentationml/2006/main">
  <p:tag name="TABLE_ENDDRAG_ORIGIN_RECT" val="260*263"/>
  <p:tag name="TABLE_ENDDRAG_RECT" val="21*165*260*263"/>
</p:tagLst>
</file>

<file path=ppt/tags/tag20.xml><?xml version="1.0" encoding="utf-8"?>
<p:tagLst xmlns:a="http://schemas.openxmlformats.org/drawingml/2006/main" xmlns:r="http://schemas.openxmlformats.org/officeDocument/2006/relationships" xmlns:p="http://schemas.openxmlformats.org/presentationml/2006/main">
  <p:tag name="TABLE_ENDDRAG_ORIGIN_RECT" val="676*387"/>
  <p:tag name="TABLE_ENDDRAG_RECT" val="12*114*676*387"/>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297.92496062992126,&quot;left&quot;:80,&quot;top&quot;:139.17503937007874,&quot;width&quot;:818}"/>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297.92496062992126,&quot;left&quot;:80,&quot;top&quot;:139.17503937007874,&quot;width&quot;:81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Calibri"/>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otalTime>0</TotalTime>
  <Words>5984</Words>
  <Application>Microsoft Office PowerPoint</Application>
  <PresentationFormat>Grand écran</PresentationFormat>
  <Paragraphs>1879</Paragraphs>
  <Slides>45</Slides>
  <Notes>41</Notes>
  <HiddenSlides>1</HiddenSlides>
  <MMClips>0</MMClips>
  <ScaleCrop>false</ScaleCrop>
  <HeadingPairs>
    <vt:vector size="6" baseType="variant">
      <vt:variant>
        <vt:lpstr>Polices utilisées</vt:lpstr>
      </vt:variant>
      <vt:variant>
        <vt:i4>10</vt:i4>
      </vt:variant>
      <vt:variant>
        <vt:lpstr>Thème</vt:lpstr>
      </vt:variant>
      <vt:variant>
        <vt:i4>4</vt:i4>
      </vt:variant>
      <vt:variant>
        <vt:lpstr>Titres des diapositives</vt:lpstr>
      </vt:variant>
      <vt:variant>
        <vt:i4>45</vt:i4>
      </vt:variant>
    </vt:vector>
  </HeadingPairs>
  <TitlesOfParts>
    <vt:vector size="59" baseType="lpstr">
      <vt:lpstr>微软雅黑</vt:lpstr>
      <vt:lpstr>Noto Sans Symbols</vt:lpstr>
      <vt:lpstr>Aparajita</vt:lpstr>
      <vt:lpstr>Arial</vt:lpstr>
      <vt:lpstr>Arial Black</vt:lpstr>
      <vt:lpstr>Calibri</vt:lpstr>
      <vt:lpstr>Calibri Light</vt:lpstr>
      <vt:lpstr>Source Serif Pro</vt:lpstr>
      <vt:lpstr>Times New Roman</vt:lpstr>
      <vt:lpstr>Wingdings</vt:lpstr>
      <vt:lpstr>Office Theme</vt:lpstr>
      <vt:lpstr>Simple Light</vt:lpstr>
      <vt:lpstr>2_Simple Light</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Equipements et capacité de stockage Niveau intermédiaire (Antennes)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Sandra MUPUNGU FATI</cp:lastModifiedBy>
  <cp:revision>107</cp:revision>
  <dcterms:created xsi:type="dcterms:W3CDTF">2025-07-23T00:59:00Z</dcterms:created>
  <dcterms:modified xsi:type="dcterms:W3CDTF">2025-12-15T07:01:30Z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3084-12.2.0.23131</vt:lpwstr>
  </property>
  <property fmtid="{D5CDD505-2E9C-101B-9397-08002B2CF9AE}" pid="3" name="ICV">
    <vt:lpwstr>62F103CF6D514C9EA373AFD69A009D1D_13</vt:lpwstr>
  </property>
</Properties>
</file>