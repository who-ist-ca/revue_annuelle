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4.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notesSlides/notesSlide4.xml" ContentType="application/vnd.openxmlformats-officedocument.presentationml.notesSlide+xml"/>
  <Override PartName="/ppt/tags/tag19.xml" ContentType="application/vnd.openxmlformats-officedocument.presentationml.tags+xml"/>
  <Override PartName="/ppt/notesSlides/notesSlide5.xml" ContentType="application/vnd.openxmlformats-officedocument.presentationml.notesSlide+xml"/>
  <Override PartName="/ppt/tags/tag20.xml" ContentType="application/vnd.openxmlformats-officedocument.presentationml.tags+xml"/>
  <Override PartName="/ppt/notesSlides/notesSlide6.xml" ContentType="application/vnd.openxmlformats-officedocument.presentationml.notesSlide+xml"/>
  <Override PartName="/ppt/tags/tag21.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22.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4.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1.xml" ContentType="application/vnd.openxmlformats-officedocument.themeOverride+xml"/>
  <Override PartName="/ppt/notesSlides/notesSlide17.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2.xml" ContentType="application/vnd.openxmlformats-officedocument.themeOverride+xml"/>
  <Override PartName="/ppt/notesSlides/notesSlide18.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theme/themeOverride3.xml" ContentType="application/vnd.openxmlformats-officedocument.themeOverr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theme/themeOverride4.xml" ContentType="application/vnd.openxmlformats-officedocument.themeOverr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drawings/drawing1.xml" ContentType="application/vnd.openxmlformats-officedocument.drawingml.chartshapes+xml"/>
  <Override PartName="/ppt/notesSlides/notesSlide19.xml" ContentType="application/vnd.openxmlformats-officedocument.presentationml.notesSl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2"/>
    <p:sldMasterId id="2147483671" r:id="rId3"/>
    <p:sldMasterId id="2147483684" r:id="rId4"/>
    <p:sldMasterId id="2147483701" r:id="rId5"/>
    <p:sldMasterId id="2147483717" r:id="rId6"/>
  </p:sldMasterIdLst>
  <p:notesMasterIdLst>
    <p:notesMasterId r:id="rId48"/>
  </p:notesMasterIdLst>
  <p:handoutMasterIdLst>
    <p:handoutMasterId r:id="rId49"/>
  </p:handoutMasterIdLst>
  <p:sldIdLst>
    <p:sldId id="258" r:id="rId7"/>
    <p:sldId id="273" r:id="rId8"/>
    <p:sldId id="264" r:id="rId9"/>
    <p:sldId id="16768320" r:id="rId10"/>
    <p:sldId id="16768367" r:id="rId11"/>
    <p:sldId id="16768376" r:id="rId12"/>
    <p:sldId id="2147474809" r:id="rId13"/>
    <p:sldId id="16768363" r:id="rId14"/>
    <p:sldId id="16768368" r:id="rId15"/>
    <p:sldId id="2147476841" r:id="rId16"/>
    <p:sldId id="16768364" r:id="rId17"/>
    <p:sldId id="16768365" r:id="rId18"/>
    <p:sldId id="265" r:id="rId19"/>
    <p:sldId id="2147474802" r:id="rId20"/>
    <p:sldId id="2147481620" r:id="rId21"/>
    <p:sldId id="2147474804" r:id="rId22"/>
    <p:sldId id="287" r:id="rId23"/>
    <p:sldId id="2147474803" r:id="rId24"/>
    <p:sldId id="2147474805" r:id="rId25"/>
    <p:sldId id="2147476837" r:id="rId26"/>
    <p:sldId id="271" r:id="rId27"/>
    <p:sldId id="2147481636" r:id="rId28"/>
    <p:sldId id="567" r:id="rId29"/>
    <p:sldId id="257" r:id="rId30"/>
    <p:sldId id="2147481626" r:id="rId31"/>
    <p:sldId id="2147474765" r:id="rId32"/>
    <p:sldId id="297" r:id="rId33"/>
    <p:sldId id="2147476833" r:id="rId34"/>
    <p:sldId id="2147476849" r:id="rId35"/>
    <p:sldId id="2147481635" r:id="rId36"/>
    <p:sldId id="274" r:id="rId37"/>
    <p:sldId id="2147481628" r:id="rId38"/>
    <p:sldId id="277" r:id="rId39"/>
    <p:sldId id="278" r:id="rId40"/>
    <p:sldId id="279" r:id="rId41"/>
    <p:sldId id="2147481624" r:id="rId42"/>
    <p:sldId id="2147476845" r:id="rId43"/>
    <p:sldId id="2147481625" r:id="rId44"/>
    <p:sldId id="2147476848" r:id="rId45"/>
    <p:sldId id="2147481637" r:id="rId46"/>
    <p:sldId id="2147481634" r:id="rId47"/>
  </p:sldIdLst>
  <p:sldSz cx="12192000" cy="6858000"/>
  <p:notesSz cx="7104063" cy="10234613"/>
  <p:defaultTextStyle>
    <a:defPPr>
      <a:defRPr lang="zh-CN"/>
    </a:defPPr>
    <a:lvl1pPr marL="0" algn="l" defTabSz="914309" rtl="0" eaLnBrk="1" latinLnBrk="0" hangingPunct="1">
      <a:defRPr sz="1900" kern="1200">
        <a:solidFill>
          <a:schemeClr val="tx1"/>
        </a:solidFill>
        <a:latin typeface="+mn-lt"/>
        <a:ea typeface="+mn-ea"/>
        <a:cs typeface="+mn-cs"/>
      </a:defRPr>
    </a:lvl1pPr>
    <a:lvl2pPr marL="457155" algn="l" defTabSz="914309" rtl="0" eaLnBrk="1" latinLnBrk="0" hangingPunct="1">
      <a:defRPr sz="1900" kern="1200">
        <a:solidFill>
          <a:schemeClr val="tx1"/>
        </a:solidFill>
        <a:latin typeface="+mn-lt"/>
        <a:ea typeface="+mn-ea"/>
        <a:cs typeface="+mn-cs"/>
      </a:defRPr>
    </a:lvl2pPr>
    <a:lvl3pPr marL="914309" algn="l" defTabSz="914309" rtl="0" eaLnBrk="1" latinLnBrk="0" hangingPunct="1">
      <a:defRPr sz="1900" kern="1200">
        <a:solidFill>
          <a:schemeClr val="tx1"/>
        </a:solidFill>
        <a:latin typeface="+mn-lt"/>
        <a:ea typeface="+mn-ea"/>
        <a:cs typeface="+mn-cs"/>
      </a:defRPr>
    </a:lvl3pPr>
    <a:lvl4pPr marL="1371464" algn="l" defTabSz="914309" rtl="0" eaLnBrk="1" latinLnBrk="0" hangingPunct="1">
      <a:defRPr sz="1900" kern="1200">
        <a:solidFill>
          <a:schemeClr val="tx1"/>
        </a:solidFill>
        <a:latin typeface="+mn-lt"/>
        <a:ea typeface="+mn-ea"/>
        <a:cs typeface="+mn-cs"/>
      </a:defRPr>
    </a:lvl4pPr>
    <a:lvl5pPr marL="1828618" algn="l" defTabSz="914309" rtl="0" eaLnBrk="1" latinLnBrk="0" hangingPunct="1">
      <a:defRPr sz="1900" kern="1200">
        <a:solidFill>
          <a:schemeClr val="tx1"/>
        </a:solidFill>
        <a:latin typeface="+mn-lt"/>
        <a:ea typeface="+mn-ea"/>
        <a:cs typeface="+mn-cs"/>
      </a:defRPr>
    </a:lvl5pPr>
    <a:lvl6pPr marL="2285774" algn="l" defTabSz="914309" rtl="0" eaLnBrk="1" latinLnBrk="0" hangingPunct="1">
      <a:defRPr sz="1900" kern="1200">
        <a:solidFill>
          <a:schemeClr val="tx1"/>
        </a:solidFill>
        <a:latin typeface="+mn-lt"/>
        <a:ea typeface="+mn-ea"/>
        <a:cs typeface="+mn-cs"/>
      </a:defRPr>
    </a:lvl6pPr>
    <a:lvl7pPr marL="2742926" algn="l" defTabSz="914309" rtl="0" eaLnBrk="1" latinLnBrk="0" hangingPunct="1">
      <a:defRPr sz="1900" kern="1200">
        <a:solidFill>
          <a:schemeClr val="tx1"/>
        </a:solidFill>
        <a:latin typeface="+mn-lt"/>
        <a:ea typeface="+mn-ea"/>
        <a:cs typeface="+mn-cs"/>
      </a:defRPr>
    </a:lvl7pPr>
    <a:lvl8pPr marL="3200080" algn="l" defTabSz="914309" rtl="0" eaLnBrk="1" latinLnBrk="0" hangingPunct="1">
      <a:defRPr sz="1900" kern="1200">
        <a:solidFill>
          <a:schemeClr val="tx1"/>
        </a:solidFill>
        <a:latin typeface="+mn-lt"/>
        <a:ea typeface="+mn-ea"/>
        <a:cs typeface="+mn-cs"/>
      </a:defRPr>
    </a:lvl8pPr>
    <a:lvl9pPr marL="3657235" algn="l" defTabSz="914309" rtl="0" eaLnBrk="1" latinLnBrk="0" hangingPunct="1">
      <a:defRPr sz="19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ina Seminara" initials="NS" lastIdx="0" clrIdx="0"/>
  <p:cmAuthor id="2" name="Ashley Hartz" initials="AH" lastIdx="0" clrIdx="1"/>
  <p:cmAuthor id="3" name="Samera Zaidi" initials="SZ" lastIdx="0" clrIdx="2"/>
  <p:cmAuthor id="4" name="Kaitlin Love" initials="KL" lastIdx="0" clrIdx="3"/>
  <p:cmAuthor id="5" name="Jordan Freeman" initials="JF" lastIdx="0" clrIdx="4"/>
  <p:cmAuthor id="6" name="Leila Scott" initials="LS" lastIdx="0" clrIdx="5"/>
  <p:cmAuthor id="7" name="Mona Korsgard" initials="MK" lastIdx="0" clrIdx="6"/>
  <p:cmAuthor id="8" name="Emma Vincent" initials="EV" lastIdx="0" clrIdx="7"/>
  <p:cmAuthor id="9" name="Juan Andres Gil" initials="JAG" lastIdx="0" clrIdx="8"/>
  <p:cmAuthor id="10" name="Catherine Muller" initials="CM" lastIdx="0" clrIdx="9"/>
  <p:cmAuthor id="11" name="Cairn Verhulst" initials="CV" lastIdx="0" clrIdx="10"/>
  <p:cmAuthor id="12" name="Daniel Murphy" initials="DM" lastIdx="0" clrIdx="11"/>
  <p:cmAuthor id="13" name="Megan Bellinger" initials="MB" lastIdx="0" clrIdx="12"/>
  <p:cmAuthor id="14" name="Massimiliano Sani" initials="MS" lastIdx="0" clrIdx="13"/>
  <p:cmAuthor id="15" name="Jeremiah Chinodya" initials="JC" lastIdx="0" clrIdx="14"/>
  <p:cmAuthor id="16" name="Loveness Chimombe" initials="LC" lastIdx="0" clrIdx="15"/>
  <p:cmAuthor id="17" name="Hollis Henry" initials="HH" lastIdx="0" clrIdx="16"/>
  <p:cmAuthor id="18" name="UNICEF ESARO" initials="UNICEF" lastIdx="0" clrIdx="17"/>
  <p:cmAuthor id="19" name="Sanya Batra" initials="SB" lastIdx="0" clrIdx="18"/>
  <p:cmAuthor id="20" name="Marika Klein" initials="MK" lastIdx="0" clrIdx="19"/>
  <p:cmAuthor id="21" name="Seth Messinger" initials="SM" lastIdx="0" clrIdx="20"/>
  <p:cmAuthor id="22" name="Sandra Sonia Dupuy" initials="SSD" lastIdx="0" clrIdx="2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020"/>
    <a:srgbClr val="B2B2B2"/>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5E3EBE-4CE7-44B7-ADBF-5B78C0DE7E7B}" v="15" dt="2025-12-14T21:11:27.451"/>
  </p1510:revLst>
</p1510:revInfo>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1" d="100"/>
          <a:sy n="101" d="100"/>
        </p:scale>
        <p:origin x="912" y="10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commentAuthors" Target="commentAuthors.xml"/><Relationship Id="rId55" Type="http://schemas.microsoft.com/office/2015/10/relationships/revisionInfo" Target="revisionInfo.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theme" Target="theme/theme1.xml"/><Relationship Id="rId5" Type="http://schemas.openxmlformats.org/officeDocument/2006/relationships/slideMaster" Target="slideMasters/slideMaster5.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notesMaster" Target="notesMasters/notesMaster1.xml"/><Relationship Id="rId8" Type="http://schemas.openxmlformats.org/officeDocument/2006/relationships/slide" Target="slides/slide2.xml"/><Relationship Id="rId51"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3" Type="http://schemas.openxmlformats.org/officeDocument/2006/relationships/oleObject" Target="file:///C:\Users\DELL\Downloads\Donnees%20syntheses%20CAC%20RDC%20mise%20a%20jour%20en%20novembre%202025%20(004).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DELL\Downloads\Donnees%20syntheses%20CAC%20RDC%20mise%20a%20jour%20en%20novembre%202025%20(004).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DELL\Downloads\Donnees%20syntheses%20CAC%20RDC%20mise%20a%20jour%20en%20novembre%202025%20(004).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oleObject" Target="../embeddings/oleObject1.bin"/></Relationships>
</file>

<file path=ppt/charts/_rels/chart5.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oleObject" Target="../embeddings/oleObject2.bin"/></Relationships>
</file>

<file path=ppt/charts/_rels/chart6.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package" Target="../embeddings/Microsoft_Excel_Worksheet.xlsx"/></Relationships>
</file>

<file path=ppt/charts/_rels/chart7.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7.xml"/><Relationship Id="rId1" Type="http://schemas.microsoft.com/office/2011/relationships/chartStyle" Target="style7.xml"/><Relationship Id="rId4" Type="http://schemas.openxmlformats.org/officeDocument/2006/relationships/package" Target="../embeddings/Microsoft_Excel_Worksheet1.xlsx"/></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https://unicef-my.sharepoint.com/personal/fkodio_unicef_org1/Documents/Paquet%20DRC/Sante/Programme%20Elargi%20Vaccination%20-%20PEV/Evaluation%20conjointe%20PEV%20-%202025/DonnneesSocialesAVS-2025_RDC,%2009Dec2025.xlsx" TargetMode="External"/><Relationship Id="rId2" Type="http://schemas.microsoft.com/office/2011/relationships/chartColorStyle" Target="colors9.xml"/><Relationship Id="rId1" Type="http://schemas.microsoft.com/office/2011/relationships/chartStyle" Target="style9.xml"/><Relationship Id="rId4" Type="http://schemas.openxmlformats.org/officeDocument/2006/relationships/chartUserShapes" Target="../drawings/drawing1.xml"/></Relationships>
</file>

<file path=ppt/charts/_rels/chart10.xml.rels><?xml version="1.0" encoding="UTF-8" standalone="yes"?>
<Relationships xmlns="http://schemas.openxmlformats.org/package/2006/relationships"><Relationship Id="rId3" Type="http://schemas.openxmlformats.org/officeDocument/2006/relationships/oleObject" Target="https://d.docs.live.net/78fb43978b7f3295/Obed%20Muhindo/2025/Polio/Novembre/Campagne%20polio/TABLEAU%20DONNEES%20LANCEMENTS%20et%20MORES%20et%20Graphiques%20Novembre.xlsx" TargetMode="External"/><Relationship Id="rId2" Type="http://schemas.microsoft.com/office/2011/relationships/chartColorStyle" Target="colors10.xml"/><Relationship Id="rId1" Type="http://schemas.microsoft.com/office/2011/relationships/chartStyle" Target="style10.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percentStacked"/>
        <c:varyColors val="0"/>
        <c:ser>
          <c:idx val="0"/>
          <c:order val="0"/>
          <c:tx>
            <c:strRef>
              <c:f>'CAC actives-fonctionnelles'!$M$3</c:f>
              <c:strCache>
                <c:ptCount val="1"/>
                <c:pt idx="0">
                  <c:v>% de CAC actives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fr-F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'CAC actives-fonctionnelles'!$L$4:$L$30</c:f>
              <c:strCache>
                <c:ptCount val="27"/>
                <c:pt idx="0">
                  <c:v> Mongala</c:v>
                </c:pt>
                <c:pt idx="1">
                  <c:v> Maniema</c:v>
                </c:pt>
                <c:pt idx="2">
                  <c:v> Kasai</c:v>
                </c:pt>
                <c:pt idx="3">
                  <c:v> Haut-Lomami</c:v>
                </c:pt>
                <c:pt idx="4">
                  <c:v> Ituri</c:v>
                </c:pt>
                <c:pt idx="5">
                  <c:v> Lomami</c:v>
                </c:pt>
                <c:pt idx="6">
                  <c:v> Mai-Ndombe</c:v>
                </c:pt>
                <c:pt idx="7">
                  <c:v> Tanganyika</c:v>
                </c:pt>
                <c:pt idx="8">
                  <c:v> Kongo Central</c:v>
                </c:pt>
                <c:pt idx="9">
                  <c:v> Haut-Uele</c:v>
                </c:pt>
                <c:pt idx="10">
                  <c:v> Lualaba</c:v>
                </c:pt>
                <c:pt idx="11">
                  <c:v>Haut-Katanga</c:v>
                </c:pt>
                <c:pt idx="12">
                  <c:v> Kasaï oriental</c:v>
                </c:pt>
                <c:pt idx="13">
                  <c:v> Bas-Uele</c:v>
                </c:pt>
                <c:pt idx="14">
                  <c:v> Tshopo</c:v>
                </c:pt>
                <c:pt idx="15">
                  <c:v> Tshuapa</c:v>
                </c:pt>
                <c:pt idx="16">
                  <c:v> Equateur</c:v>
                </c:pt>
                <c:pt idx="17">
                  <c:v> Sud-Ubangi</c:v>
                </c:pt>
                <c:pt idx="18">
                  <c:v> Kasai central</c:v>
                </c:pt>
                <c:pt idx="19">
                  <c:v> Sankuru</c:v>
                </c:pt>
                <c:pt idx="20">
                  <c:v> Kwilu</c:v>
                </c:pt>
                <c:pt idx="21">
                  <c:v>Kinshasa</c:v>
                </c:pt>
                <c:pt idx="22">
                  <c:v> Nord-Kivu</c:v>
                </c:pt>
                <c:pt idx="23">
                  <c:v> Kwango</c:v>
                </c:pt>
                <c:pt idx="24">
                  <c:v> Sud-Kivu</c:v>
                </c:pt>
                <c:pt idx="25">
                  <c:v> Nord-Ubangi</c:v>
                </c:pt>
                <c:pt idx="26">
                  <c:v>Total RDC</c:v>
                </c:pt>
              </c:strCache>
            </c:strRef>
          </c:cat>
          <c:val>
            <c:numRef>
              <c:f>'CAC actives-fonctionnelles'!$M$4:$M$30</c:f>
              <c:numCache>
                <c:formatCode>0%</c:formatCode>
                <c:ptCount val="27"/>
                <c:pt idx="0">
                  <c:v>1</c:v>
                </c:pt>
                <c:pt idx="1">
                  <c:v>1</c:v>
                </c:pt>
                <c:pt idx="2">
                  <c:v>1</c:v>
                </c:pt>
                <c:pt idx="3">
                  <c:v>1</c:v>
                </c:pt>
                <c:pt idx="4">
                  <c:v>0.98214017709740298</c:v>
                </c:pt>
                <c:pt idx="5">
                  <c:v>0.97518738692168505</c:v>
                </c:pt>
                <c:pt idx="6">
                  <c:v>0.94036989795918402</c:v>
                </c:pt>
                <c:pt idx="7">
                  <c:v>0.93307522123893805</c:v>
                </c:pt>
                <c:pt idx="8">
                  <c:v>0.92503346720214197</c:v>
                </c:pt>
                <c:pt idx="9">
                  <c:v>0.92480399144689995</c:v>
                </c:pt>
                <c:pt idx="10">
                  <c:v>0.92407108239095304</c:v>
                </c:pt>
                <c:pt idx="11">
                  <c:v>0.923620457604307</c:v>
                </c:pt>
                <c:pt idx="12">
                  <c:v>0.90491803278688498</c:v>
                </c:pt>
                <c:pt idx="13">
                  <c:v>0.90128375387339499</c:v>
                </c:pt>
                <c:pt idx="14">
                  <c:v>0.83816486009579005</c:v>
                </c:pt>
                <c:pt idx="15">
                  <c:v>0.81862745098039202</c:v>
                </c:pt>
                <c:pt idx="16">
                  <c:v>0.80308818847500796</c:v>
                </c:pt>
                <c:pt idx="17">
                  <c:v>0.76629397327515703</c:v>
                </c:pt>
                <c:pt idx="18">
                  <c:v>0.71932149483169905</c:v>
                </c:pt>
                <c:pt idx="19">
                  <c:v>0.71664879767192502</c:v>
                </c:pt>
                <c:pt idx="20">
                  <c:v>0.66066838046272502</c:v>
                </c:pt>
                <c:pt idx="21">
                  <c:v>0.62262773722627696</c:v>
                </c:pt>
                <c:pt idx="22">
                  <c:v>0.54233209363377799</c:v>
                </c:pt>
                <c:pt idx="23">
                  <c:v>0.459571527297858</c:v>
                </c:pt>
                <c:pt idx="24">
                  <c:v>0.23611347035841701</c:v>
                </c:pt>
                <c:pt idx="25">
                  <c:v>0.165155262434735</c:v>
                </c:pt>
                <c:pt idx="26">
                  <c:v>0.79550448866405998</c:v>
                </c:pt>
              </c:numCache>
            </c:numRef>
          </c:val>
          <c:extLst>
            <c:ext xmlns:c16="http://schemas.microsoft.com/office/drawing/2014/chart" uri="{C3380CC4-5D6E-409C-BE32-E72D297353CC}">
              <c16:uniqueId val="{00000000-B749-4078-BB5A-92A09C6A86ED}"/>
            </c:ext>
          </c:extLst>
        </c:ser>
        <c:ser>
          <c:idx val="1"/>
          <c:order val="1"/>
          <c:tx>
            <c:strRef>
              <c:f>'CAC actives-fonctionnelles'!$N$3</c:f>
              <c:strCache>
                <c:ptCount val="1"/>
                <c:pt idx="0">
                  <c:v>% de CAC inactives</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fr-F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'CAC actives-fonctionnelles'!$L$4:$L$30</c:f>
              <c:strCache>
                <c:ptCount val="27"/>
                <c:pt idx="0">
                  <c:v> Mongala</c:v>
                </c:pt>
                <c:pt idx="1">
                  <c:v> Maniema</c:v>
                </c:pt>
                <c:pt idx="2">
                  <c:v> Kasai</c:v>
                </c:pt>
                <c:pt idx="3">
                  <c:v> Haut-Lomami</c:v>
                </c:pt>
                <c:pt idx="4">
                  <c:v> Ituri</c:v>
                </c:pt>
                <c:pt idx="5">
                  <c:v> Lomami</c:v>
                </c:pt>
                <c:pt idx="6">
                  <c:v> Mai-Ndombe</c:v>
                </c:pt>
                <c:pt idx="7">
                  <c:v> Tanganyika</c:v>
                </c:pt>
                <c:pt idx="8">
                  <c:v> Kongo Central</c:v>
                </c:pt>
                <c:pt idx="9">
                  <c:v> Haut-Uele</c:v>
                </c:pt>
                <c:pt idx="10">
                  <c:v> Lualaba</c:v>
                </c:pt>
                <c:pt idx="11">
                  <c:v>Haut-Katanga</c:v>
                </c:pt>
                <c:pt idx="12">
                  <c:v> Kasaï oriental</c:v>
                </c:pt>
                <c:pt idx="13">
                  <c:v> Bas-Uele</c:v>
                </c:pt>
                <c:pt idx="14">
                  <c:v> Tshopo</c:v>
                </c:pt>
                <c:pt idx="15">
                  <c:v> Tshuapa</c:v>
                </c:pt>
                <c:pt idx="16">
                  <c:v> Equateur</c:v>
                </c:pt>
                <c:pt idx="17">
                  <c:v> Sud-Ubangi</c:v>
                </c:pt>
                <c:pt idx="18">
                  <c:v> Kasai central</c:v>
                </c:pt>
                <c:pt idx="19">
                  <c:v> Sankuru</c:v>
                </c:pt>
                <c:pt idx="20">
                  <c:v> Kwilu</c:v>
                </c:pt>
                <c:pt idx="21">
                  <c:v>Kinshasa</c:v>
                </c:pt>
                <c:pt idx="22">
                  <c:v> Nord-Kivu</c:v>
                </c:pt>
                <c:pt idx="23">
                  <c:v> Kwango</c:v>
                </c:pt>
                <c:pt idx="24">
                  <c:v> Sud-Kivu</c:v>
                </c:pt>
                <c:pt idx="25">
                  <c:v> Nord-Ubangi</c:v>
                </c:pt>
                <c:pt idx="26">
                  <c:v>Total RDC</c:v>
                </c:pt>
              </c:strCache>
            </c:strRef>
          </c:cat>
          <c:val>
            <c:numRef>
              <c:f>'CAC actives-fonctionnelles'!$N$4:$N$30</c:f>
              <c:numCache>
                <c:formatCode>0%</c:formatCode>
                <c:ptCount val="27"/>
                <c:pt idx="0">
                  <c:v>0</c:v>
                </c:pt>
                <c:pt idx="1">
                  <c:v>0</c:v>
                </c:pt>
                <c:pt idx="2">
                  <c:v>0</c:v>
                </c:pt>
                <c:pt idx="3">
                  <c:v>0</c:v>
                </c:pt>
                <c:pt idx="4">
                  <c:v>1.7859822902597022E-2</c:v>
                </c:pt>
                <c:pt idx="5">
                  <c:v>2.4812613078314949E-2</c:v>
                </c:pt>
                <c:pt idx="6">
                  <c:v>5.963010204081598E-2</c:v>
                </c:pt>
                <c:pt idx="7">
                  <c:v>6.6924778761061954E-2</c:v>
                </c:pt>
                <c:pt idx="8">
                  <c:v>7.4966532797858032E-2</c:v>
                </c:pt>
                <c:pt idx="9">
                  <c:v>7.5196008553100047E-2</c:v>
                </c:pt>
                <c:pt idx="10">
                  <c:v>7.5928917609046964E-2</c:v>
                </c:pt>
                <c:pt idx="11">
                  <c:v>7.6379542395693001E-2</c:v>
                </c:pt>
                <c:pt idx="12">
                  <c:v>9.5081967213115015E-2</c:v>
                </c:pt>
                <c:pt idx="13">
                  <c:v>9.8716246126605012E-2</c:v>
                </c:pt>
                <c:pt idx="14">
                  <c:v>0.16183513990420995</c:v>
                </c:pt>
                <c:pt idx="15">
                  <c:v>0.18137254901960798</c:v>
                </c:pt>
                <c:pt idx="16">
                  <c:v>0.19691181152499204</c:v>
                </c:pt>
                <c:pt idx="17">
                  <c:v>0.23370602672484297</c:v>
                </c:pt>
                <c:pt idx="18">
                  <c:v>0.28067850516830095</c:v>
                </c:pt>
                <c:pt idx="19">
                  <c:v>0.28335120232807498</c:v>
                </c:pt>
                <c:pt idx="20">
                  <c:v>0.33933161953727498</c:v>
                </c:pt>
                <c:pt idx="21">
                  <c:v>0.37737226277372304</c:v>
                </c:pt>
                <c:pt idx="22">
                  <c:v>0.45766790636622201</c:v>
                </c:pt>
                <c:pt idx="23">
                  <c:v>0.540428472702142</c:v>
                </c:pt>
                <c:pt idx="24">
                  <c:v>0.76388652964158299</c:v>
                </c:pt>
                <c:pt idx="25">
                  <c:v>0.834844737565265</c:v>
                </c:pt>
                <c:pt idx="26">
                  <c:v>0.20449551133594002</c:v>
                </c:pt>
              </c:numCache>
            </c:numRef>
          </c:val>
          <c:extLst>
            <c:ext xmlns:c16="http://schemas.microsoft.com/office/drawing/2014/chart" uri="{C3380CC4-5D6E-409C-BE32-E72D297353CC}">
              <c16:uniqueId val="{00000001-B749-4078-BB5A-92A09C6A86ED}"/>
            </c:ext>
          </c:extLst>
        </c:ser>
        <c:ser>
          <c:idx val="2"/>
          <c:order val="2"/>
          <c:tx>
            <c:strRef>
              <c:f>'CAC actives-fonctionnelles'!$O$3</c:f>
              <c:strCache>
                <c:ptCount val="1"/>
                <c:pt idx="0">
                  <c:v>% de villages sans CAC</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fr-F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'CAC actives-fonctionnelles'!$L$4:$L$30</c:f>
              <c:strCache>
                <c:ptCount val="27"/>
                <c:pt idx="0">
                  <c:v> Mongala</c:v>
                </c:pt>
                <c:pt idx="1">
                  <c:v> Maniema</c:v>
                </c:pt>
                <c:pt idx="2">
                  <c:v> Kasai</c:v>
                </c:pt>
                <c:pt idx="3">
                  <c:v> Haut-Lomami</c:v>
                </c:pt>
                <c:pt idx="4">
                  <c:v> Ituri</c:v>
                </c:pt>
                <c:pt idx="5">
                  <c:v> Lomami</c:v>
                </c:pt>
                <c:pt idx="6">
                  <c:v> Mai-Ndombe</c:v>
                </c:pt>
                <c:pt idx="7">
                  <c:v> Tanganyika</c:v>
                </c:pt>
                <c:pt idx="8">
                  <c:v> Kongo Central</c:v>
                </c:pt>
                <c:pt idx="9">
                  <c:v> Haut-Uele</c:v>
                </c:pt>
                <c:pt idx="10">
                  <c:v> Lualaba</c:v>
                </c:pt>
                <c:pt idx="11">
                  <c:v>Haut-Katanga</c:v>
                </c:pt>
                <c:pt idx="12">
                  <c:v> Kasaï oriental</c:v>
                </c:pt>
                <c:pt idx="13">
                  <c:v> Bas-Uele</c:v>
                </c:pt>
                <c:pt idx="14">
                  <c:v> Tshopo</c:v>
                </c:pt>
                <c:pt idx="15">
                  <c:v> Tshuapa</c:v>
                </c:pt>
                <c:pt idx="16">
                  <c:v> Equateur</c:v>
                </c:pt>
                <c:pt idx="17">
                  <c:v> Sud-Ubangi</c:v>
                </c:pt>
                <c:pt idx="18">
                  <c:v> Kasai central</c:v>
                </c:pt>
                <c:pt idx="19">
                  <c:v> Sankuru</c:v>
                </c:pt>
                <c:pt idx="20">
                  <c:v> Kwilu</c:v>
                </c:pt>
                <c:pt idx="21">
                  <c:v>Kinshasa</c:v>
                </c:pt>
                <c:pt idx="22">
                  <c:v> Nord-Kivu</c:v>
                </c:pt>
                <c:pt idx="23">
                  <c:v> Kwango</c:v>
                </c:pt>
                <c:pt idx="24">
                  <c:v> Sud-Kivu</c:v>
                </c:pt>
                <c:pt idx="25">
                  <c:v> Nord-Ubangi</c:v>
                </c:pt>
                <c:pt idx="26">
                  <c:v>Total RDC</c:v>
                </c:pt>
              </c:strCache>
            </c:strRef>
          </c:cat>
          <c:val>
            <c:numRef>
              <c:f>'CAC actives-fonctionnelles'!$O$4:$O$30</c:f>
              <c:numCache>
                <c:formatCode>0%</c:formatCode>
                <c:ptCount val="27"/>
                <c:pt idx="0">
                  <c:v>0</c:v>
                </c:pt>
                <c:pt idx="1">
                  <c:v>0.82517482517482499</c:v>
                </c:pt>
                <c:pt idx="2">
                  <c:v>7.9830086421560975E-2</c:v>
                </c:pt>
                <c:pt idx="3">
                  <c:v>0.26505741738926603</c:v>
                </c:pt>
                <c:pt idx="4">
                  <c:v>1.5439653549237042E-2</c:v>
                </c:pt>
                <c:pt idx="5">
                  <c:v>4.8380647740904004E-2</c:v>
                </c:pt>
                <c:pt idx="6">
                  <c:v>0</c:v>
                </c:pt>
                <c:pt idx="7">
                  <c:v>0</c:v>
                </c:pt>
                <c:pt idx="8">
                  <c:v>0</c:v>
                </c:pt>
                <c:pt idx="9">
                  <c:v>0</c:v>
                </c:pt>
                <c:pt idx="10">
                  <c:v>0</c:v>
                </c:pt>
                <c:pt idx="11">
                  <c:v>0</c:v>
                </c:pt>
                <c:pt idx="12">
                  <c:v>0</c:v>
                </c:pt>
                <c:pt idx="13">
                  <c:v>0</c:v>
                </c:pt>
                <c:pt idx="14">
                  <c:v>0</c:v>
                </c:pt>
                <c:pt idx="15">
                  <c:v>0.23989769820971896</c:v>
                </c:pt>
                <c:pt idx="16">
                  <c:v>6.977317554240603E-2</c:v>
                </c:pt>
                <c:pt idx="17">
                  <c:v>0.15600975060941302</c:v>
                </c:pt>
                <c:pt idx="18">
                  <c:v>0.50391842925760499</c:v>
                </c:pt>
                <c:pt idx="19">
                  <c:v>0</c:v>
                </c:pt>
                <c:pt idx="20">
                  <c:v>0</c:v>
                </c:pt>
                <c:pt idx="21">
                  <c:v>1.1532447224393949E-2</c:v>
                </c:pt>
                <c:pt idx="22">
                  <c:v>0.44534412955465597</c:v>
                </c:pt>
                <c:pt idx="23">
                  <c:v>3.0368098159509027E-2</c:v>
                </c:pt>
                <c:pt idx="24">
                  <c:v>0</c:v>
                </c:pt>
                <c:pt idx="25">
                  <c:v>0</c:v>
                </c:pt>
                <c:pt idx="26">
                  <c:v>0.10348947533974995</c:v>
                </c:pt>
              </c:numCache>
            </c:numRef>
          </c:val>
          <c:extLst>
            <c:ext xmlns:c16="http://schemas.microsoft.com/office/drawing/2014/chart" uri="{C3380CC4-5D6E-409C-BE32-E72D297353CC}">
              <c16:uniqueId val="{00000002-B749-4078-BB5A-92A09C6A86ED}"/>
            </c:ext>
          </c:extLst>
        </c:ser>
        <c:dLbls>
          <c:dLblPos val="ctr"/>
          <c:showLegendKey val="0"/>
          <c:showVal val="1"/>
          <c:showCatName val="0"/>
          <c:showSerName val="0"/>
          <c:showPercent val="0"/>
          <c:showBubbleSize val="0"/>
        </c:dLbls>
        <c:gapWidth val="50"/>
        <c:overlap val="100"/>
        <c:axId val="163219232"/>
        <c:axId val="163211552"/>
      </c:barChart>
      <c:catAx>
        <c:axId val="163219232"/>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fr-FR"/>
          </a:p>
        </c:txPr>
        <c:crossAx val="163211552"/>
        <c:crosses val="autoZero"/>
        <c:auto val="1"/>
        <c:lblAlgn val="ctr"/>
        <c:lblOffset val="100"/>
        <c:noMultiLvlLbl val="0"/>
      </c:catAx>
      <c:valAx>
        <c:axId val="163211552"/>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6321923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ysClr val="windowText" lastClr="000000"/>
              </a:solidFill>
              <a:latin typeface="+mn-lt"/>
              <a:ea typeface="+mn-ea"/>
              <a:cs typeface="+mn-cs"/>
            </a:defRPr>
          </a:pPr>
          <a:endParaRPr lang="fr-F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fr-F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ysClr val="windowText" lastClr="000000"/>
                </a:solidFill>
                <a:latin typeface="+mn-lt"/>
                <a:ea typeface="+mn-ea"/>
                <a:cs typeface="+mn-cs"/>
              </a:defRPr>
            </a:pPr>
            <a:r>
              <a:rPr lang="fr-FR" b="1" noProof="0" dirty="0">
                <a:solidFill>
                  <a:sysClr val="windowText" lastClr="000000"/>
                </a:solidFill>
              </a:rPr>
              <a:t>% des CODESA avec</a:t>
            </a:r>
            <a:r>
              <a:rPr lang="fr-FR" b="1" baseline="0" noProof="0" dirty="0">
                <a:solidFill>
                  <a:sysClr val="windowText" lastClr="000000"/>
                </a:solidFill>
              </a:rPr>
              <a:t> AGR</a:t>
            </a:r>
            <a:endParaRPr lang="fr-FR" b="1" noProof="0" dirty="0">
              <a:solidFill>
                <a:sysClr val="windowText" lastClr="000000"/>
              </a:solidFill>
            </a:endParaRPr>
          </a:p>
        </c:rich>
      </c:tx>
      <c:overlay val="0"/>
      <c:spPr>
        <a:noFill/>
        <a:ln>
          <a:noFill/>
        </a:ln>
        <a:effectLst/>
      </c:spPr>
      <c:txPr>
        <a:bodyPr rot="0" spcFirstLastPara="1" vertOverflow="ellipsis" vert="horz" wrap="square" anchor="ctr" anchorCtr="1"/>
        <a:lstStyle/>
        <a:p>
          <a:pPr>
            <a:defRPr sz="1400" b="1" i="0" u="none" strike="noStrike" kern="1200" spc="0" baseline="0">
              <a:solidFill>
                <a:sysClr val="windowText" lastClr="000000"/>
              </a:solidFill>
              <a:latin typeface="+mn-lt"/>
              <a:ea typeface="+mn-ea"/>
              <a:cs typeface="+mn-cs"/>
            </a:defRPr>
          </a:pPr>
          <a:endParaRPr lang="fr-FR"/>
        </a:p>
      </c:txPr>
    </c:title>
    <c:autoTitleDeleted val="0"/>
    <c:plotArea>
      <c:layout/>
      <c:barChart>
        <c:barDir val="bar"/>
        <c:grouping val="percentStacked"/>
        <c:varyColors val="0"/>
        <c:ser>
          <c:idx val="0"/>
          <c:order val="0"/>
          <c:tx>
            <c:strRef>
              <c:f>'CAC-CODESA avec AGR'!$O$34</c:f>
              <c:strCache>
                <c:ptCount val="1"/>
                <c:pt idx="0">
                  <c:v>% CODESA avec AGR</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fr-F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'CAC-CODESA avec AGR'!$N$35:$N$61</c:f>
              <c:strCache>
                <c:ptCount val="27"/>
                <c:pt idx="0">
                  <c:v> Bas-Uele</c:v>
                </c:pt>
                <c:pt idx="1">
                  <c:v> Haut-Uele</c:v>
                </c:pt>
                <c:pt idx="2">
                  <c:v> Haut-Lomami</c:v>
                </c:pt>
                <c:pt idx="3">
                  <c:v> Tshuapa</c:v>
                </c:pt>
                <c:pt idx="4">
                  <c:v> Kwilu</c:v>
                </c:pt>
                <c:pt idx="5">
                  <c:v>Haut-Katanga</c:v>
                </c:pt>
                <c:pt idx="6">
                  <c:v> Mongala</c:v>
                </c:pt>
                <c:pt idx="7">
                  <c:v> Sud-Kivu</c:v>
                </c:pt>
                <c:pt idx="8">
                  <c:v> Lualaba</c:v>
                </c:pt>
                <c:pt idx="9">
                  <c:v> Lomami</c:v>
                </c:pt>
                <c:pt idx="10">
                  <c:v> Kongo Central</c:v>
                </c:pt>
                <c:pt idx="11">
                  <c:v>Kinshasa</c:v>
                </c:pt>
                <c:pt idx="12">
                  <c:v> Nord-Kivu</c:v>
                </c:pt>
                <c:pt idx="13">
                  <c:v> Mai-Ndombe</c:v>
                </c:pt>
                <c:pt idx="14">
                  <c:v> Sud-Ubangi</c:v>
                </c:pt>
                <c:pt idx="15">
                  <c:v> Kasaï oriental</c:v>
                </c:pt>
                <c:pt idx="16">
                  <c:v> Tshopo</c:v>
                </c:pt>
                <c:pt idx="17">
                  <c:v> Maniema</c:v>
                </c:pt>
                <c:pt idx="18">
                  <c:v> Kasai</c:v>
                </c:pt>
                <c:pt idx="19">
                  <c:v> Sankuru</c:v>
                </c:pt>
                <c:pt idx="20">
                  <c:v> Ituri</c:v>
                </c:pt>
                <c:pt idx="21">
                  <c:v> Kwango</c:v>
                </c:pt>
                <c:pt idx="22">
                  <c:v> Equateur</c:v>
                </c:pt>
                <c:pt idx="23">
                  <c:v> Tanganyika</c:v>
                </c:pt>
                <c:pt idx="24">
                  <c:v> Kasai central</c:v>
                </c:pt>
                <c:pt idx="25">
                  <c:v> Nord-Ubangi</c:v>
                </c:pt>
                <c:pt idx="26">
                  <c:v>Total RDC</c:v>
                </c:pt>
              </c:strCache>
            </c:strRef>
          </c:cat>
          <c:val>
            <c:numRef>
              <c:f>'CAC-CODESA avec AGR'!$O$35:$O$61</c:f>
              <c:numCache>
                <c:formatCode>0%</c:formatCode>
                <c:ptCount val="27"/>
                <c:pt idx="0">
                  <c:v>1</c:v>
                </c:pt>
                <c:pt idx="1">
                  <c:v>0.90851735015772905</c:v>
                </c:pt>
                <c:pt idx="2">
                  <c:v>0.89453125</c:v>
                </c:pt>
                <c:pt idx="3">
                  <c:v>0.86864406779660996</c:v>
                </c:pt>
                <c:pt idx="4">
                  <c:v>0.867088607594937</c:v>
                </c:pt>
                <c:pt idx="5">
                  <c:v>0.85569620253164602</c:v>
                </c:pt>
                <c:pt idx="6">
                  <c:v>0.81992337164750995</c:v>
                </c:pt>
                <c:pt idx="7">
                  <c:v>0.80067567567567599</c:v>
                </c:pt>
                <c:pt idx="8">
                  <c:v>0.76311844077961</c:v>
                </c:pt>
                <c:pt idx="9">
                  <c:v>0.75125628140703504</c:v>
                </c:pt>
                <c:pt idx="10">
                  <c:v>0.74233128834355799</c:v>
                </c:pt>
                <c:pt idx="11">
                  <c:v>0.74089068825910898</c:v>
                </c:pt>
                <c:pt idx="12">
                  <c:v>0.70616113744075804</c:v>
                </c:pt>
                <c:pt idx="13">
                  <c:v>0.45045045045045001</c:v>
                </c:pt>
                <c:pt idx="14">
                  <c:v>6.8457538994800698E-3</c:v>
                </c:pt>
                <c:pt idx="15">
                  <c:v>0</c:v>
                </c:pt>
                <c:pt idx="16">
                  <c:v>0</c:v>
                </c:pt>
                <c:pt idx="17">
                  <c:v>0</c:v>
                </c:pt>
                <c:pt idx="18">
                  <c:v>0</c:v>
                </c:pt>
                <c:pt idx="19">
                  <c:v>0</c:v>
                </c:pt>
                <c:pt idx="20">
                  <c:v>0</c:v>
                </c:pt>
                <c:pt idx="21">
                  <c:v>0</c:v>
                </c:pt>
                <c:pt idx="22">
                  <c:v>0</c:v>
                </c:pt>
                <c:pt idx="23">
                  <c:v>0</c:v>
                </c:pt>
                <c:pt idx="24">
                  <c:v>0</c:v>
                </c:pt>
                <c:pt idx="25">
                  <c:v>0</c:v>
                </c:pt>
                <c:pt idx="26">
                  <c:v>0.47606642787365699</c:v>
                </c:pt>
              </c:numCache>
            </c:numRef>
          </c:val>
          <c:extLst>
            <c:ext xmlns:c16="http://schemas.microsoft.com/office/drawing/2014/chart" uri="{C3380CC4-5D6E-409C-BE32-E72D297353CC}">
              <c16:uniqueId val="{00000000-D574-4548-A278-19B0C7E0B393}"/>
            </c:ext>
          </c:extLst>
        </c:ser>
        <c:ser>
          <c:idx val="1"/>
          <c:order val="1"/>
          <c:tx>
            <c:strRef>
              <c:f>'CAC-CODESA avec AGR'!$P$34</c:f>
              <c:strCache>
                <c:ptCount val="1"/>
                <c:pt idx="0">
                  <c:v>% CODESA sans AGR</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fr-F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'CAC-CODESA avec AGR'!$N$35:$N$61</c:f>
              <c:strCache>
                <c:ptCount val="27"/>
                <c:pt idx="0">
                  <c:v> Bas-Uele</c:v>
                </c:pt>
                <c:pt idx="1">
                  <c:v> Haut-Uele</c:v>
                </c:pt>
                <c:pt idx="2">
                  <c:v> Haut-Lomami</c:v>
                </c:pt>
                <c:pt idx="3">
                  <c:v> Tshuapa</c:v>
                </c:pt>
                <c:pt idx="4">
                  <c:v> Kwilu</c:v>
                </c:pt>
                <c:pt idx="5">
                  <c:v>Haut-Katanga</c:v>
                </c:pt>
                <c:pt idx="6">
                  <c:v> Mongala</c:v>
                </c:pt>
                <c:pt idx="7">
                  <c:v> Sud-Kivu</c:v>
                </c:pt>
                <c:pt idx="8">
                  <c:v> Lualaba</c:v>
                </c:pt>
                <c:pt idx="9">
                  <c:v> Lomami</c:v>
                </c:pt>
                <c:pt idx="10">
                  <c:v> Kongo Central</c:v>
                </c:pt>
                <c:pt idx="11">
                  <c:v>Kinshasa</c:v>
                </c:pt>
                <c:pt idx="12">
                  <c:v> Nord-Kivu</c:v>
                </c:pt>
                <c:pt idx="13">
                  <c:v> Mai-Ndombe</c:v>
                </c:pt>
                <c:pt idx="14">
                  <c:v> Sud-Ubangi</c:v>
                </c:pt>
                <c:pt idx="15">
                  <c:v> Kasaï oriental</c:v>
                </c:pt>
                <c:pt idx="16">
                  <c:v> Tshopo</c:v>
                </c:pt>
                <c:pt idx="17">
                  <c:v> Maniema</c:v>
                </c:pt>
                <c:pt idx="18">
                  <c:v> Kasai</c:v>
                </c:pt>
                <c:pt idx="19">
                  <c:v> Sankuru</c:v>
                </c:pt>
                <c:pt idx="20">
                  <c:v> Ituri</c:v>
                </c:pt>
                <c:pt idx="21">
                  <c:v> Kwango</c:v>
                </c:pt>
                <c:pt idx="22">
                  <c:v> Equateur</c:v>
                </c:pt>
                <c:pt idx="23">
                  <c:v> Tanganyika</c:v>
                </c:pt>
                <c:pt idx="24">
                  <c:v> Kasai central</c:v>
                </c:pt>
                <c:pt idx="25">
                  <c:v> Nord-Ubangi</c:v>
                </c:pt>
                <c:pt idx="26">
                  <c:v>Total RDC</c:v>
                </c:pt>
              </c:strCache>
            </c:strRef>
          </c:cat>
          <c:val>
            <c:numRef>
              <c:f>'CAC-CODESA avec AGR'!$P$35:$P$61</c:f>
              <c:numCache>
                <c:formatCode>0%</c:formatCode>
                <c:ptCount val="27"/>
                <c:pt idx="0">
                  <c:v>0</c:v>
                </c:pt>
                <c:pt idx="1">
                  <c:v>9.1482649842270947E-2</c:v>
                </c:pt>
                <c:pt idx="2">
                  <c:v>0.10546875</c:v>
                </c:pt>
                <c:pt idx="3">
                  <c:v>0.13135593220339004</c:v>
                </c:pt>
                <c:pt idx="4">
                  <c:v>0.132911392405063</c:v>
                </c:pt>
                <c:pt idx="5">
                  <c:v>0.14430379746835398</c:v>
                </c:pt>
                <c:pt idx="6">
                  <c:v>0.18007662835249005</c:v>
                </c:pt>
                <c:pt idx="7">
                  <c:v>0.19932432432432401</c:v>
                </c:pt>
                <c:pt idx="8">
                  <c:v>0.23688155922039</c:v>
                </c:pt>
                <c:pt idx="9">
                  <c:v>0.24874371859296496</c:v>
                </c:pt>
                <c:pt idx="10">
                  <c:v>0.25766871165644201</c:v>
                </c:pt>
                <c:pt idx="11">
                  <c:v>0.25910931174089102</c:v>
                </c:pt>
                <c:pt idx="12">
                  <c:v>0.29383886255924196</c:v>
                </c:pt>
                <c:pt idx="13">
                  <c:v>0.54954954954954993</c:v>
                </c:pt>
                <c:pt idx="14">
                  <c:v>0.99315424610051994</c:v>
                </c:pt>
                <c:pt idx="15">
                  <c:v>1</c:v>
                </c:pt>
                <c:pt idx="16">
                  <c:v>1</c:v>
                </c:pt>
                <c:pt idx="17">
                  <c:v>1</c:v>
                </c:pt>
                <c:pt idx="18">
                  <c:v>1</c:v>
                </c:pt>
                <c:pt idx="19">
                  <c:v>1</c:v>
                </c:pt>
                <c:pt idx="20">
                  <c:v>1</c:v>
                </c:pt>
                <c:pt idx="21">
                  <c:v>1</c:v>
                </c:pt>
                <c:pt idx="22">
                  <c:v>1</c:v>
                </c:pt>
                <c:pt idx="23">
                  <c:v>1</c:v>
                </c:pt>
                <c:pt idx="24">
                  <c:v>1</c:v>
                </c:pt>
                <c:pt idx="25">
                  <c:v>1</c:v>
                </c:pt>
                <c:pt idx="26">
                  <c:v>0.52393357212634295</c:v>
                </c:pt>
              </c:numCache>
            </c:numRef>
          </c:val>
          <c:extLst>
            <c:ext xmlns:c16="http://schemas.microsoft.com/office/drawing/2014/chart" uri="{C3380CC4-5D6E-409C-BE32-E72D297353CC}">
              <c16:uniqueId val="{00000001-D574-4548-A278-19B0C7E0B393}"/>
            </c:ext>
          </c:extLst>
        </c:ser>
        <c:dLbls>
          <c:dLblPos val="ctr"/>
          <c:showLegendKey val="0"/>
          <c:showVal val="1"/>
          <c:showCatName val="0"/>
          <c:showSerName val="0"/>
          <c:showPercent val="0"/>
          <c:showBubbleSize val="0"/>
        </c:dLbls>
        <c:gapWidth val="50"/>
        <c:overlap val="100"/>
        <c:axId val="163261952"/>
        <c:axId val="163263392"/>
      </c:barChart>
      <c:catAx>
        <c:axId val="163261952"/>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fr-FR"/>
          </a:p>
        </c:txPr>
        <c:crossAx val="163263392"/>
        <c:crosses val="autoZero"/>
        <c:auto val="1"/>
        <c:lblAlgn val="ctr"/>
        <c:lblOffset val="100"/>
        <c:noMultiLvlLbl val="0"/>
      </c:catAx>
      <c:valAx>
        <c:axId val="163263392"/>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fr-FR"/>
          </a:p>
        </c:txPr>
        <c:crossAx val="16326195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fr-F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fr-F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ysClr val="windowText" lastClr="000000"/>
                </a:solidFill>
                <a:latin typeface="+mn-lt"/>
                <a:ea typeface="+mn-ea"/>
                <a:cs typeface="+mn-cs"/>
              </a:defRPr>
            </a:pPr>
            <a:r>
              <a:rPr lang="fr-FR" b="1" noProof="0" dirty="0">
                <a:solidFill>
                  <a:sysClr val="windowText" lastClr="000000"/>
                </a:solidFill>
              </a:rPr>
              <a:t>% des CAC</a:t>
            </a:r>
            <a:r>
              <a:rPr lang="fr-FR" b="1" baseline="0" noProof="0" dirty="0">
                <a:solidFill>
                  <a:sysClr val="windowText" lastClr="000000"/>
                </a:solidFill>
              </a:rPr>
              <a:t> avec AGR</a:t>
            </a:r>
            <a:endParaRPr lang="fr-FR" b="1" noProof="0" dirty="0">
              <a:solidFill>
                <a:sysClr val="windowText" lastClr="000000"/>
              </a:solidFill>
            </a:endParaRPr>
          </a:p>
        </c:rich>
      </c:tx>
      <c:overlay val="0"/>
      <c:spPr>
        <a:noFill/>
        <a:ln>
          <a:noFill/>
        </a:ln>
        <a:effectLst/>
      </c:spPr>
      <c:txPr>
        <a:bodyPr rot="0" spcFirstLastPara="1" vertOverflow="ellipsis" vert="horz" wrap="square" anchor="ctr" anchorCtr="1"/>
        <a:lstStyle/>
        <a:p>
          <a:pPr>
            <a:defRPr sz="1400" b="1" i="0" u="none" strike="noStrike" kern="1200" spc="0" baseline="0">
              <a:solidFill>
                <a:sysClr val="windowText" lastClr="000000"/>
              </a:solidFill>
              <a:latin typeface="+mn-lt"/>
              <a:ea typeface="+mn-ea"/>
              <a:cs typeface="+mn-cs"/>
            </a:defRPr>
          </a:pPr>
          <a:endParaRPr lang="fr-FR"/>
        </a:p>
      </c:txPr>
    </c:title>
    <c:autoTitleDeleted val="0"/>
    <c:plotArea>
      <c:layout/>
      <c:barChart>
        <c:barDir val="bar"/>
        <c:grouping val="percentStacked"/>
        <c:varyColors val="0"/>
        <c:ser>
          <c:idx val="0"/>
          <c:order val="0"/>
          <c:tx>
            <c:strRef>
              <c:f>'CAC-CODESA avec AGR'!$O$3</c:f>
              <c:strCache>
                <c:ptCount val="1"/>
                <c:pt idx="0">
                  <c:v>% CAC avec AGR</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fr-F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'CAC-CODESA avec AGR'!$N$4:$N$30</c:f>
              <c:strCache>
                <c:ptCount val="27"/>
                <c:pt idx="0">
                  <c:v> Bas-Uele</c:v>
                </c:pt>
                <c:pt idx="1">
                  <c:v> Haut-Uele</c:v>
                </c:pt>
                <c:pt idx="2">
                  <c:v> Ituri</c:v>
                </c:pt>
                <c:pt idx="3">
                  <c:v> Tshopo</c:v>
                </c:pt>
                <c:pt idx="4">
                  <c:v> Kasai</c:v>
                </c:pt>
                <c:pt idx="5">
                  <c:v> Kasai central</c:v>
                </c:pt>
                <c:pt idx="6">
                  <c:v> Equateur</c:v>
                </c:pt>
                <c:pt idx="7">
                  <c:v> Mongala</c:v>
                </c:pt>
                <c:pt idx="8">
                  <c:v> Nord-Ubangi</c:v>
                </c:pt>
                <c:pt idx="9">
                  <c:v> Sud-Ubangi</c:v>
                </c:pt>
                <c:pt idx="10">
                  <c:v> Tshuapa</c:v>
                </c:pt>
                <c:pt idx="11">
                  <c:v> Maniema</c:v>
                </c:pt>
                <c:pt idx="12">
                  <c:v> Nord-Kivu</c:v>
                </c:pt>
                <c:pt idx="13">
                  <c:v> Sud-Kivu</c:v>
                </c:pt>
                <c:pt idx="14">
                  <c:v> Kwango</c:v>
                </c:pt>
                <c:pt idx="15">
                  <c:v> Kwilu</c:v>
                </c:pt>
                <c:pt idx="16">
                  <c:v> Mai-Ndombe</c:v>
                </c:pt>
                <c:pt idx="17">
                  <c:v>Kinshasa</c:v>
                </c:pt>
                <c:pt idx="18">
                  <c:v> Kongo Central</c:v>
                </c:pt>
                <c:pt idx="19">
                  <c:v>Haut-Katanga</c:v>
                </c:pt>
                <c:pt idx="20">
                  <c:v> Haut-Lomami</c:v>
                </c:pt>
                <c:pt idx="21">
                  <c:v> Tanganyika</c:v>
                </c:pt>
                <c:pt idx="22">
                  <c:v> Lualaba</c:v>
                </c:pt>
                <c:pt idx="23">
                  <c:v> Lomami</c:v>
                </c:pt>
                <c:pt idx="24">
                  <c:v> Kasaï oriental</c:v>
                </c:pt>
                <c:pt idx="25">
                  <c:v> Sankuru</c:v>
                </c:pt>
                <c:pt idx="26">
                  <c:v>TOTAL GENERAL </c:v>
                </c:pt>
              </c:strCache>
            </c:strRef>
          </c:cat>
          <c:val>
            <c:numRef>
              <c:f>'CAC-CODESA avec AGR'!$O$4:$O$30</c:f>
              <c:numCache>
                <c:formatCode>0%</c:formatCode>
                <c:ptCount val="27"/>
                <c:pt idx="0">
                  <c:v>1</c:v>
                </c:pt>
                <c:pt idx="1">
                  <c:v>1</c:v>
                </c:pt>
                <c:pt idx="2">
                  <c:v>1</c:v>
                </c:pt>
                <c:pt idx="3">
                  <c:v>1</c:v>
                </c:pt>
                <c:pt idx="4">
                  <c:v>1</c:v>
                </c:pt>
                <c:pt idx="5" formatCode="0.00%">
                  <c:v>0.92503346720214197</c:v>
                </c:pt>
                <c:pt idx="6" formatCode="0.00%">
                  <c:v>0.70761398849048196</c:v>
                </c:pt>
                <c:pt idx="7" formatCode="0.00%">
                  <c:v>0.63924677898909799</c:v>
                </c:pt>
                <c:pt idx="8" formatCode="0.00%">
                  <c:v>0.57553835800807496</c:v>
                </c:pt>
                <c:pt idx="9" formatCode="0.00%">
                  <c:v>0.36176256725968298</c:v>
                </c:pt>
                <c:pt idx="10" formatCode="0.00%">
                  <c:v>0.34290637564617998</c:v>
                </c:pt>
                <c:pt idx="11" formatCode="0.00%">
                  <c:v>0.32312772024613501</c:v>
                </c:pt>
                <c:pt idx="12" formatCode="0.00%">
                  <c:v>0.30358844077484898</c:v>
                </c:pt>
                <c:pt idx="13" formatCode="0.00%">
                  <c:v>0.24461142970140401</c:v>
                </c:pt>
                <c:pt idx="14" formatCode="0.00%">
                  <c:v>0.168048469387755</c:v>
                </c:pt>
                <c:pt idx="15" formatCode="0.00%">
                  <c:v>0.152398621786377</c:v>
                </c:pt>
                <c:pt idx="16" formatCode="0.00%">
                  <c:v>0.149639028658937</c:v>
                </c:pt>
                <c:pt idx="17" formatCode="0.00%">
                  <c:v>0.12128851540616201</c:v>
                </c:pt>
                <c:pt idx="18" formatCode="0.00%">
                  <c:v>0.11349271777960999</c:v>
                </c:pt>
                <c:pt idx="19" formatCode="0.00%">
                  <c:v>4.7445255474452497E-2</c:v>
                </c:pt>
                <c:pt idx="20" formatCode="0.00%">
                  <c:v>4.0767793443179899E-3</c:v>
                </c:pt>
                <c:pt idx="21">
                  <c:v>0</c:v>
                </c:pt>
                <c:pt idx="22">
                  <c:v>0</c:v>
                </c:pt>
                <c:pt idx="23">
                  <c:v>0</c:v>
                </c:pt>
                <c:pt idx="24">
                  <c:v>0</c:v>
                </c:pt>
                <c:pt idx="25">
                  <c:v>0</c:v>
                </c:pt>
                <c:pt idx="26">
                  <c:v>0</c:v>
                </c:pt>
              </c:numCache>
            </c:numRef>
          </c:val>
          <c:extLst>
            <c:ext xmlns:c16="http://schemas.microsoft.com/office/drawing/2014/chart" uri="{C3380CC4-5D6E-409C-BE32-E72D297353CC}">
              <c16:uniqueId val="{00000000-79E6-4094-9263-590FA58EBB42}"/>
            </c:ext>
          </c:extLst>
        </c:ser>
        <c:ser>
          <c:idx val="1"/>
          <c:order val="1"/>
          <c:tx>
            <c:strRef>
              <c:f>'CAC-CODESA avec AGR'!$P$3</c:f>
              <c:strCache>
                <c:ptCount val="1"/>
                <c:pt idx="0">
                  <c:v>% CAC sans AGR</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fr-F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'CAC-CODESA avec AGR'!$N$4:$N$30</c:f>
              <c:strCache>
                <c:ptCount val="27"/>
                <c:pt idx="0">
                  <c:v> Bas-Uele</c:v>
                </c:pt>
                <c:pt idx="1">
                  <c:v> Haut-Uele</c:v>
                </c:pt>
                <c:pt idx="2">
                  <c:v> Ituri</c:v>
                </c:pt>
                <c:pt idx="3">
                  <c:v> Tshopo</c:v>
                </c:pt>
                <c:pt idx="4">
                  <c:v> Kasai</c:v>
                </c:pt>
                <c:pt idx="5">
                  <c:v> Kasai central</c:v>
                </c:pt>
                <c:pt idx="6">
                  <c:v> Equateur</c:v>
                </c:pt>
                <c:pt idx="7">
                  <c:v> Mongala</c:v>
                </c:pt>
                <c:pt idx="8">
                  <c:v> Nord-Ubangi</c:v>
                </c:pt>
                <c:pt idx="9">
                  <c:v> Sud-Ubangi</c:v>
                </c:pt>
                <c:pt idx="10">
                  <c:v> Tshuapa</c:v>
                </c:pt>
                <c:pt idx="11">
                  <c:v> Maniema</c:v>
                </c:pt>
                <c:pt idx="12">
                  <c:v> Nord-Kivu</c:v>
                </c:pt>
                <c:pt idx="13">
                  <c:v> Sud-Kivu</c:v>
                </c:pt>
                <c:pt idx="14">
                  <c:v> Kwango</c:v>
                </c:pt>
                <c:pt idx="15">
                  <c:v> Kwilu</c:v>
                </c:pt>
                <c:pt idx="16">
                  <c:v> Mai-Ndombe</c:v>
                </c:pt>
                <c:pt idx="17">
                  <c:v>Kinshasa</c:v>
                </c:pt>
                <c:pt idx="18">
                  <c:v> Kongo Central</c:v>
                </c:pt>
                <c:pt idx="19">
                  <c:v>Haut-Katanga</c:v>
                </c:pt>
                <c:pt idx="20">
                  <c:v> Haut-Lomami</c:v>
                </c:pt>
                <c:pt idx="21">
                  <c:v> Tanganyika</c:v>
                </c:pt>
                <c:pt idx="22">
                  <c:v> Lualaba</c:v>
                </c:pt>
                <c:pt idx="23">
                  <c:v> Lomami</c:v>
                </c:pt>
                <c:pt idx="24">
                  <c:v> Kasaï oriental</c:v>
                </c:pt>
                <c:pt idx="25">
                  <c:v> Sankuru</c:v>
                </c:pt>
                <c:pt idx="26">
                  <c:v>TOTAL GENERAL </c:v>
                </c:pt>
              </c:strCache>
            </c:strRef>
          </c:cat>
          <c:val>
            <c:numRef>
              <c:f>'CAC-CODESA avec AGR'!$P$4:$P$30</c:f>
              <c:numCache>
                <c:formatCode>0.00%</c:formatCode>
                <c:ptCount val="27"/>
                <c:pt idx="0">
                  <c:v>0</c:v>
                </c:pt>
                <c:pt idx="1">
                  <c:v>0</c:v>
                </c:pt>
                <c:pt idx="2">
                  <c:v>0</c:v>
                </c:pt>
                <c:pt idx="3">
                  <c:v>0</c:v>
                </c:pt>
                <c:pt idx="4">
                  <c:v>0</c:v>
                </c:pt>
                <c:pt idx="5">
                  <c:v>7.4966532797858032E-2</c:v>
                </c:pt>
                <c:pt idx="6">
                  <c:v>0.29238601150951804</c:v>
                </c:pt>
                <c:pt idx="7">
                  <c:v>0.36075322101090201</c:v>
                </c:pt>
                <c:pt idx="8">
                  <c:v>0.42446164199192504</c:v>
                </c:pt>
                <c:pt idx="9">
                  <c:v>0.63823743274031708</c:v>
                </c:pt>
                <c:pt idx="10">
                  <c:v>0.65709362435382002</c:v>
                </c:pt>
                <c:pt idx="11">
                  <c:v>0.67687227975386499</c:v>
                </c:pt>
                <c:pt idx="12">
                  <c:v>0.69641155922515097</c:v>
                </c:pt>
                <c:pt idx="13">
                  <c:v>0.75538857029859596</c:v>
                </c:pt>
                <c:pt idx="14">
                  <c:v>0.83195153061224503</c:v>
                </c:pt>
                <c:pt idx="15">
                  <c:v>0.84760137821362302</c:v>
                </c:pt>
                <c:pt idx="16">
                  <c:v>0.85036097134106303</c:v>
                </c:pt>
                <c:pt idx="17">
                  <c:v>0.87871148459383797</c:v>
                </c:pt>
                <c:pt idx="18">
                  <c:v>0.88650728222038999</c:v>
                </c:pt>
                <c:pt idx="19">
                  <c:v>0.95255474452554756</c:v>
                </c:pt>
                <c:pt idx="20">
                  <c:v>0.99592322065568206</c:v>
                </c:pt>
                <c:pt idx="21">
                  <c:v>1</c:v>
                </c:pt>
                <c:pt idx="22">
                  <c:v>1</c:v>
                </c:pt>
                <c:pt idx="23">
                  <c:v>1</c:v>
                </c:pt>
                <c:pt idx="24">
                  <c:v>1</c:v>
                </c:pt>
                <c:pt idx="25">
                  <c:v>1</c:v>
                </c:pt>
                <c:pt idx="26">
                  <c:v>1</c:v>
                </c:pt>
              </c:numCache>
            </c:numRef>
          </c:val>
          <c:extLst>
            <c:ext xmlns:c16="http://schemas.microsoft.com/office/drawing/2014/chart" uri="{C3380CC4-5D6E-409C-BE32-E72D297353CC}">
              <c16:uniqueId val="{00000001-79E6-4094-9263-590FA58EBB42}"/>
            </c:ext>
          </c:extLst>
        </c:ser>
        <c:dLbls>
          <c:dLblPos val="ctr"/>
          <c:showLegendKey val="0"/>
          <c:showVal val="1"/>
          <c:showCatName val="0"/>
          <c:showSerName val="0"/>
          <c:showPercent val="0"/>
          <c:showBubbleSize val="0"/>
        </c:dLbls>
        <c:gapWidth val="50"/>
        <c:overlap val="100"/>
        <c:axId val="163208672"/>
        <c:axId val="163220672"/>
      </c:barChart>
      <c:catAx>
        <c:axId val="163208672"/>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fr-FR"/>
          </a:p>
        </c:txPr>
        <c:crossAx val="163220672"/>
        <c:crosses val="autoZero"/>
        <c:auto val="1"/>
        <c:lblAlgn val="ctr"/>
        <c:lblOffset val="100"/>
        <c:noMultiLvlLbl val="0"/>
      </c:catAx>
      <c:valAx>
        <c:axId val="163220672"/>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fr-FR"/>
          </a:p>
        </c:txPr>
        <c:crossAx val="16320867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fr-F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fr-F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percentStacked"/>
        <c:varyColors val="0"/>
        <c:ser>
          <c:idx val="0"/>
          <c:order val="0"/>
          <c:tx>
            <c:strRef>
              <c:f>Feuil1!$B$2</c:f>
              <c:strCache>
                <c:ptCount val="1"/>
                <c:pt idx="0">
                  <c:v>Proportion Enfants récupérés</c:v>
                </c:pt>
              </c:strCache>
            </c:strRef>
          </c:tx>
          <c:spPr>
            <a:solidFill>
              <a:schemeClr val="tx2">
                <a:lumMod val="75000"/>
                <a:lumOff val="25000"/>
              </a:schemeClr>
            </a:solidFill>
            <a:ln>
              <a:noFill/>
            </a:ln>
            <a:effectLst/>
          </c:spPr>
          <c:invertIfNegative val="0"/>
          <c:dLbls>
            <c:spPr>
              <a:solidFill>
                <a:schemeClr val="lt1"/>
              </a:solidFill>
              <a:ln w="19050" cap="flat" cmpd="sng" algn="ctr">
                <a:solidFill>
                  <a:schemeClr val="bg1"/>
                </a:solidFill>
                <a:prstDash val="solid"/>
                <a:miter lim="800000"/>
              </a:ln>
              <a:effectLst/>
            </c:spPr>
            <c:txPr>
              <a:bodyPr rot="-5400000" spcFirstLastPara="1" vertOverflow="ellipsis" wrap="square" lIns="38100" tIns="19050" rIns="38100" bIns="19050" anchor="ctr" anchorCtr="1">
                <a:spAutoFit/>
              </a:bodyPr>
              <a:lstStyle/>
              <a:p>
                <a:pPr>
                  <a:defRPr sz="900" b="0" i="0" u="none" strike="noStrike" kern="1200" baseline="0">
                    <a:solidFill>
                      <a:schemeClr val="dk1"/>
                    </a:solidFill>
                    <a:latin typeface="+mn-lt"/>
                    <a:ea typeface="+mn-ea"/>
                    <a:cs typeface="+mn-cs"/>
                  </a:defRPr>
                </a:pPr>
                <a:endParaRPr lang="fr-F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Feuil1!$A$3:$A$29</c:f>
              <c:strCache>
                <c:ptCount val="27"/>
                <c:pt idx="0">
                  <c:v>Bas Uele</c:v>
                </c:pt>
                <c:pt idx="1">
                  <c:v>Equateur</c:v>
                </c:pt>
                <c:pt idx="2">
                  <c:v>Haut Katanga</c:v>
                </c:pt>
                <c:pt idx="3">
                  <c:v>Haut Lomami</c:v>
                </c:pt>
                <c:pt idx="4">
                  <c:v>Haut Uele</c:v>
                </c:pt>
                <c:pt idx="5">
                  <c:v>Ituri</c:v>
                </c:pt>
                <c:pt idx="6">
                  <c:v>Kasai</c:v>
                </c:pt>
                <c:pt idx="7">
                  <c:v>Kasai Central</c:v>
                </c:pt>
                <c:pt idx="8">
                  <c:v>Kasai Oriental</c:v>
                </c:pt>
                <c:pt idx="9">
                  <c:v>Kinshasa</c:v>
                </c:pt>
                <c:pt idx="10">
                  <c:v>Kongo Central </c:v>
                </c:pt>
                <c:pt idx="11">
                  <c:v>Kwango</c:v>
                </c:pt>
                <c:pt idx="12">
                  <c:v>Kwilu</c:v>
                </c:pt>
                <c:pt idx="13">
                  <c:v>Lomami</c:v>
                </c:pt>
                <c:pt idx="14">
                  <c:v>Lualaba</c:v>
                </c:pt>
                <c:pt idx="15">
                  <c:v>Maindombe</c:v>
                </c:pt>
                <c:pt idx="16">
                  <c:v>Maniema</c:v>
                </c:pt>
                <c:pt idx="17">
                  <c:v>Mongala</c:v>
                </c:pt>
                <c:pt idx="18">
                  <c:v>Nord Kivu</c:v>
                </c:pt>
                <c:pt idx="19">
                  <c:v>Nord Ubangi</c:v>
                </c:pt>
                <c:pt idx="20">
                  <c:v>Sankuru</c:v>
                </c:pt>
                <c:pt idx="21">
                  <c:v>Sud Kivu</c:v>
                </c:pt>
                <c:pt idx="22">
                  <c:v>Sud Ubangi</c:v>
                </c:pt>
                <c:pt idx="23">
                  <c:v>Tanganyika</c:v>
                </c:pt>
                <c:pt idx="24">
                  <c:v>Tshopo</c:v>
                </c:pt>
                <c:pt idx="25">
                  <c:v>Tshuapa</c:v>
                </c:pt>
                <c:pt idx="26">
                  <c:v>PAYS</c:v>
                </c:pt>
              </c:strCache>
            </c:strRef>
          </c:cat>
          <c:val>
            <c:numRef>
              <c:f>Feuil1!$B$3:$B$29</c:f>
              <c:numCache>
                <c:formatCode>0%</c:formatCode>
                <c:ptCount val="27"/>
                <c:pt idx="0">
                  <c:v>0.56999999999999995</c:v>
                </c:pt>
                <c:pt idx="1">
                  <c:v>0.56000000000000005</c:v>
                </c:pt>
                <c:pt idx="2">
                  <c:v>0.85</c:v>
                </c:pt>
                <c:pt idx="3">
                  <c:v>0.72</c:v>
                </c:pt>
                <c:pt idx="4">
                  <c:v>0.64</c:v>
                </c:pt>
                <c:pt idx="5">
                  <c:v>0.53</c:v>
                </c:pt>
                <c:pt idx="6">
                  <c:v>0.59</c:v>
                </c:pt>
                <c:pt idx="7">
                  <c:v>0.51</c:v>
                </c:pt>
                <c:pt idx="8">
                  <c:v>0.84</c:v>
                </c:pt>
                <c:pt idx="9">
                  <c:v>0.74</c:v>
                </c:pt>
                <c:pt idx="10">
                  <c:v>0.81</c:v>
                </c:pt>
                <c:pt idx="11">
                  <c:v>0.59</c:v>
                </c:pt>
                <c:pt idx="12">
                  <c:v>0.73</c:v>
                </c:pt>
                <c:pt idx="13">
                  <c:v>0.66</c:v>
                </c:pt>
                <c:pt idx="14">
                  <c:v>0.8</c:v>
                </c:pt>
                <c:pt idx="15">
                  <c:v>0.88</c:v>
                </c:pt>
                <c:pt idx="16">
                  <c:v>0.84</c:v>
                </c:pt>
                <c:pt idx="17">
                  <c:v>0.83</c:v>
                </c:pt>
                <c:pt idx="18">
                  <c:v>0.56999999999999995</c:v>
                </c:pt>
                <c:pt idx="19">
                  <c:v>0.56999999999999995</c:v>
                </c:pt>
                <c:pt idx="20">
                  <c:v>0.79</c:v>
                </c:pt>
                <c:pt idx="21">
                  <c:v>0.7</c:v>
                </c:pt>
                <c:pt idx="22">
                  <c:v>0.84</c:v>
                </c:pt>
                <c:pt idx="23">
                  <c:v>0.81</c:v>
                </c:pt>
                <c:pt idx="24">
                  <c:v>0.74</c:v>
                </c:pt>
                <c:pt idx="25">
                  <c:v>0.82</c:v>
                </c:pt>
                <c:pt idx="26">
                  <c:v>0.7</c:v>
                </c:pt>
              </c:numCache>
            </c:numRef>
          </c:val>
          <c:extLst>
            <c:ext xmlns:c16="http://schemas.microsoft.com/office/drawing/2014/chart" uri="{C3380CC4-5D6E-409C-BE32-E72D297353CC}">
              <c16:uniqueId val="{00000000-2EEC-4CF3-BE3B-C3F6389B0564}"/>
            </c:ext>
          </c:extLst>
        </c:ser>
        <c:ser>
          <c:idx val="1"/>
          <c:order val="1"/>
          <c:tx>
            <c:strRef>
              <c:f>Feuil1!$C$2</c:f>
              <c:strCache>
                <c:ptCount val="1"/>
                <c:pt idx="0">
                  <c:v>Proportion Enfants non récupérés</c:v>
                </c:pt>
              </c:strCache>
            </c:strRef>
          </c:tx>
          <c:spPr>
            <a:solidFill>
              <a:schemeClr val="accent2">
                <a:lumMod val="75000"/>
              </a:schemeClr>
            </a:solidFill>
            <a:ln>
              <a:noFill/>
            </a:ln>
            <a:effectLst/>
          </c:spPr>
          <c:invertIfNegative val="0"/>
          <c:dLbls>
            <c:spPr>
              <a:solidFill>
                <a:schemeClr val="lt1"/>
              </a:solidFill>
              <a:ln w="19050" cap="flat" cmpd="sng" algn="ctr">
                <a:solidFill>
                  <a:schemeClr val="bg1"/>
                </a:solidFill>
                <a:prstDash val="solid"/>
                <a:miter lim="800000"/>
              </a:ln>
              <a:effectLst/>
            </c:spPr>
            <c:txPr>
              <a:bodyPr rot="-5400000" spcFirstLastPara="1" vertOverflow="ellipsis" wrap="square" lIns="38100" tIns="19050" rIns="38100" bIns="19050" anchor="ctr" anchorCtr="1">
                <a:spAutoFit/>
              </a:bodyPr>
              <a:lstStyle/>
              <a:p>
                <a:pPr>
                  <a:defRPr sz="900" b="0" i="0" u="none" strike="noStrike" kern="1200" baseline="0">
                    <a:solidFill>
                      <a:schemeClr val="dk1"/>
                    </a:solidFill>
                    <a:latin typeface="+mn-lt"/>
                    <a:ea typeface="+mn-ea"/>
                    <a:cs typeface="+mn-cs"/>
                  </a:defRPr>
                </a:pPr>
                <a:endParaRPr lang="fr-F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Feuil1!$A$3:$A$29</c:f>
              <c:strCache>
                <c:ptCount val="27"/>
                <c:pt idx="0">
                  <c:v>Bas Uele</c:v>
                </c:pt>
                <c:pt idx="1">
                  <c:v>Equateur</c:v>
                </c:pt>
                <c:pt idx="2">
                  <c:v>Haut Katanga</c:v>
                </c:pt>
                <c:pt idx="3">
                  <c:v>Haut Lomami</c:v>
                </c:pt>
                <c:pt idx="4">
                  <c:v>Haut Uele</c:v>
                </c:pt>
                <c:pt idx="5">
                  <c:v>Ituri</c:v>
                </c:pt>
                <c:pt idx="6">
                  <c:v>Kasai</c:v>
                </c:pt>
                <c:pt idx="7">
                  <c:v>Kasai Central</c:v>
                </c:pt>
                <c:pt idx="8">
                  <c:v>Kasai Oriental</c:v>
                </c:pt>
                <c:pt idx="9">
                  <c:v>Kinshasa</c:v>
                </c:pt>
                <c:pt idx="10">
                  <c:v>Kongo Central </c:v>
                </c:pt>
                <c:pt idx="11">
                  <c:v>Kwango</c:v>
                </c:pt>
                <c:pt idx="12">
                  <c:v>Kwilu</c:v>
                </c:pt>
                <c:pt idx="13">
                  <c:v>Lomami</c:v>
                </c:pt>
                <c:pt idx="14">
                  <c:v>Lualaba</c:v>
                </c:pt>
                <c:pt idx="15">
                  <c:v>Maindombe</c:v>
                </c:pt>
                <c:pt idx="16">
                  <c:v>Maniema</c:v>
                </c:pt>
                <c:pt idx="17">
                  <c:v>Mongala</c:v>
                </c:pt>
                <c:pt idx="18">
                  <c:v>Nord Kivu</c:v>
                </c:pt>
                <c:pt idx="19">
                  <c:v>Nord Ubangi</c:v>
                </c:pt>
                <c:pt idx="20">
                  <c:v>Sankuru</c:v>
                </c:pt>
                <c:pt idx="21">
                  <c:v>Sud Kivu</c:v>
                </c:pt>
                <c:pt idx="22">
                  <c:v>Sud Ubangi</c:v>
                </c:pt>
                <c:pt idx="23">
                  <c:v>Tanganyika</c:v>
                </c:pt>
                <c:pt idx="24">
                  <c:v>Tshopo</c:v>
                </c:pt>
                <c:pt idx="25">
                  <c:v>Tshuapa</c:v>
                </c:pt>
                <c:pt idx="26">
                  <c:v>PAYS</c:v>
                </c:pt>
              </c:strCache>
            </c:strRef>
          </c:cat>
          <c:val>
            <c:numRef>
              <c:f>Feuil1!$C$3:$C$29</c:f>
              <c:numCache>
                <c:formatCode>0%</c:formatCode>
                <c:ptCount val="27"/>
                <c:pt idx="0">
                  <c:v>0.43</c:v>
                </c:pt>
                <c:pt idx="1">
                  <c:v>0.44</c:v>
                </c:pt>
                <c:pt idx="2">
                  <c:v>0.15</c:v>
                </c:pt>
                <c:pt idx="3">
                  <c:v>0.18</c:v>
                </c:pt>
                <c:pt idx="4">
                  <c:v>0.36</c:v>
                </c:pt>
                <c:pt idx="5">
                  <c:v>0.47</c:v>
                </c:pt>
                <c:pt idx="6">
                  <c:v>0.41</c:v>
                </c:pt>
                <c:pt idx="7">
                  <c:v>0.49</c:v>
                </c:pt>
                <c:pt idx="8">
                  <c:v>0.16</c:v>
                </c:pt>
                <c:pt idx="9">
                  <c:v>0.26</c:v>
                </c:pt>
                <c:pt idx="10">
                  <c:v>0.19</c:v>
                </c:pt>
                <c:pt idx="11">
                  <c:v>0.41</c:v>
                </c:pt>
                <c:pt idx="12">
                  <c:v>0.27</c:v>
                </c:pt>
                <c:pt idx="13">
                  <c:v>0.34</c:v>
                </c:pt>
                <c:pt idx="14">
                  <c:v>0.2</c:v>
                </c:pt>
                <c:pt idx="15">
                  <c:v>0.12</c:v>
                </c:pt>
                <c:pt idx="16">
                  <c:v>0.16</c:v>
                </c:pt>
                <c:pt idx="17">
                  <c:v>0.17</c:v>
                </c:pt>
                <c:pt idx="18">
                  <c:v>0.43</c:v>
                </c:pt>
                <c:pt idx="19">
                  <c:v>0.43</c:v>
                </c:pt>
                <c:pt idx="20">
                  <c:v>0.21</c:v>
                </c:pt>
                <c:pt idx="21">
                  <c:v>0.3</c:v>
                </c:pt>
                <c:pt idx="22">
                  <c:v>0.16</c:v>
                </c:pt>
                <c:pt idx="23">
                  <c:v>0.19</c:v>
                </c:pt>
                <c:pt idx="24">
                  <c:v>0.26</c:v>
                </c:pt>
                <c:pt idx="25">
                  <c:v>0.18</c:v>
                </c:pt>
                <c:pt idx="26">
                  <c:v>0.3</c:v>
                </c:pt>
              </c:numCache>
            </c:numRef>
          </c:val>
          <c:extLst>
            <c:ext xmlns:c16="http://schemas.microsoft.com/office/drawing/2014/chart" uri="{C3380CC4-5D6E-409C-BE32-E72D297353CC}">
              <c16:uniqueId val="{00000001-2EEC-4CF3-BE3B-C3F6389B0564}"/>
            </c:ext>
          </c:extLst>
        </c:ser>
        <c:dLbls>
          <c:dLblPos val="ctr"/>
          <c:showLegendKey val="0"/>
          <c:showVal val="1"/>
          <c:showCatName val="0"/>
          <c:showSerName val="0"/>
          <c:showPercent val="0"/>
          <c:showBubbleSize val="0"/>
        </c:dLbls>
        <c:gapWidth val="50"/>
        <c:overlap val="100"/>
        <c:axId val="2008011376"/>
        <c:axId val="2008011856"/>
      </c:barChart>
      <c:catAx>
        <c:axId val="2008011376"/>
        <c:scaling>
          <c:orientation val="minMax"/>
        </c:scaling>
        <c:delete val="0"/>
        <c:axPos val="b"/>
        <c:numFmt formatCode="General" sourceLinked="1"/>
        <c:majorTickMark val="none"/>
        <c:minorTickMark val="none"/>
        <c:tickLblPos val="nextTo"/>
        <c:spPr>
          <a:noFill/>
          <a:ln w="9525" cap="flat" cmpd="sng" algn="ctr">
            <a:solidFill>
              <a:schemeClr val="tx1">
                <a:lumMod val="25000"/>
                <a:lumOff val="75000"/>
              </a:schemeClr>
            </a:solidFill>
            <a:round/>
            <a:headEnd type="none" w="sm" len="sm"/>
            <a:tailEnd type="none" w="sm" len="sm"/>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fr-FR"/>
          </a:p>
        </c:txPr>
        <c:crossAx val="2008011856"/>
        <c:crosses val="autoZero"/>
        <c:auto val="1"/>
        <c:lblAlgn val="ctr"/>
        <c:lblOffset val="100"/>
        <c:noMultiLvlLbl val="0"/>
      </c:catAx>
      <c:valAx>
        <c:axId val="2008011856"/>
        <c:scaling>
          <c:orientation val="minMax"/>
        </c:scaling>
        <c:delete val="0"/>
        <c:axPos val="l"/>
        <c:majorGridlines>
          <c:spPr>
            <a:ln w="9525" cap="flat" cmpd="sng" algn="ctr">
              <a:gradFill>
                <a:gsLst>
                  <a:gs pos="0">
                    <a:schemeClr val="tx1">
                      <a:lumMod val="5000"/>
                      <a:lumOff val="95000"/>
                    </a:schemeClr>
                  </a:gs>
                  <a:gs pos="100000">
                    <a:schemeClr val="tx1">
                      <a:lumMod val="15000"/>
                      <a:lumOff val="85000"/>
                    </a:schemeClr>
                  </a:gs>
                </a:gsLst>
                <a:lin ang="5400000" scaled="0"/>
              </a:gra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fr-FR"/>
          </a:p>
        </c:txPr>
        <c:crossAx val="2008011376"/>
        <c:crosses val="autoZero"/>
        <c:crossBetween val="between"/>
      </c:valAx>
      <c:spPr>
        <a:noFill/>
        <a:ln>
          <a:noFill/>
        </a:ln>
        <a:effectLst/>
      </c:spPr>
    </c:plotArea>
    <c:legend>
      <c:legendPos val="t"/>
      <c:layout>
        <c:manualLayout>
          <c:xMode val="edge"/>
          <c:yMode val="edge"/>
          <c:x val="0.28707986229982124"/>
          <c:y val="1.7486994908117545E-2"/>
          <c:w val="0.47294172467571988"/>
          <c:h val="5.2702635716980563E-2"/>
        </c:manualLayout>
      </c:layout>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fr-FR"/>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percentStacked"/>
        <c:varyColors val="0"/>
        <c:ser>
          <c:idx val="0"/>
          <c:order val="0"/>
          <c:tx>
            <c:strRef>
              <c:f>Feuil1!$B$33</c:f>
              <c:strCache>
                <c:ptCount val="1"/>
                <c:pt idx="0">
                  <c:v>Proportion Enfants récupérés</c:v>
                </c:pt>
              </c:strCache>
            </c:strRef>
          </c:tx>
          <c:spPr>
            <a:solidFill>
              <a:schemeClr val="tx2">
                <a:lumMod val="75000"/>
                <a:lumOff val="25000"/>
              </a:schemeClr>
            </a:solidFill>
            <a:ln>
              <a:noFill/>
            </a:ln>
            <a:effectLst/>
          </c:spPr>
          <c:invertIfNegative val="0"/>
          <c:dLbls>
            <c:spPr>
              <a:solidFill>
                <a:schemeClr val="lt1"/>
              </a:solidFill>
              <a:ln w="19050" cap="flat" cmpd="sng" algn="ctr">
                <a:solidFill>
                  <a:schemeClr val="bg1"/>
                </a:solidFill>
                <a:prstDash val="solid"/>
                <a:miter lim="800000"/>
              </a:ln>
              <a:effectLst/>
            </c:spPr>
            <c:txPr>
              <a:bodyPr rot="-5400000" spcFirstLastPara="1" vertOverflow="ellipsis" wrap="square" lIns="38100" tIns="19050" rIns="38100" bIns="19050" anchor="ctr" anchorCtr="1">
                <a:spAutoFit/>
              </a:bodyPr>
              <a:lstStyle/>
              <a:p>
                <a:pPr>
                  <a:defRPr sz="900" b="0" i="0" u="none" strike="noStrike" kern="1200" baseline="0">
                    <a:solidFill>
                      <a:schemeClr val="dk1"/>
                    </a:solid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Feuil1!$A$34:$A$60</c:f>
              <c:strCache>
                <c:ptCount val="27"/>
                <c:pt idx="0">
                  <c:v>Bas Uele</c:v>
                </c:pt>
                <c:pt idx="1">
                  <c:v>Equateur</c:v>
                </c:pt>
                <c:pt idx="2">
                  <c:v>Haut Katanga</c:v>
                </c:pt>
                <c:pt idx="3">
                  <c:v>Haut Lomami</c:v>
                </c:pt>
                <c:pt idx="4">
                  <c:v>Haut Uele</c:v>
                </c:pt>
                <c:pt idx="5">
                  <c:v>Ituri</c:v>
                </c:pt>
                <c:pt idx="6">
                  <c:v>Kasai</c:v>
                </c:pt>
                <c:pt idx="7">
                  <c:v>Kasai Central</c:v>
                </c:pt>
                <c:pt idx="8">
                  <c:v>Kasai Oriental</c:v>
                </c:pt>
                <c:pt idx="9">
                  <c:v>Kinshasa</c:v>
                </c:pt>
                <c:pt idx="10">
                  <c:v>Kongo Central </c:v>
                </c:pt>
                <c:pt idx="11">
                  <c:v>Kwango</c:v>
                </c:pt>
                <c:pt idx="12">
                  <c:v>Kwilu</c:v>
                </c:pt>
                <c:pt idx="13">
                  <c:v>Lomami</c:v>
                </c:pt>
                <c:pt idx="14">
                  <c:v>Lualaba</c:v>
                </c:pt>
                <c:pt idx="15">
                  <c:v>Maindombe</c:v>
                </c:pt>
                <c:pt idx="16">
                  <c:v>Maniema</c:v>
                </c:pt>
                <c:pt idx="17">
                  <c:v>Mongala</c:v>
                </c:pt>
                <c:pt idx="18">
                  <c:v>Nord Kivu</c:v>
                </c:pt>
                <c:pt idx="19">
                  <c:v>Nord Ubangi</c:v>
                </c:pt>
                <c:pt idx="20">
                  <c:v>Sankuru</c:v>
                </c:pt>
                <c:pt idx="21">
                  <c:v>Sud Kivu</c:v>
                </c:pt>
                <c:pt idx="22">
                  <c:v>Sud Ubangi</c:v>
                </c:pt>
                <c:pt idx="23">
                  <c:v>Tanganyika</c:v>
                </c:pt>
                <c:pt idx="24">
                  <c:v>Tshopo</c:v>
                </c:pt>
                <c:pt idx="25">
                  <c:v>Tshuapa</c:v>
                </c:pt>
                <c:pt idx="26">
                  <c:v>PAYS</c:v>
                </c:pt>
              </c:strCache>
            </c:strRef>
          </c:cat>
          <c:val>
            <c:numRef>
              <c:f>Feuil1!$B$34:$B$60</c:f>
              <c:numCache>
                <c:formatCode>0%</c:formatCode>
                <c:ptCount val="27"/>
                <c:pt idx="0">
                  <c:v>0.45</c:v>
                </c:pt>
                <c:pt idx="1">
                  <c:v>0.36</c:v>
                </c:pt>
                <c:pt idx="2">
                  <c:v>0.73</c:v>
                </c:pt>
                <c:pt idx="3">
                  <c:v>0.68</c:v>
                </c:pt>
                <c:pt idx="4">
                  <c:v>0.41</c:v>
                </c:pt>
                <c:pt idx="5">
                  <c:v>0.6</c:v>
                </c:pt>
                <c:pt idx="6">
                  <c:v>0.74</c:v>
                </c:pt>
                <c:pt idx="7">
                  <c:v>0.61</c:v>
                </c:pt>
                <c:pt idx="8">
                  <c:v>0.55000000000000004</c:v>
                </c:pt>
                <c:pt idx="9">
                  <c:v>0.44</c:v>
                </c:pt>
                <c:pt idx="10">
                  <c:v>0.24</c:v>
                </c:pt>
                <c:pt idx="11">
                  <c:v>0.38</c:v>
                </c:pt>
                <c:pt idx="12">
                  <c:v>0.13</c:v>
                </c:pt>
                <c:pt idx="13">
                  <c:v>0.1</c:v>
                </c:pt>
                <c:pt idx="14">
                  <c:v>0.84</c:v>
                </c:pt>
                <c:pt idx="15">
                  <c:v>0.93</c:v>
                </c:pt>
                <c:pt idx="16">
                  <c:v>0.92</c:v>
                </c:pt>
                <c:pt idx="17">
                  <c:v>0.94</c:v>
                </c:pt>
                <c:pt idx="18">
                  <c:v>0.43</c:v>
                </c:pt>
                <c:pt idx="19">
                  <c:v>0.84</c:v>
                </c:pt>
                <c:pt idx="20">
                  <c:v>0.88</c:v>
                </c:pt>
                <c:pt idx="21">
                  <c:v>0.7</c:v>
                </c:pt>
                <c:pt idx="22">
                  <c:v>0.84</c:v>
                </c:pt>
                <c:pt idx="23">
                  <c:v>0.83</c:v>
                </c:pt>
                <c:pt idx="24">
                  <c:v>0.91</c:v>
                </c:pt>
                <c:pt idx="25">
                  <c:v>0.91</c:v>
                </c:pt>
                <c:pt idx="26">
                  <c:v>0.86</c:v>
                </c:pt>
              </c:numCache>
            </c:numRef>
          </c:val>
          <c:extLst>
            <c:ext xmlns:c16="http://schemas.microsoft.com/office/drawing/2014/chart" uri="{C3380CC4-5D6E-409C-BE32-E72D297353CC}">
              <c16:uniqueId val="{00000000-B74D-4B72-8569-BF60840A1864}"/>
            </c:ext>
          </c:extLst>
        </c:ser>
        <c:ser>
          <c:idx val="1"/>
          <c:order val="1"/>
          <c:tx>
            <c:strRef>
              <c:f>Feuil1!$C$33</c:f>
              <c:strCache>
                <c:ptCount val="1"/>
                <c:pt idx="0">
                  <c:v>Proportion Enfants non récupérés</c:v>
                </c:pt>
              </c:strCache>
            </c:strRef>
          </c:tx>
          <c:spPr>
            <a:solidFill>
              <a:schemeClr val="accent2">
                <a:lumMod val="75000"/>
              </a:schemeClr>
            </a:solidFill>
            <a:ln>
              <a:noFill/>
            </a:ln>
            <a:effectLst/>
          </c:spPr>
          <c:invertIfNegative val="0"/>
          <c:dLbls>
            <c:spPr>
              <a:solidFill>
                <a:schemeClr val="lt1"/>
              </a:solidFill>
              <a:ln w="19050" cap="flat" cmpd="sng" algn="ctr">
                <a:solidFill>
                  <a:schemeClr val="bg1"/>
                </a:solidFill>
                <a:prstDash val="solid"/>
                <a:miter lim="800000"/>
              </a:ln>
              <a:effectLst/>
            </c:spPr>
            <c:txPr>
              <a:bodyPr rot="-5400000" spcFirstLastPara="1" vertOverflow="ellipsis" wrap="square" lIns="38100" tIns="19050" rIns="38100" bIns="19050" anchor="ctr" anchorCtr="1">
                <a:spAutoFit/>
              </a:bodyPr>
              <a:lstStyle/>
              <a:p>
                <a:pPr>
                  <a:defRPr sz="900" b="0" i="0" u="none" strike="noStrike" kern="1200" baseline="0">
                    <a:solidFill>
                      <a:schemeClr val="dk1"/>
                    </a:solid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Feuil1!$A$34:$A$60</c:f>
              <c:strCache>
                <c:ptCount val="27"/>
                <c:pt idx="0">
                  <c:v>Bas Uele</c:v>
                </c:pt>
                <c:pt idx="1">
                  <c:v>Equateur</c:v>
                </c:pt>
                <c:pt idx="2">
                  <c:v>Haut Katanga</c:v>
                </c:pt>
                <c:pt idx="3">
                  <c:v>Haut Lomami</c:v>
                </c:pt>
                <c:pt idx="4">
                  <c:v>Haut Uele</c:v>
                </c:pt>
                <c:pt idx="5">
                  <c:v>Ituri</c:v>
                </c:pt>
                <c:pt idx="6">
                  <c:v>Kasai</c:v>
                </c:pt>
                <c:pt idx="7">
                  <c:v>Kasai Central</c:v>
                </c:pt>
                <c:pt idx="8">
                  <c:v>Kasai Oriental</c:v>
                </c:pt>
                <c:pt idx="9">
                  <c:v>Kinshasa</c:v>
                </c:pt>
                <c:pt idx="10">
                  <c:v>Kongo Central </c:v>
                </c:pt>
                <c:pt idx="11">
                  <c:v>Kwango</c:v>
                </c:pt>
                <c:pt idx="12">
                  <c:v>Kwilu</c:v>
                </c:pt>
                <c:pt idx="13">
                  <c:v>Lomami</c:v>
                </c:pt>
                <c:pt idx="14">
                  <c:v>Lualaba</c:v>
                </c:pt>
                <c:pt idx="15">
                  <c:v>Maindombe</c:v>
                </c:pt>
                <c:pt idx="16">
                  <c:v>Maniema</c:v>
                </c:pt>
                <c:pt idx="17">
                  <c:v>Mongala</c:v>
                </c:pt>
                <c:pt idx="18">
                  <c:v>Nord Kivu</c:v>
                </c:pt>
                <c:pt idx="19">
                  <c:v>Nord Ubangi</c:v>
                </c:pt>
                <c:pt idx="20">
                  <c:v>Sankuru</c:v>
                </c:pt>
                <c:pt idx="21">
                  <c:v>Sud Kivu</c:v>
                </c:pt>
                <c:pt idx="22">
                  <c:v>Sud Ubangi</c:v>
                </c:pt>
                <c:pt idx="23">
                  <c:v>Tanganyika</c:v>
                </c:pt>
                <c:pt idx="24">
                  <c:v>Tshopo</c:v>
                </c:pt>
                <c:pt idx="25">
                  <c:v>Tshuapa</c:v>
                </c:pt>
                <c:pt idx="26">
                  <c:v>PAYS</c:v>
                </c:pt>
              </c:strCache>
            </c:strRef>
          </c:cat>
          <c:val>
            <c:numRef>
              <c:f>Feuil1!$C$34:$C$60</c:f>
              <c:numCache>
                <c:formatCode>0%</c:formatCode>
                <c:ptCount val="27"/>
                <c:pt idx="0">
                  <c:v>0.55000000000000004</c:v>
                </c:pt>
                <c:pt idx="1">
                  <c:v>0.64</c:v>
                </c:pt>
                <c:pt idx="2">
                  <c:v>0.27</c:v>
                </c:pt>
                <c:pt idx="3">
                  <c:v>0.22</c:v>
                </c:pt>
                <c:pt idx="4">
                  <c:v>0.59</c:v>
                </c:pt>
                <c:pt idx="5">
                  <c:v>0.4</c:v>
                </c:pt>
                <c:pt idx="6">
                  <c:v>0.26</c:v>
                </c:pt>
                <c:pt idx="7">
                  <c:v>0.39</c:v>
                </c:pt>
                <c:pt idx="8">
                  <c:v>0.45</c:v>
                </c:pt>
                <c:pt idx="9">
                  <c:v>0.56000000000000005</c:v>
                </c:pt>
                <c:pt idx="10">
                  <c:v>0.76</c:v>
                </c:pt>
                <c:pt idx="11">
                  <c:v>0.62</c:v>
                </c:pt>
                <c:pt idx="12">
                  <c:v>0.87</c:v>
                </c:pt>
                <c:pt idx="13">
                  <c:v>0.9</c:v>
                </c:pt>
                <c:pt idx="14">
                  <c:v>0.16</c:v>
                </c:pt>
                <c:pt idx="15">
                  <c:v>7.0000000000000007E-2</c:v>
                </c:pt>
                <c:pt idx="16">
                  <c:v>0.08</c:v>
                </c:pt>
                <c:pt idx="17">
                  <c:v>0.06</c:v>
                </c:pt>
                <c:pt idx="18">
                  <c:v>0.56999999999999995</c:v>
                </c:pt>
                <c:pt idx="19">
                  <c:v>0.16</c:v>
                </c:pt>
                <c:pt idx="20">
                  <c:v>0.12</c:v>
                </c:pt>
                <c:pt idx="21">
                  <c:v>0.3</c:v>
                </c:pt>
                <c:pt idx="22">
                  <c:v>0.16</c:v>
                </c:pt>
                <c:pt idx="23">
                  <c:v>0.17</c:v>
                </c:pt>
                <c:pt idx="24">
                  <c:v>0.09</c:v>
                </c:pt>
                <c:pt idx="25">
                  <c:v>0.09</c:v>
                </c:pt>
                <c:pt idx="26">
                  <c:v>0.14000000000000001</c:v>
                </c:pt>
              </c:numCache>
            </c:numRef>
          </c:val>
          <c:extLst>
            <c:ext xmlns:c16="http://schemas.microsoft.com/office/drawing/2014/chart" uri="{C3380CC4-5D6E-409C-BE32-E72D297353CC}">
              <c16:uniqueId val="{00000001-B74D-4B72-8569-BF60840A1864}"/>
            </c:ext>
          </c:extLst>
        </c:ser>
        <c:dLbls>
          <c:showLegendKey val="0"/>
          <c:showVal val="0"/>
          <c:showCatName val="0"/>
          <c:showSerName val="0"/>
          <c:showPercent val="0"/>
          <c:showBubbleSize val="0"/>
        </c:dLbls>
        <c:gapWidth val="50"/>
        <c:overlap val="100"/>
        <c:axId val="1413577136"/>
        <c:axId val="1413582896"/>
      </c:barChart>
      <c:catAx>
        <c:axId val="1413577136"/>
        <c:scaling>
          <c:orientation val="minMax"/>
        </c:scaling>
        <c:delete val="0"/>
        <c:axPos val="b"/>
        <c:numFmt formatCode="General" sourceLinked="1"/>
        <c:majorTickMark val="none"/>
        <c:minorTickMark val="none"/>
        <c:tickLblPos val="nextTo"/>
        <c:spPr>
          <a:noFill/>
          <a:ln w="9525" cap="flat" cmpd="sng" algn="ctr">
            <a:solidFill>
              <a:schemeClr val="tx1">
                <a:lumMod val="25000"/>
                <a:lumOff val="75000"/>
              </a:schemeClr>
            </a:solidFill>
            <a:round/>
            <a:headEnd type="none" w="sm" len="sm"/>
            <a:tailEnd type="none" w="sm" len="sm"/>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413582896"/>
        <c:crosses val="autoZero"/>
        <c:auto val="1"/>
        <c:lblAlgn val="ctr"/>
        <c:lblOffset val="100"/>
        <c:noMultiLvlLbl val="0"/>
      </c:catAx>
      <c:valAx>
        <c:axId val="1413582896"/>
        <c:scaling>
          <c:orientation val="minMax"/>
        </c:scaling>
        <c:delete val="0"/>
        <c:axPos val="l"/>
        <c:majorGridlines>
          <c:spPr>
            <a:ln w="9525" cap="flat" cmpd="sng" algn="ctr">
              <a:gradFill>
                <a:gsLst>
                  <a:gs pos="0">
                    <a:schemeClr val="tx1">
                      <a:lumMod val="5000"/>
                      <a:lumOff val="95000"/>
                    </a:schemeClr>
                  </a:gs>
                  <a:gs pos="100000">
                    <a:schemeClr val="tx1">
                      <a:lumMod val="15000"/>
                      <a:lumOff val="85000"/>
                    </a:schemeClr>
                  </a:gs>
                </a:gsLst>
                <a:lin ang="5400000" scaled="0"/>
              </a:gra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413577136"/>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fr-FR"/>
    </a:p>
  </c:txPr>
  <c:externalData r:id="rId4">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'PInfo '!$B$1</c:f>
              <c:strCache>
                <c:ptCount val="1"/>
                <c:pt idx="0">
                  <c:v>Proportion</c:v>
                </c:pt>
              </c:strCache>
            </c:strRef>
          </c:tx>
          <c:spPr>
            <a:solidFill>
              <a:schemeClr val="accent1"/>
            </a:solidFill>
            <a:ln>
              <a:solidFill>
                <a:schemeClr val="tx1"/>
              </a:solidFill>
            </a:ln>
            <a:effectLst/>
          </c:spPr>
          <c:invertIfNegative val="0"/>
          <c:dPt>
            <c:idx val="0"/>
            <c:invertIfNegative val="0"/>
            <c:bubble3D val="0"/>
            <c:spPr>
              <a:solidFill>
                <a:schemeClr val="tx2">
                  <a:lumMod val="50000"/>
                  <a:lumOff val="50000"/>
                </a:schemeClr>
              </a:solidFill>
              <a:ln>
                <a:solidFill>
                  <a:schemeClr val="tx1"/>
                </a:solidFill>
              </a:ln>
              <a:effectLst/>
            </c:spPr>
            <c:extLst>
              <c:ext xmlns:c16="http://schemas.microsoft.com/office/drawing/2014/chart" uri="{C3380CC4-5D6E-409C-BE32-E72D297353CC}">
                <c16:uniqueId val="{00000001-33CF-4052-81A4-39C45B6E340A}"/>
              </c:ext>
            </c:extLst>
          </c:dPt>
          <c:dPt>
            <c:idx val="1"/>
            <c:invertIfNegative val="0"/>
            <c:bubble3D val="0"/>
            <c:spPr>
              <a:solidFill>
                <a:schemeClr val="tx2">
                  <a:lumMod val="50000"/>
                  <a:lumOff val="50000"/>
                </a:schemeClr>
              </a:solidFill>
              <a:ln>
                <a:solidFill>
                  <a:schemeClr val="tx1"/>
                </a:solidFill>
              </a:ln>
              <a:effectLst/>
            </c:spPr>
            <c:extLst>
              <c:ext xmlns:c16="http://schemas.microsoft.com/office/drawing/2014/chart" uri="{C3380CC4-5D6E-409C-BE32-E72D297353CC}">
                <c16:uniqueId val="{00000003-33CF-4052-81A4-39C45B6E340A}"/>
              </c:ext>
            </c:extLst>
          </c:dPt>
          <c:dPt>
            <c:idx val="2"/>
            <c:invertIfNegative val="0"/>
            <c:bubble3D val="0"/>
            <c:spPr>
              <a:solidFill>
                <a:schemeClr val="tx2">
                  <a:lumMod val="50000"/>
                  <a:lumOff val="50000"/>
                </a:schemeClr>
              </a:solidFill>
              <a:ln>
                <a:solidFill>
                  <a:schemeClr val="tx1"/>
                </a:solidFill>
              </a:ln>
              <a:effectLst/>
            </c:spPr>
            <c:extLst>
              <c:ext xmlns:c16="http://schemas.microsoft.com/office/drawing/2014/chart" uri="{C3380CC4-5D6E-409C-BE32-E72D297353CC}">
                <c16:uniqueId val="{00000005-33CF-4052-81A4-39C45B6E340A}"/>
              </c:ext>
            </c:extLst>
          </c:dPt>
          <c:dPt>
            <c:idx val="3"/>
            <c:invertIfNegative val="0"/>
            <c:bubble3D val="0"/>
            <c:spPr>
              <a:solidFill>
                <a:schemeClr val="tx2">
                  <a:lumMod val="50000"/>
                  <a:lumOff val="50000"/>
                </a:schemeClr>
              </a:solidFill>
              <a:ln>
                <a:solidFill>
                  <a:schemeClr val="tx1"/>
                </a:solidFill>
              </a:ln>
              <a:effectLst/>
            </c:spPr>
            <c:extLst>
              <c:ext xmlns:c16="http://schemas.microsoft.com/office/drawing/2014/chart" uri="{C3380CC4-5D6E-409C-BE32-E72D297353CC}">
                <c16:uniqueId val="{00000007-33CF-4052-81A4-39C45B6E340A}"/>
              </c:ext>
            </c:extLst>
          </c:dPt>
          <c:dPt>
            <c:idx val="4"/>
            <c:invertIfNegative val="0"/>
            <c:bubble3D val="0"/>
            <c:spPr>
              <a:solidFill>
                <a:schemeClr val="tx2">
                  <a:lumMod val="50000"/>
                  <a:lumOff val="50000"/>
                </a:schemeClr>
              </a:solidFill>
              <a:ln>
                <a:solidFill>
                  <a:schemeClr val="tx1"/>
                </a:solidFill>
              </a:ln>
              <a:effectLst/>
            </c:spPr>
            <c:extLst>
              <c:ext xmlns:c16="http://schemas.microsoft.com/office/drawing/2014/chart" uri="{C3380CC4-5D6E-409C-BE32-E72D297353CC}">
                <c16:uniqueId val="{00000009-33CF-4052-81A4-39C45B6E340A}"/>
              </c:ext>
            </c:extLst>
          </c:dPt>
          <c:dPt>
            <c:idx val="5"/>
            <c:invertIfNegative val="0"/>
            <c:bubble3D val="0"/>
            <c:spPr>
              <a:solidFill>
                <a:srgbClr val="7030A0"/>
              </a:solidFill>
              <a:ln>
                <a:solidFill>
                  <a:schemeClr val="tx1"/>
                </a:solidFill>
              </a:ln>
              <a:effectLst/>
            </c:spPr>
            <c:extLst>
              <c:ext xmlns:c16="http://schemas.microsoft.com/office/drawing/2014/chart" uri="{C3380CC4-5D6E-409C-BE32-E72D297353CC}">
                <c16:uniqueId val="{0000000B-33CF-4052-81A4-39C45B6E340A}"/>
              </c:ext>
            </c:extLst>
          </c:dPt>
          <c:dLbls>
            <c:spPr>
              <a:noFill/>
              <a:ln>
                <a:noFill/>
              </a:ln>
              <a:effectLst/>
            </c:spPr>
            <c:txPr>
              <a:bodyPr rot="0" spcFirstLastPara="1" vertOverflow="ellipsis" vert="horz" wrap="square" lIns="38100" tIns="19050" rIns="38100" bIns="19050" anchor="ctr" anchorCtr="1">
                <a:spAutoFit/>
              </a:bodyPr>
              <a:lstStyle/>
              <a:p>
                <a:pPr>
                  <a:defRPr sz="2800" b="1" i="0" u="none" strike="noStrike" kern="1200" baseline="0">
                    <a:solidFill>
                      <a:schemeClr val="bg1"/>
                    </a:solidFill>
                    <a:latin typeface="+mn-lt"/>
                    <a:ea typeface="+mn-ea"/>
                    <a:cs typeface="+mn-cs"/>
                  </a:defRPr>
                </a:pPr>
                <a:endParaRPr lang="fr-F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'PInfo '!$A$2:$A$7</c:f>
              <c:strCache>
                <c:ptCount val="6"/>
                <c:pt idx="0">
                  <c:v>avr.25</c:v>
                </c:pt>
                <c:pt idx="1">
                  <c:v>juin.25</c:v>
                </c:pt>
                <c:pt idx="2">
                  <c:v>août.25</c:v>
                </c:pt>
                <c:pt idx="3">
                  <c:v>oct.25</c:v>
                </c:pt>
                <c:pt idx="4">
                  <c:v>nov.25</c:v>
                </c:pt>
                <c:pt idx="5">
                  <c:v>RDC</c:v>
                </c:pt>
              </c:strCache>
            </c:strRef>
          </c:cat>
          <c:val>
            <c:numRef>
              <c:f>'PInfo '!$B$2:$B$7</c:f>
              <c:numCache>
                <c:formatCode>0%</c:formatCode>
                <c:ptCount val="6"/>
                <c:pt idx="0">
                  <c:v>0.98</c:v>
                </c:pt>
                <c:pt idx="1">
                  <c:v>0.98</c:v>
                </c:pt>
                <c:pt idx="2">
                  <c:v>1</c:v>
                </c:pt>
                <c:pt idx="3">
                  <c:v>1</c:v>
                </c:pt>
                <c:pt idx="4">
                  <c:v>0.99</c:v>
                </c:pt>
                <c:pt idx="5">
                  <c:v>0.99</c:v>
                </c:pt>
              </c:numCache>
            </c:numRef>
          </c:val>
          <c:extLst>
            <c:ext xmlns:c16="http://schemas.microsoft.com/office/drawing/2014/chart" uri="{C3380CC4-5D6E-409C-BE32-E72D297353CC}">
              <c16:uniqueId val="{0000000C-33CF-4052-81A4-39C45B6E340A}"/>
            </c:ext>
          </c:extLst>
        </c:ser>
        <c:dLbls>
          <c:showLegendKey val="0"/>
          <c:showVal val="0"/>
          <c:showCatName val="0"/>
          <c:showSerName val="0"/>
          <c:showPercent val="0"/>
          <c:showBubbleSize val="0"/>
        </c:dLbls>
        <c:gapWidth val="38"/>
        <c:overlap val="-27"/>
        <c:axId val="1250503936"/>
        <c:axId val="1250506816"/>
      </c:barChart>
      <c:lineChart>
        <c:grouping val="standard"/>
        <c:varyColors val="0"/>
        <c:ser>
          <c:idx val="1"/>
          <c:order val="1"/>
          <c:tx>
            <c:strRef>
              <c:f>'PInfo '!$C$1</c:f>
              <c:strCache>
                <c:ptCount val="1"/>
                <c:pt idx="0">
                  <c:v>Seuil 90%</c:v>
                </c:pt>
              </c:strCache>
            </c:strRef>
          </c:tx>
          <c:spPr>
            <a:ln w="73025" cap="rnd">
              <a:solidFill>
                <a:schemeClr val="accent2"/>
              </a:solidFill>
              <a:prstDash val="sysDash"/>
              <a:round/>
            </a:ln>
            <a:effectLst/>
          </c:spPr>
          <c:marker>
            <c:symbol val="none"/>
          </c:marker>
          <c:cat>
            <c:strRef>
              <c:f>'PInfo '!$A$2:$A$7</c:f>
              <c:strCache>
                <c:ptCount val="6"/>
                <c:pt idx="0">
                  <c:v>avr.25</c:v>
                </c:pt>
                <c:pt idx="1">
                  <c:v>juin.25</c:v>
                </c:pt>
                <c:pt idx="2">
                  <c:v>août.25</c:v>
                </c:pt>
                <c:pt idx="3">
                  <c:v>oct.25</c:v>
                </c:pt>
                <c:pt idx="4">
                  <c:v>nov.25</c:v>
                </c:pt>
                <c:pt idx="5">
                  <c:v>RDC</c:v>
                </c:pt>
              </c:strCache>
            </c:strRef>
          </c:cat>
          <c:val>
            <c:numRef>
              <c:f>'PInfo '!$C$2:$C$7</c:f>
              <c:numCache>
                <c:formatCode>0%</c:formatCode>
                <c:ptCount val="6"/>
                <c:pt idx="0">
                  <c:v>0.9</c:v>
                </c:pt>
                <c:pt idx="1">
                  <c:v>0.9</c:v>
                </c:pt>
                <c:pt idx="2">
                  <c:v>0.9</c:v>
                </c:pt>
                <c:pt idx="3">
                  <c:v>0.9</c:v>
                </c:pt>
                <c:pt idx="4">
                  <c:v>0.9</c:v>
                </c:pt>
                <c:pt idx="5">
                  <c:v>0.9</c:v>
                </c:pt>
              </c:numCache>
            </c:numRef>
          </c:val>
          <c:smooth val="0"/>
          <c:extLst>
            <c:ext xmlns:c16="http://schemas.microsoft.com/office/drawing/2014/chart" uri="{C3380CC4-5D6E-409C-BE32-E72D297353CC}">
              <c16:uniqueId val="{0000000D-33CF-4052-81A4-39C45B6E340A}"/>
            </c:ext>
          </c:extLst>
        </c:ser>
        <c:dLbls>
          <c:showLegendKey val="0"/>
          <c:showVal val="0"/>
          <c:showCatName val="0"/>
          <c:showSerName val="0"/>
          <c:showPercent val="0"/>
          <c:showBubbleSize val="0"/>
        </c:dLbls>
        <c:marker val="1"/>
        <c:smooth val="0"/>
        <c:axId val="1250503936"/>
        <c:axId val="1250506816"/>
      </c:lineChart>
      <c:catAx>
        <c:axId val="12505039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800" b="1" i="0" u="none" strike="noStrike" kern="1200" baseline="0">
                <a:solidFill>
                  <a:schemeClr val="tx1"/>
                </a:solidFill>
                <a:latin typeface="+mn-lt"/>
                <a:ea typeface="+mn-ea"/>
                <a:cs typeface="+mn-cs"/>
              </a:defRPr>
            </a:pPr>
            <a:endParaRPr lang="fr-FR"/>
          </a:p>
        </c:txPr>
        <c:crossAx val="1250506816"/>
        <c:crosses val="autoZero"/>
        <c:auto val="1"/>
        <c:lblAlgn val="ctr"/>
        <c:lblOffset val="100"/>
        <c:noMultiLvlLbl val="0"/>
      </c:catAx>
      <c:valAx>
        <c:axId val="1250506816"/>
        <c:scaling>
          <c:orientation val="minMax"/>
          <c:max val="1"/>
          <c:min val="0"/>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2400" b="1" i="0" u="none" strike="noStrike" kern="1200" baseline="0">
                <a:solidFill>
                  <a:schemeClr val="tx1"/>
                </a:solidFill>
                <a:latin typeface="+mn-lt"/>
                <a:ea typeface="+mn-ea"/>
                <a:cs typeface="+mn-cs"/>
              </a:defRPr>
            </a:pPr>
            <a:endParaRPr lang="fr-FR"/>
          </a:p>
        </c:txPr>
        <c:crossAx val="1250503936"/>
        <c:crosses val="autoZero"/>
        <c:crossBetween val="between"/>
      </c:valAx>
      <c:spPr>
        <a:noFill/>
        <a:ln>
          <a:noFill/>
        </a:ln>
        <a:effectLst/>
      </c:spPr>
    </c:plotArea>
    <c:legend>
      <c:legendPos val="b"/>
      <c:legendEntry>
        <c:idx val="0"/>
        <c:delete val="1"/>
      </c:legendEntry>
      <c:overlay val="0"/>
      <c:spPr>
        <a:noFill/>
        <a:ln>
          <a:noFill/>
        </a:ln>
        <a:effectLst/>
      </c:spPr>
      <c:txPr>
        <a:bodyPr rot="0" spcFirstLastPara="1" vertOverflow="ellipsis" vert="horz" wrap="square" anchor="ctr" anchorCtr="1"/>
        <a:lstStyle/>
        <a:p>
          <a:pPr>
            <a:defRPr sz="2800" b="1" i="0" u="none" strike="noStrike" kern="1200" baseline="0">
              <a:solidFill>
                <a:schemeClr val="tx1"/>
              </a:solidFill>
              <a:latin typeface="+mn-lt"/>
              <a:ea typeface="+mn-ea"/>
              <a:cs typeface="+mn-cs"/>
            </a:defRPr>
          </a:pPr>
          <a:endParaRPr lang="fr-F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fr-FR"/>
    </a:p>
  </c:txPr>
  <c:externalData r:id="rId4">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tx>
            <c:strRef>
              <c:f>Refus!$B$1</c:f>
              <c:strCache>
                <c:ptCount val="1"/>
                <c:pt idx="0">
                  <c:v>Proportion</c:v>
                </c:pt>
              </c:strCache>
            </c:strRef>
          </c:tx>
          <c:spPr>
            <a:ln w="63500" cap="flat">
              <a:solidFill>
                <a:srgbClr val="00B0F0"/>
              </a:solidFill>
              <a:round/>
            </a:ln>
            <a:effectLst/>
          </c:spPr>
          <c:marker>
            <c:symbol val="circle"/>
            <c:size val="5"/>
            <c:spPr>
              <a:solidFill>
                <a:schemeClr val="accent1"/>
              </a:solidFill>
              <a:ln w="9525">
                <a:solidFill>
                  <a:schemeClr val="accent1"/>
                </a:solidFill>
              </a:ln>
              <a:effectLst/>
            </c:spPr>
          </c:marker>
          <c:dLbls>
            <c:dLbl>
              <c:idx val="0"/>
              <c:layout>
                <c:manualLayout>
                  <c:x val="-2.6131684311015518E-2"/>
                  <c:y val="5.700655517316057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46A8-45E1-87D4-873DAAB9FF53}"/>
                </c:ext>
              </c:extLst>
            </c:dLbl>
            <c:dLbl>
              <c:idx val="1"/>
              <c:layout>
                <c:manualLayout>
                  <c:x val="-2.2386405665848461E-2"/>
                  <c:y val="6.513288657590360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46A8-45E1-87D4-873DAAB9FF53}"/>
                </c:ext>
              </c:extLst>
            </c:dLbl>
            <c:dLbl>
              <c:idx val="2"/>
              <c:layout>
                <c:manualLayout>
                  <c:x val="-2.4604633660849737E-2"/>
                  <c:y val="6.242414178975941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6A8-45E1-87D4-873DAAB9FF53}"/>
                </c:ext>
              </c:extLst>
            </c:dLbl>
            <c:dLbl>
              <c:idx val="3"/>
              <c:layout>
                <c:manualLayout>
                  <c:x val="-2.1550532360518012E-2"/>
                  <c:y val="5.971534848146006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6A8-45E1-87D4-873DAAB9FF53}"/>
                </c:ext>
              </c:extLst>
            </c:dLbl>
            <c:dLbl>
              <c:idx val="4"/>
              <c:layout>
                <c:manualLayout>
                  <c:x val="-2.5368158985932556E-2"/>
                  <c:y val="5.565215851901100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6A8-45E1-87D4-873DAAB9FF53}"/>
                </c:ext>
              </c:extLst>
            </c:dLbl>
            <c:spPr>
              <a:noFill/>
              <a:ln>
                <a:noFill/>
              </a:ln>
              <a:effectLst/>
            </c:spPr>
            <c:txPr>
              <a:bodyPr rot="0" spcFirstLastPara="1" vertOverflow="ellipsis" vert="horz" wrap="square" lIns="38100" tIns="19050" rIns="38100" bIns="19050" anchor="ctr" anchorCtr="1">
                <a:spAutoFit/>
              </a:bodyPr>
              <a:lstStyle/>
              <a:p>
                <a:pPr>
                  <a:defRPr sz="2800" b="1" i="0" u="none" strike="noStrike" kern="1200" baseline="0">
                    <a:solidFill>
                      <a:schemeClr val="tx1"/>
                    </a:solidFill>
                    <a:latin typeface="+mn-lt"/>
                    <a:ea typeface="+mn-ea"/>
                    <a:cs typeface="+mn-cs"/>
                  </a:defRPr>
                </a:pPr>
                <a:endParaRPr lang="fr-FR"/>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Refus!$A$2:$A$6</c:f>
              <c:numCache>
                <c:formatCode>mmm\-yy</c:formatCode>
                <c:ptCount val="5"/>
                <c:pt idx="0">
                  <c:v>45748</c:v>
                </c:pt>
                <c:pt idx="1">
                  <c:v>45809</c:v>
                </c:pt>
                <c:pt idx="2">
                  <c:v>45870</c:v>
                </c:pt>
                <c:pt idx="3">
                  <c:v>45931</c:v>
                </c:pt>
                <c:pt idx="4">
                  <c:v>45962</c:v>
                </c:pt>
              </c:numCache>
            </c:numRef>
          </c:cat>
          <c:val>
            <c:numRef>
              <c:f>Refus!$B$2:$B$6</c:f>
              <c:numCache>
                <c:formatCode>0%</c:formatCode>
                <c:ptCount val="5"/>
                <c:pt idx="0">
                  <c:v>0.86</c:v>
                </c:pt>
                <c:pt idx="1">
                  <c:v>0.85</c:v>
                </c:pt>
                <c:pt idx="2">
                  <c:v>0.89</c:v>
                </c:pt>
                <c:pt idx="3">
                  <c:v>0.93</c:v>
                </c:pt>
                <c:pt idx="4">
                  <c:v>0.92</c:v>
                </c:pt>
              </c:numCache>
            </c:numRef>
          </c:val>
          <c:smooth val="0"/>
          <c:extLst>
            <c:ext xmlns:c16="http://schemas.microsoft.com/office/drawing/2014/chart" uri="{C3380CC4-5D6E-409C-BE32-E72D297353CC}">
              <c16:uniqueId val="{00000000-46A8-45E1-87D4-873DAAB9FF53}"/>
            </c:ext>
          </c:extLst>
        </c:ser>
        <c:dLbls>
          <c:showLegendKey val="0"/>
          <c:showVal val="0"/>
          <c:showCatName val="0"/>
          <c:showSerName val="0"/>
          <c:showPercent val="0"/>
          <c:showBubbleSize val="0"/>
        </c:dLbls>
        <c:marker val="1"/>
        <c:smooth val="0"/>
        <c:axId val="214032496"/>
        <c:axId val="214032976"/>
      </c:lineChart>
      <c:catAx>
        <c:axId val="214032496"/>
        <c:scaling>
          <c:orientation val="minMax"/>
        </c:scaling>
        <c:delete val="0"/>
        <c:axPos val="b"/>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3200" b="1" i="0" u="none" strike="noStrike" kern="1200" baseline="0">
                <a:solidFill>
                  <a:schemeClr val="tx1"/>
                </a:solidFill>
                <a:latin typeface="+mn-lt"/>
                <a:ea typeface="+mn-ea"/>
                <a:cs typeface="+mn-cs"/>
              </a:defRPr>
            </a:pPr>
            <a:endParaRPr lang="fr-FR"/>
          </a:p>
        </c:txPr>
        <c:crossAx val="214032976"/>
        <c:crosses val="autoZero"/>
        <c:auto val="0"/>
        <c:lblAlgn val="ctr"/>
        <c:lblOffset val="100"/>
        <c:noMultiLvlLbl val="0"/>
      </c:catAx>
      <c:valAx>
        <c:axId val="214032976"/>
        <c:scaling>
          <c:orientation val="minMax"/>
          <c:min val="0"/>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2800" b="1" i="0" u="none" strike="noStrike" kern="1200" baseline="0">
                <a:solidFill>
                  <a:schemeClr val="tx1"/>
                </a:solidFill>
                <a:latin typeface="+mn-lt"/>
                <a:ea typeface="+mn-ea"/>
                <a:cs typeface="+mn-cs"/>
              </a:defRPr>
            </a:pPr>
            <a:endParaRPr lang="fr-FR"/>
          </a:p>
        </c:txPr>
        <c:crossAx val="21403249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fr-FR"/>
    </a:p>
  </c:txPr>
  <c:externalData r:id="rId4">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Feuil1!$A$2</c:f>
              <c:strCache>
                <c:ptCount val="1"/>
                <c:pt idx="0">
                  <c:v>TV</c:v>
                </c:pt>
              </c:strCache>
            </c:strRef>
          </c:tx>
          <c:spPr>
            <a:ln w="63500" cap="rnd">
              <a:solidFill>
                <a:schemeClr val="accent1"/>
              </a:solidFill>
              <a:round/>
            </a:ln>
            <a:effectLst/>
          </c:spPr>
          <c:marker>
            <c:symbol val="circle"/>
            <c:size val="5"/>
            <c:spPr>
              <a:solidFill>
                <a:schemeClr val="accent1"/>
              </a:solidFill>
              <a:ln w="127000">
                <a:solidFill>
                  <a:schemeClr val="accent1"/>
                </a:solidFill>
              </a:ln>
              <a:effectLst/>
            </c:spPr>
          </c:marker>
          <c:cat>
            <c:numRef>
              <c:f>Feuil1!$B$1:$F$1</c:f>
              <c:numCache>
                <c:formatCode>mmm\-yy</c:formatCode>
                <c:ptCount val="5"/>
                <c:pt idx="0">
                  <c:v>45748</c:v>
                </c:pt>
                <c:pt idx="1">
                  <c:v>45809</c:v>
                </c:pt>
                <c:pt idx="2">
                  <c:v>45870</c:v>
                </c:pt>
                <c:pt idx="3">
                  <c:v>45931</c:v>
                </c:pt>
                <c:pt idx="4">
                  <c:v>45962</c:v>
                </c:pt>
              </c:numCache>
            </c:numRef>
          </c:cat>
          <c:val>
            <c:numRef>
              <c:f>Feuil1!$B$2:$F$2</c:f>
              <c:numCache>
                <c:formatCode>0%</c:formatCode>
                <c:ptCount val="5"/>
                <c:pt idx="0">
                  <c:v>6.0771954062688885E-2</c:v>
                </c:pt>
                <c:pt idx="1">
                  <c:v>4.9600367589267363E-2</c:v>
                </c:pt>
                <c:pt idx="2">
                  <c:v>2.6080819858243072E-2</c:v>
                </c:pt>
                <c:pt idx="3">
                  <c:v>1.375515818431912E-3</c:v>
                </c:pt>
                <c:pt idx="4">
                  <c:v>1.3568521031207597E-3</c:v>
                </c:pt>
              </c:numCache>
            </c:numRef>
          </c:val>
          <c:smooth val="0"/>
          <c:extLst>
            <c:ext xmlns:c16="http://schemas.microsoft.com/office/drawing/2014/chart" uri="{C3380CC4-5D6E-409C-BE32-E72D297353CC}">
              <c16:uniqueId val="{00000000-CC7C-4EBC-80F2-8A441D5DBC8C}"/>
            </c:ext>
          </c:extLst>
        </c:ser>
        <c:ser>
          <c:idx val="1"/>
          <c:order val="1"/>
          <c:tx>
            <c:strRef>
              <c:f>Feuil1!$A$3</c:f>
              <c:strCache>
                <c:ptCount val="1"/>
                <c:pt idx="0">
                  <c:v>Radio</c:v>
                </c:pt>
              </c:strCache>
            </c:strRef>
          </c:tx>
          <c:spPr>
            <a:ln w="63500" cap="rnd">
              <a:solidFill>
                <a:schemeClr val="accent2"/>
              </a:solidFill>
              <a:round/>
            </a:ln>
            <a:effectLst/>
          </c:spPr>
          <c:marker>
            <c:symbol val="circle"/>
            <c:size val="5"/>
            <c:spPr>
              <a:solidFill>
                <a:schemeClr val="accent2"/>
              </a:solidFill>
              <a:ln w="127000">
                <a:solidFill>
                  <a:schemeClr val="accent2"/>
                </a:solidFill>
              </a:ln>
              <a:effectLst/>
            </c:spPr>
          </c:marker>
          <c:cat>
            <c:numRef>
              <c:f>Feuil1!$B$1:$F$1</c:f>
              <c:numCache>
                <c:formatCode>mmm\-yy</c:formatCode>
                <c:ptCount val="5"/>
                <c:pt idx="0">
                  <c:v>45748</c:v>
                </c:pt>
                <c:pt idx="1">
                  <c:v>45809</c:v>
                </c:pt>
                <c:pt idx="2">
                  <c:v>45870</c:v>
                </c:pt>
                <c:pt idx="3">
                  <c:v>45931</c:v>
                </c:pt>
                <c:pt idx="4">
                  <c:v>45962</c:v>
                </c:pt>
              </c:numCache>
            </c:numRef>
          </c:cat>
          <c:val>
            <c:numRef>
              <c:f>Feuil1!$B$3:$F$3</c:f>
              <c:numCache>
                <c:formatCode>0%</c:formatCode>
                <c:ptCount val="5"/>
                <c:pt idx="0">
                  <c:v>9.29108021759779E-2</c:v>
                </c:pt>
                <c:pt idx="1">
                  <c:v>0.10061547018778491</c:v>
                </c:pt>
                <c:pt idx="2">
                  <c:v>0.11457534288607284</c:v>
                </c:pt>
                <c:pt idx="3">
                  <c:v>8.8033012379642367E-2</c:v>
                </c:pt>
                <c:pt idx="4">
                  <c:v>0.14689461673148727</c:v>
                </c:pt>
              </c:numCache>
            </c:numRef>
          </c:val>
          <c:smooth val="0"/>
          <c:extLst>
            <c:ext xmlns:c16="http://schemas.microsoft.com/office/drawing/2014/chart" uri="{C3380CC4-5D6E-409C-BE32-E72D297353CC}">
              <c16:uniqueId val="{00000001-CC7C-4EBC-80F2-8A441D5DBC8C}"/>
            </c:ext>
          </c:extLst>
        </c:ser>
        <c:ser>
          <c:idx val="2"/>
          <c:order val="2"/>
          <c:tx>
            <c:strRef>
              <c:f>Feuil1!$A$4</c:f>
              <c:strCache>
                <c:ptCount val="1"/>
                <c:pt idx="0">
                  <c:v>Centre d'infos</c:v>
                </c:pt>
              </c:strCache>
            </c:strRef>
          </c:tx>
          <c:spPr>
            <a:ln w="63500" cap="rnd">
              <a:solidFill>
                <a:schemeClr val="accent3"/>
              </a:solidFill>
              <a:round/>
            </a:ln>
            <a:effectLst/>
          </c:spPr>
          <c:marker>
            <c:symbol val="circle"/>
            <c:size val="5"/>
            <c:spPr>
              <a:solidFill>
                <a:schemeClr val="accent3"/>
              </a:solidFill>
              <a:ln w="127000">
                <a:solidFill>
                  <a:schemeClr val="accent3"/>
                </a:solidFill>
              </a:ln>
              <a:effectLst/>
            </c:spPr>
          </c:marker>
          <c:cat>
            <c:numRef>
              <c:f>Feuil1!$B$1:$F$1</c:f>
              <c:numCache>
                <c:formatCode>mmm\-yy</c:formatCode>
                <c:ptCount val="5"/>
                <c:pt idx="0">
                  <c:v>45748</c:v>
                </c:pt>
                <c:pt idx="1">
                  <c:v>45809</c:v>
                </c:pt>
                <c:pt idx="2">
                  <c:v>45870</c:v>
                </c:pt>
                <c:pt idx="3">
                  <c:v>45931</c:v>
                </c:pt>
                <c:pt idx="4">
                  <c:v>45962</c:v>
                </c:pt>
              </c:numCache>
            </c:numRef>
          </c:cat>
          <c:val>
            <c:numRef>
              <c:f>Feuil1!$B$4:$F$4</c:f>
              <c:numCache>
                <c:formatCode>0%</c:formatCode>
                <c:ptCount val="5"/>
                <c:pt idx="0">
                  <c:v>2.0827216993351178E-2</c:v>
                </c:pt>
                <c:pt idx="1">
                  <c:v>1.6867994341059962E-2</c:v>
                </c:pt>
                <c:pt idx="2">
                  <c:v>1.4777852781442729E-2</c:v>
                </c:pt>
                <c:pt idx="3">
                  <c:v>6.8775790921595595E-3</c:v>
                </c:pt>
                <c:pt idx="4">
                  <c:v>1.1529681760325615E-2</c:v>
                </c:pt>
              </c:numCache>
            </c:numRef>
          </c:val>
          <c:smooth val="0"/>
          <c:extLst>
            <c:ext xmlns:c16="http://schemas.microsoft.com/office/drawing/2014/chart" uri="{C3380CC4-5D6E-409C-BE32-E72D297353CC}">
              <c16:uniqueId val="{00000002-CC7C-4EBC-80F2-8A441D5DBC8C}"/>
            </c:ext>
          </c:extLst>
        </c:ser>
        <c:ser>
          <c:idx val="3"/>
          <c:order val="3"/>
          <c:tx>
            <c:strRef>
              <c:f>Feuil1!$A$5</c:f>
              <c:strCache>
                <c:ptCount val="1"/>
                <c:pt idx="0">
                  <c:v>Crieur</c:v>
                </c:pt>
              </c:strCache>
            </c:strRef>
          </c:tx>
          <c:spPr>
            <a:ln w="63500" cap="rnd">
              <a:solidFill>
                <a:schemeClr val="accent4"/>
              </a:solidFill>
              <a:round/>
            </a:ln>
            <a:effectLst/>
          </c:spPr>
          <c:marker>
            <c:symbol val="circle"/>
            <c:size val="5"/>
            <c:spPr>
              <a:solidFill>
                <a:schemeClr val="accent4"/>
              </a:solidFill>
              <a:ln w="127000">
                <a:solidFill>
                  <a:schemeClr val="accent4"/>
                </a:solidFill>
              </a:ln>
              <a:effectLst/>
            </c:spPr>
          </c:marker>
          <c:cat>
            <c:numRef>
              <c:f>Feuil1!$B$1:$F$1</c:f>
              <c:numCache>
                <c:formatCode>mmm\-yy</c:formatCode>
                <c:ptCount val="5"/>
                <c:pt idx="0">
                  <c:v>45748</c:v>
                </c:pt>
                <c:pt idx="1">
                  <c:v>45809</c:v>
                </c:pt>
                <c:pt idx="2">
                  <c:v>45870</c:v>
                </c:pt>
                <c:pt idx="3">
                  <c:v>45931</c:v>
                </c:pt>
                <c:pt idx="4">
                  <c:v>45962</c:v>
                </c:pt>
              </c:numCache>
            </c:numRef>
          </c:cat>
          <c:val>
            <c:numRef>
              <c:f>Feuil1!$B$5:$F$5</c:f>
              <c:numCache>
                <c:formatCode>0%</c:formatCode>
                <c:ptCount val="5"/>
                <c:pt idx="0">
                  <c:v>0.10935152404800967</c:v>
                </c:pt>
                <c:pt idx="1">
                  <c:v>8.3977219138825401E-2</c:v>
                </c:pt>
                <c:pt idx="2">
                  <c:v>0.11457534288607284</c:v>
                </c:pt>
                <c:pt idx="3">
                  <c:v>0.14305364511691884</c:v>
                </c:pt>
                <c:pt idx="4">
                  <c:v>0.10279976493061847</c:v>
                </c:pt>
              </c:numCache>
            </c:numRef>
          </c:val>
          <c:smooth val="0"/>
          <c:extLst>
            <c:ext xmlns:c16="http://schemas.microsoft.com/office/drawing/2014/chart" uri="{C3380CC4-5D6E-409C-BE32-E72D297353CC}">
              <c16:uniqueId val="{00000003-CC7C-4EBC-80F2-8A441D5DBC8C}"/>
            </c:ext>
          </c:extLst>
        </c:ser>
        <c:ser>
          <c:idx val="4"/>
          <c:order val="4"/>
          <c:tx>
            <c:strRef>
              <c:f>Feuil1!$A$6</c:f>
              <c:strCache>
                <c:ptCount val="1"/>
                <c:pt idx="0">
                  <c:v>Caravanes</c:v>
                </c:pt>
              </c:strCache>
            </c:strRef>
          </c:tx>
          <c:spPr>
            <a:ln w="63500" cap="rnd">
              <a:solidFill>
                <a:schemeClr val="accent5"/>
              </a:solidFill>
              <a:round/>
            </a:ln>
            <a:effectLst/>
          </c:spPr>
          <c:marker>
            <c:symbol val="circle"/>
            <c:size val="5"/>
            <c:spPr>
              <a:solidFill>
                <a:schemeClr val="accent5"/>
              </a:solidFill>
              <a:ln w="127000">
                <a:solidFill>
                  <a:schemeClr val="accent5"/>
                </a:solidFill>
              </a:ln>
              <a:effectLst/>
            </c:spPr>
          </c:marker>
          <c:cat>
            <c:numRef>
              <c:f>Feuil1!$B$1:$F$1</c:f>
              <c:numCache>
                <c:formatCode>mmm\-yy</c:formatCode>
                <c:ptCount val="5"/>
                <c:pt idx="0">
                  <c:v>45748</c:v>
                </c:pt>
                <c:pt idx="1">
                  <c:v>45809</c:v>
                </c:pt>
                <c:pt idx="2">
                  <c:v>45870</c:v>
                </c:pt>
                <c:pt idx="3">
                  <c:v>45931</c:v>
                </c:pt>
                <c:pt idx="4">
                  <c:v>45962</c:v>
                </c:pt>
              </c:numCache>
            </c:numRef>
          </c:cat>
          <c:val>
            <c:numRef>
              <c:f>Feuil1!$B$6:$F$6</c:f>
              <c:numCache>
                <c:formatCode>0%</c:formatCode>
                <c:ptCount val="5"/>
                <c:pt idx="0">
                  <c:v>2.5110094119678784E-2</c:v>
                </c:pt>
                <c:pt idx="1">
                  <c:v>2.0834089067846822E-2</c:v>
                </c:pt>
                <c:pt idx="2">
                  <c:v>1.8801202786045228E-2</c:v>
                </c:pt>
                <c:pt idx="3">
                  <c:v>1.9257221458046769E-2</c:v>
                </c:pt>
                <c:pt idx="4">
                  <c:v>4.4156461017822064E-2</c:v>
                </c:pt>
              </c:numCache>
            </c:numRef>
          </c:val>
          <c:smooth val="0"/>
          <c:extLst>
            <c:ext xmlns:c16="http://schemas.microsoft.com/office/drawing/2014/chart" uri="{C3380CC4-5D6E-409C-BE32-E72D297353CC}">
              <c16:uniqueId val="{00000004-CC7C-4EBC-80F2-8A441D5DBC8C}"/>
            </c:ext>
          </c:extLst>
        </c:ser>
        <c:ser>
          <c:idx val="5"/>
          <c:order val="5"/>
          <c:tx>
            <c:strRef>
              <c:f>Feuil1!$A$7</c:f>
              <c:strCache>
                <c:ptCount val="1"/>
                <c:pt idx="0">
                  <c:v>Agents de santé</c:v>
                </c:pt>
              </c:strCache>
            </c:strRef>
          </c:tx>
          <c:spPr>
            <a:ln w="63500" cap="rnd">
              <a:solidFill>
                <a:schemeClr val="accent6"/>
              </a:solidFill>
              <a:round/>
            </a:ln>
            <a:effectLst/>
          </c:spPr>
          <c:marker>
            <c:symbol val="circle"/>
            <c:size val="5"/>
            <c:spPr>
              <a:solidFill>
                <a:schemeClr val="accent6"/>
              </a:solidFill>
              <a:ln w="127000">
                <a:solidFill>
                  <a:schemeClr val="accent6"/>
                </a:solidFill>
              </a:ln>
              <a:effectLst/>
            </c:spPr>
          </c:marker>
          <c:cat>
            <c:numRef>
              <c:f>Feuil1!$B$1:$F$1</c:f>
              <c:numCache>
                <c:formatCode>mmm\-yy</c:formatCode>
                <c:ptCount val="5"/>
                <c:pt idx="0">
                  <c:v>45748</c:v>
                </c:pt>
                <c:pt idx="1">
                  <c:v>45809</c:v>
                </c:pt>
                <c:pt idx="2">
                  <c:v>45870</c:v>
                </c:pt>
                <c:pt idx="3">
                  <c:v>45931</c:v>
                </c:pt>
                <c:pt idx="4">
                  <c:v>45962</c:v>
                </c:pt>
              </c:numCache>
            </c:numRef>
          </c:cat>
          <c:val>
            <c:numRef>
              <c:f>Feuil1!$B$7:$F$7</c:f>
              <c:numCache>
                <c:formatCode>0%</c:formatCode>
                <c:ptCount val="5"/>
                <c:pt idx="0">
                  <c:v>0.17972541231327174</c:v>
                </c:pt>
                <c:pt idx="1">
                  <c:v>0.17974389668806906</c:v>
                </c:pt>
                <c:pt idx="2">
                  <c:v>0.16708984075358227</c:v>
                </c:pt>
                <c:pt idx="3">
                  <c:v>0.16643741403026135</c:v>
                </c:pt>
                <c:pt idx="4">
                  <c:v>0.17746133457727684</c:v>
                </c:pt>
              </c:numCache>
            </c:numRef>
          </c:val>
          <c:smooth val="0"/>
          <c:extLst>
            <c:ext xmlns:c16="http://schemas.microsoft.com/office/drawing/2014/chart" uri="{C3380CC4-5D6E-409C-BE32-E72D297353CC}">
              <c16:uniqueId val="{00000005-CC7C-4EBC-80F2-8A441D5DBC8C}"/>
            </c:ext>
          </c:extLst>
        </c:ser>
        <c:ser>
          <c:idx val="6"/>
          <c:order val="6"/>
          <c:tx>
            <c:strRef>
              <c:f>Feuil1!$A$8</c:f>
              <c:strCache>
                <c:ptCount val="1"/>
                <c:pt idx="0">
                  <c:v>Volotaires</c:v>
                </c:pt>
              </c:strCache>
            </c:strRef>
          </c:tx>
          <c:spPr>
            <a:ln w="63500" cap="rnd">
              <a:solidFill>
                <a:schemeClr val="accent1">
                  <a:lumMod val="60000"/>
                </a:schemeClr>
              </a:solidFill>
              <a:round/>
            </a:ln>
            <a:effectLst/>
          </c:spPr>
          <c:marker>
            <c:symbol val="circle"/>
            <c:size val="5"/>
            <c:spPr>
              <a:solidFill>
                <a:schemeClr val="accent1">
                  <a:lumMod val="60000"/>
                </a:schemeClr>
              </a:solidFill>
              <a:ln w="127000">
                <a:solidFill>
                  <a:schemeClr val="accent1">
                    <a:lumMod val="60000"/>
                  </a:schemeClr>
                </a:solidFill>
              </a:ln>
              <a:effectLst/>
            </c:spPr>
          </c:marker>
          <c:cat>
            <c:numRef>
              <c:f>Feuil1!$B$1:$F$1</c:f>
              <c:numCache>
                <c:formatCode>mmm\-yy</c:formatCode>
                <c:ptCount val="5"/>
                <c:pt idx="0">
                  <c:v>45748</c:v>
                </c:pt>
                <c:pt idx="1">
                  <c:v>45809</c:v>
                </c:pt>
                <c:pt idx="2">
                  <c:v>45870</c:v>
                </c:pt>
                <c:pt idx="3">
                  <c:v>45931</c:v>
                </c:pt>
                <c:pt idx="4">
                  <c:v>45962</c:v>
                </c:pt>
              </c:numCache>
            </c:numRef>
          </c:cat>
          <c:val>
            <c:numRef>
              <c:f>Feuil1!$B$8:$F$8</c:f>
              <c:numCache>
                <c:formatCode>0%</c:formatCode>
                <c:ptCount val="5"/>
                <c:pt idx="0">
                  <c:v>0.34468526034021241</c:v>
                </c:pt>
                <c:pt idx="1">
                  <c:v>0.38414287614418208</c:v>
                </c:pt>
                <c:pt idx="2">
                  <c:v>0.36467122825319875</c:v>
                </c:pt>
                <c:pt idx="3">
                  <c:v>0.21458046767537828</c:v>
                </c:pt>
                <c:pt idx="4">
                  <c:v>0.31462316882270414</c:v>
                </c:pt>
              </c:numCache>
            </c:numRef>
          </c:val>
          <c:smooth val="0"/>
          <c:extLst>
            <c:ext xmlns:c16="http://schemas.microsoft.com/office/drawing/2014/chart" uri="{C3380CC4-5D6E-409C-BE32-E72D297353CC}">
              <c16:uniqueId val="{00000006-CC7C-4EBC-80F2-8A441D5DBC8C}"/>
            </c:ext>
          </c:extLst>
        </c:ser>
        <c:ser>
          <c:idx val="7"/>
          <c:order val="7"/>
          <c:tx>
            <c:strRef>
              <c:f>Feuil1!$A$9</c:f>
              <c:strCache>
                <c:ptCount val="1"/>
                <c:pt idx="0">
                  <c:v>Leaders religieux</c:v>
                </c:pt>
              </c:strCache>
            </c:strRef>
          </c:tx>
          <c:spPr>
            <a:ln w="63500" cap="rnd">
              <a:solidFill>
                <a:schemeClr val="accent2">
                  <a:lumMod val="60000"/>
                </a:schemeClr>
              </a:solidFill>
              <a:round/>
            </a:ln>
            <a:effectLst/>
          </c:spPr>
          <c:marker>
            <c:symbol val="circle"/>
            <c:size val="5"/>
            <c:spPr>
              <a:solidFill>
                <a:schemeClr val="accent2">
                  <a:lumMod val="60000"/>
                </a:schemeClr>
              </a:solidFill>
              <a:ln w="127000">
                <a:solidFill>
                  <a:schemeClr val="accent2">
                    <a:lumMod val="60000"/>
                  </a:schemeClr>
                </a:solidFill>
              </a:ln>
              <a:effectLst/>
            </c:spPr>
          </c:marker>
          <c:cat>
            <c:numRef>
              <c:f>Feuil1!$B$1:$F$1</c:f>
              <c:numCache>
                <c:formatCode>mmm\-yy</c:formatCode>
                <c:ptCount val="5"/>
                <c:pt idx="0">
                  <c:v>45748</c:v>
                </c:pt>
                <c:pt idx="1">
                  <c:v>45809</c:v>
                </c:pt>
                <c:pt idx="2">
                  <c:v>45870</c:v>
                </c:pt>
                <c:pt idx="3">
                  <c:v>45931</c:v>
                </c:pt>
                <c:pt idx="4">
                  <c:v>45962</c:v>
                </c:pt>
              </c:numCache>
            </c:numRef>
          </c:cat>
          <c:val>
            <c:numRef>
              <c:f>Feuil1!$B$9:$F$9</c:f>
              <c:numCache>
                <c:formatCode>0%</c:formatCode>
                <c:ptCount val="5"/>
                <c:pt idx="0">
                  <c:v>8.6521025818150424E-2</c:v>
                </c:pt>
                <c:pt idx="1">
                  <c:v>8.0168317190844121E-2</c:v>
                </c:pt>
                <c:pt idx="2">
                  <c:v>9.5152802921051827E-2</c:v>
                </c:pt>
                <c:pt idx="3">
                  <c:v>0.18707015130674004</c:v>
                </c:pt>
                <c:pt idx="4">
                  <c:v>0.10624376666150744</c:v>
                </c:pt>
              </c:numCache>
            </c:numRef>
          </c:val>
          <c:smooth val="0"/>
          <c:extLst>
            <c:ext xmlns:c16="http://schemas.microsoft.com/office/drawing/2014/chart" uri="{C3380CC4-5D6E-409C-BE32-E72D297353CC}">
              <c16:uniqueId val="{00000007-CC7C-4EBC-80F2-8A441D5DBC8C}"/>
            </c:ext>
          </c:extLst>
        </c:ser>
        <c:ser>
          <c:idx val="8"/>
          <c:order val="8"/>
          <c:tx>
            <c:strRef>
              <c:f>Feuil1!$A$10</c:f>
              <c:strCache>
                <c:ptCount val="1"/>
                <c:pt idx="0">
                  <c:v>Leaders comm</c:v>
                </c:pt>
              </c:strCache>
            </c:strRef>
          </c:tx>
          <c:spPr>
            <a:ln w="63500" cap="rnd">
              <a:solidFill>
                <a:schemeClr val="accent3">
                  <a:lumMod val="60000"/>
                </a:schemeClr>
              </a:solidFill>
              <a:round/>
            </a:ln>
            <a:effectLst/>
          </c:spPr>
          <c:marker>
            <c:symbol val="circle"/>
            <c:size val="5"/>
            <c:spPr>
              <a:solidFill>
                <a:schemeClr val="accent3">
                  <a:lumMod val="60000"/>
                </a:schemeClr>
              </a:solidFill>
              <a:ln w="127000">
                <a:solidFill>
                  <a:schemeClr val="accent3">
                    <a:lumMod val="60000"/>
                  </a:schemeClr>
                </a:solidFill>
              </a:ln>
              <a:effectLst/>
            </c:spPr>
          </c:marker>
          <c:cat>
            <c:numRef>
              <c:f>Feuil1!$B$1:$F$1</c:f>
              <c:numCache>
                <c:formatCode>mmm\-yy</c:formatCode>
                <c:ptCount val="5"/>
                <c:pt idx="0">
                  <c:v>45748</c:v>
                </c:pt>
                <c:pt idx="1">
                  <c:v>45809</c:v>
                </c:pt>
                <c:pt idx="2">
                  <c:v>45870</c:v>
                </c:pt>
                <c:pt idx="3">
                  <c:v>45931</c:v>
                </c:pt>
                <c:pt idx="4">
                  <c:v>45962</c:v>
                </c:pt>
              </c:numCache>
            </c:numRef>
          </c:cat>
          <c:val>
            <c:numRef>
              <c:f>Feuil1!$B$10:$F$10</c:f>
              <c:numCache>
                <c:formatCode>0%</c:formatCode>
                <c:ptCount val="5"/>
                <c:pt idx="0">
                  <c:v>5.2931525774976257E-2</c:v>
                </c:pt>
                <c:pt idx="1">
                  <c:v>5.9225402353054984E-2</c:v>
                </c:pt>
                <c:pt idx="2">
                  <c:v>6.3077229910097884E-2</c:v>
                </c:pt>
                <c:pt idx="3">
                  <c:v>0.15543328748280605</c:v>
                </c:pt>
                <c:pt idx="4">
                  <c:v>7.5806668545366426E-2</c:v>
                </c:pt>
              </c:numCache>
            </c:numRef>
          </c:val>
          <c:smooth val="0"/>
          <c:extLst>
            <c:ext xmlns:c16="http://schemas.microsoft.com/office/drawing/2014/chart" uri="{C3380CC4-5D6E-409C-BE32-E72D297353CC}">
              <c16:uniqueId val="{00000008-CC7C-4EBC-80F2-8A441D5DBC8C}"/>
            </c:ext>
          </c:extLst>
        </c:ser>
        <c:ser>
          <c:idx val="9"/>
          <c:order val="9"/>
          <c:tx>
            <c:strRef>
              <c:f>Feuil1!$A$11</c:f>
              <c:strCache>
                <c:ptCount val="1"/>
                <c:pt idx="0">
                  <c:v>Textos RX</c:v>
                </c:pt>
              </c:strCache>
            </c:strRef>
          </c:tx>
          <c:spPr>
            <a:ln w="63500" cap="rnd">
              <a:solidFill>
                <a:schemeClr val="accent4">
                  <a:lumMod val="60000"/>
                </a:schemeClr>
              </a:solidFill>
              <a:round/>
            </a:ln>
            <a:effectLst/>
          </c:spPr>
          <c:marker>
            <c:symbol val="circle"/>
            <c:size val="5"/>
            <c:spPr>
              <a:solidFill>
                <a:schemeClr val="accent4">
                  <a:lumMod val="60000"/>
                </a:schemeClr>
              </a:solidFill>
              <a:ln w="127000">
                <a:solidFill>
                  <a:schemeClr val="accent4">
                    <a:lumMod val="60000"/>
                  </a:schemeClr>
                </a:solidFill>
              </a:ln>
              <a:effectLst/>
            </c:spPr>
          </c:marker>
          <c:cat>
            <c:numRef>
              <c:f>Feuil1!$B$1:$F$1</c:f>
              <c:numCache>
                <c:formatCode>mmm\-yy</c:formatCode>
                <c:ptCount val="5"/>
                <c:pt idx="0">
                  <c:v>45748</c:v>
                </c:pt>
                <c:pt idx="1">
                  <c:v>45809</c:v>
                </c:pt>
                <c:pt idx="2">
                  <c:v>45870</c:v>
                </c:pt>
                <c:pt idx="3">
                  <c:v>45931</c:v>
                </c:pt>
                <c:pt idx="4">
                  <c:v>45962</c:v>
                </c:pt>
              </c:numCache>
            </c:numRef>
          </c:cat>
          <c:val>
            <c:numRef>
              <c:f>Feuil1!$B$11:$F$11</c:f>
              <c:numCache>
                <c:formatCode>0%</c:formatCode>
                <c:ptCount val="5"/>
                <c:pt idx="0">
                  <c:v>2.5973577411277093E-2</c:v>
                </c:pt>
                <c:pt idx="1">
                  <c:v>2.425605494492207E-2</c:v>
                </c:pt>
                <c:pt idx="2">
                  <c:v>2.0542481053051457E-2</c:v>
                </c:pt>
                <c:pt idx="3">
                  <c:v>1.6506189821182942E-2</c:v>
                </c:pt>
                <c:pt idx="4">
                  <c:v>1.7112360402488706E-2</c:v>
                </c:pt>
              </c:numCache>
            </c:numRef>
          </c:val>
          <c:smooth val="0"/>
          <c:extLst>
            <c:ext xmlns:c16="http://schemas.microsoft.com/office/drawing/2014/chart" uri="{C3380CC4-5D6E-409C-BE32-E72D297353CC}">
              <c16:uniqueId val="{00000009-CC7C-4EBC-80F2-8A441D5DBC8C}"/>
            </c:ext>
          </c:extLst>
        </c:ser>
        <c:ser>
          <c:idx val="10"/>
          <c:order val="10"/>
          <c:tx>
            <c:strRef>
              <c:f>Feuil1!$A$12</c:f>
              <c:strCache>
                <c:ptCount val="1"/>
                <c:pt idx="0">
                  <c:v>Autres</c:v>
                </c:pt>
              </c:strCache>
            </c:strRef>
          </c:tx>
          <c:spPr>
            <a:ln w="63500" cap="rnd">
              <a:solidFill>
                <a:schemeClr val="accent5">
                  <a:lumMod val="60000"/>
                </a:schemeClr>
              </a:solidFill>
              <a:round/>
            </a:ln>
            <a:effectLst/>
          </c:spPr>
          <c:marker>
            <c:symbol val="circle"/>
            <c:size val="5"/>
            <c:spPr>
              <a:solidFill>
                <a:schemeClr val="accent5">
                  <a:lumMod val="60000"/>
                </a:schemeClr>
              </a:solidFill>
              <a:ln w="127000">
                <a:solidFill>
                  <a:schemeClr val="accent5">
                    <a:lumMod val="60000"/>
                  </a:schemeClr>
                </a:solidFill>
              </a:ln>
              <a:effectLst/>
            </c:spPr>
          </c:marker>
          <c:cat>
            <c:numRef>
              <c:f>Feuil1!$B$1:$F$1</c:f>
              <c:numCache>
                <c:formatCode>mmm\-yy</c:formatCode>
                <c:ptCount val="5"/>
                <c:pt idx="0">
                  <c:v>45748</c:v>
                </c:pt>
                <c:pt idx="1">
                  <c:v>45809</c:v>
                </c:pt>
                <c:pt idx="2">
                  <c:v>45870</c:v>
                </c:pt>
                <c:pt idx="3">
                  <c:v>45931</c:v>
                </c:pt>
                <c:pt idx="4">
                  <c:v>45962</c:v>
                </c:pt>
              </c:numCache>
            </c:numRef>
          </c:cat>
          <c:val>
            <c:numRef>
              <c:f>Feuil1!$B$12:$F$12</c:f>
              <c:numCache>
                <c:formatCode>0%</c:formatCode>
                <c:ptCount val="5"/>
                <c:pt idx="0">
                  <c:v>1.1916069424056644E-3</c:v>
                </c:pt>
                <c:pt idx="1">
                  <c:v>5.6831235414323889E-4</c:v>
                </c:pt>
                <c:pt idx="2">
                  <c:v>6.5585591114111254E-4</c:v>
                </c:pt>
                <c:pt idx="3">
                  <c:v>1.375515818431912E-3</c:v>
                </c:pt>
                <c:pt idx="4">
                  <c:v>2.0153244472823051E-3</c:v>
                </c:pt>
              </c:numCache>
            </c:numRef>
          </c:val>
          <c:smooth val="0"/>
          <c:extLst>
            <c:ext xmlns:c16="http://schemas.microsoft.com/office/drawing/2014/chart" uri="{C3380CC4-5D6E-409C-BE32-E72D297353CC}">
              <c16:uniqueId val="{0000000A-CC7C-4EBC-80F2-8A441D5DBC8C}"/>
            </c:ext>
          </c:extLst>
        </c:ser>
        <c:dLbls>
          <c:showLegendKey val="0"/>
          <c:showVal val="0"/>
          <c:showCatName val="0"/>
          <c:showSerName val="0"/>
          <c:showPercent val="0"/>
          <c:showBubbleSize val="0"/>
        </c:dLbls>
        <c:marker val="1"/>
        <c:smooth val="0"/>
        <c:axId val="1800109855"/>
        <c:axId val="1800106975"/>
      </c:lineChart>
      <c:catAx>
        <c:axId val="1800109855"/>
        <c:scaling>
          <c:orientation val="minMax"/>
        </c:scaling>
        <c:delete val="0"/>
        <c:axPos val="b"/>
        <c:numFmt formatCode="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000" b="1" i="0" u="none" strike="noStrike" kern="1200" baseline="0">
                <a:solidFill>
                  <a:schemeClr val="tx1"/>
                </a:solidFill>
                <a:latin typeface="+mn-lt"/>
                <a:ea typeface="+mn-ea"/>
                <a:cs typeface="+mn-cs"/>
              </a:defRPr>
            </a:pPr>
            <a:endParaRPr lang="fr-FR"/>
          </a:p>
        </c:txPr>
        <c:crossAx val="1800106975"/>
        <c:crosses val="autoZero"/>
        <c:auto val="0"/>
        <c:lblAlgn val="ctr"/>
        <c:lblOffset val="100"/>
        <c:noMultiLvlLbl val="0"/>
      </c:catAx>
      <c:valAx>
        <c:axId val="1800106975"/>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2400" b="1" i="0" u="none" strike="noStrike" kern="1200" baseline="0">
                <a:solidFill>
                  <a:schemeClr val="tx1"/>
                </a:solidFill>
                <a:latin typeface="+mn-lt"/>
                <a:ea typeface="+mn-ea"/>
                <a:cs typeface="+mn-cs"/>
              </a:defRPr>
            </a:pPr>
            <a:endParaRPr lang="fr-FR"/>
          </a:p>
        </c:txPr>
        <c:crossAx val="180010985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2800" b="0" i="0" u="none" strike="noStrike" kern="1200" baseline="0">
              <a:solidFill>
                <a:schemeClr val="tx1"/>
              </a:solidFill>
              <a:latin typeface="+mn-lt"/>
              <a:ea typeface="+mn-ea"/>
              <a:cs typeface="+mn-cs"/>
            </a:defRPr>
          </a:pPr>
          <a:endParaRPr lang="fr-F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fr-FR"/>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3461840075082344E-2"/>
          <c:y val="3.1960080276426772E-2"/>
          <c:w val="0.9025934734972858"/>
          <c:h val="0.74281556821656947"/>
        </c:manualLayout>
      </c:layout>
      <c:barChart>
        <c:barDir val="col"/>
        <c:grouping val="clustered"/>
        <c:varyColors val="0"/>
        <c:ser>
          <c:idx val="0"/>
          <c:order val="0"/>
          <c:tx>
            <c:strRef>
              <c:f>Sheet1!$E$6</c:f>
              <c:strCache>
                <c:ptCount val="1"/>
                <c:pt idx="0">
                  <c:v>Fievre Jaune</c:v>
                </c:pt>
              </c:strCache>
            </c:strRef>
          </c:tx>
          <c:spPr>
            <a:solidFill>
              <a:schemeClr val="accent1"/>
            </a:solidFill>
            <a:ln>
              <a:noFill/>
            </a:ln>
            <a:effectLst/>
          </c:spPr>
          <c:invertIfNegative val="0"/>
          <c:dLbls>
            <c:dLbl>
              <c:idx val="3"/>
              <c:layout>
                <c:manualLayout>
                  <c:x val="-3.806400585722524E-2"/>
                  <c:y val="-2.66316710411198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2C5E-44D7-993D-39C47677659F}"/>
                </c:ext>
              </c:extLst>
            </c:dLbl>
            <c:dLbl>
              <c:idx val="6"/>
              <c:layout>
                <c:manualLayout>
                  <c:x val="-5.1830240047472552E-3"/>
                  <c:y val="-8.0673802189433615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2C5E-44D7-993D-39C47677659F}"/>
                </c:ext>
              </c:extLst>
            </c:dLbl>
            <c:spPr>
              <a:noFill/>
              <a:ln>
                <a:noFill/>
              </a:ln>
              <a:effectLst/>
            </c:spPr>
            <c:txPr>
              <a:bodyPr rot="0" spcFirstLastPara="1" vertOverflow="ellipsis" vert="horz" wrap="square" anchor="ctr" anchorCtr="1"/>
              <a:lstStyle/>
              <a:p>
                <a:pPr>
                  <a:defRPr sz="1400" b="0" i="0" u="none" strike="noStrike" kern="1200" baseline="0">
                    <a:solidFill>
                      <a:schemeClr val="tx1">
                        <a:lumMod val="75000"/>
                        <a:lumOff val="25000"/>
                      </a:schemeClr>
                    </a:solidFill>
                    <a:latin typeface="+mn-lt"/>
                    <a:ea typeface="+mn-ea"/>
                    <a:cs typeface="+mn-cs"/>
                  </a:defRPr>
                </a:pPr>
                <a:endParaRPr lang="en-RW"/>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Sheet1!$D$7:$D$13</c:f>
              <c:strCache>
                <c:ptCount val="7"/>
                <c:pt idx="0">
                  <c:v>Ne crois pas a la vaccination</c:v>
                </c:pt>
                <c:pt idx="1">
                  <c:v>Dose deja recue</c:v>
                </c:pt>
                <c:pt idx="2">
                  <c:v>Peur des effets secondaires</c:v>
                </c:pt>
                <c:pt idx="3">
                  <c:v>Site vaccination trop eloigne</c:v>
                </c:pt>
                <c:pt idx="4">
                  <c:v>Non informe</c:v>
                </c:pt>
                <c:pt idx="5">
                  <c:v>Absence</c:v>
                </c:pt>
                <c:pt idx="6">
                  <c:v>Refus</c:v>
                </c:pt>
              </c:strCache>
            </c:strRef>
          </c:cat>
          <c:val>
            <c:numRef>
              <c:f>Sheet1!$E$7:$E$13</c:f>
              <c:numCache>
                <c:formatCode>0.00%</c:formatCode>
                <c:ptCount val="7"/>
                <c:pt idx="0">
                  <c:v>0.223</c:v>
                </c:pt>
                <c:pt idx="1">
                  <c:v>0.17799999999999999</c:v>
                </c:pt>
                <c:pt idx="2">
                  <c:v>8.5999999999999993E-2</c:v>
                </c:pt>
                <c:pt idx="3">
                  <c:v>1.4E-2</c:v>
                </c:pt>
                <c:pt idx="6">
                  <c:v>1.4999999999999999E-2</c:v>
                </c:pt>
              </c:numCache>
            </c:numRef>
          </c:val>
          <c:extLst>
            <c:ext xmlns:c16="http://schemas.microsoft.com/office/drawing/2014/chart" uri="{C3380CC4-5D6E-409C-BE32-E72D297353CC}">
              <c16:uniqueId val="{00000002-2C5E-44D7-993D-39C47677659F}"/>
            </c:ext>
          </c:extLst>
        </c:ser>
        <c:ser>
          <c:idx val="1"/>
          <c:order val="1"/>
          <c:tx>
            <c:strRef>
              <c:f>Sheet1!$F$6</c:f>
              <c:strCache>
                <c:ptCount val="1"/>
                <c:pt idx="0">
                  <c:v>Rougeole</c:v>
                </c:pt>
              </c:strCache>
            </c:strRef>
          </c:tx>
          <c:spPr>
            <a:solidFill>
              <a:schemeClr val="accent2"/>
            </a:solidFill>
            <a:ln>
              <a:noFill/>
            </a:ln>
            <a:effectLst/>
          </c:spPr>
          <c:invertIfNegative val="0"/>
          <c:dLbls>
            <c:dLbl>
              <c:idx val="1"/>
              <c:layout>
                <c:manualLayout>
                  <c:x val="2.1867876319270993E-2"/>
                  <c:y val="-1.388888888888897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2C5E-44D7-993D-39C47677659F}"/>
                </c:ext>
              </c:extLst>
            </c:dLbl>
            <c:dLbl>
              <c:idx val="3"/>
              <c:layout>
                <c:manualLayout>
                  <c:x val="3.6442984491331085E-2"/>
                  <c:y val="-2.360645513370234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2C5E-44D7-993D-39C47677659F}"/>
                </c:ext>
              </c:extLst>
            </c:dLbl>
            <c:dLbl>
              <c:idx val="6"/>
              <c:layout>
                <c:manualLayout>
                  <c:x val="-2.1665227696056548E-2"/>
                  <c:y val="-2.703997211653830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2C5E-44D7-993D-39C47677659F}"/>
                </c:ext>
              </c:extLst>
            </c:dLbl>
            <c:spPr>
              <a:noFill/>
              <a:ln>
                <a:noFill/>
              </a:ln>
              <a:effectLst/>
            </c:spPr>
            <c:txPr>
              <a:bodyPr rot="0" spcFirstLastPara="1" vertOverflow="ellipsis" vert="horz" wrap="square" anchor="ctr" anchorCtr="1"/>
              <a:lstStyle/>
              <a:p>
                <a:pPr>
                  <a:defRPr sz="1400" b="0" i="0" u="none" strike="noStrike" kern="1200" baseline="0">
                    <a:solidFill>
                      <a:schemeClr val="tx1">
                        <a:lumMod val="75000"/>
                        <a:lumOff val="25000"/>
                      </a:schemeClr>
                    </a:solidFill>
                    <a:latin typeface="+mn-lt"/>
                    <a:ea typeface="+mn-ea"/>
                    <a:cs typeface="+mn-cs"/>
                  </a:defRPr>
                </a:pPr>
                <a:endParaRPr lang="en-RW"/>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Sheet1!$D$7:$D$13</c:f>
              <c:strCache>
                <c:ptCount val="7"/>
                <c:pt idx="0">
                  <c:v>Ne crois pas a la vaccination</c:v>
                </c:pt>
                <c:pt idx="1">
                  <c:v>Dose deja recue</c:v>
                </c:pt>
                <c:pt idx="2">
                  <c:v>Peur des effets secondaires</c:v>
                </c:pt>
                <c:pt idx="3">
                  <c:v>Site vaccination trop eloigne</c:v>
                </c:pt>
                <c:pt idx="4">
                  <c:v>Non informe</c:v>
                </c:pt>
                <c:pt idx="5">
                  <c:v>Absence</c:v>
                </c:pt>
                <c:pt idx="6">
                  <c:v>Refus</c:v>
                </c:pt>
              </c:strCache>
            </c:strRef>
          </c:cat>
          <c:val>
            <c:numRef>
              <c:f>Sheet1!$F$7:$F$13</c:f>
              <c:numCache>
                <c:formatCode>0%</c:formatCode>
                <c:ptCount val="7"/>
                <c:pt idx="1">
                  <c:v>0.02</c:v>
                </c:pt>
                <c:pt idx="3">
                  <c:v>0.06</c:v>
                </c:pt>
                <c:pt idx="4">
                  <c:v>0.27</c:v>
                </c:pt>
                <c:pt idx="6">
                  <c:v>0.15</c:v>
                </c:pt>
              </c:numCache>
            </c:numRef>
          </c:val>
          <c:extLst>
            <c:ext xmlns:c16="http://schemas.microsoft.com/office/drawing/2014/chart" uri="{C3380CC4-5D6E-409C-BE32-E72D297353CC}">
              <c16:uniqueId val="{00000006-2C5E-44D7-993D-39C47677659F}"/>
            </c:ext>
          </c:extLst>
        </c:ser>
        <c:ser>
          <c:idx val="2"/>
          <c:order val="2"/>
          <c:tx>
            <c:strRef>
              <c:f>Sheet1!$G$6</c:f>
              <c:strCache>
                <c:ptCount val="1"/>
                <c:pt idx="0">
                  <c:v>Polio</c:v>
                </c:pt>
              </c:strCache>
            </c:strRef>
          </c:tx>
          <c:spPr>
            <a:solidFill>
              <a:schemeClr val="accent3"/>
            </a:solidFill>
            <a:ln>
              <a:noFill/>
            </a:ln>
            <a:effectLst/>
          </c:spPr>
          <c:invertIfNegative val="0"/>
          <c:dLbls>
            <c:dLbl>
              <c:idx val="6"/>
              <c:layout>
                <c:manualLayout>
                  <c:x val="-1.8140584016615252E-2"/>
                  <c:y val="-7.480748074807480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2C5E-44D7-993D-39C47677659F}"/>
                </c:ext>
              </c:extLst>
            </c:dLbl>
            <c:spPr>
              <a:noFill/>
              <a:ln>
                <a:noFill/>
              </a:ln>
              <a:effectLst/>
            </c:spPr>
            <c:txPr>
              <a:bodyPr rot="0" spcFirstLastPara="1" vertOverflow="ellipsis" vert="horz" wrap="square" anchor="ctr" anchorCtr="1"/>
              <a:lstStyle/>
              <a:p>
                <a:pPr>
                  <a:defRPr sz="1400" b="0" i="0" u="none" strike="noStrike" kern="1200" baseline="0">
                    <a:solidFill>
                      <a:schemeClr val="tx1">
                        <a:lumMod val="75000"/>
                        <a:lumOff val="25000"/>
                      </a:schemeClr>
                    </a:solidFill>
                    <a:latin typeface="+mn-lt"/>
                    <a:ea typeface="+mn-ea"/>
                    <a:cs typeface="+mn-cs"/>
                  </a:defRPr>
                </a:pPr>
                <a:endParaRPr lang="en-RW"/>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Sheet1!$D$7:$D$13</c:f>
              <c:strCache>
                <c:ptCount val="7"/>
                <c:pt idx="0">
                  <c:v>Ne crois pas a la vaccination</c:v>
                </c:pt>
                <c:pt idx="1">
                  <c:v>Dose deja recue</c:v>
                </c:pt>
                <c:pt idx="2">
                  <c:v>Peur des effets secondaires</c:v>
                </c:pt>
                <c:pt idx="3">
                  <c:v>Site vaccination trop eloigne</c:v>
                </c:pt>
                <c:pt idx="4">
                  <c:v>Non informe</c:v>
                </c:pt>
                <c:pt idx="5">
                  <c:v>Absence</c:v>
                </c:pt>
                <c:pt idx="6">
                  <c:v>Refus</c:v>
                </c:pt>
              </c:strCache>
            </c:strRef>
          </c:cat>
          <c:val>
            <c:numRef>
              <c:f>Sheet1!$G$7:$G$13</c:f>
              <c:numCache>
                <c:formatCode>General</c:formatCode>
                <c:ptCount val="7"/>
                <c:pt idx="5" formatCode="0.00%">
                  <c:v>0.60499999999999998</c:v>
                </c:pt>
                <c:pt idx="6" formatCode="0%">
                  <c:v>0.17</c:v>
                </c:pt>
              </c:numCache>
            </c:numRef>
          </c:val>
          <c:extLst>
            <c:ext xmlns:c16="http://schemas.microsoft.com/office/drawing/2014/chart" uri="{C3380CC4-5D6E-409C-BE32-E72D297353CC}">
              <c16:uniqueId val="{00000008-2C5E-44D7-993D-39C47677659F}"/>
            </c:ext>
          </c:extLst>
        </c:ser>
        <c:ser>
          <c:idx val="3"/>
          <c:order val="3"/>
          <c:tx>
            <c:strRef>
              <c:f>Sheet1!$H$6</c:f>
              <c:strCache>
                <c:ptCount val="1"/>
                <c:pt idx="0">
                  <c:v>Cholera</c:v>
                </c:pt>
              </c:strCache>
            </c:strRef>
          </c:tx>
          <c:spPr>
            <a:solidFill>
              <a:schemeClr val="accent4"/>
            </a:solidFill>
            <a:ln>
              <a:noFill/>
            </a:ln>
            <a:effectLst/>
          </c:spPr>
          <c:invertIfNegative val="0"/>
          <c:dLbls>
            <c:dLbl>
              <c:idx val="5"/>
              <c:layout>
                <c:manualLayout>
                  <c:x val="2.5033913783237563E-2"/>
                  <c:y val="-4.719082669782004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2C5E-44D7-993D-39C47677659F}"/>
                </c:ext>
              </c:extLst>
            </c:dLbl>
            <c:dLbl>
              <c:idx val="6"/>
              <c:layout>
                <c:manualLayout>
                  <c:x val="4.0905281527159236E-3"/>
                  <c:y val="-0.1061793600700951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2C5E-44D7-993D-39C47677659F}"/>
                </c:ext>
              </c:extLst>
            </c:dLbl>
            <c:spPr>
              <a:noFill/>
              <a:ln>
                <a:noFill/>
              </a:ln>
              <a:effectLst/>
            </c:spPr>
            <c:txPr>
              <a:bodyPr rot="0" spcFirstLastPara="1" vertOverflow="ellipsis" vert="horz" wrap="square" anchor="ctr" anchorCtr="1"/>
              <a:lstStyle/>
              <a:p>
                <a:pPr>
                  <a:defRPr sz="1400" b="0" i="0" u="none" strike="noStrike" kern="1200" baseline="0">
                    <a:solidFill>
                      <a:schemeClr val="tx1">
                        <a:lumMod val="75000"/>
                        <a:lumOff val="25000"/>
                      </a:schemeClr>
                    </a:solidFill>
                    <a:latin typeface="+mn-lt"/>
                    <a:ea typeface="+mn-ea"/>
                    <a:cs typeface="+mn-cs"/>
                  </a:defRPr>
                </a:pPr>
                <a:endParaRPr lang="en-RW"/>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Sheet1!$D$7:$D$13</c:f>
              <c:strCache>
                <c:ptCount val="7"/>
                <c:pt idx="0">
                  <c:v>Ne crois pas a la vaccination</c:v>
                </c:pt>
                <c:pt idx="1">
                  <c:v>Dose deja recue</c:v>
                </c:pt>
                <c:pt idx="2">
                  <c:v>Peur des effets secondaires</c:v>
                </c:pt>
                <c:pt idx="3">
                  <c:v>Site vaccination trop eloigne</c:v>
                </c:pt>
                <c:pt idx="4">
                  <c:v>Non informe</c:v>
                </c:pt>
                <c:pt idx="5">
                  <c:v>Absence</c:v>
                </c:pt>
                <c:pt idx="6">
                  <c:v>Refus</c:v>
                </c:pt>
              </c:strCache>
            </c:strRef>
          </c:cat>
          <c:val>
            <c:numRef>
              <c:f>Sheet1!$H$7:$H$13</c:f>
              <c:numCache>
                <c:formatCode>General</c:formatCode>
                <c:ptCount val="7"/>
                <c:pt idx="5" formatCode="0%">
                  <c:v>0.4</c:v>
                </c:pt>
                <c:pt idx="6" formatCode="0.00%">
                  <c:v>0.43080000000000002</c:v>
                </c:pt>
              </c:numCache>
            </c:numRef>
          </c:val>
          <c:extLst>
            <c:ext xmlns:c16="http://schemas.microsoft.com/office/drawing/2014/chart" uri="{C3380CC4-5D6E-409C-BE32-E72D297353CC}">
              <c16:uniqueId val="{0000000A-2C5E-44D7-993D-39C47677659F}"/>
            </c:ext>
          </c:extLst>
        </c:ser>
        <c:dLbls>
          <c:showLegendKey val="0"/>
          <c:showVal val="0"/>
          <c:showCatName val="0"/>
          <c:showSerName val="0"/>
          <c:showPercent val="0"/>
          <c:showBubbleSize val="0"/>
        </c:dLbls>
        <c:gapWidth val="150"/>
        <c:axId val="67372912"/>
        <c:axId val="67370512"/>
      </c:barChart>
      <c:catAx>
        <c:axId val="673729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RW"/>
          </a:p>
        </c:txPr>
        <c:crossAx val="67370512"/>
        <c:crosses val="autoZero"/>
        <c:auto val="1"/>
        <c:lblAlgn val="ctr"/>
        <c:lblOffset val="100"/>
        <c:noMultiLvlLbl val="0"/>
      </c:catAx>
      <c:valAx>
        <c:axId val="6737051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RW"/>
          </a:p>
        </c:txPr>
        <c:crossAx val="673729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RW"/>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pPr>
      <a:endParaRPr lang="en-RW"/>
    </a:p>
  </c:txPr>
  <c:externalData r:id="rId3">
    <c:autoUpdate val="0"/>
  </c:externalData>
  <c:userShapes r:id="rId4"/>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r>
              <a:rPr lang="fr-FR" sz="1600" b="1" i="0" u="none" strike="noStrike" kern="1200" spc="0" baseline="0" noProof="0" dirty="0">
                <a:solidFill>
                  <a:srgbClr val="002060"/>
                </a:solidFill>
                <a:latin typeface="Arial" panose="020B0604020202020204" pitchFamily="34" charset="0"/>
                <a:cs typeface="Arial" panose="020B0604020202020204" pitchFamily="34" charset="0"/>
              </a:rPr>
              <a:t>Followers PEV RDC 2025</a:t>
            </a:r>
          </a:p>
        </c:rich>
      </c:tx>
      <c:overlay val="0"/>
      <c:spPr>
        <a:noFill/>
        <a:ln>
          <a:noFill/>
        </a:ln>
        <a:effectLst/>
      </c:spPr>
      <c:txPr>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endParaRPr lang="fr-FR"/>
        </a:p>
      </c:txPr>
    </c:title>
    <c:autoTitleDeleted val="0"/>
    <c:plotArea>
      <c:layout/>
      <c:barChart>
        <c:barDir val="col"/>
        <c:grouping val="clustered"/>
        <c:varyColors val="0"/>
        <c:ser>
          <c:idx val="0"/>
          <c:order val="0"/>
          <c:tx>
            <c:strRef>
              <c:f>Feuil2!$C$8</c:f>
              <c:strCache>
                <c:ptCount val="1"/>
                <c:pt idx="0">
                  <c:v>2024</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solidFill>
                    <a:latin typeface="+mn-lt"/>
                    <a:ea typeface="+mn-ea"/>
                    <a:cs typeface="+mn-cs"/>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Feuil2!$B$9:$B$11</c:f>
              <c:strCache>
                <c:ptCount val="3"/>
                <c:pt idx="0">
                  <c:v>Facebook</c:v>
                </c:pt>
                <c:pt idx="1">
                  <c:v>X</c:v>
                </c:pt>
                <c:pt idx="2">
                  <c:v>Instagram</c:v>
                </c:pt>
              </c:strCache>
            </c:strRef>
          </c:cat>
          <c:val>
            <c:numRef>
              <c:f>Feuil2!$C$9:$C$11</c:f>
              <c:numCache>
                <c:formatCode>General</c:formatCode>
                <c:ptCount val="3"/>
                <c:pt idx="0">
                  <c:v>25252</c:v>
                </c:pt>
                <c:pt idx="1">
                  <c:v>4937</c:v>
                </c:pt>
                <c:pt idx="2">
                  <c:v>1792</c:v>
                </c:pt>
              </c:numCache>
            </c:numRef>
          </c:val>
          <c:extLst>
            <c:ext xmlns:c16="http://schemas.microsoft.com/office/drawing/2014/chart" uri="{C3380CC4-5D6E-409C-BE32-E72D297353CC}">
              <c16:uniqueId val="{00000000-55A5-4E41-813B-26D69739D813}"/>
            </c:ext>
          </c:extLst>
        </c:ser>
        <c:ser>
          <c:idx val="1"/>
          <c:order val="1"/>
          <c:tx>
            <c:strRef>
              <c:f>Feuil2!$D$8</c:f>
              <c:strCache>
                <c:ptCount val="1"/>
                <c:pt idx="0">
                  <c:v>2025</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solidFill>
                    <a:latin typeface="+mn-lt"/>
                    <a:ea typeface="+mn-ea"/>
                    <a:cs typeface="+mn-cs"/>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Feuil2!$B$9:$B$11</c:f>
              <c:strCache>
                <c:ptCount val="3"/>
                <c:pt idx="0">
                  <c:v>Facebook</c:v>
                </c:pt>
                <c:pt idx="1">
                  <c:v>X</c:v>
                </c:pt>
                <c:pt idx="2">
                  <c:v>Instagram</c:v>
                </c:pt>
              </c:strCache>
            </c:strRef>
          </c:cat>
          <c:val>
            <c:numRef>
              <c:f>Feuil2!$D$9:$D$11</c:f>
              <c:numCache>
                <c:formatCode>General</c:formatCode>
                <c:ptCount val="3"/>
                <c:pt idx="0">
                  <c:v>28770</c:v>
                </c:pt>
                <c:pt idx="1">
                  <c:v>5781</c:v>
                </c:pt>
                <c:pt idx="2">
                  <c:v>2127</c:v>
                </c:pt>
              </c:numCache>
            </c:numRef>
          </c:val>
          <c:extLst>
            <c:ext xmlns:c16="http://schemas.microsoft.com/office/drawing/2014/chart" uri="{C3380CC4-5D6E-409C-BE32-E72D297353CC}">
              <c16:uniqueId val="{00000001-55A5-4E41-813B-26D69739D813}"/>
            </c:ext>
          </c:extLst>
        </c:ser>
        <c:dLbls>
          <c:dLblPos val="outEnd"/>
          <c:showLegendKey val="0"/>
          <c:showVal val="1"/>
          <c:showCatName val="0"/>
          <c:showSerName val="0"/>
          <c:showPercent val="0"/>
          <c:showBubbleSize val="0"/>
        </c:dLbls>
        <c:gapWidth val="219"/>
        <c:overlap val="-27"/>
        <c:axId val="1458925487"/>
        <c:axId val="1458923087"/>
      </c:barChart>
      <c:catAx>
        <c:axId val="14589254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mn-lt"/>
                <a:ea typeface="+mn-ea"/>
                <a:cs typeface="+mn-cs"/>
              </a:defRPr>
            </a:pPr>
            <a:endParaRPr lang="fr-FR"/>
          </a:p>
        </c:txPr>
        <c:crossAx val="1458923087"/>
        <c:crosses val="autoZero"/>
        <c:auto val="1"/>
        <c:lblAlgn val="ctr"/>
        <c:lblOffset val="100"/>
        <c:noMultiLvlLbl val="0"/>
      </c:catAx>
      <c:valAx>
        <c:axId val="145892308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fr-FR"/>
          </a:p>
        </c:txPr>
        <c:crossAx val="145892548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fr-F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fr-F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acrossLinear" id="2">
  <a:schemeClr val="accent1"/>
  <a:schemeClr val="accent2"/>
  <a:schemeClr val="accent3"/>
  <a:schemeClr val="accent4"/>
  <a:schemeClr val="accent5"/>
  <a:schemeClr val="accent6"/>
</cs:colorStyle>
</file>

<file path=ppt/charts/colors5.xml><?xml version="1.0" encoding="utf-8"?>
<cs:colorStyle xmlns:cs="http://schemas.microsoft.com/office/drawing/2012/chartStyle" xmlns:a="http://schemas.openxmlformats.org/drawingml/2006/main" meth="acrossLinear" id="2">
  <a:schemeClr val="accent1"/>
  <a:schemeClr val="accent2"/>
  <a:schemeClr val="accent3"/>
  <a:schemeClr val="accent4"/>
  <a:schemeClr val="accent5"/>
  <a:schemeClr val="accent6"/>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05">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headEnd type="none" w="sm" len="sm"/>
        <a:tailEnd type="none" w="sm" len="sm"/>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alpha val="70000"/>
        </a:schemeClr>
      </a:solidFill>
    </cs:spPr>
  </cs:dataPoint>
  <cs:dataPoint3D>
    <cs:lnRef idx="0"/>
    <cs:fillRef idx="0">
      <cs:styleClr val="auto"/>
    </cs:fillRef>
    <cs:effectRef idx="0"/>
    <cs:fontRef idx="minor">
      <a:schemeClr val="tx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305">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headEnd type="none" w="sm" len="sm"/>
        <a:tailEnd type="none" w="sm" len="sm"/>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alpha val="70000"/>
        </a:schemeClr>
      </a:solidFill>
    </cs:spPr>
  </cs:dataPoint>
  <cs:dataPoint3D>
    <cs:lnRef idx="0"/>
    <cs:fillRef idx="0">
      <cs:styleClr val="auto"/>
    </cs:fillRef>
    <cs:effectRef idx="0"/>
    <cs:fontRef idx="minor">
      <a:schemeClr val="tx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0.59921</cdr:x>
      <cdr:y>0.3929</cdr:y>
    </cdr:from>
    <cdr:to>
      <cdr:x>0.68673</cdr:x>
      <cdr:y>0.5</cdr:y>
    </cdr:to>
    <cdr:sp macro="" textlink="">
      <cdr:nvSpPr>
        <cdr:cNvPr id="2" name="Oval 1">
          <a:extLst xmlns:a="http://schemas.openxmlformats.org/drawingml/2006/main">
            <a:ext uri="{FF2B5EF4-FFF2-40B4-BE49-F238E27FC236}">
              <a16:creationId xmlns:a16="http://schemas.microsoft.com/office/drawing/2014/main" id="{6F1A8680-E3E0-56AB-96A5-4C8440F9312D}"/>
            </a:ext>
          </a:extLst>
        </cdr:cNvPr>
        <cdr:cNvSpPr/>
      </cdr:nvSpPr>
      <cdr:spPr>
        <a:xfrm xmlns:a="http://schemas.openxmlformats.org/drawingml/2006/main">
          <a:off x="6808307" y="1845064"/>
          <a:ext cx="994410" cy="502920"/>
        </a:xfrm>
        <a:prstGeom xmlns:a="http://schemas.openxmlformats.org/drawingml/2006/main" prst="ellipse">
          <a:avLst/>
        </a:prstGeom>
        <a:noFill xmlns:a="http://schemas.openxmlformats.org/drawingml/2006/main"/>
        <a:ln xmlns:a="http://schemas.openxmlformats.org/drawingml/2006/main">
          <a:solidFill>
            <a:srgbClr val="FF0000"/>
          </a:solidFill>
        </a:ln>
      </cdr:spPr>
      <cdr:style>
        <a:lnRef xmlns:a="http://schemas.openxmlformats.org/drawingml/2006/main" idx="2">
          <a:schemeClr val="accent2"/>
        </a:lnRef>
        <a:fillRef xmlns:a="http://schemas.openxmlformats.org/drawingml/2006/main" idx="1">
          <a:schemeClr val="lt1"/>
        </a:fillRef>
        <a:effectRef xmlns:a="http://schemas.openxmlformats.org/drawingml/2006/main" idx="0">
          <a:schemeClr val="accent2"/>
        </a:effectRef>
        <a:fontRef xmlns:a="http://schemas.openxmlformats.org/drawingml/2006/main" idx="minor">
          <a:schemeClr val="dk1"/>
        </a:fontRef>
      </cdr:style>
      <cdr:txBody>
        <a:bodyPr xmlns:a="http://schemas.openxmlformats.org/drawingml/2006/main" vertOverflow="clip"/>
        <a:lstStyle xmlns:a="http://schemas.openxmlformats.org/drawingml/2006/main"/>
        <a:p xmlns:a="http://schemas.openxmlformats.org/drawingml/2006/main">
          <a:endParaRPr lang="en-US" kern="1200"/>
        </a:p>
      </cdr:txBody>
    </cdr:sp>
  </cdr:relSizeAnchor>
  <cdr:relSizeAnchor xmlns:cdr="http://schemas.openxmlformats.org/drawingml/2006/chartDrawing">
    <cdr:from>
      <cdr:x>0.74005</cdr:x>
      <cdr:y>0.05856</cdr:y>
    </cdr:from>
    <cdr:to>
      <cdr:x>0.88089</cdr:x>
      <cdr:y>0.31988</cdr:y>
    </cdr:to>
    <cdr:sp macro="" textlink="">
      <cdr:nvSpPr>
        <cdr:cNvPr id="3" name="Oval 2">
          <a:extLst xmlns:a="http://schemas.openxmlformats.org/drawingml/2006/main">
            <a:ext uri="{FF2B5EF4-FFF2-40B4-BE49-F238E27FC236}">
              <a16:creationId xmlns:a16="http://schemas.microsoft.com/office/drawing/2014/main" id="{14584EAA-F302-281F-F987-349F7CA4B4D0}"/>
            </a:ext>
          </a:extLst>
        </cdr:cNvPr>
        <cdr:cNvSpPr/>
      </cdr:nvSpPr>
      <cdr:spPr>
        <a:xfrm xmlns:a="http://schemas.openxmlformats.org/drawingml/2006/main">
          <a:off x="8408507" y="274997"/>
          <a:ext cx="1600200" cy="1227167"/>
        </a:xfrm>
        <a:prstGeom xmlns:a="http://schemas.openxmlformats.org/drawingml/2006/main" prst="ellipse">
          <a:avLst/>
        </a:prstGeom>
        <a:noFill xmlns:a="http://schemas.openxmlformats.org/drawingml/2006/main"/>
        <a:ln xmlns:a="http://schemas.openxmlformats.org/drawingml/2006/main">
          <a:solidFill>
            <a:srgbClr val="FF0000"/>
          </a:solidFill>
        </a:ln>
      </cdr:spPr>
      <cdr:style>
        <a:lnRef xmlns:a="http://schemas.openxmlformats.org/drawingml/2006/main" idx="2">
          <a:schemeClr val="accent2"/>
        </a:lnRef>
        <a:fillRef xmlns:a="http://schemas.openxmlformats.org/drawingml/2006/main" idx="1">
          <a:schemeClr val="lt1"/>
        </a:fillRef>
        <a:effectRef xmlns:a="http://schemas.openxmlformats.org/drawingml/2006/main" idx="0">
          <a:schemeClr val="accent2"/>
        </a:effectRef>
        <a:fontRef xmlns:a="http://schemas.openxmlformats.org/drawingml/2006/main" idx="minor">
          <a:schemeClr val="dk1"/>
        </a:fontRef>
      </cdr:style>
      <cdr:txBody>
        <a:bodyPr xmlns:a="http://schemas.openxmlformats.org/drawingml/2006/main"/>
        <a:lstStyle xmlns:a="http://schemas.openxmlformats.org/drawingml/2006/main">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xmlns:a="http://schemas.openxmlformats.org/drawingml/2006/main">
          <a:endParaRPr lang="en-US" kern="1200"/>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en-US"/>
          </a:p>
        </p:txBody>
      </p:sp>
      <p:sp>
        <p:nvSpPr>
          <p:cNvPr id="3" name="Date Placeholder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en-US" smtClean="0"/>
              <a:t>12/15/2025</a:t>
            </a:fld>
            <a:endParaRPr lang="en-US"/>
          </a:p>
        </p:txBody>
      </p:sp>
      <p:sp>
        <p:nvSpPr>
          <p:cNvPr id="4" name="Footer Placeholder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en-US"/>
          </a:p>
        </p:txBody>
      </p:sp>
      <p:sp>
        <p:nvSpPr>
          <p:cNvPr id="5" name="Slide Number Placeholder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en-US" smtClean="0"/>
              <a:t>‹#›</a:t>
            </a:fld>
            <a:endParaRPr lang="en-US"/>
          </a:p>
        </p:txBody>
      </p:sp>
    </p:spTree>
    <p:extLst>
      <p:ext uri="{BB962C8B-B14F-4D97-AF65-F5344CB8AC3E}">
        <p14:creationId xmlns:p14="http://schemas.microsoft.com/office/powerpoint/2010/main" val="366483607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en-US"/>
          </a:p>
        </p:txBody>
      </p:sp>
      <p:sp>
        <p:nvSpPr>
          <p:cNvPr id="3" name="Slide Number Placeholder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en-US" smtClean="0"/>
              <a:t>12/15/2025</a:t>
            </a:fld>
            <a:endParaRPr lang="en-US"/>
          </a:p>
        </p:txBody>
      </p:sp>
      <p:sp>
        <p:nvSpPr>
          <p:cNvPr id="4" name="Slide Image Placehoder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en-US"/>
          </a:p>
        </p:txBody>
      </p:sp>
      <p:sp>
        <p:nvSpPr>
          <p:cNvPr id="5" name="Note Placeholder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en-US" smtClean="0"/>
              <a:t>‹#›</a:t>
            </a:fld>
            <a:endParaRPr lang="en-US"/>
          </a:p>
        </p:txBody>
      </p:sp>
    </p:spTree>
    <p:extLst>
      <p:ext uri="{BB962C8B-B14F-4D97-AF65-F5344CB8AC3E}">
        <p14:creationId xmlns:p14="http://schemas.microsoft.com/office/powerpoint/2010/main" val="3907835398"/>
      </p:ext>
    </p:extLst>
  </p:cSld>
  <p:clrMap bg1="lt1" tx1="dk1" bg2="lt2" tx2="dk2" accent1="accent1" accent2="accent2" accent3="accent3" accent4="accent4" accent5="accent5" accent6="accent6" hlink="hlink" folHlink="folHlink"/>
  <p:notesStyle>
    <a:lvl1pPr marL="0" algn="l" defTabSz="914309" rtl="0" eaLnBrk="1" latinLnBrk="0" hangingPunct="1">
      <a:defRPr sz="1200" kern="1200">
        <a:solidFill>
          <a:schemeClr val="tx1"/>
        </a:solidFill>
        <a:latin typeface="+mn-lt"/>
        <a:ea typeface="+mn-ea"/>
        <a:cs typeface="+mn-cs"/>
      </a:defRPr>
    </a:lvl1pPr>
    <a:lvl2pPr marL="457155" algn="l" defTabSz="914309" rtl="0" eaLnBrk="1" latinLnBrk="0" hangingPunct="1">
      <a:defRPr sz="1200" kern="1200">
        <a:solidFill>
          <a:schemeClr val="tx1"/>
        </a:solidFill>
        <a:latin typeface="+mn-lt"/>
        <a:ea typeface="+mn-ea"/>
        <a:cs typeface="+mn-cs"/>
      </a:defRPr>
    </a:lvl2pPr>
    <a:lvl3pPr marL="914309" algn="l" defTabSz="914309" rtl="0" eaLnBrk="1" latinLnBrk="0" hangingPunct="1">
      <a:defRPr sz="1200" kern="1200">
        <a:solidFill>
          <a:schemeClr val="tx1"/>
        </a:solidFill>
        <a:latin typeface="+mn-lt"/>
        <a:ea typeface="+mn-ea"/>
        <a:cs typeface="+mn-cs"/>
      </a:defRPr>
    </a:lvl3pPr>
    <a:lvl4pPr marL="1371464" algn="l" defTabSz="914309" rtl="0" eaLnBrk="1" latinLnBrk="0" hangingPunct="1">
      <a:defRPr sz="1200" kern="1200">
        <a:solidFill>
          <a:schemeClr val="tx1"/>
        </a:solidFill>
        <a:latin typeface="+mn-lt"/>
        <a:ea typeface="+mn-ea"/>
        <a:cs typeface="+mn-cs"/>
      </a:defRPr>
    </a:lvl4pPr>
    <a:lvl5pPr marL="1828618" algn="l" defTabSz="914309" rtl="0" eaLnBrk="1" latinLnBrk="0" hangingPunct="1">
      <a:defRPr sz="1200" kern="1200">
        <a:solidFill>
          <a:schemeClr val="tx1"/>
        </a:solidFill>
        <a:latin typeface="+mn-lt"/>
        <a:ea typeface="+mn-ea"/>
        <a:cs typeface="+mn-cs"/>
      </a:defRPr>
    </a:lvl5pPr>
    <a:lvl6pPr marL="2285774" algn="l" defTabSz="914309" rtl="0" eaLnBrk="1" latinLnBrk="0" hangingPunct="1">
      <a:defRPr sz="1200" kern="1200">
        <a:solidFill>
          <a:schemeClr val="tx1"/>
        </a:solidFill>
        <a:latin typeface="+mn-lt"/>
        <a:ea typeface="+mn-ea"/>
        <a:cs typeface="+mn-cs"/>
      </a:defRPr>
    </a:lvl6pPr>
    <a:lvl7pPr marL="2742926" algn="l" defTabSz="914309" rtl="0" eaLnBrk="1" latinLnBrk="0" hangingPunct="1">
      <a:defRPr sz="1200" kern="1200">
        <a:solidFill>
          <a:schemeClr val="tx1"/>
        </a:solidFill>
        <a:latin typeface="+mn-lt"/>
        <a:ea typeface="+mn-ea"/>
        <a:cs typeface="+mn-cs"/>
      </a:defRPr>
    </a:lvl7pPr>
    <a:lvl8pPr marL="3200080" algn="l" defTabSz="914309" rtl="0" eaLnBrk="1" latinLnBrk="0" hangingPunct="1">
      <a:defRPr sz="1200" kern="1200">
        <a:solidFill>
          <a:schemeClr val="tx1"/>
        </a:solidFill>
        <a:latin typeface="+mn-lt"/>
        <a:ea typeface="+mn-ea"/>
        <a:cs typeface="+mn-cs"/>
      </a:defRPr>
    </a:lvl8pPr>
    <a:lvl9pPr marL="3657235" algn="l" defTabSz="914309"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4" name="Google Shape;1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4" name="Google Shape;1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295a8824d0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3295a8824d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6:notes"/>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panose="020F0502020204030204"/>
              <a:buNone/>
            </a:pPr>
            <a:endParaRPr dirty="0"/>
          </a:p>
        </p:txBody>
      </p:sp>
      <p:sp>
        <p:nvSpPr>
          <p:cNvPr id="184" name="Google Shape;184;p6: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6:notes"/>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
        <p:nvSpPr>
          <p:cNvPr id="184" name="Google Shape;184;p6: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a:extLst>
            <a:ext uri="{FF2B5EF4-FFF2-40B4-BE49-F238E27FC236}">
              <a16:creationId xmlns:a16="http://schemas.microsoft.com/office/drawing/2014/main" id="{3CE0B78B-8AF5-039F-AEE6-0180C72AFC2A}"/>
            </a:ext>
          </a:extLst>
        </p:cNvPr>
        <p:cNvGrpSpPr/>
        <p:nvPr/>
      </p:nvGrpSpPr>
      <p:grpSpPr>
        <a:xfrm>
          <a:off x="0" y="0"/>
          <a:ext cx="0" cy="0"/>
          <a:chOff x="0" y="0"/>
          <a:chExt cx="0" cy="0"/>
        </a:xfrm>
      </p:grpSpPr>
      <p:sp>
        <p:nvSpPr>
          <p:cNvPr id="183" name="Google Shape;183;p6:notes">
            <a:extLst>
              <a:ext uri="{FF2B5EF4-FFF2-40B4-BE49-F238E27FC236}">
                <a16:creationId xmlns:a16="http://schemas.microsoft.com/office/drawing/2014/main" id="{C9F37D45-735A-919C-4F30-74181EBAFB31}"/>
              </a:ext>
            </a:extLst>
          </p:cNvPr>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
        <p:nvSpPr>
          <p:cNvPr id="184" name="Google Shape;184;p6:notes">
            <a:extLst>
              <a:ext uri="{FF2B5EF4-FFF2-40B4-BE49-F238E27FC236}">
                <a16:creationId xmlns:a16="http://schemas.microsoft.com/office/drawing/2014/main" id="{348F576C-64EE-C1AD-BA10-883C264A4B4F}"/>
              </a:ext>
            </a:extLst>
          </p:cNvPr>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662596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7:notes"/>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
        <p:nvSpPr>
          <p:cNvPr id="190" name="Google Shape;190;p7: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7:notes"/>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
        <p:nvSpPr>
          <p:cNvPr id="190" name="Google Shape;190;p7: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a:extLst>
            <a:ext uri="{FF2B5EF4-FFF2-40B4-BE49-F238E27FC236}">
              <a16:creationId xmlns:a16="http://schemas.microsoft.com/office/drawing/2014/main" id="{FE032192-46F2-BA8F-FC79-BCBC546747CA}"/>
            </a:ext>
          </a:extLst>
        </p:cNvPr>
        <p:cNvGrpSpPr/>
        <p:nvPr/>
      </p:nvGrpSpPr>
      <p:grpSpPr>
        <a:xfrm>
          <a:off x="0" y="0"/>
          <a:ext cx="0" cy="0"/>
          <a:chOff x="0" y="0"/>
          <a:chExt cx="0" cy="0"/>
        </a:xfrm>
      </p:grpSpPr>
      <p:sp>
        <p:nvSpPr>
          <p:cNvPr id="189" name="Google Shape;189;p7:notes">
            <a:extLst>
              <a:ext uri="{FF2B5EF4-FFF2-40B4-BE49-F238E27FC236}">
                <a16:creationId xmlns:a16="http://schemas.microsoft.com/office/drawing/2014/main" id="{782332C2-E305-5C2D-B99F-2764635EC79A}"/>
              </a:ext>
            </a:extLst>
          </p:cNvPr>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
        <p:nvSpPr>
          <p:cNvPr id="190" name="Google Shape;190;p7:notes">
            <a:extLst>
              <a:ext uri="{FF2B5EF4-FFF2-40B4-BE49-F238E27FC236}">
                <a16:creationId xmlns:a16="http://schemas.microsoft.com/office/drawing/2014/main" id="{17CE3BCF-B315-3C8A-4D8C-68B10EA895C9}"/>
              </a:ext>
            </a:extLst>
          </p:cNvPr>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185671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8:notes"/>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
        <p:nvSpPr>
          <p:cNvPr id="196" name="Google Shape;196;p8: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9:notes"/>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
        <p:nvSpPr>
          <p:cNvPr id="202" name="Google Shape;202;p9: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0:notes"/>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
        <p:nvSpPr>
          <p:cNvPr id="208" name="Google Shape;208;p10: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b7738a99a9_0_5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2b7738a99a9_0_5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472470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1DE275F4-6FD7-95AB-1521-2CD7923A62C8}"/>
            </a:ext>
          </a:extLst>
        </p:cNvPr>
        <p:cNvGrpSpPr/>
        <p:nvPr/>
      </p:nvGrpSpPr>
      <p:grpSpPr>
        <a:xfrm>
          <a:off x="0" y="0"/>
          <a:ext cx="0" cy="0"/>
          <a:chOff x="0" y="0"/>
          <a:chExt cx="0" cy="0"/>
        </a:xfrm>
      </p:grpSpPr>
      <p:sp>
        <p:nvSpPr>
          <p:cNvPr id="113" name="Google Shape;113;g2b7738a99a9_0_572:notes">
            <a:extLst>
              <a:ext uri="{FF2B5EF4-FFF2-40B4-BE49-F238E27FC236}">
                <a16:creationId xmlns:a16="http://schemas.microsoft.com/office/drawing/2014/main" id="{1D8CDA63-7D27-C984-C7F6-CF772E2748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2b7738a99a9_0_572:notes">
            <a:extLst>
              <a:ext uri="{FF2B5EF4-FFF2-40B4-BE49-F238E27FC236}">
                <a16:creationId xmlns:a16="http://schemas.microsoft.com/office/drawing/2014/main" id="{1FB15B8D-7835-622D-4674-40F2B7358B7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278098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5C526128-73C5-5151-57BC-45963D757D23}"/>
            </a:ext>
          </a:extLst>
        </p:cNvPr>
        <p:cNvGrpSpPr/>
        <p:nvPr/>
      </p:nvGrpSpPr>
      <p:grpSpPr>
        <a:xfrm>
          <a:off x="0" y="0"/>
          <a:ext cx="0" cy="0"/>
          <a:chOff x="0" y="0"/>
          <a:chExt cx="0" cy="0"/>
        </a:xfrm>
      </p:grpSpPr>
      <p:sp>
        <p:nvSpPr>
          <p:cNvPr id="218" name="Google Shape;218;g3295a8824d0_0_0:notes">
            <a:extLst>
              <a:ext uri="{FF2B5EF4-FFF2-40B4-BE49-F238E27FC236}">
                <a16:creationId xmlns:a16="http://schemas.microsoft.com/office/drawing/2014/main" id="{3F2FBB8B-60B5-E4FF-5116-9E3D7C4E1DEC}"/>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3295a8824d0_0_0:notes">
            <a:extLst>
              <a:ext uri="{FF2B5EF4-FFF2-40B4-BE49-F238E27FC236}">
                <a16:creationId xmlns:a16="http://schemas.microsoft.com/office/drawing/2014/main" id="{881B619E-DEA5-1E44-7A8A-3961CB90046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17772436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295a8824d0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3295a8824d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120D1050-BE62-96D6-52F4-6E8894679697}"/>
            </a:ext>
          </a:extLst>
        </p:cNvPr>
        <p:cNvGrpSpPr/>
        <p:nvPr/>
      </p:nvGrpSpPr>
      <p:grpSpPr>
        <a:xfrm>
          <a:off x="0" y="0"/>
          <a:ext cx="0" cy="0"/>
          <a:chOff x="0" y="0"/>
          <a:chExt cx="0" cy="0"/>
        </a:xfrm>
      </p:grpSpPr>
      <p:sp>
        <p:nvSpPr>
          <p:cNvPr id="218" name="Google Shape;218;g3295a8824d0_0_0:notes">
            <a:extLst>
              <a:ext uri="{FF2B5EF4-FFF2-40B4-BE49-F238E27FC236}">
                <a16:creationId xmlns:a16="http://schemas.microsoft.com/office/drawing/2014/main" id="{0C83B4CD-2EDC-E75D-297F-593565455826}"/>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3295a8824d0_0_0:notes">
            <a:extLst>
              <a:ext uri="{FF2B5EF4-FFF2-40B4-BE49-F238E27FC236}">
                <a16:creationId xmlns:a16="http://schemas.microsoft.com/office/drawing/2014/main" id="{09BC74B0-2C7E-A6DE-3A4F-14316DBB439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31739161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2763D-C861-CC25-6316-09FF26E8527B}"/>
            </a:ext>
          </a:extLst>
        </p:cNvPr>
        <p:cNvGrpSpPr/>
        <p:nvPr/>
      </p:nvGrpSpPr>
      <p:grpSpPr>
        <a:xfrm>
          <a:off x="0" y="0"/>
          <a:ext cx="0" cy="0"/>
          <a:chOff x="0" y="0"/>
          <a:chExt cx="0" cy="0"/>
        </a:xfrm>
      </p:grpSpPr>
      <p:sp>
        <p:nvSpPr>
          <p:cNvPr id="32770" name="Espace réservé de l'image des diapositives 1">
            <a:extLst>
              <a:ext uri="{FF2B5EF4-FFF2-40B4-BE49-F238E27FC236}">
                <a16:creationId xmlns:a16="http://schemas.microsoft.com/office/drawing/2014/main" id="{08AFD683-FEB8-1185-419D-B7C6F7215949}"/>
              </a:ext>
            </a:extLst>
          </p:cNvPr>
          <p:cNvSpPr>
            <a:spLocks noGrp="1" noRot="1" noChangeAspect="1" noTextEdit="1"/>
          </p:cNvSpPr>
          <p:nvPr>
            <p:ph type="sldImg"/>
          </p:nvPr>
        </p:nvSpPr>
        <p:spPr>
          <a:xfrm>
            <a:off x="88900" y="744538"/>
            <a:ext cx="6619875" cy="3724275"/>
          </a:xfrm>
          <a:ln/>
        </p:spPr>
      </p:sp>
      <p:sp>
        <p:nvSpPr>
          <p:cNvPr id="32771" name="Espace réservé des commentaires 2">
            <a:extLst>
              <a:ext uri="{FF2B5EF4-FFF2-40B4-BE49-F238E27FC236}">
                <a16:creationId xmlns:a16="http://schemas.microsoft.com/office/drawing/2014/main" id="{3B6D986D-0345-6BBA-8F76-9C39135BFEE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BE" altLang="fr-FR"/>
          </a:p>
        </p:txBody>
      </p:sp>
      <p:sp>
        <p:nvSpPr>
          <p:cNvPr id="4" name="Espace réservé du numéro de diapositive 3">
            <a:extLst>
              <a:ext uri="{FF2B5EF4-FFF2-40B4-BE49-F238E27FC236}">
                <a16:creationId xmlns:a16="http://schemas.microsoft.com/office/drawing/2014/main" id="{55099C73-4E62-E4A0-A7A6-11D043E59B09}"/>
              </a:ext>
            </a:extLst>
          </p:cNvPr>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4515A1E5-9FEC-4EC0-9691-075381128404}" type="slidenum">
              <a:rPr kumimoji="0" lang="fr-FR" sz="1400" b="0" i="0" u="none" strike="noStrike" kern="0" cap="none" spc="0" normalizeH="0" baseline="0" noProof="0" smtClean="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19</a:t>
            </a:fld>
            <a:endParaRPr kumimoji="0" lang="fr-FR"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21022536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5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4" name="Google Shape;334;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52:notes"/>
          <p:cNvSpPr txBox="1">
            <a:spLocks noGrp="1"/>
          </p:cNvSpPr>
          <p:nvPr>
            <p:ph type="body" idx="1"/>
          </p:nvPr>
        </p:nvSpPr>
        <p:spPr>
          <a:xfrm>
            <a:off x="710407" y="4925407"/>
            <a:ext cx="5683250" cy="4029879"/>
          </a:xfrm>
          <a:prstGeom prst="rect">
            <a:avLst/>
          </a:prstGeom>
        </p:spPr>
        <p:txBody>
          <a:bodyPr spcFirstLastPara="1" wrap="square" lIns="99059" tIns="49516" rIns="99059" bIns="49516" anchor="t" anchorCtr="0">
            <a:noAutofit/>
          </a:bodyPr>
          <a:lstStyle/>
          <a:p>
            <a:endParaRPr/>
          </a:p>
        </p:txBody>
      </p:sp>
      <p:sp>
        <p:nvSpPr>
          <p:cNvPr id="346" name="Google Shape;346;p52:notes"/>
          <p:cNvSpPr>
            <a:spLocks noGrp="1" noRot="1" noChangeAspect="1"/>
          </p:cNvSpPr>
          <p:nvPr>
            <p:ph type="sldImg" idx="2"/>
          </p:nvPr>
        </p:nvSpPr>
        <p:spPr>
          <a:xfrm>
            <a:off x="482600"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7AD7F-0F17-C45A-DE4F-3C7D173A9B45}"/>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C9AB775D-4EB0-942C-3966-8E754EB584A8}"/>
              </a:ext>
            </a:extLst>
          </p:cNvPr>
          <p:cNvSpPr>
            <a:spLocks noGrp="1" noRot="1" noChangeAspect="1"/>
          </p:cNvSpPr>
          <p:nvPr>
            <p:ph type="sldImg"/>
          </p:nvPr>
        </p:nvSpPr>
        <p:spPr>
          <a:xfrm>
            <a:off x="381000" y="685800"/>
            <a:ext cx="6096000" cy="3429000"/>
          </a:xfrm>
        </p:spPr>
      </p:sp>
      <p:sp>
        <p:nvSpPr>
          <p:cNvPr id="3" name="Заметки 2">
            <a:extLst>
              <a:ext uri="{FF2B5EF4-FFF2-40B4-BE49-F238E27FC236}">
                <a16:creationId xmlns:a16="http://schemas.microsoft.com/office/drawing/2014/main" id="{906D6EB7-FB9D-CEF5-39AD-6A3095CB3543}"/>
              </a:ext>
            </a:extLst>
          </p:cNvPr>
          <p:cNvSpPr>
            <a:spLocks noGrp="1"/>
          </p:cNvSpPr>
          <p:nvPr>
            <p:ph type="body" idx="1"/>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lang="en-US"/>
          </a:p>
        </p:txBody>
      </p:sp>
    </p:spTree>
    <p:extLst>
      <p:ext uri="{BB962C8B-B14F-4D97-AF65-F5344CB8AC3E}">
        <p14:creationId xmlns:p14="http://schemas.microsoft.com/office/powerpoint/2010/main" val="28791236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49B22-BD1C-9E8B-BB54-E1801BAE72A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B5BF7CA-BD2A-F6B1-1F1F-134CDDD10F9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40D1417-3179-5862-A55F-A03C7A409F46}"/>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5844003F-1A62-E119-2922-CF697C0716CE}"/>
              </a:ext>
            </a:extLst>
          </p:cNvPr>
          <p:cNvSpPr>
            <a:spLocks noGrp="1"/>
          </p:cNvSpPr>
          <p:nvPr>
            <p:ph type="sldNum" sz="quarter" idx="5"/>
          </p:nvPr>
        </p:nvSpPr>
        <p:spPr/>
        <p:txBody>
          <a:bodyPr/>
          <a:lstStyle/>
          <a:p>
            <a:fld id="{85D0DACE-38E0-42D2-9336-2B707D34BC6D}" type="slidenum">
              <a:rPr lang="en-US" smtClean="0"/>
              <a:t>30</a:t>
            </a:fld>
            <a:endParaRPr lang="en-US"/>
          </a:p>
        </p:txBody>
      </p:sp>
    </p:spTree>
    <p:extLst>
      <p:ext uri="{BB962C8B-B14F-4D97-AF65-F5344CB8AC3E}">
        <p14:creationId xmlns:p14="http://schemas.microsoft.com/office/powerpoint/2010/main" val="11941677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4" name="Google Shape;1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6659CD21-6F7B-CD11-D941-3137413EC921}"/>
            </a:ext>
          </a:extLst>
        </p:cNvPr>
        <p:cNvGrpSpPr/>
        <p:nvPr/>
      </p:nvGrpSpPr>
      <p:grpSpPr>
        <a:xfrm>
          <a:off x="0" y="0"/>
          <a:ext cx="0" cy="0"/>
          <a:chOff x="0" y="0"/>
          <a:chExt cx="0" cy="0"/>
        </a:xfrm>
      </p:grpSpPr>
      <p:sp>
        <p:nvSpPr>
          <p:cNvPr id="218" name="Google Shape;218;g3295a8824d0_0_0:notes">
            <a:extLst>
              <a:ext uri="{FF2B5EF4-FFF2-40B4-BE49-F238E27FC236}">
                <a16:creationId xmlns:a16="http://schemas.microsoft.com/office/drawing/2014/main" id="{7A9D3A4C-D80B-76F7-751A-569D8FA1AB3E}"/>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3295a8824d0_0_0:notes">
            <a:extLst>
              <a:ext uri="{FF2B5EF4-FFF2-40B4-BE49-F238E27FC236}">
                <a16:creationId xmlns:a16="http://schemas.microsoft.com/office/drawing/2014/main" id="{1C27FB35-BADA-E1B2-3DE8-190FA9DCDC2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31457351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4" name="Google Shape;1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295a8824d0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3295a8824d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295a8824d0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3295a8824d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EF57649B-C4F9-2B99-02A6-A28A4FAFDD03}"/>
            </a:ext>
          </a:extLst>
        </p:cNvPr>
        <p:cNvGrpSpPr/>
        <p:nvPr/>
      </p:nvGrpSpPr>
      <p:grpSpPr>
        <a:xfrm>
          <a:off x="0" y="0"/>
          <a:ext cx="0" cy="0"/>
          <a:chOff x="0" y="0"/>
          <a:chExt cx="0" cy="0"/>
        </a:xfrm>
      </p:grpSpPr>
      <p:sp>
        <p:nvSpPr>
          <p:cNvPr id="218" name="Google Shape;218;g3295a8824d0_0_0:notes">
            <a:extLst>
              <a:ext uri="{FF2B5EF4-FFF2-40B4-BE49-F238E27FC236}">
                <a16:creationId xmlns:a16="http://schemas.microsoft.com/office/drawing/2014/main" id="{5844AA76-EDA5-90AD-3963-912E53BCED3C}"/>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3295a8824d0_0_0:notes">
            <a:extLst>
              <a:ext uri="{FF2B5EF4-FFF2-40B4-BE49-F238E27FC236}">
                <a16:creationId xmlns:a16="http://schemas.microsoft.com/office/drawing/2014/main" id="{3CA47550-8B5D-0385-EAF9-1353DDB3F54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25814341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p19:notes"/>
          <p:cNvSpPr>
            <a:spLocks noGrp="1" noRot="1" noChangeAspect="1"/>
          </p:cNvSpPr>
          <p:nvPr>
            <p:ph type="sldImg" idx="2"/>
          </p:nvPr>
        </p:nvSpPr>
        <p:spPr>
          <a:xfrm>
            <a:off x="382588"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8" name="Google Shape;708;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F2538-8D73-3AB8-9E4E-48BF7009D65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0CFC840-853D-0304-BC7E-F551A94A5727}"/>
              </a:ext>
            </a:extLst>
          </p:cNvPr>
          <p:cNvSpPr>
            <a:spLocks noGrp="1" noRot="1" noChangeAspect="1"/>
          </p:cNvSpPr>
          <p:nvPr>
            <p:ph type="sldImg"/>
          </p:nvPr>
        </p:nvSpPr>
        <p:spPr>
          <a:xfrm>
            <a:off x="381000" y="685800"/>
            <a:ext cx="6096000" cy="3429000"/>
          </a:xfrm>
        </p:spPr>
      </p:sp>
      <p:sp>
        <p:nvSpPr>
          <p:cNvPr id="3" name="Espace réservé des notes 2">
            <a:extLst>
              <a:ext uri="{FF2B5EF4-FFF2-40B4-BE49-F238E27FC236}">
                <a16:creationId xmlns:a16="http://schemas.microsoft.com/office/drawing/2014/main" id="{3EEA03A1-DF61-21B9-77C3-9392357A3448}"/>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914F6E0D-FF70-363B-311C-9668CD3480C5}"/>
              </a:ext>
            </a:extLst>
          </p:cNvPr>
          <p:cNvSpPr>
            <a:spLocks noGrp="1"/>
          </p:cNvSpPr>
          <p:nvPr>
            <p:ph type="sldNum" sz="quarter" idx="10"/>
          </p:nvPr>
        </p:nvSpPr>
        <p:spPr/>
        <p:txBody>
          <a:bodyPr/>
          <a:lstStyle/>
          <a:p>
            <a:pPr rtl="0"/>
            <a:fld id="{893B0CF2-7F87-4E02-A248-870047730F99}" type="slidenum">
              <a:rPr lang="fr-FR" smtClean="0"/>
              <a:t>39</a:t>
            </a:fld>
            <a:endParaRPr lang="fr-FR"/>
          </a:p>
        </p:txBody>
      </p:sp>
    </p:spTree>
    <p:extLst>
      <p:ext uri="{BB962C8B-B14F-4D97-AF65-F5344CB8AC3E}">
        <p14:creationId xmlns:p14="http://schemas.microsoft.com/office/powerpoint/2010/main" val="223065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5C526128-73C5-5151-57BC-45963D757D23}"/>
            </a:ext>
          </a:extLst>
        </p:cNvPr>
        <p:cNvGrpSpPr/>
        <p:nvPr/>
      </p:nvGrpSpPr>
      <p:grpSpPr>
        <a:xfrm>
          <a:off x="0" y="0"/>
          <a:ext cx="0" cy="0"/>
          <a:chOff x="0" y="0"/>
          <a:chExt cx="0" cy="0"/>
        </a:xfrm>
      </p:grpSpPr>
      <p:sp>
        <p:nvSpPr>
          <p:cNvPr id="218" name="Google Shape;218;g3295a8824d0_0_0:notes">
            <a:extLst>
              <a:ext uri="{FF2B5EF4-FFF2-40B4-BE49-F238E27FC236}">
                <a16:creationId xmlns:a16="http://schemas.microsoft.com/office/drawing/2014/main" id="{3F2FBB8B-60B5-E4FF-5116-9E3D7C4E1DEC}"/>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3295a8824d0_0_0:notes">
            <a:extLst>
              <a:ext uri="{FF2B5EF4-FFF2-40B4-BE49-F238E27FC236}">
                <a16:creationId xmlns:a16="http://schemas.microsoft.com/office/drawing/2014/main" id="{881B619E-DEA5-1E44-7A8A-3961CB90046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17772436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AD1BC6B5-232A-6F52-36C1-7A040CB621B8}"/>
            </a:ext>
          </a:extLst>
        </p:cNvPr>
        <p:cNvGrpSpPr/>
        <p:nvPr/>
      </p:nvGrpSpPr>
      <p:grpSpPr>
        <a:xfrm>
          <a:off x="0" y="0"/>
          <a:ext cx="0" cy="0"/>
          <a:chOff x="0" y="0"/>
          <a:chExt cx="0" cy="0"/>
        </a:xfrm>
      </p:grpSpPr>
      <p:sp>
        <p:nvSpPr>
          <p:cNvPr id="218" name="Google Shape;218;g3295a8824d0_0_0:notes">
            <a:extLst>
              <a:ext uri="{FF2B5EF4-FFF2-40B4-BE49-F238E27FC236}">
                <a16:creationId xmlns:a16="http://schemas.microsoft.com/office/drawing/2014/main" id="{77DD6CAB-3E1F-70AD-47E7-B4071977B7EC}"/>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3295a8824d0_0_0:notes">
            <a:extLst>
              <a:ext uri="{FF2B5EF4-FFF2-40B4-BE49-F238E27FC236}">
                <a16:creationId xmlns:a16="http://schemas.microsoft.com/office/drawing/2014/main" id="{2258C145-8798-8823-C9B5-2DF1C31A3A8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36687484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322968"/>
            <a:ext cx="9144000" cy="2187001"/>
          </a:xfrm>
        </p:spPr>
        <p:txBody>
          <a:bodyPr anchor="b">
            <a:normAutofit/>
          </a:bodyPr>
          <a:lstStyle>
            <a:lvl1pPr algn="ctr">
              <a:lnSpc>
                <a:spcPct val="130000"/>
              </a:lnSpc>
              <a:defRPr sz="6000">
                <a:effectLst/>
                <a:latin typeface="Calibri Light" panose="020F0302020204030204" pitchFamily="34" charset="0"/>
              </a:defRPr>
            </a:lvl1pPr>
          </a:lstStyle>
          <a:p>
            <a:r>
              <a:rPr lang="en-US"/>
              <a:t>Click to edit Master title style</a:t>
            </a:r>
          </a:p>
        </p:txBody>
      </p:sp>
      <p:sp>
        <p:nvSpPr>
          <p:cNvPr id="4" name="Date Placeholder  3"/>
          <p:cNvSpPr>
            <a:spLocks noGrp="1"/>
          </p:cNvSpPr>
          <p:nvPr>
            <p:ph type="dt" sz="half" idx="10"/>
          </p:nvPr>
        </p:nvSpPr>
        <p:spPr/>
        <p:txBody>
          <a:bodyPr/>
          <a:lstStyle/>
          <a:p>
            <a:fld id="{760FBDFE-C587-4B4C-A407-44438C67B59E}"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t>‹#›</a:t>
            </a:fld>
            <a:endParaRPr lang="en-US"/>
          </a:p>
        </p:txBody>
      </p:sp>
      <p:sp>
        <p:nvSpPr>
          <p:cNvPr id="3" name="Subtitle 2"/>
          <p:cNvSpPr>
            <a:spLocks noGrp="1"/>
          </p:cNvSpPr>
          <p:nvPr>
            <p:ph type="subTitle" idx="1"/>
          </p:nvPr>
        </p:nvSpPr>
        <p:spPr>
          <a:xfrm>
            <a:off x="1524000" y="3602037"/>
            <a:ext cx="9144000" cy="1655763"/>
          </a:xfrm>
        </p:spPr>
        <p:txBody>
          <a:bodyPr>
            <a:normAutofit/>
          </a:bodyPr>
          <a:lstStyle>
            <a:lvl1pPr marL="0" indent="0" algn="ctr">
              <a:buNone/>
              <a:defRPr sz="2400">
                <a:solidFill>
                  <a:schemeClr val="tx1">
                    <a:lumMod val="75000"/>
                    <a:lumOff val="25000"/>
                  </a:schemeClr>
                </a:solidFill>
                <a:effectLst/>
                <a:latin typeface="Calibri Light" panose="020F0302020204030204" pitchFamily="34" charset="0"/>
                <a:ea typeface="+mj-ea"/>
              </a:defRPr>
            </a:lvl1pPr>
            <a:lvl2pPr marL="457155" indent="0" algn="ctr">
              <a:buNone/>
              <a:defRPr sz="2000"/>
            </a:lvl2pPr>
            <a:lvl3pPr marL="914309" indent="0" algn="ctr">
              <a:buNone/>
              <a:defRPr sz="1900"/>
            </a:lvl3pPr>
            <a:lvl4pPr marL="1371464" indent="0" algn="ctr">
              <a:buNone/>
              <a:defRPr sz="1600"/>
            </a:lvl4pPr>
            <a:lvl5pPr marL="1828618" indent="0" algn="ctr">
              <a:buNone/>
              <a:defRPr sz="1600"/>
            </a:lvl5pPr>
            <a:lvl6pPr marL="2285774" indent="0" algn="ctr">
              <a:buNone/>
              <a:defRPr sz="1600"/>
            </a:lvl6pPr>
            <a:lvl7pPr marL="2742926" indent="0" algn="ctr">
              <a:buNone/>
              <a:defRPr sz="1600"/>
            </a:lvl7pPr>
            <a:lvl8pPr marL="3200080" indent="0" algn="ctr">
              <a:buNone/>
              <a:defRPr sz="1600"/>
            </a:lvl8pPr>
            <a:lvl9pPr marL="3657235" indent="0" algn="ctr">
              <a:buNone/>
              <a:defRPr sz="1600"/>
            </a:lvl9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47700" y="258445"/>
            <a:ext cx="10515600" cy="1325563"/>
          </a:xfrm>
        </p:spPr>
        <p:txBody>
          <a:bodyPr anchor="ctr" anchorCtr="0">
            <a:normAutofit/>
          </a:bodyPr>
          <a:lstStyle>
            <a:lvl1pPr>
              <a:defRPr sz="4400" b="1">
                <a:effectLst/>
                <a:latin typeface="Calibri Light" panose="020F0302020204030204" pitchFamily="34" charset="0"/>
              </a:defRPr>
            </a:lvl1pPr>
          </a:lstStyle>
          <a:p>
            <a:r>
              <a:rPr lang="en-US"/>
              <a:t>Click to edit Master title style</a:t>
            </a:r>
          </a:p>
        </p:txBody>
      </p:sp>
      <p:sp>
        <p:nvSpPr>
          <p:cNvPr id="3" name="Content Placeholder 2"/>
          <p:cNvSpPr>
            <a:spLocks noGrp="1"/>
          </p:cNvSpPr>
          <p:nvPr>
            <p:ph idx="1"/>
          </p:nvPr>
        </p:nvSpPr>
        <p:spPr>
          <a:xfrm>
            <a:off x="647700" y="1825625"/>
            <a:ext cx="10515600" cy="4351339"/>
          </a:xfrm>
        </p:spPr>
        <p:txBody>
          <a:bodyPr>
            <a:normAutofit/>
          </a:bodyPr>
          <a:lstStyle>
            <a:lvl1pPr>
              <a:defRPr sz="2800">
                <a:solidFill>
                  <a:schemeClr val="tx1">
                    <a:lumMod val="75000"/>
                    <a:lumOff val="25000"/>
                  </a:schemeClr>
                </a:solidFill>
                <a:latin typeface="Calibri Light" panose="020F0302020204030204" pitchFamily="34" charset="0"/>
                <a:cs typeface="Calibri Light" panose="020F0302020204030204" pitchFamily="34" charset="0"/>
              </a:defRPr>
            </a:lvl1pPr>
            <a:lvl2pPr>
              <a:defRPr sz="2400">
                <a:solidFill>
                  <a:schemeClr val="tx1">
                    <a:lumMod val="75000"/>
                    <a:lumOff val="25000"/>
                  </a:schemeClr>
                </a:solidFill>
                <a:latin typeface="Calibri Light" panose="020F0302020204030204" pitchFamily="34" charset="0"/>
                <a:cs typeface="Calibri Light" panose="020F0302020204030204" pitchFamily="34" charset="0"/>
              </a:defRPr>
            </a:lvl2pPr>
            <a:lvl3pPr>
              <a:defRPr sz="2000">
                <a:solidFill>
                  <a:schemeClr val="tx1">
                    <a:lumMod val="75000"/>
                    <a:lumOff val="25000"/>
                  </a:schemeClr>
                </a:solidFill>
                <a:latin typeface="Calibri Light" panose="020F0302020204030204" pitchFamily="34" charset="0"/>
                <a:cs typeface="Calibri Light" panose="020F0302020204030204" pitchFamily="34" charset="0"/>
              </a:defRPr>
            </a:lvl3pPr>
            <a:lvl4pPr>
              <a:defRPr sz="1900">
                <a:solidFill>
                  <a:schemeClr val="tx1">
                    <a:lumMod val="75000"/>
                    <a:lumOff val="25000"/>
                  </a:schemeClr>
                </a:solidFill>
                <a:latin typeface="Calibri Light" panose="020F0302020204030204" pitchFamily="34" charset="0"/>
                <a:cs typeface="Calibri Light" panose="020F0302020204030204" pitchFamily="34" charset="0"/>
              </a:defRPr>
            </a:lvl4pPr>
            <a:lvl5pPr>
              <a:defRPr sz="1900">
                <a:solidFill>
                  <a:schemeClr val="tx1">
                    <a:lumMod val="75000"/>
                    <a:lumOff val="25000"/>
                  </a:schemeClr>
                </a:solidFill>
                <a:latin typeface="Calibri Light" panose="020F0302020204030204" pitchFamily="34" charset="0"/>
                <a:cs typeface="Calibri Light" panose="020F0302020204030204" pitchFamily="34" charset="0"/>
              </a:defRPr>
            </a:lvl5pPr>
          </a:lstStyle>
          <a:p>
            <a:pPr lvl="0"/>
            <a:r>
              <a:rPr lang="en-US"/>
              <a:t>Click to edit Master text styles</a:t>
            </a:r>
          </a:p>
          <a:p>
            <a:pPr lvl="1"/>
            <a:r>
              <a:rPr lang="en-US"/>
              <a:t>Second level </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60FBDFE-C587-4B4C-A407-44438C67B59E}"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5" y="3750945"/>
            <a:ext cx="9843135" cy="811531"/>
          </a:xfrm>
        </p:spPr>
        <p:txBody>
          <a:bodyPr anchor="b">
            <a:noAutofit/>
          </a:bodyPr>
          <a:lstStyle>
            <a:lvl1pPr>
              <a:defRPr sz="6000">
                <a:effectLst/>
              </a:defRPr>
            </a:lvl1pPr>
          </a:lstStyle>
          <a:p>
            <a:r>
              <a:rPr lang="en-US">
                <a:sym typeface="+mn-ea"/>
              </a:rPr>
              <a:t>Click to edit Master title style</a:t>
            </a:r>
          </a:p>
        </p:txBody>
      </p:sp>
      <p:sp>
        <p:nvSpPr>
          <p:cNvPr id="3" name="Text Placeholder 2"/>
          <p:cNvSpPr>
            <a:spLocks noGrp="1"/>
          </p:cNvSpPr>
          <p:nvPr>
            <p:ph type="body" idx="1"/>
          </p:nvPr>
        </p:nvSpPr>
        <p:spPr>
          <a:xfrm>
            <a:off x="831854" y="4610029"/>
            <a:ext cx="7321551" cy="647555"/>
          </a:xfrm>
        </p:spPr>
        <p:txBody>
          <a:bodyPr>
            <a:noAutofit/>
          </a:bodyPr>
          <a:lstStyle>
            <a:lvl1pPr marL="0" indent="0">
              <a:buNone/>
              <a:defRPr sz="2400">
                <a:solidFill>
                  <a:schemeClr val="bg1">
                    <a:lumMod val="50000"/>
                  </a:schemeClr>
                </a:solidFill>
              </a:defRPr>
            </a:lvl1pPr>
            <a:lvl2pPr marL="457155" indent="0">
              <a:buNone/>
              <a:defRPr sz="2000">
                <a:solidFill>
                  <a:schemeClr val="tx1">
                    <a:tint val="75000"/>
                  </a:schemeClr>
                </a:solidFill>
              </a:defRPr>
            </a:lvl2pPr>
            <a:lvl3pPr marL="914309" indent="0">
              <a:buNone/>
              <a:defRPr sz="1900">
                <a:solidFill>
                  <a:schemeClr val="tx1">
                    <a:tint val="75000"/>
                  </a:schemeClr>
                </a:solidFill>
              </a:defRPr>
            </a:lvl3pPr>
            <a:lvl4pPr marL="1371464" indent="0">
              <a:buNone/>
              <a:defRPr sz="1600">
                <a:solidFill>
                  <a:schemeClr val="tx1">
                    <a:tint val="75000"/>
                  </a:schemeClr>
                </a:solidFill>
              </a:defRPr>
            </a:lvl4pPr>
            <a:lvl5pPr marL="1828618" indent="0">
              <a:buNone/>
              <a:defRPr sz="1600">
                <a:solidFill>
                  <a:schemeClr val="tx1">
                    <a:tint val="75000"/>
                  </a:schemeClr>
                </a:solidFill>
              </a:defRPr>
            </a:lvl5pPr>
            <a:lvl6pPr marL="2285774" indent="0">
              <a:buNone/>
              <a:defRPr sz="1600">
                <a:solidFill>
                  <a:schemeClr val="tx1">
                    <a:tint val="75000"/>
                  </a:schemeClr>
                </a:solidFill>
              </a:defRPr>
            </a:lvl6pPr>
            <a:lvl7pPr marL="2742926" indent="0">
              <a:buNone/>
              <a:defRPr sz="1600">
                <a:solidFill>
                  <a:schemeClr val="tx1">
                    <a:tint val="75000"/>
                  </a:schemeClr>
                </a:solidFill>
              </a:defRPr>
            </a:lvl7pPr>
            <a:lvl8pPr marL="3200080" indent="0">
              <a:buNone/>
              <a:defRPr sz="1600">
                <a:solidFill>
                  <a:schemeClr val="tx1">
                    <a:tint val="75000"/>
                  </a:schemeClr>
                </a:solidFill>
              </a:defRPr>
            </a:lvl8pPr>
            <a:lvl9pPr marL="3657235" indent="0">
              <a:buNone/>
              <a:defRPr sz="1600">
                <a:solidFill>
                  <a:schemeClr val="tx1">
                    <a:tint val="75000"/>
                  </a:schemeClr>
                </a:solidFill>
              </a:defRPr>
            </a:lvl9pPr>
          </a:lstStyle>
          <a:p>
            <a:pPr lvl="0"/>
            <a:r>
              <a:rPr lang="en-US"/>
              <a:t>Click to edit Master text styles</a:t>
            </a:r>
          </a:p>
        </p:txBody>
      </p:sp>
      <p:sp>
        <p:nvSpPr>
          <p:cNvPr id="4" name="Slide Number Placeholder 3"/>
          <p:cNvSpPr>
            <a:spLocks noGrp="1"/>
          </p:cNvSpPr>
          <p:nvPr>
            <p:ph type="dt" sz="half" idx="10"/>
          </p:nvPr>
        </p:nvSpPr>
        <p:spPr/>
        <p:txBody>
          <a:bodyPr/>
          <a:lstStyle/>
          <a:p>
            <a:fld id="{760FBDFE-C587-4B4C-A407-44438C67B59E}"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47700" y="258445"/>
            <a:ext cx="10515600" cy="1325563"/>
          </a:xfrm>
        </p:spPr>
        <p:txBody>
          <a:bodyPr>
            <a:normAutofit/>
          </a:bodyPr>
          <a:lstStyle>
            <a:lvl1pPr>
              <a:defRPr sz="4400" b="0" i="0">
                <a:effectLst/>
              </a:defRPr>
            </a:lvl1pPr>
          </a:lstStyle>
          <a:p>
            <a:r>
              <a:rPr lang="en-US">
                <a:sym typeface="+mn-ea"/>
              </a:rPr>
              <a:t>Click to edit Master title style</a:t>
            </a:r>
            <a:endParaRPr lang="en-US"/>
          </a:p>
        </p:txBody>
      </p:sp>
      <p:sp>
        <p:nvSpPr>
          <p:cNvPr id="3" name="Content Placeholder 2"/>
          <p:cNvSpPr>
            <a:spLocks noGrp="1"/>
          </p:cNvSpPr>
          <p:nvPr>
            <p:ph sz="half" idx="1"/>
          </p:nvPr>
        </p:nvSpPr>
        <p:spPr>
          <a:xfrm>
            <a:off x="647700" y="1825625"/>
            <a:ext cx="5181600" cy="4351339"/>
          </a:xfrm>
        </p:spPr>
        <p:txBody>
          <a:bodyPr>
            <a:normAutofit/>
          </a:bodyPr>
          <a:lstStyle>
            <a:lvl1pPr>
              <a:lnSpc>
                <a:spcPct val="150000"/>
              </a:lnSpc>
              <a:defRPr sz="2800">
                <a:solidFill>
                  <a:schemeClr val="tx1">
                    <a:lumMod val="75000"/>
                    <a:lumOff val="25000"/>
                  </a:schemeClr>
                </a:solidFill>
                <a:latin typeface="Calibri Light" panose="020F0302020204030204" pitchFamily="34" charset="0"/>
                <a:cs typeface="Calibri Light" panose="020F0302020204030204" pitchFamily="34" charset="0"/>
              </a:defRPr>
            </a:lvl1pPr>
            <a:lvl2pPr>
              <a:lnSpc>
                <a:spcPct val="150000"/>
              </a:lnSpc>
              <a:defRPr sz="2400">
                <a:solidFill>
                  <a:schemeClr val="tx1">
                    <a:lumMod val="75000"/>
                    <a:lumOff val="25000"/>
                  </a:schemeClr>
                </a:solidFill>
                <a:latin typeface="Calibri Light" panose="020F0302020204030204" pitchFamily="34" charset="0"/>
                <a:cs typeface="Calibri Light" panose="020F0302020204030204" pitchFamily="34" charset="0"/>
              </a:defRPr>
            </a:lvl2pPr>
            <a:lvl3pPr>
              <a:lnSpc>
                <a:spcPct val="150000"/>
              </a:lnSpc>
              <a:defRPr sz="2000">
                <a:solidFill>
                  <a:schemeClr val="tx1">
                    <a:lumMod val="75000"/>
                    <a:lumOff val="25000"/>
                  </a:schemeClr>
                </a:solidFill>
                <a:latin typeface="Calibri Light" panose="020F0302020204030204" pitchFamily="34" charset="0"/>
                <a:cs typeface="Calibri Light" panose="020F0302020204030204" pitchFamily="34" charset="0"/>
              </a:defRPr>
            </a:lvl3pPr>
            <a:lvl4pPr>
              <a:lnSpc>
                <a:spcPct val="150000"/>
              </a:lnSpc>
              <a:defRPr sz="1900">
                <a:solidFill>
                  <a:schemeClr val="tx1">
                    <a:lumMod val="75000"/>
                    <a:lumOff val="25000"/>
                  </a:schemeClr>
                </a:solidFill>
                <a:latin typeface="Calibri Light" panose="020F0302020204030204" pitchFamily="34" charset="0"/>
                <a:cs typeface="Calibri Light" panose="020F0302020204030204" pitchFamily="34" charset="0"/>
              </a:defRPr>
            </a:lvl4pPr>
            <a:lvl5pPr>
              <a:lnSpc>
                <a:spcPct val="150000"/>
              </a:lnSpc>
              <a:defRPr sz="1900">
                <a:solidFill>
                  <a:schemeClr val="tx1">
                    <a:lumMod val="75000"/>
                    <a:lumOff val="25000"/>
                  </a:schemeClr>
                </a:solidFill>
                <a:latin typeface="Calibri Light" panose="020F0302020204030204" pitchFamily="34" charset="0"/>
                <a:cs typeface="Calibri Light" panose="020F03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981700" y="1825625"/>
            <a:ext cx="5181600" cy="4351339"/>
          </a:xfrm>
        </p:spPr>
        <p:txBody>
          <a:bodyPr>
            <a:normAutofit/>
          </a:bodyPr>
          <a:lstStyle>
            <a:lvl1pPr>
              <a:lnSpc>
                <a:spcPct val="150000"/>
              </a:lnSpc>
              <a:defRPr kumimoji="0" lang="en-US" sz="2800" b="0" i="0" u="none" strike="noStrike" kern="1200" cap="none" spc="0" normalizeH="0" baseline="0" noProof="1" dirty="0">
                <a:solidFill>
                  <a:schemeClr val="tx1">
                    <a:lumMod val="75000"/>
                    <a:lumOff val="25000"/>
                  </a:schemeClr>
                </a:solidFill>
                <a:latin typeface="Calibri Light" panose="020F0302020204030204" pitchFamily="34" charset="0"/>
                <a:ea typeface="+mn-ea"/>
                <a:cs typeface="+mn-cs"/>
              </a:defRPr>
            </a:lvl1pPr>
            <a:lvl2pPr>
              <a:lnSpc>
                <a:spcPct val="150000"/>
              </a:lnSpc>
              <a:defRPr sz="2400">
                <a:solidFill>
                  <a:schemeClr val="tx1">
                    <a:lumMod val="75000"/>
                    <a:lumOff val="25000"/>
                  </a:schemeClr>
                </a:solidFill>
              </a:defRPr>
            </a:lvl2pPr>
            <a:lvl3pPr>
              <a:lnSpc>
                <a:spcPct val="150000"/>
              </a:lnSpc>
              <a:defRPr sz="2000">
                <a:solidFill>
                  <a:schemeClr val="tx1">
                    <a:lumMod val="75000"/>
                    <a:lumOff val="25000"/>
                  </a:schemeClr>
                </a:solidFill>
              </a:defRPr>
            </a:lvl3pPr>
            <a:lvl4pPr>
              <a:lnSpc>
                <a:spcPct val="150000"/>
              </a:lnSpc>
              <a:defRPr sz="2000">
                <a:solidFill>
                  <a:schemeClr val="tx1">
                    <a:lumMod val="75000"/>
                    <a:lumOff val="25000"/>
                  </a:schemeClr>
                </a:solidFill>
              </a:defRPr>
            </a:lvl4pPr>
            <a:lvl5pPr>
              <a:lnSpc>
                <a:spcPct val="150000"/>
              </a:lnSpc>
              <a:defRPr sz="2000">
                <a:solidFill>
                  <a:schemeClr val="tx1">
                    <a:lumMod val="75000"/>
                    <a:lumOff val="25000"/>
                  </a:schemeClr>
                </a:solidFill>
              </a:defRPr>
            </a:lvl5pPr>
          </a:lstStyle>
          <a:p>
            <a:pPr lvl="0"/>
            <a:r>
              <a:rPr lang="en-US"/>
              <a:t>Click to edit Master text styles</a:t>
            </a:r>
          </a:p>
          <a:p>
            <a:pPr lvl="1"/>
            <a:r>
              <a:rPr lang="en-US">
                <a:sym typeface="+mn-ea"/>
              </a:rPr>
              <a:t>Second level</a:t>
            </a:r>
            <a:endParaRPr lang="en-US"/>
          </a:p>
          <a:p>
            <a:pPr lvl="2"/>
            <a:r>
              <a:rPr lang="en-US">
                <a:sym typeface="+mn-ea"/>
              </a:rPr>
              <a:t>Third level</a:t>
            </a:r>
            <a:endParaRPr lang="en-US"/>
          </a:p>
          <a:p>
            <a:pPr lvl="3"/>
            <a:r>
              <a:rPr lang="en-US">
                <a:sym typeface="+mn-ea"/>
              </a:rPr>
              <a:t>Fourth level</a:t>
            </a:r>
            <a:endParaRPr lang="en-US"/>
          </a:p>
          <a:p>
            <a:pPr lvl="4"/>
            <a:r>
              <a:rPr lang="en-US">
                <a:sym typeface="+mn-ea"/>
              </a:rPr>
              <a:t>Fifth level</a:t>
            </a:r>
            <a:endParaRPr lang="en-US"/>
          </a:p>
        </p:txBody>
      </p:sp>
      <p:sp>
        <p:nvSpPr>
          <p:cNvPr id="5" name="Date Placeholder 4"/>
          <p:cNvSpPr>
            <a:spLocks noGrp="1"/>
          </p:cNvSpPr>
          <p:nvPr>
            <p:ph type="dt" sz="half" idx="10"/>
          </p:nvPr>
        </p:nvSpPr>
        <p:spPr/>
        <p:txBody>
          <a:bodyPr/>
          <a:lstStyle/>
          <a:p>
            <a:fld id="{760FBDFE-C587-4B4C-A407-44438C67B59E}"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AE70B2-8BF9-45C0-BB95-33D1B9D3A854}"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lvl1pPr>
              <a:defRPr sz="4400"/>
            </a:lvl1pPr>
          </a:lstStyle>
          <a:p>
            <a:r>
              <a:rPr lang="en-US">
                <a:sym typeface="+mn-ea"/>
              </a:rPr>
              <a:t>Click to edit Master title style</a:t>
            </a:r>
            <a:endParaRPr lang="en-US"/>
          </a:p>
        </p:txBody>
      </p:sp>
      <p:sp>
        <p:nvSpPr>
          <p:cNvPr id="3" name="Text Placeholder 2"/>
          <p:cNvSpPr>
            <a:spLocks noGrp="1"/>
          </p:cNvSpPr>
          <p:nvPr>
            <p:ph type="body" idx="1"/>
          </p:nvPr>
        </p:nvSpPr>
        <p:spPr>
          <a:xfrm>
            <a:off x="839789" y="1744961"/>
            <a:ext cx="5157787" cy="823912"/>
          </a:xfrm>
        </p:spPr>
        <p:txBody>
          <a:bodyPr anchor="b"/>
          <a:lstStyle>
            <a:lvl1pPr marL="0" indent="0">
              <a:buNone/>
              <a:defRPr sz="2400" b="1">
                <a:latin typeface="Calibri Light" panose="020F0302020204030204" pitchFamily="34" charset="0"/>
                <a:cs typeface="Calibri Light" panose="020F0302020204030204" pitchFamily="34" charset="0"/>
              </a:defRPr>
            </a:lvl1pPr>
            <a:lvl2pPr marL="457155" indent="0">
              <a:buNone/>
              <a:defRPr sz="2000" b="1"/>
            </a:lvl2pPr>
            <a:lvl3pPr marL="914309" indent="0">
              <a:buNone/>
              <a:defRPr sz="1900" b="1"/>
            </a:lvl3pPr>
            <a:lvl4pPr marL="1371464" indent="0">
              <a:buNone/>
              <a:defRPr sz="1600" b="1"/>
            </a:lvl4pPr>
            <a:lvl5pPr marL="1828618" indent="0">
              <a:buNone/>
              <a:defRPr sz="1600" b="1"/>
            </a:lvl5pPr>
            <a:lvl6pPr marL="2285774" indent="0">
              <a:buNone/>
              <a:defRPr sz="1600" b="1"/>
            </a:lvl6pPr>
            <a:lvl7pPr marL="2742926" indent="0">
              <a:buNone/>
              <a:defRPr sz="1600" b="1"/>
            </a:lvl7pPr>
            <a:lvl8pPr marL="3200080" indent="0">
              <a:buNone/>
              <a:defRPr sz="1600" b="1"/>
            </a:lvl8pPr>
            <a:lvl9pPr marL="3657235"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615614"/>
            <a:ext cx="5157787" cy="35740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文本占位符 4"/>
          <p:cNvSpPr>
            <a:spLocks noGrp="1"/>
          </p:cNvSpPr>
          <p:nvPr>
            <p:ph type="body" sz="quarter" idx="3"/>
          </p:nvPr>
        </p:nvSpPr>
        <p:spPr>
          <a:xfrm>
            <a:off x="6172203" y="1744961"/>
            <a:ext cx="5183188" cy="823912"/>
          </a:xfrm>
        </p:spPr>
        <p:txBody>
          <a:bodyPr anchor="b"/>
          <a:lstStyle>
            <a:lvl1pPr marL="0" indent="0">
              <a:buNone/>
              <a:defRPr sz="2400" b="1">
                <a:latin typeface="Calibri Light" panose="020F0302020204030204" pitchFamily="34" charset="0"/>
                <a:cs typeface="Calibri Light" panose="020F0302020204030204" pitchFamily="34" charset="0"/>
              </a:defRPr>
            </a:lvl1pPr>
            <a:lvl2pPr marL="457155" indent="0">
              <a:buNone/>
              <a:defRPr sz="2000" b="1"/>
            </a:lvl2pPr>
            <a:lvl3pPr marL="914309" indent="0">
              <a:buNone/>
              <a:defRPr sz="1900" b="1"/>
            </a:lvl3pPr>
            <a:lvl4pPr marL="1371464" indent="0">
              <a:buNone/>
              <a:defRPr sz="1600" b="1"/>
            </a:lvl4pPr>
            <a:lvl5pPr marL="1828618" indent="0">
              <a:buNone/>
              <a:defRPr sz="1600" b="1"/>
            </a:lvl5pPr>
            <a:lvl6pPr marL="2285774" indent="0">
              <a:buNone/>
              <a:defRPr sz="1600" b="1"/>
            </a:lvl6pPr>
            <a:lvl7pPr marL="2742926" indent="0">
              <a:buNone/>
              <a:defRPr sz="1600" b="1"/>
            </a:lvl7pPr>
            <a:lvl8pPr marL="3200080" indent="0">
              <a:buNone/>
              <a:defRPr sz="1600" b="1"/>
            </a:lvl8pPr>
            <a:lvl9pPr marL="3657235" indent="0">
              <a:buNone/>
              <a:defRPr sz="1600" b="1"/>
            </a:lvl9pPr>
          </a:lstStyle>
          <a:p>
            <a:pPr lvl="0"/>
            <a:r>
              <a:rPr lang="en-US"/>
              <a:t>Click to edit Master text styles</a:t>
            </a:r>
          </a:p>
        </p:txBody>
      </p:sp>
      <p:sp>
        <p:nvSpPr>
          <p:cNvPr id="6" name="内容占位符 5"/>
          <p:cNvSpPr>
            <a:spLocks noGrp="1"/>
          </p:cNvSpPr>
          <p:nvPr>
            <p:ph sz="quarter" idx="4"/>
          </p:nvPr>
        </p:nvSpPr>
        <p:spPr>
          <a:xfrm>
            <a:off x="6172203" y="2615614"/>
            <a:ext cx="5183188" cy="3574055"/>
          </a:xfrm>
        </p:spPr>
        <p:txBody>
          <a:bodyPr/>
          <a:lstStyle/>
          <a:p>
            <a:pPr lvl="0"/>
            <a:r>
              <a:rPr lang="en-US">
                <a:sym typeface="+mn-ea"/>
              </a:rPr>
              <a:t>Click to edit Master text styles</a:t>
            </a:r>
            <a:endParaRPr lang="en-US"/>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60FBDFE-C587-4B4C-A407-44438C67B59E}" type="datetimeFigureOut">
              <a:rPr lang="en-US" smtClean="0"/>
              <a:t>12/15/2025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9AE70B2-8BF9-45C0-BB95-33D1B9D3A854}"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2766221"/>
            <a:ext cx="10515600" cy="1325563"/>
          </a:xfrm>
        </p:spPr>
        <p:txBody>
          <a:bodyPr>
            <a:normAutofit/>
          </a:bodyPr>
          <a:lstStyle>
            <a:lvl1pPr algn="ctr">
              <a:defRPr sz="4400" b="0">
                <a:effectLst/>
                <a:latin typeface="Calibri Light" panose="020F0302020204030204" pitchFamily="34" charset="0"/>
                <a:cs typeface="Calibri Light" panose="020F0302020204030204" pitchFamily="34" charset="0"/>
              </a:defRPr>
            </a:lvl1pPr>
          </a:lstStyle>
          <a:p>
            <a:r>
              <a:rPr lang="en-US"/>
              <a:t>Click to edit Master title style</a:t>
            </a:r>
          </a:p>
        </p:txBody>
      </p:sp>
      <p:sp>
        <p:nvSpPr>
          <p:cNvPr id="3" name="Date Placeholder 2"/>
          <p:cNvSpPr>
            <a:spLocks noGrp="1"/>
          </p:cNvSpPr>
          <p:nvPr>
            <p:ph type="dt" sz="half" idx="10"/>
          </p:nvPr>
        </p:nvSpPr>
        <p:spPr/>
        <p:txBody>
          <a:bodyPr/>
          <a:lstStyle/>
          <a:p>
            <a:fld id="{760FBDFE-C587-4B4C-A407-44438C67B59E}" type="datetimeFigureOut">
              <a:rPr lang="en-US" smtClean="0"/>
              <a:t>12/15/2025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AE70B2-8BF9-45C0-BB95-33D1B9D3A854}"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0FBDFE-C587-4B4C-A407-44438C67B59E}" type="datetimeFigureOut">
              <a:rPr lang="en-US" smtClean="0"/>
              <a:t>12/15/2025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9AE70B2-8BF9-45C0-BB95-33D1B9D3A854}"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6747" y="127000"/>
            <a:ext cx="4165200" cy="1600200"/>
          </a:xfrm>
        </p:spPr>
        <p:txBody>
          <a:bodyPr anchor="ctr" anchorCtr="0">
            <a:normAutofit/>
          </a:bodyPr>
          <a:lstStyle>
            <a:lvl1pPr>
              <a:defRPr sz="3200" b="0">
                <a:effectLst/>
                <a:latin typeface="Calibri Light" panose="020F0302020204030204" pitchFamily="34" charset="0"/>
                <a:cs typeface="Calibri Light" panose="020F0302020204030204" pitchFamily="34" charset="0"/>
              </a:defRPr>
            </a:lvl1pPr>
          </a:lstStyle>
          <a:p>
            <a:r>
              <a:rPr lang="en-US"/>
              <a:t>Click to edit Master title style</a:t>
            </a:r>
          </a:p>
        </p:txBody>
      </p:sp>
      <p:sp>
        <p:nvSpPr>
          <p:cNvPr id="3" name="Picture Placeholder 2"/>
          <p:cNvSpPr>
            <a:spLocks noGrp="1" noChangeAspect="1"/>
          </p:cNvSpPr>
          <p:nvPr>
            <p:ph type="pic" idx="1"/>
          </p:nvPr>
        </p:nvSpPr>
        <p:spPr>
          <a:xfrm>
            <a:off x="5184006" y="766358"/>
            <a:ext cx="5817375" cy="5094447"/>
          </a:xfrm>
        </p:spPr>
        <p:txBody>
          <a:bodyPr/>
          <a:lstStyle>
            <a:lvl1pPr marL="0" indent="0">
              <a:buNone/>
              <a:defRPr sz="3200"/>
            </a:lvl1pPr>
            <a:lvl2pPr marL="457155" indent="0">
              <a:buNone/>
              <a:defRPr sz="2800"/>
            </a:lvl2pPr>
            <a:lvl3pPr marL="914309" indent="0">
              <a:buNone/>
              <a:defRPr sz="2400"/>
            </a:lvl3pPr>
            <a:lvl4pPr marL="1371464" indent="0">
              <a:buNone/>
              <a:defRPr sz="2000"/>
            </a:lvl4pPr>
            <a:lvl5pPr marL="1828618" indent="0">
              <a:buNone/>
              <a:defRPr sz="2000"/>
            </a:lvl5pPr>
            <a:lvl6pPr marL="2285774" indent="0">
              <a:buNone/>
              <a:defRPr sz="2000"/>
            </a:lvl6pPr>
            <a:lvl7pPr marL="2742926" indent="0">
              <a:buNone/>
              <a:defRPr sz="2000"/>
            </a:lvl7pPr>
            <a:lvl8pPr marL="3200080" indent="0">
              <a:buNone/>
              <a:defRPr sz="2000"/>
            </a:lvl8pPr>
            <a:lvl9pPr marL="3657235" indent="0">
              <a:buNone/>
              <a:defRPr sz="2000"/>
            </a:lvl9pPr>
          </a:lstStyle>
          <a:p>
            <a:endParaRPr lang="en-US"/>
          </a:p>
        </p:txBody>
      </p:sp>
      <p:sp>
        <p:nvSpPr>
          <p:cNvPr id="4" name="Text Placeholder 3"/>
          <p:cNvSpPr>
            <a:spLocks noGrp="1"/>
          </p:cNvSpPr>
          <p:nvPr>
            <p:ph type="body" sz="half" idx="2"/>
          </p:nvPr>
        </p:nvSpPr>
        <p:spPr>
          <a:xfrm>
            <a:off x="651827" y="2057403"/>
            <a:ext cx="4165200" cy="3811588"/>
          </a:xfrm>
        </p:spPr>
        <p:txBody>
          <a:bodyPr>
            <a:normAutofit/>
          </a:bodyPr>
          <a:lstStyle>
            <a:lvl1pPr marL="0" indent="0">
              <a:lnSpc>
                <a:spcPct val="150000"/>
              </a:lnSpc>
              <a:buNone/>
              <a:defRPr sz="1600"/>
            </a:lvl1pPr>
            <a:lvl2pPr marL="457155" indent="0">
              <a:buNone/>
              <a:defRPr sz="1500"/>
            </a:lvl2pPr>
            <a:lvl3pPr marL="914309" indent="0">
              <a:buNone/>
              <a:defRPr sz="1200"/>
            </a:lvl3pPr>
            <a:lvl4pPr marL="1371464" indent="0">
              <a:buNone/>
              <a:defRPr sz="1100"/>
            </a:lvl4pPr>
            <a:lvl5pPr marL="1828618" indent="0">
              <a:buNone/>
              <a:defRPr sz="1100"/>
            </a:lvl5pPr>
            <a:lvl6pPr marL="2285774" indent="0">
              <a:buNone/>
              <a:defRPr sz="1100"/>
            </a:lvl6pPr>
            <a:lvl7pPr marL="2742926" indent="0">
              <a:buNone/>
              <a:defRPr sz="1100"/>
            </a:lvl7pPr>
            <a:lvl8pPr marL="3200080" indent="0">
              <a:buNone/>
              <a:defRPr sz="1100"/>
            </a:lvl8pPr>
            <a:lvl9pPr marL="3657235"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9EFD9D74-47D9-4702-A33C-335B63B48DBF}"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BC47A4-756D-490B-A52F-7D9E2C9FC05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824487" y="365130"/>
            <a:ext cx="1529316" cy="5811839"/>
          </a:xfrm>
        </p:spPr>
        <p:txBody>
          <a:bodyPr vert="eaVert">
            <a:normAutofit/>
          </a:bodyPr>
          <a:lstStyle>
            <a:lvl1pPr>
              <a:defRPr sz="4400"/>
            </a:lvl1pPr>
          </a:lstStyle>
          <a:p>
            <a:r>
              <a:rPr lang="en-US"/>
              <a:t>Click to edit Master title style</a:t>
            </a:r>
          </a:p>
        </p:txBody>
      </p:sp>
      <p:sp>
        <p:nvSpPr>
          <p:cNvPr id="3" name="Vertical Text Placeholder 2"/>
          <p:cNvSpPr>
            <a:spLocks noGrp="1"/>
          </p:cNvSpPr>
          <p:nvPr>
            <p:ph type="body" orient="vert" idx="1"/>
          </p:nvPr>
        </p:nvSpPr>
        <p:spPr>
          <a:xfrm>
            <a:off x="838205" y="365130"/>
            <a:ext cx="8879959"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60FBDFE-C587-4B4C-A407-44438C67B59E}"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60FBDFE-C587-4B4C-A407-44438C67B59E}" type="datetimeFigureOut">
              <a:rPr lang="en-US" smtClean="0"/>
              <a:t>12/15/2025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AE70B2-8BF9-45C0-BB95-33D1B9D3A854}" type="slidenum">
              <a:rPr lang="en-US" smtClean="0"/>
              <a:t>‹#›</a:t>
            </a:fld>
            <a:endParaRPr lang="en-US"/>
          </a:p>
        </p:txBody>
      </p:sp>
      <p:sp>
        <p:nvSpPr>
          <p:cNvPr id="7" name="Content Placeholder 6"/>
          <p:cNvSpPr>
            <a:spLocks noGrp="1"/>
          </p:cNvSpPr>
          <p:nvPr>
            <p:ph sz="quarter" idx="13"/>
          </p:nvPr>
        </p:nvSpPr>
        <p:spPr>
          <a:xfrm>
            <a:off x="838200" y="551545"/>
            <a:ext cx="10515600" cy="5558971"/>
          </a:xfrm>
        </p:spPr>
        <p:txBody>
          <a:bodyPr/>
          <a:lstStyle/>
          <a:p>
            <a:pPr lvl="0"/>
            <a:r>
              <a:rPr lang="en-US">
                <a:sym typeface="+mn-ea"/>
              </a:rPr>
              <a:t>Click to edit Master text styles</a:t>
            </a:r>
            <a:endParaRPr lang="en-US"/>
          </a:p>
          <a:p>
            <a:pPr lvl="1"/>
            <a:r>
              <a:rPr lang="en-US">
                <a:sym typeface="+mn-ea"/>
              </a:rPr>
              <a:t>Second level</a:t>
            </a:r>
            <a:endParaRPr lang="en-US"/>
          </a:p>
          <a:p>
            <a:pPr lvl="2"/>
            <a:r>
              <a:rPr lang="en-US">
                <a:sym typeface="+mn-ea"/>
              </a:rPr>
              <a:t>Third level</a:t>
            </a:r>
            <a:endParaRPr lang="en-US"/>
          </a:p>
          <a:p>
            <a:pPr lvl="3"/>
            <a:r>
              <a:rPr lang="en-US">
                <a:sym typeface="+mn-ea"/>
              </a:rPr>
              <a:t>Fourth level</a:t>
            </a:r>
            <a:endParaRPr lang="en-US"/>
          </a:p>
          <a:p>
            <a:pPr lvl="4"/>
            <a:r>
              <a:rPr lang="en-US">
                <a:sym typeface="+mn-ea"/>
              </a:rPr>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16" tIns="91416" rIns="91416" bIns="91416"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16" tIns="91416" rIns="91416" bIns="91416" anchor="t" anchorCtr="0">
            <a:normAutofit/>
          </a:bodyPr>
          <a:lstStyle>
            <a:lvl1pPr marL="609539" lvl="0" indent="-457155">
              <a:spcBef>
                <a:spcPts val="0"/>
              </a:spcBef>
              <a:spcAft>
                <a:spcPts val="0"/>
              </a:spcAft>
              <a:buSzPts val="1800"/>
              <a:buChar char="●"/>
              <a:defRPr/>
            </a:lvl1pPr>
            <a:lvl2pPr marL="1219080" lvl="1" indent="-423503">
              <a:spcBef>
                <a:spcPts val="0"/>
              </a:spcBef>
              <a:spcAft>
                <a:spcPts val="0"/>
              </a:spcAft>
              <a:buSzPts val="1400"/>
              <a:buChar char="○"/>
              <a:defRPr/>
            </a:lvl2pPr>
            <a:lvl3pPr marL="1828618" lvl="2" indent="-423503">
              <a:spcBef>
                <a:spcPts val="0"/>
              </a:spcBef>
              <a:spcAft>
                <a:spcPts val="0"/>
              </a:spcAft>
              <a:buSzPts val="1400"/>
              <a:buChar char="■"/>
              <a:defRPr/>
            </a:lvl3pPr>
            <a:lvl4pPr marL="2438158" lvl="3" indent="-423503">
              <a:spcBef>
                <a:spcPts val="0"/>
              </a:spcBef>
              <a:spcAft>
                <a:spcPts val="0"/>
              </a:spcAft>
              <a:buSzPts val="1400"/>
              <a:buChar char="●"/>
              <a:defRPr/>
            </a:lvl4pPr>
            <a:lvl5pPr marL="3047696" lvl="4" indent="-423503">
              <a:spcBef>
                <a:spcPts val="0"/>
              </a:spcBef>
              <a:spcAft>
                <a:spcPts val="0"/>
              </a:spcAft>
              <a:buSzPts val="1400"/>
              <a:buChar char="○"/>
              <a:defRPr/>
            </a:lvl5pPr>
            <a:lvl6pPr marL="3657235" lvl="5" indent="-423503">
              <a:spcBef>
                <a:spcPts val="0"/>
              </a:spcBef>
              <a:spcAft>
                <a:spcPts val="0"/>
              </a:spcAft>
              <a:buSzPts val="1400"/>
              <a:buChar char="■"/>
              <a:defRPr/>
            </a:lvl6pPr>
            <a:lvl7pPr marL="4266773" lvl="6" indent="-423503">
              <a:spcBef>
                <a:spcPts val="0"/>
              </a:spcBef>
              <a:spcAft>
                <a:spcPts val="0"/>
              </a:spcAft>
              <a:buSzPts val="1400"/>
              <a:buChar char="●"/>
              <a:defRPr/>
            </a:lvl7pPr>
            <a:lvl8pPr marL="4876313" lvl="7" indent="-423503">
              <a:spcBef>
                <a:spcPts val="0"/>
              </a:spcBef>
              <a:spcAft>
                <a:spcPts val="0"/>
              </a:spcAft>
              <a:buSzPts val="1400"/>
              <a:buChar char="○"/>
              <a:defRPr/>
            </a:lvl8pPr>
            <a:lvl9pPr marL="5485854" lvl="8" indent="-42350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16" tIns="91416" rIns="91416" bIns="91416"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8302453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611" y="992767"/>
            <a:ext cx="11360800" cy="2736800"/>
          </a:xfrm>
          <a:prstGeom prst="rect">
            <a:avLst/>
          </a:prstGeom>
        </p:spPr>
        <p:txBody>
          <a:bodyPr spcFirstLastPara="1" wrap="square" lIns="91416" tIns="91416" rIns="91416" bIns="91416" anchor="b" anchorCtr="0">
            <a:normAutofit/>
          </a:bodyPr>
          <a:lstStyle>
            <a:lvl1pPr lvl="0" algn="ctr">
              <a:spcBef>
                <a:spcPts val="0"/>
              </a:spcBef>
              <a:spcAft>
                <a:spcPts val="0"/>
              </a:spcAft>
              <a:buSzPts val="5200"/>
              <a:buNone/>
              <a:defRPr sz="6900"/>
            </a:lvl1pPr>
            <a:lvl2pPr lvl="1" algn="ctr">
              <a:spcBef>
                <a:spcPts val="0"/>
              </a:spcBef>
              <a:spcAft>
                <a:spcPts val="0"/>
              </a:spcAft>
              <a:buSzPts val="5200"/>
              <a:buNone/>
              <a:defRPr sz="6900"/>
            </a:lvl2pPr>
            <a:lvl3pPr lvl="2" algn="ctr">
              <a:spcBef>
                <a:spcPts val="0"/>
              </a:spcBef>
              <a:spcAft>
                <a:spcPts val="0"/>
              </a:spcAft>
              <a:buSzPts val="5200"/>
              <a:buNone/>
              <a:defRPr sz="6900"/>
            </a:lvl3pPr>
            <a:lvl4pPr lvl="3" algn="ctr">
              <a:spcBef>
                <a:spcPts val="0"/>
              </a:spcBef>
              <a:spcAft>
                <a:spcPts val="0"/>
              </a:spcAft>
              <a:buSzPts val="5200"/>
              <a:buNone/>
              <a:defRPr sz="6900"/>
            </a:lvl4pPr>
            <a:lvl5pPr lvl="4" algn="ctr">
              <a:spcBef>
                <a:spcPts val="0"/>
              </a:spcBef>
              <a:spcAft>
                <a:spcPts val="0"/>
              </a:spcAft>
              <a:buSzPts val="5200"/>
              <a:buNone/>
              <a:defRPr sz="6900"/>
            </a:lvl5pPr>
            <a:lvl6pPr lvl="5" algn="ctr">
              <a:spcBef>
                <a:spcPts val="0"/>
              </a:spcBef>
              <a:spcAft>
                <a:spcPts val="0"/>
              </a:spcAft>
              <a:buSzPts val="5200"/>
              <a:buNone/>
              <a:defRPr sz="6900"/>
            </a:lvl6pPr>
            <a:lvl7pPr lvl="6" algn="ctr">
              <a:spcBef>
                <a:spcPts val="0"/>
              </a:spcBef>
              <a:spcAft>
                <a:spcPts val="0"/>
              </a:spcAft>
              <a:buSzPts val="5200"/>
              <a:buNone/>
              <a:defRPr sz="6900"/>
            </a:lvl7pPr>
            <a:lvl8pPr lvl="7" algn="ctr">
              <a:spcBef>
                <a:spcPts val="0"/>
              </a:spcBef>
              <a:spcAft>
                <a:spcPts val="0"/>
              </a:spcAft>
              <a:buSzPts val="5200"/>
              <a:buNone/>
              <a:defRPr sz="6900"/>
            </a:lvl8pPr>
            <a:lvl9pPr lvl="8" algn="ctr">
              <a:spcBef>
                <a:spcPts val="0"/>
              </a:spcBef>
              <a:spcAft>
                <a:spcPts val="0"/>
              </a:spcAft>
              <a:buSzPts val="5200"/>
              <a:buNone/>
              <a:defRPr sz="6900"/>
            </a:lvl9pPr>
          </a:lstStyle>
          <a:p>
            <a:endParaRPr/>
          </a:p>
        </p:txBody>
      </p:sp>
      <p:sp>
        <p:nvSpPr>
          <p:cNvPr id="11" name="Google Shape;11;p2"/>
          <p:cNvSpPr txBox="1">
            <a:spLocks noGrp="1"/>
          </p:cNvSpPr>
          <p:nvPr>
            <p:ph type="subTitle" idx="1"/>
          </p:nvPr>
        </p:nvSpPr>
        <p:spPr>
          <a:xfrm>
            <a:off x="415600" y="3778833"/>
            <a:ext cx="11360800" cy="1056800"/>
          </a:xfrm>
          <a:prstGeom prst="rect">
            <a:avLst/>
          </a:prstGeom>
        </p:spPr>
        <p:txBody>
          <a:bodyPr spcFirstLastPara="1" wrap="square" lIns="91416" tIns="91416" rIns="91416" bIns="91416" anchor="t" anchorCtr="0">
            <a:normAutofit/>
          </a:bodyPr>
          <a:lstStyle>
            <a:lvl1pPr lvl="0" algn="ctr">
              <a:lnSpc>
                <a:spcPct val="100000"/>
              </a:lnSpc>
              <a:spcBef>
                <a:spcPts val="0"/>
              </a:spcBef>
              <a:spcAft>
                <a:spcPts val="0"/>
              </a:spcAft>
              <a:buSzPts val="2800"/>
              <a:buNone/>
              <a:defRPr sz="3700"/>
            </a:lvl1pPr>
            <a:lvl2pPr lvl="1" algn="ctr">
              <a:lnSpc>
                <a:spcPct val="100000"/>
              </a:lnSpc>
              <a:spcBef>
                <a:spcPts val="0"/>
              </a:spcBef>
              <a:spcAft>
                <a:spcPts val="0"/>
              </a:spcAft>
              <a:buSzPts val="2800"/>
              <a:buNone/>
              <a:defRPr sz="3700"/>
            </a:lvl2pPr>
            <a:lvl3pPr lvl="2" algn="ctr">
              <a:lnSpc>
                <a:spcPct val="100000"/>
              </a:lnSpc>
              <a:spcBef>
                <a:spcPts val="0"/>
              </a:spcBef>
              <a:spcAft>
                <a:spcPts val="0"/>
              </a:spcAft>
              <a:buSzPts val="2800"/>
              <a:buNone/>
              <a:defRPr sz="3700"/>
            </a:lvl3pPr>
            <a:lvl4pPr lvl="3" algn="ctr">
              <a:lnSpc>
                <a:spcPct val="100000"/>
              </a:lnSpc>
              <a:spcBef>
                <a:spcPts val="0"/>
              </a:spcBef>
              <a:spcAft>
                <a:spcPts val="0"/>
              </a:spcAft>
              <a:buSzPts val="2800"/>
              <a:buNone/>
              <a:defRPr sz="3700"/>
            </a:lvl4pPr>
            <a:lvl5pPr lvl="4" algn="ctr">
              <a:lnSpc>
                <a:spcPct val="100000"/>
              </a:lnSpc>
              <a:spcBef>
                <a:spcPts val="0"/>
              </a:spcBef>
              <a:spcAft>
                <a:spcPts val="0"/>
              </a:spcAft>
              <a:buSzPts val="2800"/>
              <a:buNone/>
              <a:defRPr sz="3700"/>
            </a:lvl5pPr>
            <a:lvl6pPr lvl="5" algn="ctr">
              <a:lnSpc>
                <a:spcPct val="100000"/>
              </a:lnSpc>
              <a:spcBef>
                <a:spcPts val="0"/>
              </a:spcBef>
              <a:spcAft>
                <a:spcPts val="0"/>
              </a:spcAft>
              <a:buSzPts val="2800"/>
              <a:buNone/>
              <a:defRPr sz="3700"/>
            </a:lvl6pPr>
            <a:lvl7pPr lvl="6" algn="ctr">
              <a:lnSpc>
                <a:spcPct val="100000"/>
              </a:lnSpc>
              <a:spcBef>
                <a:spcPts val="0"/>
              </a:spcBef>
              <a:spcAft>
                <a:spcPts val="0"/>
              </a:spcAft>
              <a:buSzPts val="2800"/>
              <a:buNone/>
              <a:defRPr sz="3700"/>
            </a:lvl7pPr>
            <a:lvl8pPr lvl="7" algn="ctr">
              <a:lnSpc>
                <a:spcPct val="100000"/>
              </a:lnSpc>
              <a:spcBef>
                <a:spcPts val="0"/>
              </a:spcBef>
              <a:spcAft>
                <a:spcPts val="0"/>
              </a:spcAft>
              <a:buSzPts val="2800"/>
              <a:buNone/>
              <a:defRPr sz="3700"/>
            </a:lvl8pPr>
            <a:lvl9pPr lvl="8" algn="ctr">
              <a:lnSpc>
                <a:spcPct val="100000"/>
              </a:lnSpc>
              <a:spcBef>
                <a:spcPts val="0"/>
              </a:spcBef>
              <a:spcAft>
                <a:spcPts val="0"/>
              </a:spcAft>
              <a:buSzPts val="2800"/>
              <a:buNone/>
              <a:defRPr sz="3700"/>
            </a:lvl9pPr>
          </a:lstStyle>
          <a:p>
            <a:endParaRPr/>
          </a:p>
        </p:txBody>
      </p:sp>
      <p:sp>
        <p:nvSpPr>
          <p:cNvPr id="12" name="Google Shape;12;p2"/>
          <p:cNvSpPr txBox="1">
            <a:spLocks noGrp="1"/>
          </p:cNvSpPr>
          <p:nvPr>
            <p:ph type="sldNum" idx="12"/>
          </p:nvPr>
        </p:nvSpPr>
        <p:spPr>
          <a:xfrm>
            <a:off x="11296611" y="6217623"/>
            <a:ext cx="731600" cy="524800"/>
          </a:xfrm>
          <a:prstGeom prst="rect">
            <a:avLst/>
          </a:prstGeom>
        </p:spPr>
        <p:txBody>
          <a:bodyPr spcFirstLastPara="1" wrap="square" lIns="91416" tIns="91416" rIns="91416" bIns="91416"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600" y="2867800"/>
            <a:ext cx="11360800" cy="1122400"/>
          </a:xfrm>
          <a:prstGeom prst="rect">
            <a:avLst/>
          </a:prstGeom>
        </p:spPr>
        <p:txBody>
          <a:bodyPr spcFirstLastPara="1" wrap="square" lIns="91416" tIns="91416" rIns="91416" bIns="91416" anchor="ctr" anchorCtr="0">
            <a:normAutofit/>
          </a:bodyPr>
          <a:lstStyle>
            <a:lvl1pPr lvl="0" algn="ctr">
              <a:spcBef>
                <a:spcPts val="0"/>
              </a:spcBef>
              <a:spcAft>
                <a:spcPts val="0"/>
              </a:spcAft>
              <a:buSzPts val="3600"/>
              <a:buNone/>
              <a:defRPr sz="48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endParaRPr/>
          </a:p>
        </p:txBody>
      </p:sp>
      <p:sp>
        <p:nvSpPr>
          <p:cNvPr id="15" name="Google Shape;15;p3"/>
          <p:cNvSpPr txBox="1">
            <a:spLocks noGrp="1"/>
          </p:cNvSpPr>
          <p:nvPr>
            <p:ph type="sldNum" idx="12"/>
          </p:nvPr>
        </p:nvSpPr>
        <p:spPr>
          <a:xfrm>
            <a:off x="11296611" y="6217623"/>
            <a:ext cx="731600" cy="524800"/>
          </a:xfrm>
          <a:prstGeom prst="rect">
            <a:avLst/>
          </a:prstGeom>
        </p:spPr>
        <p:txBody>
          <a:bodyPr spcFirstLastPara="1" wrap="square" lIns="91416" tIns="91416" rIns="91416" bIns="91416"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16" tIns="91416" rIns="91416" bIns="91416"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16" tIns="91416" rIns="91416" bIns="91416" anchor="t" anchorCtr="0">
            <a:normAutofit/>
          </a:bodyPr>
          <a:lstStyle>
            <a:lvl1pPr marL="609539" lvl="0" indent="-457155">
              <a:spcBef>
                <a:spcPts val="0"/>
              </a:spcBef>
              <a:spcAft>
                <a:spcPts val="0"/>
              </a:spcAft>
              <a:buSzPts val="1800"/>
              <a:buChar char="●"/>
              <a:defRPr/>
            </a:lvl1pPr>
            <a:lvl2pPr marL="1219080" lvl="1" indent="-423503">
              <a:spcBef>
                <a:spcPts val="0"/>
              </a:spcBef>
              <a:spcAft>
                <a:spcPts val="0"/>
              </a:spcAft>
              <a:buSzPts val="1400"/>
              <a:buChar char="○"/>
              <a:defRPr/>
            </a:lvl2pPr>
            <a:lvl3pPr marL="1828618" lvl="2" indent="-423503">
              <a:spcBef>
                <a:spcPts val="0"/>
              </a:spcBef>
              <a:spcAft>
                <a:spcPts val="0"/>
              </a:spcAft>
              <a:buSzPts val="1400"/>
              <a:buChar char="■"/>
              <a:defRPr/>
            </a:lvl3pPr>
            <a:lvl4pPr marL="2438158" lvl="3" indent="-423503">
              <a:spcBef>
                <a:spcPts val="0"/>
              </a:spcBef>
              <a:spcAft>
                <a:spcPts val="0"/>
              </a:spcAft>
              <a:buSzPts val="1400"/>
              <a:buChar char="●"/>
              <a:defRPr/>
            </a:lvl4pPr>
            <a:lvl5pPr marL="3047696" lvl="4" indent="-423503">
              <a:spcBef>
                <a:spcPts val="0"/>
              </a:spcBef>
              <a:spcAft>
                <a:spcPts val="0"/>
              </a:spcAft>
              <a:buSzPts val="1400"/>
              <a:buChar char="○"/>
              <a:defRPr/>
            </a:lvl5pPr>
            <a:lvl6pPr marL="3657235" lvl="5" indent="-423503">
              <a:spcBef>
                <a:spcPts val="0"/>
              </a:spcBef>
              <a:spcAft>
                <a:spcPts val="0"/>
              </a:spcAft>
              <a:buSzPts val="1400"/>
              <a:buChar char="■"/>
              <a:defRPr/>
            </a:lvl6pPr>
            <a:lvl7pPr marL="4266773" lvl="6" indent="-423503">
              <a:spcBef>
                <a:spcPts val="0"/>
              </a:spcBef>
              <a:spcAft>
                <a:spcPts val="0"/>
              </a:spcAft>
              <a:buSzPts val="1400"/>
              <a:buChar char="●"/>
              <a:defRPr/>
            </a:lvl7pPr>
            <a:lvl8pPr marL="4876313" lvl="7" indent="-423503">
              <a:spcBef>
                <a:spcPts val="0"/>
              </a:spcBef>
              <a:spcAft>
                <a:spcPts val="0"/>
              </a:spcAft>
              <a:buSzPts val="1400"/>
              <a:buChar char="○"/>
              <a:defRPr/>
            </a:lvl8pPr>
            <a:lvl9pPr marL="5485854" lvl="8" indent="-42350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16" tIns="91416" rIns="91416" bIns="91416"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600" y="593367"/>
            <a:ext cx="11360800" cy="763600"/>
          </a:xfrm>
          <a:prstGeom prst="rect">
            <a:avLst/>
          </a:prstGeom>
        </p:spPr>
        <p:txBody>
          <a:bodyPr spcFirstLastPara="1" wrap="square" lIns="91416" tIns="91416" rIns="91416" bIns="91416"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415600" y="1536633"/>
            <a:ext cx="5333200" cy="4555200"/>
          </a:xfrm>
          <a:prstGeom prst="rect">
            <a:avLst/>
          </a:prstGeom>
        </p:spPr>
        <p:txBody>
          <a:bodyPr spcFirstLastPara="1" wrap="square" lIns="91416" tIns="91416" rIns="91416" bIns="91416" anchor="t" anchorCtr="0">
            <a:normAutofit/>
          </a:bodyPr>
          <a:lstStyle>
            <a:lvl1pPr marL="609539" lvl="0" indent="-423503">
              <a:spcBef>
                <a:spcPts val="0"/>
              </a:spcBef>
              <a:spcAft>
                <a:spcPts val="0"/>
              </a:spcAft>
              <a:buSzPts val="1400"/>
              <a:buChar char="●"/>
              <a:defRPr sz="1900"/>
            </a:lvl1pPr>
            <a:lvl2pPr marL="1219080" lvl="1" indent="-406361">
              <a:spcBef>
                <a:spcPts val="0"/>
              </a:spcBef>
              <a:spcAft>
                <a:spcPts val="0"/>
              </a:spcAft>
              <a:buSzPts val="1200"/>
              <a:buChar char="○"/>
              <a:defRPr sz="1600"/>
            </a:lvl2pPr>
            <a:lvl3pPr marL="1828618" lvl="2" indent="-406361">
              <a:spcBef>
                <a:spcPts val="0"/>
              </a:spcBef>
              <a:spcAft>
                <a:spcPts val="0"/>
              </a:spcAft>
              <a:buSzPts val="1200"/>
              <a:buChar char="■"/>
              <a:defRPr sz="1600"/>
            </a:lvl3pPr>
            <a:lvl4pPr marL="2438158" lvl="3" indent="-406361">
              <a:spcBef>
                <a:spcPts val="0"/>
              </a:spcBef>
              <a:spcAft>
                <a:spcPts val="0"/>
              </a:spcAft>
              <a:buSzPts val="1200"/>
              <a:buChar char="●"/>
              <a:defRPr sz="1600"/>
            </a:lvl4pPr>
            <a:lvl5pPr marL="3047696" lvl="4" indent="-406361">
              <a:spcBef>
                <a:spcPts val="0"/>
              </a:spcBef>
              <a:spcAft>
                <a:spcPts val="0"/>
              </a:spcAft>
              <a:buSzPts val="1200"/>
              <a:buChar char="○"/>
              <a:defRPr sz="1600"/>
            </a:lvl5pPr>
            <a:lvl6pPr marL="3657235" lvl="5" indent="-406361">
              <a:spcBef>
                <a:spcPts val="0"/>
              </a:spcBef>
              <a:spcAft>
                <a:spcPts val="0"/>
              </a:spcAft>
              <a:buSzPts val="1200"/>
              <a:buChar char="■"/>
              <a:defRPr sz="1600"/>
            </a:lvl6pPr>
            <a:lvl7pPr marL="4266773" lvl="6" indent="-406361">
              <a:spcBef>
                <a:spcPts val="0"/>
              </a:spcBef>
              <a:spcAft>
                <a:spcPts val="0"/>
              </a:spcAft>
              <a:buSzPts val="1200"/>
              <a:buChar char="●"/>
              <a:defRPr sz="1600"/>
            </a:lvl7pPr>
            <a:lvl8pPr marL="4876313" lvl="7" indent="-406361">
              <a:spcBef>
                <a:spcPts val="0"/>
              </a:spcBef>
              <a:spcAft>
                <a:spcPts val="0"/>
              </a:spcAft>
              <a:buSzPts val="1200"/>
              <a:buChar char="○"/>
              <a:defRPr sz="1600"/>
            </a:lvl8pPr>
            <a:lvl9pPr marL="5485854" lvl="8" indent="-406361">
              <a:spcBef>
                <a:spcPts val="0"/>
              </a:spcBef>
              <a:spcAft>
                <a:spcPts val="0"/>
              </a:spcAft>
              <a:buSzPts val="1200"/>
              <a:buChar char="■"/>
              <a:defRPr sz="1600"/>
            </a:lvl9pPr>
          </a:lstStyle>
          <a:p>
            <a:endParaRPr/>
          </a:p>
        </p:txBody>
      </p:sp>
      <p:sp>
        <p:nvSpPr>
          <p:cNvPr id="23" name="Google Shape;23;p5"/>
          <p:cNvSpPr txBox="1">
            <a:spLocks noGrp="1"/>
          </p:cNvSpPr>
          <p:nvPr>
            <p:ph type="body" idx="2"/>
          </p:nvPr>
        </p:nvSpPr>
        <p:spPr>
          <a:xfrm>
            <a:off x="6443200" y="1536633"/>
            <a:ext cx="5333200" cy="4555200"/>
          </a:xfrm>
          <a:prstGeom prst="rect">
            <a:avLst/>
          </a:prstGeom>
        </p:spPr>
        <p:txBody>
          <a:bodyPr spcFirstLastPara="1" wrap="square" lIns="91416" tIns="91416" rIns="91416" bIns="91416" anchor="t" anchorCtr="0">
            <a:normAutofit/>
          </a:bodyPr>
          <a:lstStyle>
            <a:lvl1pPr marL="609539" lvl="0" indent="-423503">
              <a:spcBef>
                <a:spcPts val="0"/>
              </a:spcBef>
              <a:spcAft>
                <a:spcPts val="0"/>
              </a:spcAft>
              <a:buSzPts val="1400"/>
              <a:buChar char="●"/>
              <a:defRPr sz="1900"/>
            </a:lvl1pPr>
            <a:lvl2pPr marL="1219080" lvl="1" indent="-406361">
              <a:spcBef>
                <a:spcPts val="0"/>
              </a:spcBef>
              <a:spcAft>
                <a:spcPts val="0"/>
              </a:spcAft>
              <a:buSzPts val="1200"/>
              <a:buChar char="○"/>
              <a:defRPr sz="1600"/>
            </a:lvl2pPr>
            <a:lvl3pPr marL="1828618" lvl="2" indent="-406361">
              <a:spcBef>
                <a:spcPts val="0"/>
              </a:spcBef>
              <a:spcAft>
                <a:spcPts val="0"/>
              </a:spcAft>
              <a:buSzPts val="1200"/>
              <a:buChar char="■"/>
              <a:defRPr sz="1600"/>
            </a:lvl3pPr>
            <a:lvl4pPr marL="2438158" lvl="3" indent="-406361">
              <a:spcBef>
                <a:spcPts val="0"/>
              </a:spcBef>
              <a:spcAft>
                <a:spcPts val="0"/>
              </a:spcAft>
              <a:buSzPts val="1200"/>
              <a:buChar char="●"/>
              <a:defRPr sz="1600"/>
            </a:lvl4pPr>
            <a:lvl5pPr marL="3047696" lvl="4" indent="-406361">
              <a:spcBef>
                <a:spcPts val="0"/>
              </a:spcBef>
              <a:spcAft>
                <a:spcPts val="0"/>
              </a:spcAft>
              <a:buSzPts val="1200"/>
              <a:buChar char="○"/>
              <a:defRPr sz="1600"/>
            </a:lvl5pPr>
            <a:lvl6pPr marL="3657235" lvl="5" indent="-406361">
              <a:spcBef>
                <a:spcPts val="0"/>
              </a:spcBef>
              <a:spcAft>
                <a:spcPts val="0"/>
              </a:spcAft>
              <a:buSzPts val="1200"/>
              <a:buChar char="■"/>
              <a:defRPr sz="1600"/>
            </a:lvl6pPr>
            <a:lvl7pPr marL="4266773" lvl="6" indent="-406361">
              <a:spcBef>
                <a:spcPts val="0"/>
              </a:spcBef>
              <a:spcAft>
                <a:spcPts val="0"/>
              </a:spcAft>
              <a:buSzPts val="1200"/>
              <a:buChar char="●"/>
              <a:defRPr sz="1600"/>
            </a:lvl7pPr>
            <a:lvl8pPr marL="4876313" lvl="7" indent="-406361">
              <a:spcBef>
                <a:spcPts val="0"/>
              </a:spcBef>
              <a:spcAft>
                <a:spcPts val="0"/>
              </a:spcAft>
              <a:buSzPts val="1200"/>
              <a:buChar char="○"/>
              <a:defRPr sz="1600"/>
            </a:lvl8pPr>
            <a:lvl9pPr marL="5485854" lvl="8" indent="-406361">
              <a:spcBef>
                <a:spcPts val="0"/>
              </a:spcBef>
              <a:spcAft>
                <a:spcPts val="0"/>
              </a:spcAft>
              <a:buSzPts val="1200"/>
              <a:buChar char="■"/>
              <a:defRPr sz="1600"/>
            </a:lvl9pPr>
          </a:lstStyle>
          <a:p>
            <a:endParaRPr/>
          </a:p>
        </p:txBody>
      </p:sp>
      <p:sp>
        <p:nvSpPr>
          <p:cNvPr id="24" name="Google Shape;24;p5"/>
          <p:cNvSpPr txBox="1">
            <a:spLocks noGrp="1"/>
          </p:cNvSpPr>
          <p:nvPr>
            <p:ph type="sldNum" idx="12"/>
          </p:nvPr>
        </p:nvSpPr>
        <p:spPr>
          <a:xfrm>
            <a:off x="11296611" y="6217623"/>
            <a:ext cx="731600" cy="524800"/>
          </a:xfrm>
          <a:prstGeom prst="rect">
            <a:avLst/>
          </a:prstGeom>
        </p:spPr>
        <p:txBody>
          <a:bodyPr spcFirstLastPara="1" wrap="square" lIns="91416" tIns="91416" rIns="91416" bIns="91416"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15600" y="593367"/>
            <a:ext cx="11360800" cy="763600"/>
          </a:xfrm>
          <a:prstGeom prst="rect">
            <a:avLst/>
          </a:prstGeom>
        </p:spPr>
        <p:txBody>
          <a:bodyPr spcFirstLastPara="1" wrap="square" lIns="91416" tIns="91416" rIns="91416" bIns="91416"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11296611" y="6217623"/>
            <a:ext cx="731600" cy="524800"/>
          </a:xfrm>
          <a:prstGeom prst="rect">
            <a:avLst/>
          </a:prstGeom>
        </p:spPr>
        <p:txBody>
          <a:bodyPr spcFirstLastPara="1" wrap="square" lIns="91416" tIns="91416" rIns="91416" bIns="91416"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15600" y="740800"/>
            <a:ext cx="3744000" cy="1007600"/>
          </a:xfrm>
          <a:prstGeom prst="rect">
            <a:avLst/>
          </a:prstGeom>
        </p:spPr>
        <p:txBody>
          <a:bodyPr spcFirstLastPara="1" wrap="square" lIns="91416" tIns="91416" rIns="91416" bIns="91416" anchor="b" anchorCtr="0">
            <a:norm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30" name="Google Shape;30;p7"/>
          <p:cNvSpPr txBox="1">
            <a:spLocks noGrp="1"/>
          </p:cNvSpPr>
          <p:nvPr>
            <p:ph type="body" idx="1"/>
          </p:nvPr>
        </p:nvSpPr>
        <p:spPr>
          <a:xfrm>
            <a:off x="415600" y="1852800"/>
            <a:ext cx="3744000" cy="4239200"/>
          </a:xfrm>
          <a:prstGeom prst="rect">
            <a:avLst/>
          </a:prstGeom>
        </p:spPr>
        <p:txBody>
          <a:bodyPr spcFirstLastPara="1" wrap="square" lIns="91416" tIns="91416" rIns="91416" bIns="91416" anchor="t" anchorCtr="0">
            <a:normAutofit/>
          </a:bodyPr>
          <a:lstStyle>
            <a:lvl1pPr marL="609539" lvl="0" indent="-406361">
              <a:spcBef>
                <a:spcPts val="0"/>
              </a:spcBef>
              <a:spcAft>
                <a:spcPts val="0"/>
              </a:spcAft>
              <a:buSzPts val="1200"/>
              <a:buChar char="●"/>
              <a:defRPr sz="1600"/>
            </a:lvl1pPr>
            <a:lvl2pPr marL="1219080" lvl="1" indent="-406361">
              <a:spcBef>
                <a:spcPts val="0"/>
              </a:spcBef>
              <a:spcAft>
                <a:spcPts val="0"/>
              </a:spcAft>
              <a:buSzPts val="1200"/>
              <a:buChar char="○"/>
              <a:defRPr sz="1600"/>
            </a:lvl2pPr>
            <a:lvl3pPr marL="1828618" lvl="2" indent="-406361">
              <a:spcBef>
                <a:spcPts val="0"/>
              </a:spcBef>
              <a:spcAft>
                <a:spcPts val="0"/>
              </a:spcAft>
              <a:buSzPts val="1200"/>
              <a:buChar char="■"/>
              <a:defRPr sz="1600"/>
            </a:lvl3pPr>
            <a:lvl4pPr marL="2438158" lvl="3" indent="-406361">
              <a:spcBef>
                <a:spcPts val="0"/>
              </a:spcBef>
              <a:spcAft>
                <a:spcPts val="0"/>
              </a:spcAft>
              <a:buSzPts val="1200"/>
              <a:buChar char="●"/>
              <a:defRPr sz="1600"/>
            </a:lvl4pPr>
            <a:lvl5pPr marL="3047696" lvl="4" indent="-406361">
              <a:spcBef>
                <a:spcPts val="0"/>
              </a:spcBef>
              <a:spcAft>
                <a:spcPts val="0"/>
              </a:spcAft>
              <a:buSzPts val="1200"/>
              <a:buChar char="○"/>
              <a:defRPr sz="1600"/>
            </a:lvl5pPr>
            <a:lvl6pPr marL="3657235" lvl="5" indent="-406361">
              <a:spcBef>
                <a:spcPts val="0"/>
              </a:spcBef>
              <a:spcAft>
                <a:spcPts val="0"/>
              </a:spcAft>
              <a:buSzPts val="1200"/>
              <a:buChar char="■"/>
              <a:defRPr sz="1600"/>
            </a:lvl6pPr>
            <a:lvl7pPr marL="4266773" lvl="6" indent="-406361">
              <a:spcBef>
                <a:spcPts val="0"/>
              </a:spcBef>
              <a:spcAft>
                <a:spcPts val="0"/>
              </a:spcAft>
              <a:buSzPts val="1200"/>
              <a:buChar char="●"/>
              <a:defRPr sz="1600"/>
            </a:lvl7pPr>
            <a:lvl8pPr marL="4876313" lvl="7" indent="-406361">
              <a:spcBef>
                <a:spcPts val="0"/>
              </a:spcBef>
              <a:spcAft>
                <a:spcPts val="0"/>
              </a:spcAft>
              <a:buSzPts val="1200"/>
              <a:buChar char="○"/>
              <a:defRPr sz="1600"/>
            </a:lvl8pPr>
            <a:lvl9pPr marL="5485854" lvl="8" indent="-406361">
              <a:spcBef>
                <a:spcPts val="0"/>
              </a:spcBef>
              <a:spcAft>
                <a:spcPts val="0"/>
              </a:spcAft>
              <a:buSzPts val="1200"/>
              <a:buChar char="■"/>
              <a:defRPr sz="1600"/>
            </a:lvl9pPr>
          </a:lstStyle>
          <a:p>
            <a:endParaRPr/>
          </a:p>
        </p:txBody>
      </p:sp>
      <p:sp>
        <p:nvSpPr>
          <p:cNvPr id="31" name="Google Shape;31;p7"/>
          <p:cNvSpPr txBox="1">
            <a:spLocks noGrp="1"/>
          </p:cNvSpPr>
          <p:nvPr>
            <p:ph type="sldNum" idx="12"/>
          </p:nvPr>
        </p:nvSpPr>
        <p:spPr>
          <a:xfrm>
            <a:off x="11296611" y="6217623"/>
            <a:ext cx="731600" cy="524800"/>
          </a:xfrm>
          <a:prstGeom prst="rect">
            <a:avLst/>
          </a:prstGeom>
        </p:spPr>
        <p:txBody>
          <a:bodyPr spcFirstLastPara="1" wrap="square" lIns="91416" tIns="91416" rIns="91416" bIns="91416"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667" y="600200"/>
            <a:ext cx="8490400" cy="5454400"/>
          </a:xfrm>
          <a:prstGeom prst="rect">
            <a:avLst/>
          </a:prstGeom>
        </p:spPr>
        <p:txBody>
          <a:bodyPr spcFirstLastPara="1" wrap="square" lIns="91416" tIns="91416" rIns="91416" bIns="91416" anchor="ctr" anchorCtr="0">
            <a:normAutofit/>
          </a:bodyPr>
          <a:lstStyle>
            <a:lvl1pPr lvl="0">
              <a:spcBef>
                <a:spcPts val="0"/>
              </a:spcBef>
              <a:spcAft>
                <a:spcPts val="0"/>
              </a:spcAft>
              <a:buSzPts val="4800"/>
              <a:buNone/>
              <a:defRPr sz="64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endParaRPr/>
          </a:p>
        </p:txBody>
      </p:sp>
      <p:sp>
        <p:nvSpPr>
          <p:cNvPr id="34" name="Google Shape;34;p8"/>
          <p:cNvSpPr txBox="1">
            <a:spLocks noGrp="1"/>
          </p:cNvSpPr>
          <p:nvPr>
            <p:ph type="sldNum" idx="12"/>
          </p:nvPr>
        </p:nvSpPr>
        <p:spPr>
          <a:xfrm>
            <a:off x="11296611" y="6217623"/>
            <a:ext cx="731600" cy="524800"/>
          </a:xfrm>
          <a:prstGeom prst="rect">
            <a:avLst/>
          </a:prstGeom>
        </p:spPr>
        <p:txBody>
          <a:bodyPr spcFirstLastPara="1" wrap="square" lIns="91416" tIns="91416" rIns="91416" bIns="91416"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6096000" y="-167"/>
            <a:ext cx="6096000" cy="6858000"/>
          </a:xfrm>
          <a:prstGeom prst="rect">
            <a:avLst/>
          </a:prstGeom>
          <a:solidFill>
            <a:schemeClr val="lt2"/>
          </a:solidFill>
          <a:ln>
            <a:noFill/>
          </a:ln>
        </p:spPr>
        <p:txBody>
          <a:bodyPr spcFirstLastPara="1" wrap="square" lIns="121889" tIns="121889" rIns="121889" bIns="121889" anchor="ctr" anchorCtr="0">
            <a:noAutofit/>
          </a:bodyPr>
          <a:lstStyle/>
          <a:p>
            <a:pPr marL="0" lvl="0" indent="0" algn="l" rtl="0">
              <a:spcBef>
                <a:spcPts val="0"/>
              </a:spcBef>
              <a:spcAft>
                <a:spcPts val="0"/>
              </a:spcAft>
              <a:buNone/>
            </a:pPr>
            <a:endParaRPr sz="1900"/>
          </a:p>
        </p:txBody>
      </p:sp>
      <p:sp>
        <p:nvSpPr>
          <p:cNvPr id="37" name="Google Shape;37;p9"/>
          <p:cNvSpPr txBox="1">
            <a:spLocks noGrp="1"/>
          </p:cNvSpPr>
          <p:nvPr>
            <p:ph type="title"/>
          </p:nvPr>
        </p:nvSpPr>
        <p:spPr>
          <a:xfrm>
            <a:off x="354000" y="1644233"/>
            <a:ext cx="5393600" cy="1976400"/>
          </a:xfrm>
          <a:prstGeom prst="rect">
            <a:avLst/>
          </a:prstGeom>
        </p:spPr>
        <p:txBody>
          <a:bodyPr spcFirstLastPara="1" wrap="square" lIns="91416" tIns="91416" rIns="91416" bIns="91416" anchor="b" anchorCtr="0">
            <a:normAutofit/>
          </a:bodyPr>
          <a:lstStyle>
            <a:lvl1pPr lvl="0" algn="ctr">
              <a:spcBef>
                <a:spcPts val="0"/>
              </a:spcBef>
              <a:spcAft>
                <a:spcPts val="0"/>
              </a:spcAft>
              <a:buSzPts val="4200"/>
              <a:buNone/>
              <a:defRPr sz="5600"/>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endParaRPr/>
          </a:p>
        </p:txBody>
      </p:sp>
      <p:sp>
        <p:nvSpPr>
          <p:cNvPr id="38" name="Google Shape;38;p9"/>
          <p:cNvSpPr txBox="1">
            <a:spLocks noGrp="1"/>
          </p:cNvSpPr>
          <p:nvPr>
            <p:ph type="subTitle" idx="1"/>
          </p:nvPr>
        </p:nvSpPr>
        <p:spPr>
          <a:xfrm>
            <a:off x="354000" y="3737433"/>
            <a:ext cx="5393600" cy="1646800"/>
          </a:xfrm>
          <a:prstGeom prst="rect">
            <a:avLst/>
          </a:prstGeom>
        </p:spPr>
        <p:txBody>
          <a:bodyPr spcFirstLastPara="1" wrap="square" lIns="91416" tIns="91416" rIns="91416" bIns="91416" anchor="t" anchorCtr="0">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39" name="Google Shape;39;p9"/>
          <p:cNvSpPr txBox="1">
            <a:spLocks noGrp="1"/>
          </p:cNvSpPr>
          <p:nvPr>
            <p:ph type="body" idx="2"/>
          </p:nvPr>
        </p:nvSpPr>
        <p:spPr>
          <a:xfrm>
            <a:off x="6586000" y="965433"/>
            <a:ext cx="5116000" cy="4926800"/>
          </a:xfrm>
          <a:prstGeom prst="rect">
            <a:avLst/>
          </a:prstGeom>
        </p:spPr>
        <p:txBody>
          <a:bodyPr spcFirstLastPara="1" wrap="square" lIns="91416" tIns="91416" rIns="91416" bIns="91416" anchor="ctr" anchorCtr="0">
            <a:normAutofit/>
          </a:bodyPr>
          <a:lstStyle>
            <a:lvl1pPr marL="609539" lvl="0" indent="-457155">
              <a:spcBef>
                <a:spcPts val="0"/>
              </a:spcBef>
              <a:spcAft>
                <a:spcPts val="0"/>
              </a:spcAft>
              <a:buSzPts val="1800"/>
              <a:buChar char="●"/>
              <a:defRPr/>
            </a:lvl1pPr>
            <a:lvl2pPr marL="1219080" lvl="1" indent="-423503">
              <a:spcBef>
                <a:spcPts val="0"/>
              </a:spcBef>
              <a:spcAft>
                <a:spcPts val="0"/>
              </a:spcAft>
              <a:buSzPts val="1400"/>
              <a:buChar char="○"/>
              <a:defRPr/>
            </a:lvl2pPr>
            <a:lvl3pPr marL="1828618" lvl="2" indent="-423503">
              <a:spcBef>
                <a:spcPts val="0"/>
              </a:spcBef>
              <a:spcAft>
                <a:spcPts val="0"/>
              </a:spcAft>
              <a:buSzPts val="1400"/>
              <a:buChar char="■"/>
              <a:defRPr/>
            </a:lvl3pPr>
            <a:lvl4pPr marL="2438158" lvl="3" indent="-423503">
              <a:spcBef>
                <a:spcPts val="0"/>
              </a:spcBef>
              <a:spcAft>
                <a:spcPts val="0"/>
              </a:spcAft>
              <a:buSzPts val="1400"/>
              <a:buChar char="●"/>
              <a:defRPr/>
            </a:lvl4pPr>
            <a:lvl5pPr marL="3047696" lvl="4" indent="-423503">
              <a:spcBef>
                <a:spcPts val="0"/>
              </a:spcBef>
              <a:spcAft>
                <a:spcPts val="0"/>
              </a:spcAft>
              <a:buSzPts val="1400"/>
              <a:buChar char="○"/>
              <a:defRPr/>
            </a:lvl5pPr>
            <a:lvl6pPr marL="3657235" lvl="5" indent="-423503">
              <a:spcBef>
                <a:spcPts val="0"/>
              </a:spcBef>
              <a:spcAft>
                <a:spcPts val="0"/>
              </a:spcAft>
              <a:buSzPts val="1400"/>
              <a:buChar char="■"/>
              <a:defRPr/>
            </a:lvl6pPr>
            <a:lvl7pPr marL="4266773" lvl="6" indent="-423503">
              <a:spcBef>
                <a:spcPts val="0"/>
              </a:spcBef>
              <a:spcAft>
                <a:spcPts val="0"/>
              </a:spcAft>
              <a:buSzPts val="1400"/>
              <a:buChar char="●"/>
              <a:defRPr/>
            </a:lvl7pPr>
            <a:lvl8pPr marL="4876313" lvl="7" indent="-423503">
              <a:spcBef>
                <a:spcPts val="0"/>
              </a:spcBef>
              <a:spcAft>
                <a:spcPts val="0"/>
              </a:spcAft>
              <a:buSzPts val="1400"/>
              <a:buChar char="○"/>
              <a:defRPr/>
            </a:lvl8pPr>
            <a:lvl9pPr marL="5485854" lvl="8" indent="-423503">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11296611" y="6217623"/>
            <a:ext cx="731600" cy="524800"/>
          </a:xfrm>
          <a:prstGeom prst="rect">
            <a:avLst/>
          </a:prstGeom>
        </p:spPr>
        <p:txBody>
          <a:bodyPr spcFirstLastPara="1" wrap="square" lIns="91416" tIns="91416" rIns="91416" bIns="91416"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600" y="5640767"/>
            <a:ext cx="7998400" cy="806800"/>
          </a:xfrm>
          <a:prstGeom prst="rect">
            <a:avLst/>
          </a:prstGeom>
        </p:spPr>
        <p:txBody>
          <a:bodyPr spcFirstLastPara="1" wrap="square" lIns="91416" tIns="91416" rIns="91416" bIns="91416" anchor="ctr" anchorCtr="0">
            <a:normAutofit/>
          </a:bodyPr>
          <a:lstStyle>
            <a:lvl1pPr marL="609539" lvl="0" indent="-304768">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11296611" y="6217623"/>
            <a:ext cx="731600" cy="524800"/>
          </a:xfrm>
          <a:prstGeom prst="rect">
            <a:avLst/>
          </a:prstGeom>
        </p:spPr>
        <p:txBody>
          <a:bodyPr spcFirstLastPara="1" wrap="square" lIns="91416" tIns="91416" rIns="91416" bIns="91416"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15600" y="1474833"/>
            <a:ext cx="11360800" cy="2618000"/>
          </a:xfrm>
          <a:prstGeom prst="rect">
            <a:avLst/>
          </a:prstGeom>
        </p:spPr>
        <p:txBody>
          <a:bodyPr spcFirstLastPara="1" wrap="square" lIns="91416" tIns="91416" rIns="91416" bIns="91416" anchor="b" anchorCtr="0">
            <a:normAutofit/>
          </a:bodyPr>
          <a:lstStyle>
            <a:lvl1pPr lvl="0" algn="ctr">
              <a:spcBef>
                <a:spcPts val="0"/>
              </a:spcBef>
              <a:spcAft>
                <a:spcPts val="0"/>
              </a:spcAft>
              <a:buSzPts val="12000"/>
              <a:buNone/>
              <a:defRPr sz="16000"/>
            </a:lvl1pPr>
            <a:lvl2pPr lvl="1" algn="ctr">
              <a:spcBef>
                <a:spcPts val="0"/>
              </a:spcBef>
              <a:spcAft>
                <a:spcPts val="0"/>
              </a:spcAft>
              <a:buSzPts val="12000"/>
              <a:buNone/>
              <a:defRPr sz="16000"/>
            </a:lvl2pPr>
            <a:lvl3pPr lvl="2" algn="ctr">
              <a:spcBef>
                <a:spcPts val="0"/>
              </a:spcBef>
              <a:spcAft>
                <a:spcPts val="0"/>
              </a:spcAft>
              <a:buSzPts val="12000"/>
              <a:buNone/>
              <a:defRPr sz="16000"/>
            </a:lvl3pPr>
            <a:lvl4pPr lvl="3" algn="ctr">
              <a:spcBef>
                <a:spcPts val="0"/>
              </a:spcBef>
              <a:spcAft>
                <a:spcPts val="0"/>
              </a:spcAft>
              <a:buSzPts val="12000"/>
              <a:buNone/>
              <a:defRPr sz="16000"/>
            </a:lvl4pPr>
            <a:lvl5pPr lvl="4" algn="ctr">
              <a:spcBef>
                <a:spcPts val="0"/>
              </a:spcBef>
              <a:spcAft>
                <a:spcPts val="0"/>
              </a:spcAft>
              <a:buSzPts val="12000"/>
              <a:buNone/>
              <a:defRPr sz="16000"/>
            </a:lvl5pPr>
            <a:lvl6pPr lvl="5" algn="ctr">
              <a:spcBef>
                <a:spcPts val="0"/>
              </a:spcBef>
              <a:spcAft>
                <a:spcPts val="0"/>
              </a:spcAft>
              <a:buSzPts val="12000"/>
              <a:buNone/>
              <a:defRPr sz="16000"/>
            </a:lvl6pPr>
            <a:lvl7pPr lvl="6" algn="ctr">
              <a:spcBef>
                <a:spcPts val="0"/>
              </a:spcBef>
              <a:spcAft>
                <a:spcPts val="0"/>
              </a:spcAft>
              <a:buSzPts val="12000"/>
              <a:buNone/>
              <a:defRPr sz="16000"/>
            </a:lvl7pPr>
            <a:lvl8pPr lvl="7" algn="ctr">
              <a:spcBef>
                <a:spcPts val="0"/>
              </a:spcBef>
              <a:spcAft>
                <a:spcPts val="0"/>
              </a:spcAft>
              <a:buSzPts val="12000"/>
              <a:buNone/>
              <a:defRPr sz="16000"/>
            </a:lvl8pPr>
            <a:lvl9pPr lvl="8" algn="ctr">
              <a:spcBef>
                <a:spcPts val="0"/>
              </a:spcBef>
              <a:spcAft>
                <a:spcPts val="0"/>
              </a:spcAft>
              <a:buSzPts val="12000"/>
              <a:buNone/>
              <a:defRPr sz="16000"/>
            </a:lvl9pPr>
          </a:lstStyle>
          <a:p>
            <a:r>
              <a:t>xx%</a:t>
            </a:r>
          </a:p>
        </p:txBody>
      </p:sp>
      <p:sp>
        <p:nvSpPr>
          <p:cNvPr id="46" name="Google Shape;46;p11"/>
          <p:cNvSpPr txBox="1">
            <a:spLocks noGrp="1"/>
          </p:cNvSpPr>
          <p:nvPr>
            <p:ph type="body" idx="1"/>
          </p:nvPr>
        </p:nvSpPr>
        <p:spPr>
          <a:xfrm>
            <a:off x="415600" y="4202967"/>
            <a:ext cx="11360800" cy="1734400"/>
          </a:xfrm>
          <a:prstGeom prst="rect">
            <a:avLst/>
          </a:prstGeom>
        </p:spPr>
        <p:txBody>
          <a:bodyPr spcFirstLastPara="1" wrap="square" lIns="91416" tIns="91416" rIns="91416" bIns="91416" anchor="t" anchorCtr="0">
            <a:normAutofit/>
          </a:bodyPr>
          <a:lstStyle>
            <a:lvl1pPr marL="609539" lvl="0" indent="-457155" algn="ctr">
              <a:spcBef>
                <a:spcPts val="0"/>
              </a:spcBef>
              <a:spcAft>
                <a:spcPts val="0"/>
              </a:spcAft>
              <a:buSzPts val="1800"/>
              <a:buChar char="●"/>
              <a:defRPr/>
            </a:lvl1pPr>
            <a:lvl2pPr marL="1219080" lvl="1" indent="-423503" algn="ctr">
              <a:spcBef>
                <a:spcPts val="0"/>
              </a:spcBef>
              <a:spcAft>
                <a:spcPts val="0"/>
              </a:spcAft>
              <a:buSzPts val="1400"/>
              <a:buChar char="○"/>
              <a:defRPr/>
            </a:lvl2pPr>
            <a:lvl3pPr marL="1828618" lvl="2" indent="-423503" algn="ctr">
              <a:spcBef>
                <a:spcPts val="0"/>
              </a:spcBef>
              <a:spcAft>
                <a:spcPts val="0"/>
              </a:spcAft>
              <a:buSzPts val="1400"/>
              <a:buChar char="■"/>
              <a:defRPr/>
            </a:lvl3pPr>
            <a:lvl4pPr marL="2438158" lvl="3" indent="-423503" algn="ctr">
              <a:spcBef>
                <a:spcPts val="0"/>
              </a:spcBef>
              <a:spcAft>
                <a:spcPts val="0"/>
              </a:spcAft>
              <a:buSzPts val="1400"/>
              <a:buChar char="●"/>
              <a:defRPr/>
            </a:lvl4pPr>
            <a:lvl5pPr marL="3047696" lvl="4" indent="-423503" algn="ctr">
              <a:spcBef>
                <a:spcPts val="0"/>
              </a:spcBef>
              <a:spcAft>
                <a:spcPts val="0"/>
              </a:spcAft>
              <a:buSzPts val="1400"/>
              <a:buChar char="○"/>
              <a:defRPr/>
            </a:lvl5pPr>
            <a:lvl6pPr marL="3657235" lvl="5" indent="-423503" algn="ctr">
              <a:spcBef>
                <a:spcPts val="0"/>
              </a:spcBef>
              <a:spcAft>
                <a:spcPts val="0"/>
              </a:spcAft>
              <a:buSzPts val="1400"/>
              <a:buChar char="■"/>
              <a:defRPr/>
            </a:lvl6pPr>
            <a:lvl7pPr marL="4266773" lvl="6" indent="-423503" algn="ctr">
              <a:spcBef>
                <a:spcPts val="0"/>
              </a:spcBef>
              <a:spcAft>
                <a:spcPts val="0"/>
              </a:spcAft>
              <a:buSzPts val="1400"/>
              <a:buChar char="●"/>
              <a:defRPr/>
            </a:lvl7pPr>
            <a:lvl8pPr marL="4876313" lvl="7" indent="-423503" algn="ctr">
              <a:spcBef>
                <a:spcPts val="0"/>
              </a:spcBef>
              <a:spcAft>
                <a:spcPts val="0"/>
              </a:spcAft>
              <a:buSzPts val="1400"/>
              <a:buChar char="○"/>
              <a:defRPr/>
            </a:lvl8pPr>
            <a:lvl9pPr marL="5485854" lvl="8" indent="-423503"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11296611" y="6217623"/>
            <a:ext cx="731600" cy="524800"/>
          </a:xfrm>
          <a:prstGeom prst="rect">
            <a:avLst/>
          </a:prstGeom>
        </p:spPr>
        <p:txBody>
          <a:bodyPr spcFirstLastPara="1" wrap="square" lIns="91416" tIns="91416" rIns="91416" bIns="91416"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6611" y="6217623"/>
            <a:ext cx="731600" cy="524800"/>
          </a:xfrm>
          <a:prstGeom prst="rect">
            <a:avLst/>
          </a:prstGeom>
        </p:spPr>
        <p:txBody>
          <a:bodyPr spcFirstLastPara="1" wrap="square" lIns="91416" tIns="91416" rIns="91416" bIns="91416"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re et contenu" type="obj">
  <p:cSld name="Titre et contenu">
    <p:spTree>
      <p:nvGrpSpPr>
        <p:cNvPr id="1" name="Shape 32"/>
        <p:cNvGrpSpPr/>
        <p:nvPr/>
      </p:nvGrpSpPr>
      <p:grpSpPr>
        <a:xfrm>
          <a:off x="0" y="0"/>
          <a:ext cx="0" cy="0"/>
          <a:chOff x="0" y="0"/>
          <a:chExt cx="0" cy="0"/>
        </a:xfrm>
      </p:grpSpPr>
      <p:sp>
        <p:nvSpPr>
          <p:cNvPr id="33" name="Google Shape;33;p44"/>
          <p:cNvSpPr txBox="1">
            <a:spLocks noGrp="1"/>
          </p:cNvSpPr>
          <p:nvPr>
            <p:ph type="title"/>
          </p:nvPr>
        </p:nvSpPr>
        <p:spPr>
          <a:xfrm>
            <a:off x="1092200" y="365126"/>
            <a:ext cx="10261600" cy="866775"/>
          </a:xfrm>
          <a:prstGeom prst="rect">
            <a:avLst/>
          </a:prstGeom>
          <a:noFill/>
          <a:ln>
            <a:noFill/>
          </a:ln>
        </p:spPr>
        <p:txBody>
          <a:bodyPr spcFirstLastPara="1" wrap="square" lIns="91425" tIns="45700" rIns="91425" bIns="45700" anchor="ctr" anchorCtr="0">
            <a:noAutofit/>
          </a:bodyPr>
          <a:lstStyle>
            <a:lvl1pPr marR="0" lvl="0" algn="l">
              <a:lnSpc>
                <a:spcPct val="90000"/>
              </a:lnSpc>
              <a:spcBef>
                <a:spcPts val="0"/>
              </a:spcBef>
              <a:spcAft>
                <a:spcPts val="0"/>
              </a:spcAft>
              <a:buSzPts val="1400"/>
              <a:buNone/>
              <a:defRPr sz="4000" b="1" i="0" u="none" strike="noStrike" cap="none">
                <a:solidFill>
                  <a:srgbClr val="1F4E79"/>
                </a:solidFill>
                <a:latin typeface="Arimo"/>
                <a:ea typeface="Arimo"/>
                <a:cs typeface="Arimo"/>
                <a:sym typeface="Arimo"/>
              </a:defRPr>
            </a:lvl1pPr>
            <a:lvl2pPr marR="0" lvl="1" algn="l">
              <a:lnSpc>
                <a:spcPct val="90000"/>
              </a:lnSpc>
              <a:spcBef>
                <a:spcPts val="0"/>
              </a:spcBef>
              <a:spcAft>
                <a:spcPts val="0"/>
              </a:spcAft>
              <a:buSzPts val="1400"/>
              <a:buNone/>
              <a:defRPr sz="4000" b="1" i="0" u="none" strike="noStrike" cap="none">
                <a:solidFill>
                  <a:srgbClr val="1F4E79"/>
                </a:solidFill>
                <a:latin typeface="Arimo"/>
                <a:ea typeface="Arimo"/>
                <a:cs typeface="Arimo"/>
                <a:sym typeface="Arimo"/>
              </a:defRPr>
            </a:lvl2pPr>
            <a:lvl3pPr marR="0" lvl="2" algn="l">
              <a:lnSpc>
                <a:spcPct val="90000"/>
              </a:lnSpc>
              <a:spcBef>
                <a:spcPts val="0"/>
              </a:spcBef>
              <a:spcAft>
                <a:spcPts val="0"/>
              </a:spcAft>
              <a:buSzPts val="1400"/>
              <a:buNone/>
              <a:defRPr sz="4000" b="1" i="0" u="none" strike="noStrike" cap="none">
                <a:solidFill>
                  <a:srgbClr val="1F4E79"/>
                </a:solidFill>
                <a:latin typeface="Arimo"/>
                <a:ea typeface="Arimo"/>
                <a:cs typeface="Arimo"/>
                <a:sym typeface="Arimo"/>
              </a:defRPr>
            </a:lvl3pPr>
            <a:lvl4pPr marR="0" lvl="3" algn="l">
              <a:lnSpc>
                <a:spcPct val="90000"/>
              </a:lnSpc>
              <a:spcBef>
                <a:spcPts val="0"/>
              </a:spcBef>
              <a:spcAft>
                <a:spcPts val="0"/>
              </a:spcAft>
              <a:buSzPts val="1400"/>
              <a:buNone/>
              <a:defRPr sz="4000" b="1" i="0" u="none" strike="noStrike" cap="none">
                <a:solidFill>
                  <a:srgbClr val="1F4E79"/>
                </a:solidFill>
                <a:latin typeface="Arimo"/>
                <a:ea typeface="Arimo"/>
                <a:cs typeface="Arimo"/>
                <a:sym typeface="Arimo"/>
              </a:defRPr>
            </a:lvl4pPr>
            <a:lvl5pPr marR="0" lvl="4" algn="l">
              <a:lnSpc>
                <a:spcPct val="90000"/>
              </a:lnSpc>
              <a:spcBef>
                <a:spcPts val="0"/>
              </a:spcBef>
              <a:spcAft>
                <a:spcPts val="0"/>
              </a:spcAft>
              <a:buSzPts val="1400"/>
              <a:buNone/>
              <a:defRPr sz="4000" b="1" i="0" u="none" strike="noStrike" cap="none">
                <a:solidFill>
                  <a:srgbClr val="1F4E79"/>
                </a:solidFill>
                <a:latin typeface="Arimo"/>
                <a:ea typeface="Arimo"/>
                <a:cs typeface="Arimo"/>
                <a:sym typeface="Arimo"/>
              </a:defRPr>
            </a:lvl5pPr>
            <a:lvl6pPr marR="0" lvl="5" algn="l">
              <a:lnSpc>
                <a:spcPct val="90000"/>
              </a:lnSpc>
              <a:spcBef>
                <a:spcPts val="0"/>
              </a:spcBef>
              <a:spcAft>
                <a:spcPts val="0"/>
              </a:spcAft>
              <a:buSzPts val="1400"/>
              <a:buNone/>
              <a:defRPr sz="4000" b="1" i="0" u="none" strike="noStrike" cap="none">
                <a:solidFill>
                  <a:srgbClr val="1F4E79"/>
                </a:solidFill>
                <a:latin typeface="Arimo"/>
                <a:ea typeface="Arimo"/>
                <a:cs typeface="Arimo"/>
                <a:sym typeface="Arimo"/>
              </a:defRPr>
            </a:lvl6pPr>
            <a:lvl7pPr marR="0" lvl="6" algn="l">
              <a:lnSpc>
                <a:spcPct val="90000"/>
              </a:lnSpc>
              <a:spcBef>
                <a:spcPts val="0"/>
              </a:spcBef>
              <a:spcAft>
                <a:spcPts val="0"/>
              </a:spcAft>
              <a:buSzPts val="1400"/>
              <a:buNone/>
              <a:defRPr sz="4000" b="1" i="0" u="none" strike="noStrike" cap="none">
                <a:solidFill>
                  <a:srgbClr val="1F4E79"/>
                </a:solidFill>
                <a:latin typeface="Arimo"/>
                <a:ea typeface="Arimo"/>
                <a:cs typeface="Arimo"/>
                <a:sym typeface="Arimo"/>
              </a:defRPr>
            </a:lvl7pPr>
            <a:lvl8pPr marR="0" lvl="7" algn="l">
              <a:lnSpc>
                <a:spcPct val="90000"/>
              </a:lnSpc>
              <a:spcBef>
                <a:spcPts val="0"/>
              </a:spcBef>
              <a:spcAft>
                <a:spcPts val="0"/>
              </a:spcAft>
              <a:buSzPts val="1400"/>
              <a:buNone/>
              <a:defRPr sz="4000" b="1" i="0" u="none" strike="noStrike" cap="none">
                <a:solidFill>
                  <a:srgbClr val="1F4E79"/>
                </a:solidFill>
                <a:latin typeface="Arimo"/>
                <a:ea typeface="Arimo"/>
                <a:cs typeface="Arimo"/>
                <a:sym typeface="Arimo"/>
              </a:defRPr>
            </a:lvl8pPr>
            <a:lvl9pPr marR="0" lvl="8" algn="l">
              <a:lnSpc>
                <a:spcPct val="90000"/>
              </a:lnSpc>
              <a:spcBef>
                <a:spcPts val="0"/>
              </a:spcBef>
              <a:spcAft>
                <a:spcPts val="0"/>
              </a:spcAft>
              <a:buSzPts val="1400"/>
              <a:buNone/>
              <a:defRPr sz="4000" b="1" i="0" u="none" strike="noStrike" cap="none">
                <a:solidFill>
                  <a:srgbClr val="1F4E79"/>
                </a:solidFill>
                <a:latin typeface="Arimo"/>
                <a:ea typeface="Arimo"/>
                <a:cs typeface="Arimo"/>
                <a:sym typeface="Arimo"/>
              </a:defRPr>
            </a:lvl9pPr>
          </a:lstStyle>
          <a:p>
            <a:endParaRPr/>
          </a:p>
        </p:txBody>
      </p:sp>
      <p:sp>
        <p:nvSpPr>
          <p:cNvPr id="34" name="Google Shape;34;p44"/>
          <p:cNvSpPr txBox="1">
            <a:spLocks noGrp="1"/>
          </p:cNvSpPr>
          <p:nvPr>
            <p:ph type="body" idx="1"/>
          </p:nvPr>
        </p:nvSpPr>
        <p:spPr>
          <a:xfrm>
            <a:off x="838200" y="1800226"/>
            <a:ext cx="10515600" cy="4351337"/>
          </a:xfrm>
          <a:prstGeom prst="rect">
            <a:avLst/>
          </a:prstGeom>
          <a:noFill/>
          <a:ln>
            <a:noFill/>
          </a:ln>
        </p:spPr>
        <p:txBody>
          <a:bodyPr spcFirstLastPara="1" wrap="square" lIns="91425" tIns="45700" rIns="91425" bIns="45700" anchor="t" anchorCtr="0">
            <a:noAutofit/>
          </a:bodyPr>
          <a:lstStyle>
            <a:lvl1pPr marL="457189" marR="0" lvl="0" indent="-406390" algn="l">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mo"/>
                <a:ea typeface="Arimo"/>
                <a:cs typeface="Arimo"/>
                <a:sym typeface="Arimo"/>
              </a:defRPr>
            </a:lvl1pPr>
            <a:lvl2pPr marL="914377" marR="0" lvl="1" indent="-380990" algn="l">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mo"/>
                <a:ea typeface="Arimo"/>
                <a:cs typeface="Arimo"/>
                <a:sym typeface="Arimo"/>
              </a:defRPr>
            </a:lvl2pPr>
            <a:lvl3pPr marL="1371566" marR="0" lvl="2" indent="-355591" algn="l">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mo"/>
                <a:ea typeface="Arimo"/>
                <a:cs typeface="Arimo"/>
                <a:sym typeface="Arimo"/>
              </a:defRPr>
            </a:lvl3pPr>
            <a:lvl4pPr marL="1828754" marR="0" lvl="3" indent="-342891"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mo"/>
                <a:ea typeface="Arimo"/>
                <a:cs typeface="Arimo"/>
                <a:sym typeface="Arimo"/>
              </a:defRPr>
            </a:lvl4pPr>
            <a:lvl5pPr marL="2285943" marR="0" lvl="4" indent="-342891"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mo"/>
                <a:ea typeface="Arimo"/>
                <a:cs typeface="Arimo"/>
                <a:sym typeface="Arimo"/>
              </a:defRPr>
            </a:lvl5pPr>
            <a:lvl6pPr marL="2743131" marR="0" lvl="5" indent="-342891"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320" marR="0" lvl="6" indent="-342891"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509" marR="0" lvl="7" indent="-342891"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697" marR="0" lvl="8" indent="-342891"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35" name="Google Shape;35;p44"/>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9pPr>
          </a:lstStyle>
          <a:p>
            <a:fld id="{00000000-1234-1234-1234-123412341234}" type="slidenum">
              <a:rPr lang="fr-FR" smtClean="0"/>
              <a:pPr/>
              <a:t>‹#›</a:t>
            </a:fld>
            <a:endParaRPr lang="fr-FR"/>
          </a:p>
        </p:txBody>
      </p:sp>
    </p:spTree>
    <p:extLst>
      <p:ext uri="{BB962C8B-B14F-4D97-AF65-F5344CB8AC3E}">
        <p14:creationId xmlns:p14="http://schemas.microsoft.com/office/powerpoint/2010/main" val="42825074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42" name="Slide Title"/>
          <p:cNvSpPr txBox="1">
            <a:spLocks noGrp="1"/>
          </p:cNvSpPr>
          <p:nvPr>
            <p:ph type="title" hasCustomPrompt="1"/>
          </p:nvPr>
        </p:nvSpPr>
        <p:spPr>
          <a:prstGeom prst="rect">
            <a:avLst/>
          </a:prstGeom>
        </p:spPr>
        <p:txBody>
          <a:bodyPr/>
          <a:lstStyle/>
          <a:p>
            <a:r>
              <a:t>Slide Title</a:t>
            </a:r>
          </a:p>
        </p:txBody>
      </p:sp>
      <p:sp>
        <p:nvSpPr>
          <p:cNvPr id="43" name="Slide Subtitle"/>
          <p:cNvSpPr txBox="1">
            <a:spLocks noGrp="1"/>
          </p:cNvSpPr>
          <p:nvPr>
            <p:ph type="body" sz="quarter" idx="21" hasCustomPrompt="1"/>
          </p:nvPr>
        </p:nvSpPr>
        <p:spPr>
          <a:xfrm>
            <a:off x="603250" y="1186481"/>
            <a:ext cx="10985500" cy="467390"/>
          </a:xfrm>
          <a:prstGeom prst="rect">
            <a:avLst/>
          </a:prstGeom>
        </p:spPr>
        <p:txBody>
          <a:bodyPr lIns="45719" tIns="45719" rIns="45719" bIns="45719"/>
          <a:lstStyle>
            <a:lvl1pPr marL="0" indent="0" defTabSz="408457">
              <a:lnSpc>
                <a:spcPct val="100000"/>
              </a:lnSpc>
              <a:spcBef>
                <a:spcPts val="0"/>
              </a:spcBef>
              <a:buSzTx/>
              <a:buNone/>
              <a:defRPr sz="2721" b="1"/>
            </a:lvl1pPr>
          </a:lstStyle>
          <a:p>
            <a:r>
              <a:t>Slide Subtitle</a:t>
            </a:r>
          </a:p>
        </p:txBody>
      </p:sp>
      <p:sp>
        <p:nvSpPr>
          <p:cNvPr id="44" name="Body Level One…"/>
          <p:cNvSpPr txBox="1">
            <a:spLocks noGrp="1"/>
          </p:cNvSpPr>
          <p:nvPr>
            <p:ph type="body" idx="1" hasCustomPrompt="1"/>
          </p:nvPr>
        </p:nvSpPr>
        <p:spPr>
          <a:prstGeom prst="rect">
            <a:avLst/>
          </a:prstGeom>
        </p:spPr>
        <p:txBody>
          <a:bodyPr/>
          <a:lstStyle/>
          <a:p>
            <a:r>
              <a:t>Slide bullet text</a:t>
            </a:r>
          </a:p>
          <a:p>
            <a:pPr lvl="1"/>
            <a:endParaRPr/>
          </a:p>
          <a:p>
            <a:pPr lvl="2"/>
            <a:endParaRPr/>
          </a:p>
          <a:p>
            <a:pPr lvl="3"/>
            <a:endParaRPr/>
          </a:p>
          <a:p>
            <a:pPr lvl="4"/>
            <a:endParaRP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620708686"/>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26"/>
          <p:cNvSpPr txBox="1">
            <a:spLocks noGrp="1"/>
          </p:cNvSpPr>
          <p:nvPr>
            <p:ph type="ctrTitle"/>
          </p:nvPr>
        </p:nvSpPr>
        <p:spPr>
          <a:xfrm>
            <a:off x="415611" y="992767"/>
            <a:ext cx="11360800" cy="27368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6933"/>
            </a:lvl1pPr>
            <a:lvl2pPr lvl="1" algn="ctr">
              <a:lnSpc>
                <a:spcPct val="100000"/>
              </a:lnSpc>
              <a:spcBef>
                <a:spcPts val="0"/>
              </a:spcBef>
              <a:spcAft>
                <a:spcPts val="0"/>
              </a:spcAft>
              <a:buSzPts val="5200"/>
              <a:buNone/>
              <a:defRPr sz="6933"/>
            </a:lvl2pPr>
            <a:lvl3pPr lvl="2" algn="ctr">
              <a:lnSpc>
                <a:spcPct val="100000"/>
              </a:lnSpc>
              <a:spcBef>
                <a:spcPts val="0"/>
              </a:spcBef>
              <a:spcAft>
                <a:spcPts val="0"/>
              </a:spcAft>
              <a:buSzPts val="5200"/>
              <a:buNone/>
              <a:defRPr sz="6933"/>
            </a:lvl3pPr>
            <a:lvl4pPr lvl="3" algn="ctr">
              <a:lnSpc>
                <a:spcPct val="100000"/>
              </a:lnSpc>
              <a:spcBef>
                <a:spcPts val="0"/>
              </a:spcBef>
              <a:spcAft>
                <a:spcPts val="0"/>
              </a:spcAft>
              <a:buSzPts val="5200"/>
              <a:buNone/>
              <a:defRPr sz="6933"/>
            </a:lvl4pPr>
            <a:lvl5pPr lvl="4" algn="ctr">
              <a:lnSpc>
                <a:spcPct val="100000"/>
              </a:lnSpc>
              <a:spcBef>
                <a:spcPts val="0"/>
              </a:spcBef>
              <a:spcAft>
                <a:spcPts val="0"/>
              </a:spcAft>
              <a:buSzPts val="5200"/>
              <a:buNone/>
              <a:defRPr sz="6933"/>
            </a:lvl5pPr>
            <a:lvl6pPr lvl="5" algn="ctr">
              <a:lnSpc>
                <a:spcPct val="100000"/>
              </a:lnSpc>
              <a:spcBef>
                <a:spcPts val="0"/>
              </a:spcBef>
              <a:spcAft>
                <a:spcPts val="0"/>
              </a:spcAft>
              <a:buSzPts val="5200"/>
              <a:buNone/>
              <a:defRPr sz="6933"/>
            </a:lvl6pPr>
            <a:lvl7pPr lvl="6" algn="ctr">
              <a:lnSpc>
                <a:spcPct val="100000"/>
              </a:lnSpc>
              <a:spcBef>
                <a:spcPts val="0"/>
              </a:spcBef>
              <a:spcAft>
                <a:spcPts val="0"/>
              </a:spcAft>
              <a:buSzPts val="5200"/>
              <a:buNone/>
              <a:defRPr sz="6933"/>
            </a:lvl7pPr>
            <a:lvl8pPr lvl="7" algn="ctr">
              <a:lnSpc>
                <a:spcPct val="100000"/>
              </a:lnSpc>
              <a:spcBef>
                <a:spcPts val="0"/>
              </a:spcBef>
              <a:spcAft>
                <a:spcPts val="0"/>
              </a:spcAft>
              <a:buSzPts val="5200"/>
              <a:buNone/>
              <a:defRPr sz="6933"/>
            </a:lvl8pPr>
            <a:lvl9pPr lvl="8" algn="ctr">
              <a:lnSpc>
                <a:spcPct val="100000"/>
              </a:lnSpc>
              <a:spcBef>
                <a:spcPts val="0"/>
              </a:spcBef>
              <a:spcAft>
                <a:spcPts val="0"/>
              </a:spcAft>
              <a:buSzPts val="5200"/>
              <a:buNone/>
              <a:defRPr sz="6933"/>
            </a:lvl9pPr>
          </a:lstStyle>
          <a:p>
            <a:endParaRPr/>
          </a:p>
        </p:txBody>
      </p:sp>
      <p:sp>
        <p:nvSpPr>
          <p:cNvPr id="11" name="Google Shape;11;p26"/>
          <p:cNvSpPr txBox="1">
            <a:spLocks noGrp="1"/>
          </p:cNvSpPr>
          <p:nvPr>
            <p:ph type="subTitle" idx="1"/>
          </p:nvPr>
        </p:nvSpPr>
        <p:spPr>
          <a:xfrm>
            <a:off x="415600" y="3778833"/>
            <a:ext cx="11360800" cy="10568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3733"/>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endParaRPr/>
          </a:p>
        </p:txBody>
      </p:sp>
      <p:sp>
        <p:nvSpPr>
          <p:cNvPr id="12" name="Google Shape;12;p26"/>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11261456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8"/>
        <p:cNvGrpSpPr/>
        <p:nvPr/>
      </p:nvGrpSpPr>
      <p:grpSpPr>
        <a:xfrm>
          <a:off x="0" y="0"/>
          <a:ext cx="0" cy="0"/>
          <a:chOff x="0" y="0"/>
          <a:chExt cx="0" cy="0"/>
        </a:xfrm>
      </p:grpSpPr>
      <p:sp>
        <p:nvSpPr>
          <p:cNvPr id="19" name="Google Shape;19;p28"/>
          <p:cNvSpPr txBox="1">
            <a:spLocks noGrp="1"/>
          </p:cNvSpPr>
          <p:nvPr>
            <p:ph type="title"/>
          </p:nvPr>
        </p:nvSpPr>
        <p:spPr>
          <a:xfrm>
            <a:off x="415600" y="2867800"/>
            <a:ext cx="11360800" cy="11224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4800"/>
            </a:lvl1pPr>
            <a:lvl2pPr lvl="1" algn="ctr">
              <a:lnSpc>
                <a:spcPct val="100000"/>
              </a:lnSpc>
              <a:spcBef>
                <a:spcPts val="0"/>
              </a:spcBef>
              <a:spcAft>
                <a:spcPts val="0"/>
              </a:spcAft>
              <a:buSzPts val="3600"/>
              <a:buNone/>
              <a:defRPr sz="4800"/>
            </a:lvl2pPr>
            <a:lvl3pPr lvl="2" algn="ctr">
              <a:lnSpc>
                <a:spcPct val="100000"/>
              </a:lnSpc>
              <a:spcBef>
                <a:spcPts val="0"/>
              </a:spcBef>
              <a:spcAft>
                <a:spcPts val="0"/>
              </a:spcAft>
              <a:buSzPts val="3600"/>
              <a:buNone/>
              <a:defRPr sz="4800"/>
            </a:lvl3pPr>
            <a:lvl4pPr lvl="3" algn="ctr">
              <a:lnSpc>
                <a:spcPct val="100000"/>
              </a:lnSpc>
              <a:spcBef>
                <a:spcPts val="0"/>
              </a:spcBef>
              <a:spcAft>
                <a:spcPts val="0"/>
              </a:spcAft>
              <a:buSzPts val="3600"/>
              <a:buNone/>
              <a:defRPr sz="4800"/>
            </a:lvl4pPr>
            <a:lvl5pPr lvl="4" algn="ctr">
              <a:lnSpc>
                <a:spcPct val="100000"/>
              </a:lnSpc>
              <a:spcBef>
                <a:spcPts val="0"/>
              </a:spcBef>
              <a:spcAft>
                <a:spcPts val="0"/>
              </a:spcAft>
              <a:buSzPts val="3600"/>
              <a:buNone/>
              <a:defRPr sz="4800"/>
            </a:lvl5pPr>
            <a:lvl6pPr lvl="5" algn="ctr">
              <a:lnSpc>
                <a:spcPct val="100000"/>
              </a:lnSpc>
              <a:spcBef>
                <a:spcPts val="0"/>
              </a:spcBef>
              <a:spcAft>
                <a:spcPts val="0"/>
              </a:spcAft>
              <a:buSzPts val="3600"/>
              <a:buNone/>
              <a:defRPr sz="4800"/>
            </a:lvl6pPr>
            <a:lvl7pPr lvl="6" algn="ctr">
              <a:lnSpc>
                <a:spcPct val="100000"/>
              </a:lnSpc>
              <a:spcBef>
                <a:spcPts val="0"/>
              </a:spcBef>
              <a:spcAft>
                <a:spcPts val="0"/>
              </a:spcAft>
              <a:buSzPts val="3600"/>
              <a:buNone/>
              <a:defRPr sz="4800"/>
            </a:lvl7pPr>
            <a:lvl8pPr lvl="7" algn="ctr">
              <a:lnSpc>
                <a:spcPct val="100000"/>
              </a:lnSpc>
              <a:spcBef>
                <a:spcPts val="0"/>
              </a:spcBef>
              <a:spcAft>
                <a:spcPts val="0"/>
              </a:spcAft>
              <a:buSzPts val="3600"/>
              <a:buNone/>
              <a:defRPr sz="4800"/>
            </a:lvl8pPr>
            <a:lvl9pPr lvl="8" algn="ctr">
              <a:lnSpc>
                <a:spcPct val="100000"/>
              </a:lnSpc>
              <a:spcBef>
                <a:spcPts val="0"/>
              </a:spcBef>
              <a:spcAft>
                <a:spcPts val="0"/>
              </a:spcAft>
              <a:buSzPts val="3600"/>
              <a:buNone/>
              <a:defRPr sz="4800"/>
            </a:lvl9pPr>
          </a:lstStyle>
          <a:p>
            <a:endParaRPr/>
          </a:p>
        </p:txBody>
      </p:sp>
      <p:sp>
        <p:nvSpPr>
          <p:cNvPr id="20" name="Google Shape;20;p28"/>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346903093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1"/>
        <p:cNvGrpSpPr/>
        <p:nvPr/>
      </p:nvGrpSpPr>
      <p:grpSpPr>
        <a:xfrm>
          <a:off x="0" y="0"/>
          <a:ext cx="0" cy="0"/>
          <a:chOff x="0" y="0"/>
          <a:chExt cx="0" cy="0"/>
        </a:xfrm>
      </p:grpSpPr>
      <p:sp>
        <p:nvSpPr>
          <p:cNvPr id="22" name="Google Shape;22;p29"/>
          <p:cNvSpPr txBox="1">
            <a:spLocks noGrp="1"/>
          </p:cNvSpPr>
          <p:nvPr>
            <p:ph type="title"/>
          </p:nvPr>
        </p:nvSpPr>
        <p:spPr>
          <a:xfrm>
            <a:off x="415600" y="186967"/>
            <a:ext cx="11360800" cy="763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rgbClr val="1155CC"/>
              </a:buClr>
              <a:buSzPts val="2000"/>
              <a:buFont typeface="Times New Roman" panose="02020603050405020304"/>
              <a:buNone/>
              <a:defRPr sz="2667">
                <a:solidFill>
                  <a:srgbClr val="1155CC"/>
                </a:solidFill>
                <a:latin typeface="Times New Roman" panose="02020603050405020304"/>
                <a:ea typeface="Times New Roman" panose="02020603050405020304"/>
                <a:cs typeface="Times New Roman" panose="02020603050405020304"/>
                <a:sym typeface="Times New Roman" panose="02020603050405020304"/>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3" name="Google Shape;23;p29"/>
          <p:cNvSpPr txBox="1">
            <a:spLocks noGrp="1"/>
          </p:cNvSpPr>
          <p:nvPr>
            <p:ph type="body" idx="1"/>
          </p:nvPr>
        </p:nvSpPr>
        <p:spPr>
          <a:xfrm>
            <a:off x="415600" y="1536633"/>
            <a:ext cx="5333200" cy="4555200"/>
          </a:xfrm>
          <a:prstGeom prst="rect">
            <a:avLst/>
          </a:prstGeom>
          <a:noFill/>
          <a:ln>
            <a:noFill/>
          </a:ln>
        </p:spPr>
        <p:txBody>
          <a:bodyPr spcFirstLastPara="1" wrap="square" lIns="91425" tIns="91425" rIns="91425" bIns="91425" anchor="t" anchorCtr="0">
            <a:normAutofit/>
          </a:bodyPr>
          <a:lstStyle>
            <a:lvl1pPr marL="609585" lvl="0" indent="-423323" algn="l">
              <a:lnSpc>
                <a:spcPct val="115000"/>
              </a:lnSpc>
              <a:spcBef>
                <a:spcPts val="0"/>
              </a:spcBef>
              <a:spcAft>
                <a:spcPts val="0"/>
              </a:spcAft>
              <a:buSzPts val="1400"/>
              <a:buFont typeface="Times New Roman" panose="02020603050405020304"/>
              <a:buChar char="●"/>
              <a:defRPr sz="1867">
                <a:latin typeface="Times New Roman" panose="02020603050405020304"/>
                <a:ea typeface="Times New Roman" panose="02020603050405020304"/>
                <a:cs typeface="Times New Roman" panose="02020603050405020304"/>
                <a:sym typeface="Times New Roman" panose="02020603050405020304"/>
              </a:defRPr>
            </a:lvl1pPr>
            <a:lvl2pPr marL="1219170" lvl="1" indent="-406390" algn="l">
              <a:lnSpc>
                <a:spcPct val="115000"/>
              </a:lnSpc>
              <a:spcBef>
                <a:spcPts val="0"/>
              </a:spcBef>
              <a:spcAft>
                <a:spcPts val="0"/>
              </a:spcAft>
              <a:buSzPts val="1200"/>
              <a:buFont typeface="Times New Roman" panose="02020603050405020304"/>
              <a:buChar char="○"/>
              <a:defRPr sz="1600">
                <a:latin typeface="Times New Roman" panose="02020603050405020304"/>
                <a:ea typeface="Times New Roman" panose="02020603050405020304"/>
                <a:cs typeface="Times New Roman" panose="02020603050405020304"/>
                <a:sym typeface="Times New Roman" panose="02020603050405020304"/>
              </a:defRPr>
            </a:lvl2pPr>
            <a:lvl3pPr marL="1828754" lvl="2" indent="-406390" algn="l">
              <a:lnSpc>
                <a:spcPct val="115000"/>
              </a:lnSpc>
              <a:spcBef>
                <a:spcPts val="0"/>
              </a:spcBef>
              <a:spcAft>
                <a:spcPts val="0"/>
              </a:spcAft>
              <a:buSzPts val="1200"/>
              <a:buFont typeface="Times New Roman" panose="02020603050405020304"/>
              <a:buChar char="■"/>
              <a:defRPr sz="1600">
                <a:latin typeface="Times New Roman" panose="02020603050405020304"/>
                <a:ea typeface="Times New Roman" panose="02020603050405020304"/>
                <a:cs typeface="Times New Roman" panose="02020603050405020304"/>
                <a:sym typeface="Times New Roman" panose="02020603050405020304"/>
              </a:defRPr>
            </a:lvl3pPr>
            <a:lvl4pPr marL="2438339" lvl="3" indent="-406390" algn="l">
              <a:lnSpc>
                <a:spcPct val="115000"/>
              </a:lnSpc>
              <a:spcBef>
                <a:spcPts val="0"/>
              </a:spcBef>
              <a:spcAft>
                <a:spcPts val="0"/>
              </a:spcAft>
              <a:buSzPts val="1200"/>
              <a:buFont typeface="Times New Roman" panose="02020603050405020304"/>
              <a:buChar char="●"/>
              <a:defRPr sz="1600">
                <a:latin typeface="Times New Roman" panose="02020603050405020304"/>
                <a:ea typeface="Times New Roman" panose="02020603050405020304"/>
                <a:cs typeface="Times New Roman" panose="02020603050405020304"/>
                <a:sym typeface="Times New Roman" panose="02020603050405020304"/>
              </a:defRPr>
            </a:lvl4pPr>
            <a:lvl5pPr marL="3047924" lvl="4" indent="-406390" algn="l">
              <a:lnSpc>
                <a:spcPct val="115000"/>
              </a:lnSpc>
              <a:spcBef>
                <a:spcPts val="0"/>
              </a:spcBef>
              <a:spcAft>
                <a:spcPts val="0"/>
              </a:spcAft>
              <a:buSzPts val="1200"/>
              <a:buFont typeface="Times New Roman" panose="02020603050405020304"/>
              <a:buChar char="○"/>
              <a:defRPr sz="1600">
                <a:latin typeface="Times New Roman" panose="02020603050405020304"/>
                <a:ea typeface="Times New Roman" panose="02020603050405020304"/>
                <a:cs typeface="Times New Roman" panose="02020603050405020304"/>
                <a:sym typeface="Times New Roman" panose="02020603050405020304"/>
              </a:defRPr>
            </a:lvl5pPr>
            <a:lvl6pPr marL="3657509" lvl="5" indent="-406390" algn="l">
              <a:lnSpc>
                <a:spcPct val="115000"/>
              </a:lnSpc>
              <a:spcBef>
                <a:spcPts val="0"/>
              </a:spcBef>
              <a:spcAft>
                <a:spcPts val="0"/>
              </a:spcAft>
              <a:buSzPts val="1200"/>
              <a:buFont typeface="Times New Roman" panose="02020603050405020304"/>
              <a:buChar char="■"/>
              <a:defRPr sz="1600">
                <a:latin typeface="Times New Roman" panose="02020603050405020304"/>
                <a:ea typeface="Times New Roman" panose="02020603050405020304"/>
                <a:cs typeface="Times New Roman" panose="02020603050405020304"/>
                <a:sym typeface="Times New Roman" panose="02020603050405020304"/>
              </a:defRPr>
            </a:lvl6pPr>
            <a:lvl7pPr marL="4267093" lvl="6" indent="-406390" algn="l">
              <a:lnSpc>
                <a:spcPct val="115000"/>
              </a:lnSpc>
              <a:spcBef>
                <a:spcPts val="0"/>
              </a:spcBef>
              <a:spcAft>
                <a:spcPts val="0"/>
              </a:spcAft>
              <a:buSzPts val="1200"/>
              <a:buFont typeface="Times New Roman" panose="02020603050405020304"/>
              <a:buChar char="●"/>
              <a:defRPr sz="1600">
                <a:latin typeface="Times New Roman" panose="02020603050405020304"/>
                <a:ea typeface="Times New Roman" panose="02020603050405020304"/>
                <a:cs typeface="Times New Roman" panose="02020603050405020304"/>
                <a:sym typeface="Times New Roman" panose="02020603050405020304"/>
              </a:defRPr>
            </a:lvl7pPr>
            <a:lvl8pPr marL="4876678" lvl="7" indent="-406390" algn="l">
              <a:lnSpc>
                <a:spcPct val="115000"/>
              </a:lnSpc>
              <a:spcBef>
                <a:spcPts val="0"/>
              </a:spcBef>
              <a:spcAft>
                <a:spcPts val="0"/>
              </a:spcAft>
              <a:buSzPts val="1200"/>
              <a:buFont typeface="Times New Roman" panose="02020603050405020304"/>
              <a:buChar char="○"/>
              <a:defRPr sz="1600">
                <a:latin typeface="Times New Roman" panose="02020603050405020304"/>
                <a:ea typeface="Times New Roman" panose="02020603050405020304"/>
                <a:cs typeface="Times New Roman" panose="02020603050405020304"/>
                <a:sym typeface="Times New Roman" panose="02020603050405020304"/>
              </a:defRPr>
            </a:lvl8pPr>
            <a:lvl9pPr marL="5486263" lvl="8" indent="-406390" algn="l">
              <a:lnSpc>
                <a:spcPct val="115000"/>
              </a:lnSpc>
              <a:spcBef>
                <a:spcPts val="0"/>
              </a:spcBef>
              <a:spcAft>
                <a:spcPts val="0"/>
              </a:spcAft>
              <a:buSzPts val="1200"/>
              <a:buFont typeface="Times New Roman" panose="02020603050405020304"/>
              <a:buChar char="■"/>
              <a:defRPr sz="1600">
                <a:latin typeface="Times New Roman" panose="02020603050405020304"/>
                <a:ea typeface="Times New Roman" panose="02020603050405020304"/>
                <a:cs typeface="Times New Roman" panose="02020603050405020304"/>
                <a:sym typeface="Times New Roman" panose="02020603050405020304"/>
              </a:defRPr>
            </a:lvl9pPr>
          </a:lstStyle>
          <a:p>
            <a:endParaRPr/>
          </a:p>
        </p:txBody>
      </p:sp>
      <p:sp>
        <p:nvSpPr>
          <p:cNvPr id="24" name="Google Shape;24;p29"/>
          <p:cNvSpPr txBox="1">
            <a:spLocks noGrp="1"/>
          </p:cNvSpPr>
          <p:nvPr>
            <p:ph type="body" idx="2"/>
          </p:nvPr>
        </p:nvSpPr>
        <p:spPr>
          <a:xfrm>
            <a:off x="6443200" y="1536633"/>
            <a:ext cx="5333200" cy="4555200"/>
          </a:xfrm>
          <a:prstGeom prst="rect">
            <a:avLst/>
          </a:prstGeom>
          <a:noFill/>
          <a:ln>
            <a:noFill/>
          </a:ln>
        </p:spPr>
        <p:txBody>
          <a:bodyPr spcFirstLastPara="1" wrap="square" lIns="91425" tIns="91425" rIns="91425" bIns="91425" anchor="t" anchorCtr="0">
            <a:normAutofit/>
          </a:bodyPr>
          <a:lstStyle>
            <a:lvl1pPr marL="609585" lvl="0" indent="-423323" algn="l">
              <a:lnSpc>
                <a:spcPct val="115000"/>
              </a:lnSpc>
              <a:spcBef>
                <a:spcPts val="0"/>
              </a:spcBef>
              <a:spcAft>
                <a:spcPts val="0"/>
              </a:spcAft>
              <a:buSzPts val="1400"/>
              <a:buFont typeface="Times New Roman" panose="02020603050405020304"/>
              <a:buChar char="●"/>
              <a:defRPr sz="1867">
                <a:latin typeface="Times New Roman" panose="02020603050405020304"/>
                <a:ea typeface="Times New Roman" panose="02020603050405020304"/>
                <a:cs typeface="Times New Roman" panose="02020603050405020304"/>
                <a:sym typeface="Times New Roman" panose="02020603050405020304"/>
              </a:defRPr>
            </a:lvl1pPr>
            <a:lvl2pPr marL="1219170" lvl="1" indent="-406390" algn="l">
              <a:lnSpc>
                <a:spcPct val="115000"/>
              </a:lnSpc>
              <a:spcBef>
                <a:spcPts val="0"/>
              </a:spcBef>
              <a:spcAft>
                <a:spcPts val="0"/>
              </a:spcAft>
              <a:buSzPts val="1200"/>
              <a:buFont typeface="Times New Roman" panose="02020603050405020304"/>
              <a:buChar char="○"/>
              <a:defRPr sz="1600">
                <a:latin typeface="Times New Roman" panose="02020603050405020304"/>
                <a:ea typeface="Times New Roman" panose="02020603050405020304"/>
                <a:cs typeface="Times New Roman" panose="02020603050405020304"/>
                <a:sym typeface="Times New Roman" panose="02020603050405020304"/>
              </a:defRPr>
            </a:lvl2pPr>
            <a:lvl3pPr marL="1828754" lvl="2" indent="-406390" algn="l">
              <a:lnSpc>
                <a:spcPct val="115000"/>
              </a:lnSpc>
              <a:spcBef>
                <a:spcPts val="0"/>
              </a:spcBef>
              <a:spcAft>
                <a:spcPts val="0"/>
              </a:spcAft>
              <a:buSzPts val="1200"/>
              <a:buFont typeface="Times New Roman" panose="02020603050405020304"/>
              <a:buChar char="■"/>
              <a:defRPr sz="1600">
                <a:latin typeface="Times New Roman" panose="02020603050405020304"/>
                <a:ea typeface="Times New Roman" panose="02020603050405020304"/>
                <a:cs typeface="Times New Roman" panose="02020603050405020304"/>
                <a:sym typeface="Times New Roman" panose="02020603050405020304"/>
              </a:defRPr>
            </a:lvl3pPr>
            <a:lvl4pPr marL="2438339" lvl="3" indent="-406390" algn="l">
              <a:lnSpc>
                <a:spcPct val="115000"/>
              </a:lnSpc>
              <a:spcBef>
                <a:spcPts val="0"/>
              </a:spcBef>
              <a:spcAft>
                <a:spcPts val="0"/>
              </a:spcAft>
              <a:buSzPts val="1200"/>
              <a:buFont typeface="Times New Roman" panose="02020603050405020304"/>
              <a:buChar char="●"/>
              <a:defRPr sz="1600">
                <a:latin typeface="Times New Roman" panose="02020603050405020304"/>
                <a:ea typeface="Times New Roman" panose="02020603050405020304"/>
                <a:cs typeface="Times New Roman" panose="02020603050405020304"/>
                <a:sym typeface="Times New Roman" panose="02020603050405020304"/>
              </a:defRPr>
            </a:lvl4pPr>
            <a:lvl5pPr marL="3047924" lvl="4" indent="-406390" algn="l">
              <a:lnSpc>
                <a:spcPct val="115000"/>
              </a:lnSpc>
              <a:spcBef>
                <a:spcPts val="0"/>
              </a:spcBef>
              <a:spcAft>
                <a:spcPts val="0"/>
              </a:spcAft>
              <a:buSzPts val="1200"/>
              <a:buFont typeface="Times New Roman" panose="02020603050405020304"/>
              <a:buChar char="○"/>
              <a:defRPr sz="1600">
                <a:latin typeface="Times New Roman" panose="02020603050405020304"/>
                <a:ea typeface="Times New Roman" panose="02020603050405020304"/>
                <a:cs typeface="Times New Roman" panose="02020603050405020304"/>
                <a:sym typeface="Times New Roman" panose="02020603050405020304"/>
              </a:defRPr>
            </a:lvl5pPr>
            <a:lvl6pPr marL="3657509" lvl="5" indent="-406390" algn="l">
              <a:lnSpc>
                <a:spcPct val="115000"/>
              </a:lnSpc>
              <a:spcBef>
                <a:spcPts val="0"/>
              </a:spcBef>
              <a:spcAft>
                <a:spcPts val="0"/>
              </a:spcAft>
              <a:buSzPts val="1200"/>
              <a:buFont typeface="Times New Roman" panose="02020603050405020304"/>
              <a:buChar char="■"/>
              <a:defRPr sz="1600">
                <a:latin typeface="Times New Roman" panose="02020603050405020304"/>
                <a:ea typeface="Times New Roman" panose="02020603050405020304"/>
                <a:cs typeface="Times New Roman" panose="02020603050405020304"/>
                <a:sym typeface="Times New Roman" panose="02020603050405020304"/>
              </a:defRPr>
            </a:lvl6pPr>
            <a:lvl7pPr marL="4267093" lvl="6" indent="-406390" algn="l">
              <a:lnSpc>
                <a:spcPct val="115000"/>
              </a:lnSpc>
              <a:spcBef>
                <a:spcPts val="0"/>
              </a:spcBef>
              <a:spcAft>
                <a:spcPts val="0"/>
              </a:spcAft>
              <a:buSzPts val="1200"/>
              <a:buFont typeface="Times New Roman" panose="02020603050405020304"/>
              <a:buChar char="●"/>
              <a:defRPr sz="1600">
                <a:latin typeface="Times New Roman" panose="02020603050405020304"/>
                <a:ea typeface="Times New Roman" panose="02020603050405020304"/>
                <a:cs typeface="Times New Roman" panose="02020603050405020304"/>
                <a:sym typeface="Times New Roman" panose="02020603050405020304"/>
              </a:defRPr>
            </a:lvl7pPr>
            <a:lvl8pPr marL="4876678" lvl="7" indent="-406390" algn="l">
              <a:lnSpc>
                <a:spcPct val="115000"/>
              </a:lnSpc>
              <a:spcBef>
                <a:spcPts val="0"/>
              </a:spcBef>
              <a:spcAft>
                <a:spcPts val="0"/>
              </a:spcAft>
              <a:buSzPts val="1200"/>
              <a:buFont typeface="Times New Roman" panose="02020603050405020304"/>
              <a:buChar char="○"/>
              <a:defRPr sz="1600">
                <a:latin typeface="Times New Roman" panose="02020603050405020304"/>
                <a:ea typeface="Times New Roman" panose="02020603050405020304"/>
                <a:cs typeface="Times New Roman" panose="02020603050405020304"/>
                <a:sym typeface="Times New Roman" panose="02020603050405020304"/>
              </a:defRPr>
            </a:lvl8pPr>
            <a:lvl9pPr marL="5486263" lvl="8" indent="-406390" algn="l">
              <a:lnSpc>
                <a:spcPct val="115000"/>
              </a:lnSpc>
              <a:spcBef>
                <a:spcPts val="0"/>
              </a:spcBef>
              <a:spcAft>
                <a:spcPts val="0"/>
              </a:spcAft>
              <a:buSzPts val="1200"/>
              <a:buFont typeface="Times New Roman" panose="02020603050405020304"/>
              <a:buChar char="■"/>
              <a:defRPr sz="1600">
                <a:latin typeface="Times New Roman" panose="02020603050405020304"/>
                <a:ea typeface="Times New Roman" panose="02020603050405020304"/>
                <a:cs typeface="Times New Roman" panose="02020603050405020304"/>
                <a:sym typeface="Times New Roman" panose="02020603050405020304"/>
              </a:defRPr>
            </a:lvl9pPr>
          </a:lstStyle>
          <a:p>
            <a:endParaRPr/>
          </a:p>
        </p:txBody>
      </p:sp>
      <p:sp>
        <p:nvSpPr>
          <p:cNvPr id="25" name="Google Shape;25;p29"/>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9pPr>
          </a:lstStyle>
          <a:p>
            <a:fld id="{00000000-1234-1234-1234-123412341234}" type="slidenum">
              <a:rPr lang="en-GB" smtClean="0"/>
              <a:pPr/>
              <a:t>‹#›</a:t>
            </a:fld>
            <a:endParaRPr lang="en-GB"/>
          </a:p>
        </p:txBody>
      </p:sp>
      <p:sp>
        <p:nvSpPr>
          <p:cNvPr id="26" name="Google Shape;26;p29"/>
          <p:cNvSpPr/>
          <p:nvPr/>
        </p:nvSpPr>
        <p:spPr>
          <a:xfrm>
            <a:off x="0" y="272241"/>
            <a:ext cx="235600" cy="655200"/>
          </a:xfrm>
          <a:prstGeom prst="rect">
            <a:avLst/>
          </a:prstGeom>
          <a:solidFill>
            <a:srgbClr val="145ABD"/>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867"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extLst>
      <p:ext uri="{BB962C8B-B14F-4D97-AF65-F5344CB8AC3E}">
        <p14:creationId xmlns:p14="http://schemas.microsoft.com/office/powerpoint/2010/main" val="39554815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7"/>
        <p:cNvGrpSpPr/>
        <p:nvPr/>
      </p:nvGrpSpPr>
      <p:grpSpPr>
        <a:xfrm>
          <a:off x="0" y="0"/>
          <a:ext cx="0" cy="0"/>
          <a:chOff x="0" y="0"/>
          <a:chExt cx="0" cy="0"/>
        </a:xfrm>
      </p:grpSpPr>
      <p:sp>
        <p:nvSpPr>
          <p:cNvPr id="28" name="Google Shape;28;p30"/>
          <p:cNvSpPr txBox="1">
            <a:spLocks noGrp="1"/>
          </p:cNvSpPr>
          <p:nvPr>
            <p:ph type="title"/>
          </p:nvPr>
        </p:nvSpPr>
        <p:spPr>
          <a:xfrm>
            <a:off x="415600" y="186967"/>
            <a:ext cx="11360800" cy="763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rgbClr val="1155CC"/>
              </a:buClr>
              <a:buSzPts val="2000"/>
              <a:buFont typeface="Times New Roman" panose="02020603050405020304"/>
              <a:buNone/>
              <a:defRPr sz="2667">
                <a:solidFill>
                  <a:srgbClr val="1155CC"/>
                </a:solidFill>
                <a:latin typeface="Times New Roman" panose="02020603050405020304"/>
                <a:ea typeface="Times New Roman" panose="02020603050405020304"/>
                <a:cs typeface="Times New Roman" panose="02020603050405020304"/>
                <a:sym typeface="Times New Roman" panose="02020603050405020304"/>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9" name="Google Shape;29;p30"/>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9pPr>
          </a:lstStyle>
          <a:p>
            <a:fld id="{00000000-1234-1234-1234-123412341234}" type="slidenum">
              <a:rPr lang="en-GB" smtClean="0"/>
              <a:pPr/>
              <a:t>‹#›</a:t>
            </a:fld>
            <a:endParaRPr lang="en-GB"/>
          </a:p>
        </p:txBody>
      </p:sp>
      <p:sp>
        <p:nvSpPr>
          <p:cNvPr id="30" name="Google Shape;30;p30"/>
          <p:cNvSpPr/>
          <p:nvPr/>
        </p:nvSpPr>
        <p:spPr>
          <a:xfrm>
            <a:off x="0" y="272241"/>
            <a:ext cx="235600" cy="655200"/>
          </a:xfrm>
          <a:prstGeom prst="rect">
            <a:avLst/>
          </a:prstGeom>
          <a:solidFill>
            <a:srgbClr val="145ABD"/>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867"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extLst>
      <p:ext uri="{BB962C8B-B14F-4D97-AF65-F5344CB8AC3E}">
        <p14:creationId xmlns:p14="http://schemas.microsoft.com/office/powerpoint/2010/main" val="377319684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1"/>
        <p:cNvGrpSpPr/>
        <p:nvPr/>
      </p:nvGrpSpPr>
      <p:grpSpPr>
        <a:xfrm>
          <a:off x="0" y="0"/>
          <a:ext cx="0" cy="0"/>
          <a:chOff x="0" y="0"/>
          <a:chExt cx="0" cy="0"/>
        </a:xfrm>
      </p:grpSpPr>
      <p:sp>
        <p:nvSpPr>
          <p:cNvPr id="32" name="Google Shape;32;p31"/>
          <p:cNvSpPr txBox="1">
            <a:spLocks noGrp="1"/>
          </p:cNvSpPr>
          <p:nvPr>
            <p:ph type="title"/>
          </p:nvPr>
        </p:nvSpPr>
        <p:spPr>
          <a:xfrm>
            <a:off x="415600" y="334400"/>
            <a:ext cx="3744000" cy="10076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3200"/>
            </a:lvl1pPr>
            <a:lvl2pPr lvl="1" algn="l">
              <a:lnSpc>
                <a:spcPct val="100000"/>
              </a:lnSpc>
              <a:spcBef>
                <a:spcPts val="0"/>
              </a:spcBef>
              <a:spcAft>
                <a:spcPts val="0"/>
              </a:spcAft>
              <a:buSzPts val="2400"/>
              <a:buNone/>
              <a:defRPr sz="3200"/>
            </a:lvl2pPr>
            <a:lvl3pPr lvl="2" algn="l">
              <a:lnSpc>
                <a:spcPct val="100000"/>
              </a:lnSpc>
              <a:spcBef>
                <a:spcPts val="0"/>
              </a:spcBef>
              <a:spcAft>
                <a:spcPts val="0"/>
              </a:spcAft>
              <a:buSzPts val="2400"/>
              <a:buNone/>
              <a:defRPr sz="3200"/>
            </a:lvl3pPr>
            <a:lvl4pPr lvl="3" algn="l">
              <a:lnSpc>
                <a:spcPct val="100000"/>
              </a:lnSpc>
              <a:spcBef>
                <a:spcPts val="0"/>
              </a:spcBef>
              <a:spcAft>
                <a:spcPts val="0"/>
              </a:spcAft>
              <a:buSzPts val="2400"/>
              <a:buNone/>
              <a:defRPr sz="3200"/>
            </a:lvl4pPr>
            <a:lvl5pPr lvl="4" algn="l">
              <a:lnSpc>
                <a:spcPct val="100000"/>
              </a:lnSpc>
              <a:spcBef>
                <a:spcPts val="0"/>
              </a:spcBef>
              <a:spcAft>
                <a:spcPts val="0"/>
              </a:spcAft>
              <a:buSzPts val="2400"/>
              <a:buNone/>
              <a:defRPr sz="3200"/>
            </a:lvl5pPr>
            <a:lvl6pPr lvl="5" algn="l">
              <a:lnSpc>
                <a:spcPct val="100000"/>
              </a:lnSpc>
              <a:spcBef>
                <a:spcPts val="0"/>
              </a:spcBef>
              <a:spcAft>
                <a:spcPts val="0"/>
              </a:spcAft>
              <a:buSzPts val="2400"/>
              <a:buNone/>
              <a:defRPr sz="3200"/>
            </a:lvl6pPr>
            <a:lvl7pPr lvl="6" algn="l">
              <a:lnSpc>
                <a:spcPct val="100000"/>
              </a:lnSpc>
              <a:spcBef>
                <a:spcPts val="0"/>
              </a:spcBef>
              <a:spcAft>
                <a:spcPts val="0"/>
              </a:spcAft>
              <a:buSzPts val="2400"/>
              <a:buNone/>
              <a:defRPr sz="3200"/>
            </a:lvl7pPr>
            <a:lvl8pPr lvl="7" algn="l">
              <a:lnSpc>
                <a:spcPct val="100000"/>
              </a:lnSpc>
              <a:spcBef>
                <a:spcPts val="0"/>
              </a:spcBef>
              <a:spcAft>
                <a:spcPts val="0"/>
              </a:spcAft>
              <a:buSzPts val="2400"/>
              <a:buNone/>
              <a:defRPr sz="3200"/>
            </a:lvl8pPr>
            <a:lvl9pPr lvl="8" algn="l">
              <a:lnSpc>
                <a:spcPct val="100000"/>
              </a:lnSpc>
              <a:spcBef>
                <a:spcPts val="0"/>
              </a:spcBef>
              <a:spcAft>
                <a:spcPts val="0"/>
              </a:spcAft>
              <a:buSzPts val="2400"/>
              <a:buNone/>
              <a:defRPr sz="3200"/>
            </a:lvl9pPr>
          </a:lstStyle>
          <a:p>
            <a:endParaRPr/>
          </a:p>
        </p:txBody>
      </p:sp>
      <p:sp>
        <p:nvSpPr>
          <p:cNvPr id="33" name="Google Shape;33;p31"/>
          <p:cNvSpPr txBox="1">
            <a:spLocks noGrp="1"/>
          </p:cNvSpPr>
          <p:nvPr>
            <p:ph type="body" idx="1"/>
          </p:nvPr>
        </p:nvSpPr>
        <p:spPr>
          <a:xfrm>
            <a:off x="415600" y="1852800"/>
            <a:ext cx="3744000" cy="4239200"/>
          </a:xfrm>
          <a:prstGeom prst="rect">
            <a:avLst/>
          </a:prstGeom>
          <a:noFill/>
          <a:ln>
            <a:noFill/>
          </a:ln>
        </p:spPr>
        <p:txBody>
          <a:bodyPr spcFirstLastPara="1" wrap="square" lIns="91425" tIns="91425" rIns="91425" bIns="91425" anchor="t" anchorCtr="0">
            <a:normAutofit/>
          </a:bodyPr>
          <a:lstStyle>
            <a:lvl1pPr marL="609585" lvl="0" indent="-406390" algn="l">
              <a:lnSpc>
                <a:spcPct val="115000"/>
              </a:lnSpc>
              <a:spcBef>
                <a:spcPts val="0"/>
              </a:spcBef>
              <a:spcAft>
                <a:spcPts val="0"/>
              </a:spcAft>
              <a:buSzPts val="1200"/>
              <a:buChar char="●"/>
              <a:defRPr sz="1600"/>
            </a:lvl1pPr>
            <a:lvl2pPr marL="1219170" lvl="1" indent="-406390" algn="l">
              <a:lnSpc>
                <a:spcPct val="115000"/>
              </a:lnSpc>
              <a:spcBef>
                <a:spcPts val="0"/>
              </a:spcBef>
              <a:spcAft>
                <a:spcPts val="0"/>
              </a:spcAft>
              <a:buSzPts val="1200"/>
              <a:buChar char="○"/>
              <a:defRPr sz="1600"/>
            </a:lvl2pPr>
            <a:lvl3pPr marL="1828754" lvl="2" indent="-406390" algn="l">
              <a:lnSpc>
                <a:spcPct val="115000"/>
              </a:lnSpc>
              <a:spcBef>
                <a:spcPts val="0"/>
              </a:spcBef>
              <a:spcAft>
                <a:spcPts val="0"/>
              </a:spcAft>
              <a:buSzPts val="1200"/>
              <a:buChar char="■"/>
              <a:defRPr sz="1600"/>
            </a:lvl3pPr>
            <a:lvl4pPr marL="2438339" lvl="3" indent="-406390" algn="l">
              <a:lnSpc>
                <a:spcPct val="115000"/>
              </a:lnSpc>
              <a:spcBef>
                <a:spcPts val="0"/>
              </a:spcBef>
              <a:spcAft>
                <a:spcPts val="0"/>
              </a:spcAft>
              <a:buSzPts val="1200"/>
              <a:buChar char="●"/>
              <a:defRPr sz="1600"/>
            </a:lvl4pPr>
            <a:lvl5pPr marL="3047924" lvl="4" indent="-406390" algn="l">
              <a:lnSpc>
                <a:spcPct val="115000"/>
              </a:lnSpc>
              <a:spcBef>
                <a:spcPts val="0"/>
              </a:spcBef>
              <a:spcAft>
                <a:spcPts val="0"/>
              </a:spcAft>
              <a:buSzPts val="1200"/>
              <a:buChar char="○"/>
              <a:defRPr sz="1600"/>
            </a:lvl5pPr>
            <a:lvl6pPr marL="3657509" lvl="5" indent="-406390" algn="l">
              <a:lnSpc>
                <a:spcPct val="115000"/>
              </a:lnSpc>
              <a:spcBef>
                <a:spcPts val="0"/>
              </a:spcBef>
              <a:spcAft>
                <a:spcPts val="0"/>
              </a:spcAft>
              <a:buSzPts val="1200"/>
              <a:buChar char="■"/>
              <a:defRPr sz="1600"/>
            </a:lvl6pPr>
            <a:lvl7pPr marL="4267093" lvl="6" indent="-406390" algn="l">
              <a:lnSpc>
                <a:spcPct val="115000"/>
              </a:lnSpc>
              <a:spcBef>
                <a:spcPts val="0"/>
              </a:spcBef>
              <a:spcAft>
                <a:spcPts val="0"/>
              </a:spcAft>
              <a:buSzPts val="1200"/>
              <a:buChar char="●"/>
              <a:defRPr sz="1600"/>
            </a:lvl7pPr>
            <a:lvl8pPr marL="4876678" lvl="7" indent="-406390" algn="l">
              <a:lnSpc>
                <a:spcPct val="115000"/>
              </a:lnSpc>
              <a:spcBef>
                <a:spcPts val="0"/>
              </a:spcBef>
              <a:spcAft>
                <a:spcPts val="0"/>
              </a:spcAft>
              <a:buSzPts val="1200"/>
              <a:buChar char="○"/>
              <a:defRPr sz="1600"/>
            </a:lvl8pPr>
            <a:lvl9pPr marL="5486263" lvl="8" indent="-406390" algn="l">
              <a:lnSpc>
                <a:spcPct val="115000"/>
              </a:lnSpc>
              <a:spcBef>
                <a:spcPts val="0"/>
              </a:spcBef>
              <a:spcAft>
                <a:spcPts val="0"/>
              </a:spcAft>
              <a:buSzPts val="1200"/>
              <a:buChar char="■"/>
              <a:defRPr sz="1600"/>
            </a:lvl9pPr>
          </a:lstStyle>
          <a:p>
            <a:endParaRPr/>
          </a:p>
        </p:txBody>
      </p:sp>
      <p:sp>
        <p:nvSpPr>
          <p:cNvPr id="34" name="Google Shape;34;p3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9pPr>
          </a:lstStyle>
          <a:p>
            <a:fld id="{00000000-1234-1234-1234-123412341234}" type="slidenum">
              <a:rPr lang="en-GB" smtClean="0"/>
              <a:pPr/>
              <a:t>‹#›</a:t>
            </a:fld>
            <a:endParaRPr lang="en-GB"/>
          </a:p>
        </p:txBody>
      </p:sp>
      <p:sp>
        <p:nvSpPr>
          <p:cNvPr id="35" name="Google Shape;35;p31"/>
          <p:cNvSpPr/>
          <p:nvPr/>
        </p:nvSpPr>
        <p:spPr>
          <a:xfrm>
            <a:off x="0" y="272241"/>
            <a:ext cx="235600" cy="655200"/>
          </a:xfrm>
          <a:prstGeom prst="rect">
            <a:avLst/>
          </a:prstGeom>
          <a:solidFill>
            <a:srgbClr val="145ABD"/>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867"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extLst>
      <p:ext uri="{BB962C8B-B14F-4D97-AF65-F5344CB8AC3E}">
        <p14:creationId xmlns:p14="http://schemas.microsoft.com/office/powerpoint/2010/main" val="194211534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6"/>
        <p:cNvGrpSpPr/>
        <p:nvPr/>
      </p:nvGrpSpPr>
      <p:grpSpPr>
        <a:xfrm>
          <a:off x="0" y="0"/>
          <a:ext cx="0" cy="0"/>
          <a:chOff x="0" y="0"/>
          <a:chExt cx="0" cy="0"/>
        </a:xfrm>
      </p:grpSpPr>
      <p:sp>
        <p:nvSpPr>
          <p:cNvPr id="37" name="Google Shape;37;p32"/>
          <p:cNvSpPr txBox="1">
            <a:spLocks noGrp="1"/>
          </p:cNvSpPr>
          <p:nvPr>
            <p:ph type="title"/>
          </p:nvPr>
        </p:nvSpPr>
        <p:spPr>
          <a:xfrm>
            <a:off x="653667" y="600200"/>
            <a:ext cx="8490400" cy="54544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6400"/>
            </a:lvl1pPr>
            <a:lvl2pPr lvl="1" algn="l">
              <a:lnSpc>
                <a:spcPct val="100000"/>
              </a:lnSpc>
              <a:spcBef>
                <a:spcPts val="0"/>
              </a:spcBef>
              <a:spcAft>
                <a:spcPts val="0"/>
              </a:spcAft>
              <a:buSzPts val="4800"/>
              <a:buNone/>
              <a:defRPr sz="6400"/>
            </a:lvl2pPr>
            <a:lvl3pPr lvl="2" algn="l">
              <a:lnSpc>
                <a:spcPct val="100000"/>
              </a:lnSpc>
              <a:spcBef>
                <a:spcPts val="0"/>
              </a:spcBef>
              <a:spcAft>
                <a:spcPts val="0"/>
              </a:spcAft>
              <a:buSzPts val="4800"/>
              <a:buNone/>
              <a:defRPr sz="6400"/>
            </a:lvl3pPr>
            <a:lvl4pPr lvl="3" algn="l">
              <a:lnSpc>
                <a:spcPct val="100000"/>
              </a:lnSpc>
              <a:spcBef>
                <a:spcPts val="0"/>
              </a:spcBef>
              <a:spcAft>
                <a:spcPts val="0"/>
              </a:spcAft>
              <a:buSzPts val="4800"/>
              <a:buNone/>
              <a:defRPr sz="6400"/>
            </a:lvl4pPr>
            <a:lvl5pPr lvl="4" algn="l">
              <a:lnSpc>
                <a:spcPct val="100000"/>
              </a:lnSpc>
              <a:spcBef>
                <a:spcPts val="0"/>
              </a:spcBef>
              <a:spcAft>
                <a:spcPts val="0"/>
              </a:spcAft>
              <a:buSzPts val="4800"/>
              <a:buNone/>
              <a:defRPr sz="6400"/>
            </a:lvl5pPr>
            <a:lvl6pPr lvl="5" algn="l">
              <a:lnSpc>
                <a:spcPct val="100000"/>
              </a:lnSpc>
              <a:spcBef>
                <a:spcPts val="0"/>
              </a:spcBef>
              <a:spcAft>
                <a:spcPts val="0"/>
              </a:spcAft>
              <a:buSzPts val="4800"/>
              <a:buNone/>
              <a:defRPr sz="6400"/>
            </a:lvl6pPr>
            <a:lvl7pPr lvl="6" algn="l">
              <a:lnSpc>
                <a:spcPct val="100000"/>
              </a:lnSpc>
              <a:spcBef>
                <a:spcPts val="0"/>
              </a:spcBef>
              <a:spcAft>
                <a:spcPts val="0"/>
              </a:spcAft>
              <a:buSzPts val="4800"/>
              <a:buNone/>
              <a:defRPr sz="6400"/>
            </a:lvl7pPr>
            <a:lvl8pPr lvl="7" algn="l">
              <a:lnSpc>
                <a:spcPct val="100000"/>
              </a:lnSpc>
              <a:spcBef>
                <a:spcPts val="0"/>
              </a:spcBef>
              <a:spcAft>
                <a:spcPts val="0"/>
              </a:spcAft>
              <a:buSzPts val="4800"/>
              <a:buNone/>
              <a:defRPr sz="6400"/>
            </a:lvl8pPr>
            <a:lvl9pPr lvl="8" algn="l">
              <a:lnSpc>
                <a:spcPct val="100000"/>
              </a:lnSpc>
              <a:spcBef>
                <a:spcPts val="0"/>
              </a:spcBef>
              <a:spcAft>
                <a:spcPts val="0"/>
              </a:spcAft>
              <a:buSzPts val="4800"/>
              <a:buNone/>
              <a:defRPr sz="6400"/>
            </a:lvl9pPr>
          </a:lstStyle>
          <a:p>
            <a:endParaRPr/>
          </a:p>
        </p:txBody>
      </p:sp>
      <p:sp>
        <p:nvSpPr>
          <p:cNvPr id="38" name="Google Shape;38;p32"/>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25665452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9"/>
        <p:cNvGrpSpPr/>
        <p:nvPr/>
      </p:nvGrpSpPr>
      <p:grpSpPr>
        <a:xfrm>
          <a:off x="0" y="0"/>
          <a:ext cx="0" cy="0"/>
          <a:chOff x="0" y="0"/>
          <a:chExt cx="0" cy="0"/>
        </a:xfrm>
      </p:grpSpPr>
      <p:sp>
        <p:nvSpPr>
          <p:cNvPr id="40" name="Google Shape;40;p33"/>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867"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1" name="Google Shape;41;p33"/>
          <p:cNvSpPr txBox="1">
            <a:spLocks noGrp="1"/>
          </p:cNvSpPr>
          <p:nvPr>
            <p:ph type="title"/>
          </p:nvPr>
        </p:nvSpPr>
        <p:spPr>
          <a:xfrm>
            <a:off x="354000" y="1644233"/>
            <a:ext cx="5393600" cy="19764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5600"/>
            </a:lvl1pPr>
            <a:lvl2pPr lvl="1" algn="ctr">
              <a:lnSpc>
                <a:spcPct val="100000"/>
              </a:lnSpc>
              <a:spcBef>
                <a:spcPts val="0"/>
              </a:spcBef>
              <a:spcAft>
                <a:spcPts val="0"/>
              </a:spcAft>
              <a:buSzPts val="4200"/>
              <a:buNone/>
              <a:defRPr sz="5600"/>
            </a:lvl2pPr>
            <a:lvl3pPr lvl="2" algn="ctr">
              <a:lnSpc>
                <a:spcPct val="100000"/>
              </a:lnSpc>
              <a:spcBef>
                <a:spcPts val="0"/>
              </a:spcBef>
              <a:spcAft>
                <a:spcPts val="0"/>
              </a:spcAft>
              <a:buSzPts val="4200"/>
              <a:buNone/>
              <a:defRPr sz="5600"/>
            </a:lvl3pPr>
            <a:lvl4pPr lvl="3" algn="ctr">
              <a:lnSpc>
                <a:spcPct val="100000"/>
              </a:lnSpc>
              <a:spcBef>
                <a:spcPts val="0"/>
              </a:spcBef>
              <a:spcAft>
                <a:spcPts val="0"/>
              </a:spcAft>
              <a:buSzPts val="4200"/>
              <a:buNone/>
              <a:defRPr sz="5600"/>
            </a:lvl4pPr>
            <a:lvl5pPr lvl="4" algn="ctr">
              <a:lnSpc>
                <a:spcPct val="100000"/>
              </a:lnSpc>
              <a:spcBef>
                <a:spcPts val="0"/>
              </a:spcBef>
              <a:spcAft>
                <a:spcPts val="0"/>
              </a:spcAft>
              <a:buSzPts val="4200"/>
              <a:buNone/>
              <a:defRPr sz="5600"/>
            </a:lvl5pPr>
            <a:lvl6pPr lvl="5" algn="ctr">
              <a:lnSpc>
                <a:spcPct val="100000"/>
              </a:lnSpc>
              <a:spcBef>
                <a:spcPts val="0"/>
              </a:spcBef>
              <a:spcAft>
                <a:spcPts val="0"/>
              </a:spcAft>
              <a:buSzPts val="4200"/>
              <a:buNone/>
              <a:defRPr sz="5600"/>
            </a:lvl6pPr>
            <a:lvl7pPr lvl="6" algn="ctr">
              <a:lnSpc>
                <a:spcPct val="100000"/>
              </a:lnSpc>
              <a:spcBef>
                <a:spcPts val="0"/>
              </a:spcBef>
              <a:spcAft>
                <a:spcPts val="0"/>
              </a:spcAft>
              <a:buSzPts val="4200"/>
              <a:buNone/>
              <a:defRPr sz="5600"/>
            </a:lvl7pPr>
            <a:lvl8pPr lvl="7" algn="ctr">
              <a:lnSpc>
                <a:spcPct val="100000"/>
              </a:lnSpc>
              <a:spcBef>
                <a:spcPts val="0"/>
              </a:spcBef>
              <a:spcAft>
                <a:spcPts val="0"/>
              </a:spcAft>
              <a:buSzPts val="4200"/>
              <a:buNone/>
              <a:defRPr sz="5600"/>
            </a:lvl8pPr>
            <a:lvl9pPr lvl="8" algn="ctr">
              <a:lnSpc>
                <a:spcPct val="100000"/>
              </a:lnSpc>
              <a:spcBef>
                <a:spcPts val="0"/>
              </a:spcBef>
              <a:spcAft>
                <a:spcPts val="0"/>
              </a:spcAft>
              <a:buSzPts val="4200"/>
              <a:buNone/>
              <a:defRPr sz="5600"/>
            </a:lvl9pPr>
          </a:lstStyle>
          <a:p>
            <a:endParaRPr/>
          </a:p>
        </p:txBody>
      </p:sp>
      <p:sp>
        <p:nvSpPr>
          <p:cNvPr id="42" name="Google Shape;42;p33"/>
          <p:cNvSpPr txBox="1">
            <a:spLocks noGrp="1"/>
          </p:cNvSpPr>
          <p:nvPr>
            <p:ph type="subTitle" idx="1"/>
          </p:nvPr>
        </p:nvSpPr>
        <p:spPr>
          <a:xfrm>
            <a:off x="354000" y="3737433"/>
            <a:ext cx="5393600" cy="16468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43" name="Google Shape;43;p33"/>
          <p:cNvSpPr txBox="1">
            <a:spLocks noGrp="1"/>
          </p:cNvSpPr>
          <p:nvPr>
            <p:ph type="body" idx="2"/>
          </p:nvPr>
        </p:nvSpPr>
        <p:spPr>
          <a:xfrm>
            <a:off x="6586000" y="965433"/>
            <a:ext cx="5116000" cy="4926800"/>
          </a:xfrm>
          <a:prstGeom prst="rect">
            <a:avLst/>
          </a:prstGeom>
          <a:noFill/>
          <a:ln>
            <a:noFill/>
          </a:ln>
        </p:spPr>
        <p:txBody>
          <a:bodyPr spcFirstLastPara="1" wrap="square" lIns="91425" tIns="91425" rIns="91425" bIns="91425" anchor="ctr" anchorCtr="0">
            <a:normAutofit/>
          </a:bodyPr>
          <a:lstStyle>
            <a:lvl1pPr marL="609585" lvl="0" indent="-457189" algn="l">
              <a:lnSpc>
                <a:spcPct val="115000"/>
              </a:lnSpc>
              <a:spcBef>
                <a:spcPts val="0"/>
              </a:spcBef>
              <a:spcAft>
                <a:spcPts val="0"/>
              </a:spcAft>
              <a:buSzPts val="1800"/>
              <a:buChar char="●"/>
              <a:defRPr/>
            </a:lvl1pPr>
            <a:lvl2pPr marL="1219170" lvl="1" indent="-423323" algn="l">
              <a:lnSpc>
                <a:spcPct val="115000"/>
              </a:lnSpc>
              <a:spcBef>
                <a:spcPts val="0"/>
              </a:spcBef>
              <a:spcAft>
                <a:spcPts val="0"/>
              </a:spcAft>
              <a:buSzPts val="1400"/>
              <a:buChar char="○"/>
              <a:defRPr/>
            </a:lvl2pPr>
            <a:lvl3pPr marL="1828754" lvl="2" indent="-423323" algn="l">
              <a:lnSpc>
                <a:spcPct val="115000"/>
              </a:lnSpc>
              <a:spcBef>
                <a:spcPts val="0"/>
              </a:spcBef>
              <a:spcAft>
                <a:spcPts val="0"/>
              </a:spcAft>
              <a:buSzPts val="1400"/>
              <a:buChar char="■"/>
              <a:defRPr/>
            </a:lvl3pPr>
            <a:lvl4pPr marL="2438339" lvl="3" indent="-423323" algn="l">
              <a:lnSpc>
                <a:spcPct val="115000"/>
              </a:lnSpc>
              <a:spcBef>
                <a:spcPts val="0"/>
              </a:spcBef>
              <a:spcAft>
                <a:spcPts val="0"/>
              </a:spcAft>
              <a:buSzPts val="1400"/>
              <a:buChar char="●"/>
              <a:defRPr/>
            </a:lvl4pPr>
            <a:lvl5pPr marL="3047924" lvl="4" indent="-423323" algn="l">
              <a:lnSpc>
                <a:spcPct val="115000"/>
              </a:lnSpc>
              <a:spcBef>
                <a:spcPts val="0"/>
              </a:spcBef>
              <a:spcAft>
                <a:spcPts val="0"/>
              </a:spcAft>
              <a:buSzPts val="1400"/>
              <a:buChar char="○"/>
              <a:defRPr/>
            </a:lvl5pPr>
            <a:lvl6pPr marL="3657509" lvl="5" indent="-423323" algn="l">
              <a:lnSpc>
                <a:spcPct val="115000"/>
              </a:lnSpc>
              <a:spcBef>
                <a:spcPts val="0"/>
              </a:spcBef>
              <a:spcAft>
                <a:spcPts val="0"/>
              </a:spcAft>
              <a:buSzPts val="1400"/>
              <a:buChar char="■"/>
              <a:defRPr/>
            </a:lvl6pPr>
            <a:lvl7pPr marL="4267093" lvl="6" indent="-423323" algn="l">
              <a:lnSpc>
                <a:spcPct val="115000"/>
              </a:lnSpc>
              <a:spcBef>
                <a:spcPts val="0"/>
              </a:spcBef>
              <a:spcAft>
                <a:spcPts val="0"/>
              </a:spcAft>
              <a:buSzPts val="1400"/>
              <a:buChar char="●"/>
              <a:defRPr/>
            </a:lvl7pPr>
            <a:lvl8pPr marL="4876678" lvl="7" indent="-423323" algn="l">
              <a:lnSpc>
                <a:spcPct val="115000"/>
              </a:lnSpc>
              <a:spcBef>
                <a:spcPts val="0"/>
              </a:spcBef>
              <a:spcAft>
                <a:spcPts val="0"/>
              </a:spcAft>
              <a:buSzPts val="1400"/>
              <a:buChar char="○"/>
              <a:defRPr/>
            </a:lvl8pPr>
            <a:lvl9pPr marL="5486263" lvl="8" indent="-423323" algn="l">
              <a:lnSpc>
                <a:spcPct val="115000"/>
              </a:lnSpc>
              <a:spcBef>
                <a:spcPts val="0"/>
              </a:spcBef>
              <a:spcAft>
                <a:spcPts val="0"/>
              </a:spcAft>
              <a:buSzPts val="1400"/>
              <a:buChar char="■"/>
              <a:defRPr/>
            </a:lvl9pPr>
          </a:lstStyle>
          <a:p>
            <a:endParaRPr/>
          </a:p>
        </p:txBody>
      </p:sp>
      <p:sp>
        <p:nvSpPr>
          <p:cNvPr id="44" name="Google Shape;44;p33"/>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298014663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5"/>
        <p:cNvGrpSpPr/>
        <p:nvPr/>
      </p:nvGrpSpPr>
      <p:grpSpPr>
        <a:xfrm>
          <a:off x="0" y="0"/>
          <a:ext cx="0" cy="0"/>
          <a:chOff x="0" y="0"/>
          <a:chExt cx="0" cy="0"/>
        </a:xfrm>
      </p:grpSpPr>
      <p:sp>
        <p:nvSpPr>
          <p:cNvPr id="46" name="Google Shape;46;p34"/>
          <p:cNvSpPr txBox="1">
            <a:spLocks noGrp="1"/>
          </p:cNvSpPr>
          <p:nvPr>
            <p:ph type="body" idx="1"/>
          </p:nvPr>
        </p:nvSpPr>
        <p:spPr>
          <a:xfrm>
            <a:off x="415600" y="5640767"/>
            <a:ext cx="7998400" cy="806800"/>
          </a:xfrm>
          <a:prstGeom prst="rect">
            <a:avLst/>
          </a:prstGeom>
          <a:noFill/>
          <a:ln>
            <a:noFill/>
          </a:ln>
        </p:spPr>
        <p:txBody>
          <a:bodyPr spcFirstLastPara="1" wrap="square" lIns="91425" tIns="91425" rIns="91425" bIns="91425" anchor="ctr" anchorCtr="0">
            <a:normAutofit/>
          </a:bodyPr>
          <a:lstStyle>
            <a:lvl1pPr marL="609585" lvl="0" indent="-304792" algn="l">
              <a:lnSpc>
                <a:spcPct val="100000"/>
              </a:lnSpc>
              <a:spcBef>
                <a:spcPts val="0"/>
              </a:spcBef>
              <a:spcAft>
                <a:spcPts val="0"/>
              </a:spcAft>
              <a:buSzPts val="1800"/>
              <a:buNone/>
              <a:defRPr/>
            </a:lvl1pPr>
          </a:lstStyle>
          <a:p>
            <a:endParaRPr/>
          </a:p>
        </p:txBody>
      </p:sp>
      <p:sp>
        <p:nvSpPr>
          <p:cNvPr id="47" name="Google Shape;47;p34"/>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223360424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8"/>
        <p:cNvGrpSpPr/>
        <p:nvPr/>
      </p:nvGrpSpPr>
      <p:grpSpPr>
        <a:xfrm>
          <a:off x="0" y="0"/>
          <a:ext cx="0" cy="0"/>
          <a:chOff x="0" y="0"/>
          <a:chExt cx="0" cy="0"/>
        </a:xfrm>
      </p:grpSpPr>
      <p:sp>
        <p:nvSpPr>
          <p:cNvPr id="49" name="Google Shape;49;p35"/>
          <p:cNvSpPr txBox="1">
            <a:spLocks noGrp="1"/>
          </p:cNvSpPr>
          <p:nvPr>
            <p:ph type="title" hasCustomPrompt="1"/>
          </p:nvPr>
        </p:nvSpPr>
        <p:spPr>
          <a:xfrm>
            <a:off x="415600" y="1474833"/>
            <a:ext cx="11360800" cy="26180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6000"/>
            </a:lvl1pPr>
            <a:lvl2pPr lvl="1" algn="ctr">
              <a:lnSpc>
                <a:spcPct val="100000"/>
              </a:lnSpc>
              <a:spcBef>
                <a:spcPts val="0"/>
              </a:spcBef>
              <a:spcAft>
                <a:spcPts val="0"/>
              </a:spcAft>
              <a:buSzPts val="12000"/>
              <a:buNone/>
              <a:defRPr sz="16000"/>
            </a:lvl2pPr>
            <a:lvl3pPr lvl="2" algn="ctr">
              <a:lnSpc>
                <a:spcPct val="100000"/>
              </a:lnSpc>
              <a:spcBef>
                <a:spcPts val="0"/>
              </a:spcBef>
              <a:spcAft>
                <a:spcPts val="0"/>
              </a:spcAft>
              <a:buSzPts val="12000"/>
              <a:buNone/>
              <a:defRPr sz="16000"/>
            </a:lvl3pPr>
            <a:lvl4pPr lvl="3" algn="ctr">
              <a:lnSpc>
                <a:spcPct val="100000"/>
              </a:lnSpc>
              <a:spcBef>
                <a:spcPts val="0"/>
              </a:spcBef>
              <a:spcAft>
                <a:spcPts val="0"/>
              </a:spcAft>
              <a:buSzPts val="12000"/>
              <a:buNone/>
              <a:defRPr sz="16000"/>
            </a:lvl4pPr>
            <a:lvl5pPr lvl="4" algn="ctr">
              <a:lnSpc>
                <a:spcPct val="100000"/>
              </a:lnSpc>
              <a:spcBef>
                <a:spcPts val="0"/>
              </a:spcBef>
              <a:spcAft>
                <a:spcPts val="0"/>
              </a:spcAft>
              <a:buSzPts val="12000"/>
              <a:buNone/>
              <a:defRPr sz="16000"/>
            </a:lvl5pPr>
            <a:lvl6pPr lvl="5" algn="ctr">
              <a:lnSpc>
                <a:spcPct val="100000"/>
              </a:lnSpc>
              <a:spcBef>
                <a:spcPts val="0"/>
              </a:spcBef>
              <a:spcAft>
                <a:spcPts val="0"/>
              </a:spcAft>
              <a:buSzPts val="12000"/>
              <a:buNone/>
              <a:defRPr sz="16000"/>
            </a:lvl6pPr>
            <a:lvl7pPr lvl="6" algn="ctr">
              <a:lnSpc>
                <a:spcPct val="100000"/>
              </a:lnSpc>
              <a:spcBef>
                <a:spcPts val="0"/>
              </a:spcBef>
              <a:spcAft>
                <a:spcPts val="0"/>
              </a:spcAft>
              <a:buSzPts val="12000"/>
              <a:buNone/>
              <a:defRPr sz="16000"/>
            </a:lvl7pPr>
            <a:lvl8pPr lvl="7" algn="ctr">
              <a:lnSpc>
                <a:spcPct val="100000"/>
              </a:lnSpc>
              <a:spcBef>
                <a:spcPts val="0"/>
              </a:spcBef>
              <a:spcAft>
                <a:spcPts val="0"/>
              </a:spcAft>
              <a:buSzPts val="12000"/>
              <a:buNone/>
              <a:defRPr sz="16000"/>
            </a:lvl8pPr>
            <a:lvl9pPr lvl="8" algn="ctr">
              <a:lnSpc>
                <a:spcPct val="100000"/>
              </a:lnSpc>
              <a:spcBef>
                <a:spcPts val="0"/>
              </a:spcBef>
              <a:spcAft>
                <a:spcPts val="0"/>
              </a:spcAft>
              <a:buSzPts val="12000"/>
              <a:buNone/>
              <a:defRPr sz="16000"/>
            </a:lvl9pPr>
          </a:lstStyle>
          <a:p>
            <a:r>
              <a:t>xx%</a:t>
            </a:r>
          </a:p>
        </p:txBody>
      </p:sp>
      <p:sp>
        <p:nvSpPr>
          <p:cNvPr id="50" name="Google Shape;50;p35"/>
          <p:cNvSpPr txBox="1">
            <a:spLocks noGrp="1"/>
          </p:cNvSpPr>
          <p:nvPr>
            <p:ph type="body" idx="1"/>
          </p:nvPr>
        </p:nvSpPr>
        <p:spPr>
          <a:xfrm>
            <a:off x="415600" y="4202967"/>
            <a:ext cx="11360800" cy="1734400"/>
          </a:xfrm>
          <a:prstGeom prst="rect">
            <a:avLst/>
          </a:prstGeom>
          <a:noFill/>
          <a:ln>
            <a:noFill/>
          </a:ln>
        </p:spPr>
        <p:txBody>
          <a:bodyPr spcFirstLastPara="1" wrap="square" lIns="91425" tIns="91425" rIns="91425" bIns="91425" anchor="t" anchorCtr="0">
            <a:normAutofit/>
          </a:bodyPr>
          <a:lstStyle>
            <a:lvl1pPr marL="609585" lvl="0" indent="-457189" algn="ctr">
              <a:lnSpc>
                <a:spcPct val="115000"/>
              </a:lnSpc>
              <a:spcBef>
                <a:spcPts val="0"/>
              </a:spcBef>
              <a:spcAft>
                <a:spcPts val="0"/>
              </a:spcAft>
              <a:buSzPts val="1800"/>
              <a:buChar char="●"/>
              <a:defRPr/>
            </a:lvl1pPr>
            <a:lvl2pPr marL="1219170" lvl="1" indent="-423323" algn="ctr">
              <a:lnSpc>
                <a:spcPct val="115000"/>
              </a:lnSpc>
              <a:spcBef>
                <a:spcPts val="0"/>
              </a:spcBef>
              <a:spcAft>
                <a:spcPts val="0"/>
              </a:spcAft>
              <a:buSzPts val="1400"/>
              <a:buChar char="○"/>
              <a:defRPr/>
            </a:lvl2pPr>
            <a:lvl3pPr marL="1828754" lvl="2" indent="-423323" algn="ctr">
              <a:lnSpc>
                <a:spcPct val="115000"/>
              </a:lnSpc>
              <a:spcBef>
                <a:spcPts val="0"/>
              </a:spcBef>
              <a:spcAft>
                <a:spcPts val="0"/>
              </a:spcAft>
              <a:buSzPts val="1400"/>
              <a:buChar char="■"/>
              <a:defRPr/>
            </a:lvl3pPr>
            <a:lvl4pPr marL="2438339" lvl="3" indent="-423323" algn="ctr">
              <a:lnSpc>
                <a:spcPct val="115000"/>
              </a:lnSpc>
              <a:spcBef>
                <a:spcPts val="0"/>
              </a:spcBef>
              <a:spcAft>
                <a:spcPts val="0"/>
              </a:spcAft>
              <a:buSzPts val="1400"/>
              <a:buChar char="●"/>
              <a:defRPr/>
            </a:lvl4pPr>
            <a:lvl5pPr marL="3047924" lvl="4" indent="-423323" algn="ctr">
              <a:lnSpc>
                <a:spcPct val="115000"/>
              </a:lnSpc>
              <a:spcBef>
                <a:spcPts val="0"/>
              </a:spcBef>
              <a:spcAft>
                <a:spcPts val="0"/>
              </a:spcAft>
              <a:buSzPts val="1400"/>
              <a:buChar char="○"/>
              <a:defRPr/>
            </a:lvl5pPr>
            <a:lvl6pPr marL="3657509" lvl="5" indent="-423323" algn="ctr">
              <a:lnSpc>
                <a:spcPct val="115000"/>
              </a:lnSpc>
              <a:spcBef>
                <a:spcPts val="0"/>
              </a:spcBef>
              <a:spcAft>
                <a:spcPts val="0"/>
              </a:spcAft>
              <a:buSzPts val="1400"/>
              <a:buChar char="■"/>
              <a:defRPr/>
            </a:lvl6pPr>
            <a:lvl7pPr marL="4267093" lvl="6" indent="-423323" algn="ctr">
              <a:lnSpc>
                <a:spcPct val="115000"/>
              </a:lnSpc>
              <a:spcBef>
                <a:spcPts val="0"/>
              </a:spcBef>
              <a:spcAft>
                <a:spcPts val="0"/>
              </a:spcAft>
              <a:buSzPts val="1400"/>
              <a:buChar char="●"/>
              <a:defRPr/>
            </a:lvl7pPr>
            <a:lvl8pPr marL="4876678" lvl="7" indent="-423323" algn="ctr">
              <a:lnSpc>
                <a:spcPct val="115000"/>
              </a:lnSpc>
              <a:spcBef>
                <a:spcPts val="0"/>
              </a:spcBef>
              <a:spcAft>
                <a:spcPts val="0"/>
              </a:spcAft>
              <a:buSzPts val="1400"/>
              <a:buChar char="○"/>
              <a:defRPr/>
            </a:lvl8pPr>
            <a:lvl9pPr marL="5486263" lvl="8" indent="-423323" algn="ctr">
              <a:lnSpc>
                <a:spcPct val="115000"/>
              </a:lnSpc>
              <a:spcBef>
                <a:spcPts val="0"/>
              </a:spcBef>
              <a:spcAft>
                <a:spcPts val="0"/>
              </a:spcAft>
              <a:buSzPts val="1400"/>
              <a:buChar char="■"/>
              <a:defRPr/>
            </a:lvl9pPr>
          </a:lstStyle>
          <a:p>
            <a:endParaRPr/>
          </a:p>
        </p:txBody>
      </p:sp>
      <p:sp>
        <p:nvSpPr>
          <p:cNvPr id="51" name="Google Shape;51;p35"/>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417571199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
        <p:nvSpPr>
          <p:cNvPr id="53" name="Google Shape;53;p36"/>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383941291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CustomLayouts 2">
  <p:cSld name="CustomLayouts 2">
    <p:bg>
      <p:bgPr>
        <a:solidFill>
          <a:schemeClr val="lt2"/>
        </a:solidFill>
        <a:effectLst/>
      </p:bgPr>
    </p:bg>
    <p:spTree>
      <p:nvGrpSpPr>
        <p:cNvPr id="1" name="Shape 54"/>
        <p:cNvGrpSpPr/>
        <p:nvPr/>
      </p:nvGrpSpPr>
      <p:grpSpPr>
        <a:xfrm>
          <a:off x="0" y="0"/>
          <a:ext cx="0" cy="0"/>
          <a:chOff x="0" y="0"/>
          <a:chExt cx="0" cy="0"/>
        </a:xfrm>
      </p:grpSpPr>
      <p:sp>
        <p:nvSpPr>
          <p:cNvPr id="55" name="Google Shape;55;p37"/>
          <p:cNvSpPr/>
          <p:nvPr/>
        </p:nvSpPr>
        <p:spPr>
          <a:xfrm>
            <a:off x="0" y="0"/>
            <a:ext cx="12192000" cy="6858000"/>
          </a:xfrm>
          <a:prstGeom prst="rect">
            <a:avLst/>
          </a:prstGeom>
          <a:solidFill>
            <a:schemeClr val="lt1"/>
          </a:solidFill>
          <a:ln>
            <a:noFill/>
          </a:ln>
        </p:spPr>
        <p:txBody>
          <a:bodyPr spcFirstLastPara="1" wrap="square" lIns="91433" tIns="45700" rIns="91433" bIns="45700" anchor="ctr" anchorCtr="0">
            <a:noAutofit/>
          </a:bodyPr>
          <a:lstStyle/>
          <a:p>
            <a:pPr marL="0" marR="0" lvl="0" indent="0" algn="ctr" rtl="0">
              <a:lnSpc>
                <a:spcPct val="100000"/>
              </a:lnSpc>
              <a:spcBef>
                <a:spcPts val="0"/>
              </a:spcBef>
              <a:spcAft>
                <a:spcPts val="0"/>
              </a:spcAft>
              <a:buClr>
                <a:srgbClr val="000000"/>
              </a:buClr>
              <a:buSzPts val="900"/>
              <a:buFont typeface="Arial" panose="020B0604020202020204"/>
              <a:buNone/>
            </a:pPr>
            <a:endParaRPr sz="12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56" name="Google Shape;56;p37"/>
          <p:cNvSpPr txBox="1">
            <a:spLocks noGrp="1"/>
          </p:cNvSpPr>
          <p:nvPr>
            <p:ph type="title"/>
          </p:nvPr>
        </p:nvSpPr>
        <p:spPr>
          <a:xfrm>
            <a:off x="630000" y="622800"/>
            <a:ext cx="10933600" cy="471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2600"/>
              <a:buFont typeface="Calibri" panose="020F0502020204030204"/>
              <a:buNone/>
              <a:defRPr sz="3467">
                <a:latin typeface="Calibri" panose="020F0502020204030204"/>
                <a:ea typeface="Calibri" panose="020F0502020204030204"/>
                <a:cs typeface="Calibri" panose="020F0502020204030204"/>
                <a:sym typeface="Calibri" panose="020F0502020204030204"/>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7" name="Google Shape;57;p37"/>
          <p:cNvSpPr txBox="1">
            <a:spLocks noGrp="1"/>
          </p:cNvSpPr>
          <p:nvPr>
            <p:ph type="body" idx="1"/>
          </p:nvPr>
        </p:nvSpPr>
        <p:spPr>
          <a:xfrm>
            <a:off x="629399" y="2085628"/>
            <a:ext cx="10934000" cy="4089200"/>
          </a:xfrm>
          <a:prstGeom prst="rect">
            <a:avLst/>
          </a:prstGeom>
          <a:noFill/>
          <a:ln>
            <a:noFill/>
          </a:ln>
        </p:spPr>
        <p:txBody>
          <a:bodyPr spcFirstLastPara="1" wrap="square" lIns="68575" tIns="34275" rIns="68575" bIns="34275" anchor="t" anchorCtr="0">
            <a:normAutofit/>
          </a:bodyPr>
          <a:lstStyle>
            <a:lvl1pPr marL="609585" lvl="0" indent="-431789" algn="l">
              <a:lnSpc>
                <a:spcPct val="100000"/>
              </a:lnSpc>
              <a:spcBef>
                <a:spcPts val="0"/>
              </a:spcBef>
              <a:spcAft>
                <a:spcPts val="0"/>
              </a:spcAft>
              <a:buClr>
                <a:schemeClr val="dk1"/>
              </a:buClr>
              <a:buSzPts val="1500"/>
              <a:buChar char="●"/>
              <a:defRPr sz="2000">
                <a:latin typeface="Calibri" panose="020F0502020204030204"/>
                <a:ea typeface="Calibri" panose="020F0502020204030204"/>
                <a:cs typeface="Calibri" panose="020F0502020204030204"/>
                <a:sym typeface="Calibri" panose="020F0502020204030204"/>
              </a:defRPr>
            </a:lvl1pPr>
            <a:lvl2pPr marL="1219170" lvl="1" indent="-431789" algn="l">
              <a:lnSpc>
                <a:spcPct val="100000"/>
              </a:lnSpc>
              <a:spcBef>
                <a:spcPts val="0"/>
              </a:spcBef>
              <a:spcAft>
                <a:spcPts val="0"/>
              </a:spcAft>
              <a:buClr>
                <a:schemeClr val="dk1"/>
              </a:buClr>
              <a:buSzPts val="1500"/>
              <a:buChar char="○"/>
              <a:defRPr sz="2000">
                <a:latin typeface="Calibri" panose="020F0502020204030204"/>
                <a:ea typeface="Calibri" panose="020F0502020204030204"/>
                <a:cs typeface="Calibri" panose="020F0502020204030204"/>
                <a:sym typeface="Calibri" panose="020F0502020204030204"/>
              </a:defRPr>
            </a:lvl2pPr>
            <a:lvl3pPr marL="1828754" lvl="2" indent="-431789" algn="l">
              <a:lnSpc>
                <a:spcPct val="100000"/>
              </a:lnSpc>
              <a:spcBef>
                <a:spcPts val="0"/>
              </a:spcBef>
              <a:spcAft>
                <a:spcPts val="0"/>
              </a:spcAft>
              <a:buClr>
                <a:schemeClr val="dk1"/>
              </a:buClr>
              <a:buSzPts val="1500"/>
              <a:buChar char="■"/>
              <a:defRPr sz="2000">
                <a:latin typeface="Calibri" panose="020F0502020204030204"/>
                <a:ea typeface="Calibri" panose="020F0502020204030204"/>
                <a:cs typeface="Calibri" panose="020F0502020204030204"/>
                <a:sym typeface="Calibri" panose="020F0502020204030204"/>
              </a:defRPr>
            </a:lvl3pPr>
            <a:lvl4pPr marL="2438339" lvl="3" indent="-482588" algn="l">
              <a:lnSpc>
                <a:spcPct val="100000"/>
              </a:lnSpc>
              <a:spcBef>
                <a:spcPts val="0"/>
              </a:spcBef>
              <a:spcAft>
                <a:spcPts val="0"/>
              </a:spcAft>
              <a:buClr>
                <a:schemeClr val="dk1"/>
              </a:buClr>
              <a:buSzPts val="2100"/>
              <a:buChar char="●"/>
              <a:defRPr sz="2800">
                <a:latin typeface="Calibri" panose="020F0502020204030204"/>
                <a:ea typeface="Calibri" panose="020F0502020204030204"/>
                <a:cs typeface="Calibri" panose="020F0502020204030204"/>
                <a:sym typeface="Calibri" panose="020F0502020204030204"/>
              </a:defRPr>
            </a:lvl4pPr>
            <a:lvl5pPr marL="3047924" lvl="4" indent="-482588" algn="l">
              <a:lnSpc>
                <a:spcPct val="100000"/>
              </a:lnSpc>
              <a:spcBef>
                <a:spcPts val="0"/>
              </a:spcBef>
              <a:spcAft>
                <a:spcPts val="0"/>
              </a:spcAft>
              <a:buClr>
                <a:schemeClr val="dk1"/>
              </a:buClr>
              <a:buSzPts val="2100"/>
              <a:buChar char="○"/>
              <a:defRPr sz="2800">
                <a:latin typeface="Calibri" panose="020F0502020204030204"/>
                <a:ea typeface="Calibri" panose="020F0502020204030204"/>
                <a:cs typeface="Calibri" panose="020F0502020204030204"/>
                <a:sym typeface="Calibri" panose="020F0502020204030204"/>
              </a:defRPr>
            </a:lvl5pPr>
            <a:lvl6pPr marL="3657509" lvl="5" indent="-423323" algn="l">
              <a:lnSpc>
                <a:spcPct val="90000"/>
              </a:lnSpc>
              <a:spcBef>
                <a:spcPts val="533"/>
              </a:spcBef>
              <a:spcAft>
                <a:spcPts val="0"/>
              </a:spcAft>
              <a:buClr>
                <a:schemeClr val="dk1"/>
              </a:buClr>
              <a:buSzPts val="1400"/>
              <a:buChar char="■"/>
              <a:defRPr/>
            </a:lvl6pPr>
            <a:lvl7pPr marL="4267093" lvl="6" indent="-423323" algn="l">
              <a:lnSpc>
                <a:spcPct val="90000"/>
              </a:lnSpc>
              <a:spcBef>
                <a:spcPts val="1600"/>
              </a:spcBef>
              <a:spcAft>
                <a:spcPts val="0"/>
              </a:spcAft>
              <a:buClr>
                <a:schemeClr val="dk1"/>
              </a:buClr>
              <a:buSzPts val="1400"/>
              <a:buChar char="●"/>
              <a:defRPr/>
            </a:lvl7pPr>
            <a:lvl8pPr marL="4876678" lvl="7" indent="-423323" algn="l">
              <a:lnSpc>
                <a:spcPct val="90000"/>
              </a:lnSpc>
              <a:spcBef>
                <a:spcPts val="1600"/>
              </a:spcBef>
              <a:spcAft>
                <a:spcPts val="0"/>
              </a:spcAft>
              <a:buClr>
                <a:schemeClr val="dk1"/>
              </a:buClr>
              <a:buSzPts val="1400"/>
              <a:buChar char="○"/>
              <a:defRPr/>
            </a:lvl8pPr>
            <a:lvl9pPr marL="5486263" lvl="8" indent="-423323" algn="l">
              <a:lnSpc>
                <a:spcPct val="90000"/>
              </a:lnSpc>
              <a:spcBef>
                <a:spcPts val="1600"/>
              </a:spcBef>
              <a:spcAft>
                <a:spcPts val="1600"/>
              </a:spcAft>
              <a:buClr>
                <a:schemeClr val="dk1"/>
              </a:buClr>
              <a:buSzPts val="1400"/>
              <a:buChar char="■"/>
              <a:defRPr/>
            </a:lvl9pPr>
          </a:lstStyle>
          <a:p>
            <a:endParaRPr/>
          </a:p>
        </p:txBody>
      </p:sp>
      <p:sp>
        <p:nvSpPr>
          <p:cNvPr id="58" name="Google Shape;58;p37"/>
          <p:cNvSpPr txBox="1"/>
          <p:nvPr/>
        </p:nvSpPr>
        <p:spPr>
          <a:xfrm>
            <a:off x="11167872" y="6404824"/>
            <a:ext cx="381200" cy="164212"/>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800"/>
              <a:buFont typeface="Calibri" panose="020F0502020204030204"/>
              <a:buNone/>
            </a:pPr>
            <a:fld id="{00000000-1234-1234-1234-123412341234}" type="slidenum">
              <a:rPr lang="en-GB" sz="1067" b="0" i="0" u="none" strike="noStrike" cap="none">
                <a:solidFill>
                  <a:srgbClr val="7F7F7F"/>
                </a:solidFill>
                <a:latin typeface="Calibri" panose="020F0502020204030204"/>
                <a:ea typeface="Calibri" panose="020F0502020204030204"/>
                <a:cs typeface="Calibri" panose="020F0502020204030204"/>
                <a:sym typeface="Calibri" panose="020F0502020204030204"/>
              </a:rPr>
              <a:pPr marL="0" marR="0" lvl="0" indent="0" algn="r" rtl="0">
                <a:lnSpc>
                  <a:spcPct val="100000"/>
                </a:lnSpc>
                <a:spcBef>
                  <a:spcPts val="0"/>
                </a:spcBef>
                <a:spcAft>
                  <a:spcPts val="0"/>
                </a:spcAft>
                <a:buClr>
                  <a:srgbClr val="7F7F7F"/>
                </a:buClr>
                <a:buSzPts val="800"/>
                <a:buFont typeface="Calibri" panose="020F0502020204030204"/>
                <a:buNone/>
              </a:pPr>
              <a:t>‹#›</a:t>
            </a:fld>
            <a:endParaRPr sz="1067" b="0" i="0" u="none" strike="noStrike" cap="none">
              <a:solidFill>
                <a:srgbClr val="7F7F7F"/>
              </a:solidFill>
              <a:latin typeface="Calibri" panose="020F0502020204030204"/>
              <a:ea typeface="Calibri" panose="020F0502020204030204"/>
              <a:cs typeface="Calibri" panose="020F0502020204030204"/>
              <a:sym typeface="Calibri" panose="020F0502020204030204"/>
            </a:endParaRPr>
          </a:p>
        </p:txBody>
      </p:sp>
    </p:spTree>
    <p:extLst>
      <p:ext uri="{BB962C8B-B14F-4D97-AF65-F5344CB8AC3E}">
        <p14:creationId xmlns:p14="http://schemas.microsoft.com/office/powerpoint/2010/main" val="44501722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re et contenu" type="obj">
  <p:cSld name="Titre et contenu">
    <p:spTree>
      <p:nvGrpSpPr>
        <p:cNvPr id="1" name="Shape 75"/>
        <p:cNvGrpSpPr/>
        <p:nvPr/>
      </p:nvGrpSpPr>
      <p:grpSpPr>
        <a:xfrm>
          <a:off x="0" y="0"/>
          <a:ext cx="0" cy="0"/>
          <a:chOff x="0" y="0"/>
          <a:chExt cx="0" cy="0"/>
        </a:xfrm>
      </p:grpSpPr>
      <p:sp>
        <p:nvSpPr>
          <p:cNvPr id="76" name="Google Shape;76;p31"/>
          <p:cNvSpPr txBox="1">
            <a:spLocks noGrp="1"/>
          </p:cNvSpPr>
          <p:nvPr>
            <p:ph type="title"/>
          </p:nvPr>
        </p:nvSpPr>
        <p:spPr>
          <a:xfrm>
            <a:off x="609600" y="274639"/>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31"/>
          <p:cNvSpPr txBox="1">
            <a:spLocks noGrp="1"/>
          </p:cNvSpPr>
          <p:nvPr>
            <p:ph type="body" idx="1"/>
          </p:nvPr>
        </p:nvSpPr>
        <p:spPr>
          <a:xfrm>
            <a:off x="609600" y="1600205"/>
            <a:ext cx="10972800" cy="4525963"/>
          </a:xfrm>
          <a:prstGeom prst="rect">
            <a:avLst/>
          </a:prstGeom>
          <a:noFill/>
          <a:ln>
            <a:noFill/>
          </a:ln>
        </p:spPr>
        <p:txBody>
          <a:bodyPr spcFirstLastPara="1" wrap="square" lIns="91425" tIns="45700" rIns="91425" bIns="45700" anchor="t" anchorCtr="0">
            <a:normAutofit/>
          </a:bodyPr>
          <a:lstStyle>
            <a:lvl1pPr marL="457189" lvl="0" indent="-342891" algn="l">
              <a:lnSpc>
                <a:spcPct val="100000"/>
              </a:lnSpc>
              <a:spcBef>
                <a:spcPts val="360"/>
              </a:spcBef>
              <a:spcAft>
                <a:spcPts val="0"/>
              </a:spcAft>
              <a:buClr>
                <a:schemeClr val="dk1"/>
              </a:buClr>
              <a:buSzPts val="1800"/>
              <a:buChar char="•"/>
              <a:defRPr/>
            </a:lvl1pPr>
            <a:lvl2pPr marL="914377" lvl="1" indent="-342891" algn="l">
              <a:lnSpc>
                <a:spcPct val="100000"/>
              </a:lnSpc>
              <a:spcBef>
                <a:spcPts val="360"/>
              </a:spcBef>
              <a:spcAft>
                <a:spcPts val="0"/>
              </a:spcAft>
              <a:buClr>
                <a:schemeClr val="dk1"/>
              </a:buClr>
              <a:buSzPts val="1800"/>
              <a:buChar char="–"/>
              <a:defRPr/>
            </a:lvl2pPr>
            <a:lvl3pPr marL="1371566" lvl="2" indent="-342891" algn="l">
              <a:lnSpc>
                <a:spcPct val="100000"/>
              </a:lnSpc>
              <a:spcBef>
                <a:spcPts val="360"/>
              </a:spcBef>
              <a:spcAft>
                <a:spcPts val="0"/>
              </a:spcAft>
              <a:buClr>
                <a:schemeClr val="dk1"/>
              </a:buClr>
              <a:buSzPts val="1800"/>
              <a:buChar char="•"/>
              <a:defRPr/>
            </a:lvl3pPr>
            <a:lvl4pPr marL="1828754" lvl="3" indent="-342891" algn="l">
              <a:lnSpc>
                <a:spcPct val="100000"/>
              </a:lnSpc>
              <a:spcBef>
                <a:spcPts val="360"/>
              </a:spcBef>
              <a:spcAft>
                <a:spcPts val="0"/>
              </a:spcAft>
              <a:buClr>
                <a:schemeClr val="dk1"/>
              </a:buClr>
              <a:buSzPts val="1800"/>
              <a:buChar char="–"/>
              <a:defRPr/>
            </a:lvl4pPr>
            <a:lvl5pPr marL="2285943" lvl="4" indent="-342891" algn="l">
              <a:lnSpc>
                <a:spcPct val="100000"/>
              </a:lnSpc>
              <a:spcBef>
                <a:spcPts val="360"/>
              </a:spcBef>
              <a:spcAft>
                <a:spcPts val="0"/>
              </a:spcAft>
              <a:buClr>
                <a:schemeClr val="dk1"/>
              </a:buClr>
              <a:buSzPts val="1800"/>
              <a:buChar char="»"/>
              <a:defRPr/>
            </a:lvl5pPr>
            <a:lvl6pPr marL="2743131" lvl="5" indent="-342891" algn="l">
              <a:lnSpc>
                <a:spcPct val="100000"/>
              </a:lnSpc>
              <a:spcBef>
                <a:spcPts val="360"/>
              </a:spcBef>
              <a:spcAft>
                <a:spcPts val="0"/>
              </a:spcAft>
              <a:buClr>
                <a:schemeClr val="dk1"/>
              </a:buClr>
              <a:buSzPts val="1800"/>
              <a:buChar char="•"/>
              <a:defRPr/>
            </a:lvl6pPr>
            <a:lvl7pPr marL="3200320" lvl="6" indent="-342891" algn="l">
              <a:lnSpc>
                <a:spcPct val="100000"/>
              </a:lnSpc>
              <a:spcBef>
                <a:spcPts val="360"/>
              </a:spcBef>
              <a:spcAft>
                <a:spcPts val="0"/>
              </a:spcAft>
              <a:buClr>
                <a:schemeClr val="dk1"/>
              </a:buClr>
              <a:buSzPts val="1800"/>
              <a:buChar char="•"/>
              <a:defRPr/>
            </a:lvl7pPr>
            <a:lvl8pPr marL="3657509" lvl="7" indent="-342891" algn="l">
              <a:lnSpc>
                <a:spcPct val="100000"/>
              </a:lnSpc>
              <a:spcBef>
                <a:spcPts val="360"/>
              </a:spcBef>
              <a:spcAft>
                <a:spcPts val="0"/>
              </a:spcAft>
              <a:buClr>
                <a:schemeClr val="dk1"/>
              </a:buClr>
              <a:buSzPts val="1800"/>
              <a:buChar char="•"/>
              <a:defRPr/>
            </a:lvl8pPr>
            <a:lvl9pPr marL="4114697" lvl="8" indent="-342891" algn="l">
              <a:lnSpc>
                <a:spcPct val="100000"/>
              </a:lnSpc>
              <a:spcBef>
                <a:spcPts val="360"/>
              </a:spcBef>
              <a:spcAft>
                <a:spcPts val="0"/>
              </a:spcAft>
              <a:buClr>
                <a:schemeClr val="dk1"/>
              </a:buClr>
              <a:buSzPts val="1800"/>
              <a:buChar char="•"/>
              <a:defRPr/>
            </a:lvl9pPr>
          </a:lstStyle>
          <a:p>
            <a:endParaRPr/>
          </a:p>
        </p:txBody>
      </p:sp>
      <p:sp>
        <p:nvSpPr>
          <p:cNvPr id="78" name="Google Shape;78;p31"/>
          <p:cNvSpPr txBox="1">
            <a:spLocks noGrp="1"/>
          </p:cNvSpPr>
          <p:nvPr>
            <p:ph type="dt" idx="10"/>
          </p:nvPr>
        </p:nvSpPr>
        <p:spPr>
          <a:xfrm>
            <a:off x="609600" y="6356356"/>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1400"/>
              <a:buFont typeface="Calibri" panose="020F0502020204030204"/>
              <a:buNone/>
              <a:defRPr/>
            </a:lvl1pPr>
            <a:lvl2pPr lvl="1" algn="l">
              <a:spcBef>
                <a:spcPts val="0"/>
              </a:spcBef>
              <a:spcAft>
                <a:spcPts val="0"/>
              </a:spcAft>
              <a:buClr>
                <a:schemeClr val="dk1"/>
              </a:buClr>
              <a:buSzPts val="1400"/>
              <a:buFont typeface="Calibri" panose="020F0502020204030204"/>
              <a:buNone/>
              <a:defRPr/>
            </a:lvl2pPr>
            <a:lvl3pPr lvl="2" algn="l">
              <a:spcBef>
                <a:spcPts val="0"/>
              </a:spcBef>
              <a:spcAft>
                <a:spcPts val="0"/>
              </a:spcAft>
              <a:buClr>
                <a:schemeClr val="dk1"/>
              </a:buClr>
              <a:buSzPts val="1400"/>
              <a:buFont typeface="Calibri" panose="020F0502020204030204"/>
              <a:buNone/>
              <a:defRPr/>
            </a:lvl3pPr>
            <a:lvl4pPr lvl="3" algn="l">
              <a:spcBef>
                <a:spcPts val="0"/>
              </a:spcBef>
              <a:spcAft>
                <a:spcPts val="0"/>
              </a:spcAft>
              <a:buClr>
                <a:schemeClr val="dk1"/>
              </a:buClr>
              <a:buSzPts val="1400"/>
              <a:buFont typeface="Calibri" panose="020F0502020204030204"/>
              <a:buNone/>
              <a:defRPr/>
            </a:lvl4pPr>
            <a:lvl5pPr lvl="4" algn="l">
              <a:spcBef>
                <a:spcPts val="0"/>
              </a:spcBef>
              <a:spcAft>
                <a:spcPts val="0"/>
              </a:spcAft>
              <a:buClr>
                <a:schemeClr val="dk1"/>
              </a:buClr>
              <a:buSzPts val="1400"/>
              <a:buFont typeface="Calibri" panose="020F0502020204030204"/>
              <a:buNone/>
              <a:defRPr/>
            </a:lvl5pPr>
            <a:lvl6pPr lvl="5" algn="l">
              <a:spcBef>
                <a:spcPts val="0"/>
              </a:spcBef>
              <a:spcAft>
                <a:spcPts val="0"/>
              </a:spcAft>
              <a:buClr>
                <a:schemeClr val="dk1"/>
              </a:buClr>
              <a:buSzPts val="1400"/>
              <a:buFont typeface="Calibri" panose="020F0502020204030204"/>
              <a:buNone/>
              <a:defRPr/>
            </a:lvl6pPr>
            <a:lvl7pPr lvl="6" algn="l">
              <a:spcBef>
                <a:spcPts val="0"/>
              </a:spcBef>
              <a:spcAft>
                <a:spcPts val="0"/>
              </a:spcAft>
              <a:buClr>
                <a:schemeClr val="dk1"/>
              </a:buClr>
              <a:buSzPts val="1400"/>
              <a:buFont typeface="Calibri" panose="020F0502020204030204"/>
              <a:buNone/>
              <a:defRPr/>
            </a:lvl7pPr>
            <a:lvl8pPr lvl="7" algn="l">
              <a:spcBef>
                <a:spcPts val="0"/>
              </a:spcBef>
              <a:spcAft>
                <a:spcPts val="0"/>
              </a:spcAft>
              <a:buClr>
                <a:schemeClr val="dk1"/>
              </a:buClr>
              <a:buSzPts val="1400"/>
              <a:buFont typeface="Calibri" panose="020F0502020204030204"/>
              <a:buNone/>
              <a:defRPr/>
            </a:lvl8pPr>
            <a:lvl9pPr lvl="8" algn="l">
              <a:spcBef>
                <a:spcPts val="0"/>
              </a:spcBef>
              <a:spcAft>
                <a:spcPts val="0"/>
              </a:spcAft>
              <a:buClr>
                <a:schemeClr val="dk1"/>
              </a:buClr>
              <a:buSzPts val="1400"/>
              <a:buFont typeface="Calibri" panose="020F0502020204030204"/>
              <a:buNone/>
              <a:defRPr/>
            </a:lvl9pPr>
          </a:lstStyle>
          <a:p>
            <a:endParaRPr/>
          </a:p>
        </p:txBody>
      </p:sp>
      <p:sp>
        <p:nvSpPr>
          <p:cNvPr id="79" name="Google Shape;79;p31"/>
          <p:cNvSpPr txBox="1">
            <a:spLocks noGrp="1"/>
          </p:cNvSpPr>
          <p:nvPr>
            <p:ph type="ftr" idx="11"/>
          </p:nvPr>
        </p:nvSpPr>
        <p:spPr>
          <a:xfrm>
            <a:off x="4165600" y="6356356"/>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400"/>
              <a:buFont typeface="Calibri" panose="020F0502020204030204"/>
              <a:buNone/>
              <a:defRPr/>
            </a:lvl1pPr>
            <a:lvl2pPr lvl="1" algn="l">
              <a:spcBef>
                <a:spcPts val="0"/>
              </a:spcBef>
              <a:spcAft>
                <a:spcPts val="0"/>
              </a:spcAft>
              <a:buClr>
                <a:schemeClr val="dk1"/>
              </a:buClr>
              <a:buSzPts val="1400"/>
              <a:buFont typeface="Calibri" panose="020F0502020204030204"/>
              <a:buNone/>
              <a:defRPr/>
            </a:lvl2pPr>
            <a:lvl3pPr lvl="2" algn="l">
              <a:spcBef>
                <a:spcPts val="0"/>
              </a:spcBef>
              <a:spcAft>
                <a:spcPts val="0"/>
              </a:spcAft>
              <a:buClr>
                <a:schemeClr val="dk1"/>
              </a:buClr>
              <a:buSzPts val="1400"/>
              <a:buFont typeface="Calibri" panose="020F0502020204030204"/>
              <a:buNone/>
              <a:defRPr/>
            </a:lvl3pPr>
            <a:lvl4pPr lvl="3" algn="l">
              <a:spcBef>
                <a:spcPts val="0"/>
              </a:spcBef>
              <a:spcAft>
                <a:spcPts val="0"/>
              </a:spcAft>
              <a:buClr>
                <a:schemeClr val="dk1"/>
              </a:buClr>
              <a:buSzPts val="1400"/>
              <a:buFont typeface="Calibri" panose="020F0502020204030204"/>
              <a:buNone/>
              <a:defRPr/>
            </a:lvl4pPr>
            <a:lvl5pPr lvl="4" algn="l">
              <a:spcBef>
                <a:spcPts val="0"/>
              </a:spcBef>
              <a:spcAft>
                <a:spcPts val="0"/>
              </a:spcAft>
              <a:buClr>
                <a:schemeClr val="dk1"/>
              </a:buClr>
              <a:buSzPts val="1400"/>
              <a:buFont typeface="Calibri" panose="020F0502020204030204"/>
              <a:buNone/>
              <a:defRPr/>
            </a:lvl5pPr>
            <a:lvl6pPr lvl="5" algn="l">
              <a:spcBef>
                <a:spcPts val="0"/>
              </a:spcBef>
              <a:spcAft>
                <a:spcPts val="0"/>
              </a:spcAft>
              <a:buClr>
                <a:schemeClr val="dk1"/>
              </a:buClr>
              <a:buSzPts val="1400"/>
              <a:buFont typeface="Calibri" panose="020F0502020204030204"/>
              <a:buNone/>
              <a:defRPr/>
            </a:lvl6pPr>
            <a:lvl7pPr lvl="6" algn="l">
              <a:spcBef>
                <a:spcPts val="0"/>
              </a:spcBef>
              <a:spcAft>
                <a:spcPts val="0"/>
              </a:spcAft>
              <a:buClr>
                <a:schemeClr val="dk1"/>
              </a:buClr>
              <a:buSzPts val="1400"/>
              <a:buFont typeface="Calibri" panose="020F0502020204030204"/>
              <a:buNone/>
              <a:defRPr/>
            </a:lvl7pPr>
            <a:lvl8pPr lvl="7" algn="l">
              <a:spcBef>
                <a:spcPts val="0"/>
              </a:spcBef>
              <a:spcAft>
                <a:spcPts val="0"/>
              </a:spcAft>
              <a:buClr>
                <a:schemeClr val="dk1"/>
              </a:buClr>
              <a:buSzPts val="1400"/>
              <a:buFont typeface="Calibri" panose="020F0502020204030204"/>
              <a:buNone/>
              <a:defRPr/>
            </a:lvl8pPr>
            <a:lvl9pPr lvl="8" algn="l">
              <a:spcBef>
                <a:spcPts val="0"/>
              </a:spcBef>
              <a:spcAft>
                <a:spcPts val="0"/>
              </a:spcAft>
              <a:buClr>
                <a:schemeClr val="dk1"/>
              </a:buClr>
              <a:buSzPts val="1400"/>
              <a:buFont typeface="Calibri" panose="020F0502020204030204"/>
              <a:buNone/>
              <a:defRPr/>
            </a:lvl9pPr>
          </a:lstStyle>
          <a:p>
            <a:endParaRPr/>
          </a:p>
        </p:txBody>
      </p:sp>
      <p:sp>
        <p:nvSpPr>
          <p:cNvPr id="80" name="Google Shape;80;p31"/>
          <p:cNvSpPr txBox="1">
            <a:spLocks noGrp="1"/>
          </p:cNvSpPr>
          <p:nvPr>
            <p:ph type="sldNum" idx="12"/>
          </p:nvPr>
        </p:nvSpPr>
        <p:spPr>
          <a:xfrm>
            <a:off x="8737600" y="6356356"/>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lvl="1" indent="0" algn="r">
              <a:spcBef>
                <a:spcPts val="0"/>
              </a:spcBef>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lvl="2" indent="0" algn="r">
              <a:spcBef>
                <a:spcPts val="0"/>
              </a:spcBef>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lvl="3" indent="0" algn="r">
              <a:spcBef>
                <a:spcPts val="0"/>
              </a:spcBef>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lvl="4" indent="0" algn="r">
              <a:spcBef>
                <a:spcPts val="0"/>
              </a:spcBef>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lvl="5" indent="0" algn="r">
              <a:spcBef>
                <a:spcPts val="0"/>
              </a:spcBef>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lvl="6" indent="0" algn="r">
              <a:spcBef>
                <a:spcPts val="0"/>
              </a:spcBef>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lvl="7" indent="0" algn="r">
              <a:spcBef>
                <a:spcPts val="0"/>
              </a:spcBef>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lvl="8" indent="0" algn="r">
              <a:spcBef>
                <a:spcPts val="0"/>
              </a:spcBef>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fld id="{00000000-1234-1234-1234-123412341234}" type="slidenum">
              <a:rPr lang="fr-FR" smtClean="0"/>
              <a:t>‹#›</a:t>
            </a:fld>
            <a:endParaRPr lang="fr-FR"/>
          </a:p>
        </p:txBody>
      </p:sp>
    </p:spTree>
    <p:extLst>
      <p:ext uri="{BB962C8B-B14F-4D97-AF65-F5344CB8AC3E}">
        <p14:creationId xmlns:p14="http://schemas.microsoft.com/office/powerpoint/2010/main" val="347909492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4"/>
        <p:cNvGrpSpPr/>
        <p:nvPr/>
      </p:nvGrpSpPr>
      <p:grpSpPr>
        <a:xfrm>
          <a:off x="0" y="0"/>
          <a:ext cx="0" cy="0"/>
          <a:chOff x="0" y="0"/>
          <a:chExt cx="0" cy="0"/>
        </a:xfrm>
      </p:grpSpPr>
      <p:sp>
        <p:nvSpPr>
          <p:cNvPr id="65" name="Google Shape;65;p23"/>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6" name="Google Shape;66;p23"/>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609585" lvl="0" indent="-457189" algn="l">
              <a:lnSpc>
                <a:spcPct val="115000"/>
              </a:lnSpc>
              <a:spcBef>
                <a:spcPts val="0"/>
              </a:spcBef>
              <a:spcAft>
                <a:spcPts val="0"/>
              </a:spcAft>
              <a:buSzPts val="1800"/>
              <a:buChar char="●"/>
              <a:defRPr/>
            </a:lvl1pPr>
            <a:lvl2pPr marL="1219170" lvl="1" indent="-423323" algn="l">
              <a:lnSpc>
                <a:spcPct val="115000"/>
              </a:lnSpc>
              <a:spcBef>
                <a:spcPts val="0"/>
              </a:spcBef>
              <a:spcAft>
                <a:spcPts val="0"/>
              </a:spcAft>
              <a:buSzPts val="1400"/>
              <a:buChar char="○"/>
              <a:defRPr/>
            </a:lvl2pPr>
            <a:lvl3pPr marL="1828754" lvl="2" indent="-423323" algn="l">
              <a:lnSpc>
                <a:spcPct val="115000"/>
              </a:lnSpc>
              <a:spcBef>
                <a:spcPts val="0"/>
              </a:spcBef>
              <a:spcAft>
                <a:spcPts val="0"/>
              </a:spcAft>
              <a:buSzPts val="1400"/>
              <a:buChar char="■"/>
              <a:defRPr/>
            </a:lvl3pPr>
            <a:lvl4pPr marL="2438339" lvl="3" indent="-423323" algn="l">
              <a:lnSpc>
                <a:spcPct val="115000"/>
              </a:lnSpc>
              <a:spcBef>
                <a:spcPts val="0"/>
              </a:spcBef>
              <a:spcAft>
                <a:spcPts val="0"/>
              </a:spcAft>
              <a:buSzPts val="1400"/>
              <a:buChar char="●"/>
              <a:defRPr/>
            </a:lvl4pPr>
            <a:lvl5pPr marL="3047924" lvl="4" indent="-423323" algn="l">
              <a:lnSpc>
                <a:spcPct val="115000"/>
              </a:lnSpc>
              <a:spcBef>
                <a:spcPts val="0"/>
              </a:spcBef>
              <a:spcAft>
                <a:spcPts val="0"/>
              </a:spcAft>
              <a:buSzPts val="1400"/>
              <a:buChar char="○"/>
              <a:defRPr/>
            </a:lvl5pPr>
            <a:lvl6pPr marL="3657509" lvl="5" indent="-423323" algn="l">
              <a:lnSpc>
                <a:spcPct val="115000"/>
              </a:lnSpc>
              <a:spcBef>
                <a:spcPts val="0"/>
              </a:spcBef>
              <a:spcAft>
                <a:spcPts val="0"/>
              </a:spcAft>
              <a:buSzPts val="1400"/>
              <a:buChar char="■"/>
              <a:defRPr/>
            </a:lvl6pPr>
            <a:lvl7pPr marL="4267093" lvl="6" indent="-423323" algn="l">
              <a:lnSpc>
                <a:spcPct val="115000"/>
              </a:lnSpc>
              <a:spcBef>
                <a:spcPts val="0"/>
              </a:spcBef>
              <a:spcAft>
                <a:spcPts val="0"/>
              </a:spcAft>
              <a:buSzPts val="1400"/>
              <a:buChar char="●"/>
              <a:defRPr/>
            </a:lvl7pPr>
            <a:lvl8pPr marL="4876678" lvl="7" indent="-423323" algn="l">
              <a:lnSpc>
                <a:spcPct val="115000"/>
              </a:lnSpc>
              <a:spcBef>
                <a:spcPts val="0"/>
              </a:spcBef>
              <a:spcAft>
                <a:spcPts val="0"/>
              </a:spcAft>
              <a:buSzPts val="1400"/>
              <a:buChar char="○"/>
              <a:defRPr/>
            </a:lvl8pPr>
            <a:lvl9pPr marL="5486263" lvl="8" indent="-423323" algn="l">
              <a:lnSpc>
                <a:spcPct val="115000"/>
              </a:lnSpc>
              <a:spcBef>
                <a:spcPts val="0"/>
              </a:spcBef>
              <a:spcAft>
                <a:spcPts val="0"/>
              </a:spcAft>
              <a:buSzPts val="1400"/>
              <a:buChar char="■"/>
              <a:defRPr/>
            </a:lvl9pPr>
          </a:lstStyle>
          <a:p>
            <a:endParaRPr/>
          </a:p>
        </p:txBody>
      </p:sp>
      <p:sp>
        <p:nvSpPr>
          <p:cNvPr id="67" name="Google Shape;67;p23"/>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extLst>
      <p:ext uri="{BB962C8B-B14F-4D97-AF65-F5344CB8AC3E}">
        <p14:creationId xmlns:p14="http://schemas.microsoft.com/office/powerpoint/2010/main" val="21297806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611" y="992767"/>
            <a:ext cx="11360800" cy="27368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6933"/>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endParaRPr/>
          </a:p>
        </p:txBody>
      </p:sp>
      <p:sp>
        <p:nvSpPr>
          <p:cNvPr id="11" name="Google Shape;11;p2"/>
          <p:cNvSpPr txBox="1">
            <a:spLocks noGrp="1"/>
          </p:cNvSpPr>
          <p:nvPr>
            <p:ph type="subTitle" idx="1"/>
          </p:nvPr>
        </p:nvSpPr>
        <p:spPr>
          <a:xfrm>
            <a:off x="415600" y="3778833"/>
            <a:ext cx="11360800" cy="105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3733"/>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endParaRPr/>
          </a:p>
        </p:txBody>
      </p:sp>
      <p:sp>
        <p:nvSpPr>
          <p:cNvPr id="12" name="Google Shape;12;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125732613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600" y="2867800"/>
            <a:ext cx="11360800" cy="1122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48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endParaRPr/>
          </a:p>
        </p:txBody>
      </p:sp>
      <p:sp>
        <p:nvSpPr>
          <p:cNvPr id="15" name="Google Shape;15;p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200721224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415600" y="1536633"/>
            <a:ext cx="5333200" cy="45552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23" name="Google Shape;23;p5"/>
          <p:cNvSpPr txBox="1">
            <a:spLocks noGrp="1"/>
          </p:cNvSpPr>
          <p:nvPr>
            <p:ph type="body" idx="2"/>
          </p:nvPr>
        </p:nvSpPr>
        <p:spPr>
          <a:xfrm>
            <a:off x="6443200" y="1536633"/>
            <a:ext cx="5333200" cy="45552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24" name="Google Shape;24;p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206888869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414731448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15600" y="740800"/>
            <a:ext cx="3744000" cy="10076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30" name="Google Shape;30;p7"/>
          <p:cNvSpPr txBox="1">
            <a:spLocks noGrp="1"/>
          </p:cNvSpPr>
          <p:nvPr>
            <p:ph type="body" idx="1"/>
          </p:nvPr>
        </p:nvSpPr>
        <p:spPr>
          <a:xfrm>
            <a:off x="415600" y="1852800"/>
            <a:ext cx="3744000" cy="4239200"/>
          </a:xfrm>
          <a:prstGeom prst="rect">
            <a:avLst/>
          </a:prstGeom>
        </p:spPr>
        <p:txBody>
          <a:bodyPr spcFirstLastPara="1" wrap="square" lIns="91425" tIns="91425" rIns="91425" bIns="91425" anchor="t" anchorCtr="0">
            <a:normAutofit/>
          </a:bodyPr>
          <a:lstStyle>
            <a:lvl1pPr marL="609585" lvl="0" indent="-406390">
              <a:spcBef>
                <a:spcPts val="0"/>
              </a:spcBef>
              <a:spcAft>
                <a:spcPts val="0"/>
              </a:spcAft>
              <a:buSzPts val="1200"/>
              <a:buChar char="●"/>
              <a:defRPr sz="1600"/>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31" name="Google Shape;31;p7"/>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175512134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667" y="600200"/>
            <a:ext cx="8490400" cy="54544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64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endParaRPr/>
          </a:p>
        </p:txBody>
      </p:sp>
      <p:sp>
        <p:nvSpPr>
          <p:cNvPr id="34" name="Google Shape;34;p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37315128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5"/>
        <p:cNvGrpSpPr/>
        <p:nvPr/>
      </p:nvGrpSpPr>
      <p:grpSpPr>
        <a:xfrm>
          <a:off x="0" y="0"/>
          <a:ext cx="0" cy="0"/>
          <a:chOff x="0" y="0"/>
          <a:chExt cx="0" cy="0"/>
        </a:xfrm>
      </p:grpSpPr>
      <p:sp>
        <p:nvSpPr>
          <p:cNvPr id="36" name="Google Shape;36;p9"/>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533"/>
          </a:p>
        </p:txBody>
      </p:sp>
      <p:sp>
        <p:nvSpPr>
          <p:cNvPr id="37" name="Google Shape;37;p9"/>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5600"/>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endParaRPr/>
          </a:p>
        </p:txBody>
      </p:sp>
      <p:sp>
        <p:nvSpPr>
          <p:cNvPr id="38" name="Google Shape;38;p9"/>
          <p:cNvSpPr txBox="1">
            <a:spLocks noGrp="1"/>
          </p:cNvSpPr>
          <p:nvPr>
            <p:ph type="subTitle" idx="1"/>
          </p:nvPr>
        </p:nvSpPr>
        <p:spPr>
          <a:xfrm>
            <a:off x="354000" y="3737433"/>
            <a:ext cx="5393600" cy="164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39" name="Google Shape;39;p9"/>
          <p:cNvSpPr txBox="1">
            <a:spLocks noGrp="1"/>
          </p:cNvSpPr>
          <p:nvPr>
            <p:ph type="body" idx="2"/>
          </p:nvPr>
        </p:nvSpPr>
        <p:spPr>
          <a:xfrm>
            <a:off x="6586000" y="965433"/>
            <a:ext cx="5116000" cy="4926800"/>
          </a:xfrm>
          <a:prstGeom prst="rect">
            <a:avLst/>
          </a:prstGeom>
        </p:spPr>
        <p:txBody>
          <a:bodyPr spcFirstLastPara="1" wrap="square" lIns="91425" tIns="91425" rIns="91425" bIns="91425" anchor="ctr"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123064359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600" y="5640767"/>
            <a:ext cx="7998400" cy="806800"/>
          </a:xfrm>
          <a:prstGeom prst="rect">
            <a:avLst/>
          </a:prstGeom>
        </p:spPr>
        <p:txBody>
          <a:bodyPr spcFirstLastPara="1" wrap="square" lIns="91425" tIns="91425" rIns="91425" bIns="91425" anchor="ctr" anchorCtr="0">
            <a:normAutofit/>
          </a:bodyPr>
          <a:lstStyle>
            <a:lvl1pPr marL="609585" lvl="0" indent="-304792">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201333989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15600" y="1474833"/>
            <a:ext cx="11360800" cy="26180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6000"/>
            </a:lvl1pPr>
            <a:lvl2pPr lvl="1" algn="ctr">
              <a:spcBef>
                <a:spcPts val="0"/>
              </a:spcBef>
              <a:spcAft>
                <a:spcPts val="0"/>
              </a:spcAft>
              <a:buSzPts val="12000"/>
              <a:buNone/>
              <a:defRPr sz="16000"/>
            </a:lvl2pPr>
            <a:lvl3pPr lvl="2" algn="ctr">
              <a:spcBef>
                <a:spcPts val="0"/>
              </a:spcBef>
              <a:spcAft>
                <a:spcPts val="0"/>
              </a:spcAft>
              <a:buSzPts val="12000"/>
              <a:buNone/>
              <a:defRPr sz="16000"/>
            </a:lvl3pPr>
            <a:lvl4pPr lvl="3" algn="ctr">
              <a:spcBef>
                <a:spcPts val="0"/>
              </a:spcBef>
              <a:spcAft>
                <a:spcPts val="0"/>
              </a:spcAft>
              <a:buSzPts val="12000"/>
              <a:buNone/>
              <a:defRPr sz="16000"/>
            </a:lvl4pPr>
            <a:lvl5pPr lvl="4" algn="ctr">
              <a:spcBef>
                <a:spcPts val="0"/>
              </a:spcBef>
              <a:spcAft>
                <a:spcPts val="0"/>
              </a:spcAft>
              <a:buSzPts val="12000"/>
              <a:buNone/>
              <a:defRPr sz="16000"/>
            </a:lvl5pPr>
            <a:lvl6pPr lvl="5" algn="ctr">
              <a:spcBef>
                <a:spcPts val="0"/>
              </a:spcBef>
              <a:spcAft>
                <a:spcPts val="0"/>
              </a:spcAft>
              <a:buSzPts val="12000"/>
              <a:buNone/>
              <a:defRPr sz="16000"/>
            </a:lvl6pPr>
            <a:lvl7pPr lvl="6" algn="ctr">
              <a:spcBef>
                <a:spcPts val="0"/>
              </a:spcBef>
              <a:spcAft>
                <a:spcPts val="0"/>
              </a:spcAft>
              <a:buSzPts val="12000"/>
              <a:buNone/>
              <a:defRPr sz="16000"/>
            </a:lvl7pPr>
            <a:lvl8pPr lvl="7" algn="ctr">
              <a:spcBef>
                <a:spcPts val="0"/>
              </a:spcBef>
              <a:spcAft>
                <a:spcPts val="0"/>
              </a:spcAft>
              <a:buSzPts val="12000"/>
              <a:buNone/>
              <a:defRPr sz="16000"/>
            </a:lvl8pPr>
            <a:lvl9pPr lvl="8" algn="ctr">
              <a:spcBef>
                <a:spcPts val="0"/>
              </a:spcBef>
              <a:spcAft>
                <a:spcPts val="0"/>
              </a:spcAft>
              <a:buSzPts val="12000"/>
              <a:buNone/>
              <a:defRPr sz="16000"/>
            </a:lvl9pPr>
          </a:lstStyle>
          <a:p>
            <a:r>
              <a:t>xx%</a:t>
            </a:r>
          </a:p>
        </p:txBody>
      </p:sp>
      <p:sp>
        <p:nvSpPr>
          <p:cNvPr id="46" name="Google Shape;46;p11"/>
          <p:cNvSpPr txBox="1">
            <a:spLocks noGrp="1"/>
          </p:cNvSpPr>
          <p:nvPr>
            <p:ph type="body" idx="1"/>
          </p:nvPr>
        </p:nvSpPr>
        <p:spPr>
          <a:xfrm>
            <a:off x="415600" y="4202967"/>
            <a:ext cx="11360800" cy="1734400"/>
          </a:xfrm>
          <a:prstGeom prst="rect">
            <a:avLst/>
          </a:prstGeom>
        </p:spPr>
        <p:txBody>
          <a:bodyPr spcFirstLastPara="1" wrap="square" lIns="91425" tIns="91425" rIns="91425" bIns="91425" anchor="t" anchorCtr="0">
            <a:normAutofit/>
          </a:bodyPr>
          <a:lstStyle>
            <a:lvl1pPr marL="609585" lvl="0" indent="-457189" algn="ctr">
              <a:spcBef>
                <a:spcPts val="0"/>
              </a:spcBef>
              <a:spcAft>
                <a:spcPts val="0"/>
              </a:spcAft>
              <a:buSzPts val="1800"/>
              <a:buChar char="●"/>
              <a:defRPr/>
            </a:lvl1pPr>
            <a:lvl2pPr marL="1219170" lvl="1" indent="-423323" algn="ctr">
              <a:spcBef>
                <a:spcPts val="0"/>
              </a:spcBef>
              <a:spcAft>
                <a:spcPts val="0"/>
              </a:spcAft>
              <a:buSzPts val="1400"/>
              <a:buChar char="○"/>
              <a:defRPr/>
            </a:lvl2pPr>
            <a:lvl3pPr marL="1828754" lvl="2" indent="-423323" algn="ctr">
              <a:spcBef>
                <a:spcPts val="0"/>
              </a:spcBef>
              <a:spcAft>
                <a:spcPts val="0"/>
              </a:spcAft>
              <a:buSzPts val="1400"/>
              <a:buChar char="■"/>
              <a:defRPr/>
            </a:lvl3pPr>
            <a:lvl4pPr marL="2438339" lvl="3" indent="-423323" algn="ctr">
              <a:spcBef>
                <a:spcPts val="0"/>
              </a:spcBef>
              <a:spcAft>
                <a:spcPts val="0"/>
              </a:spcAft>
              <a:buSzPts val="1400"/>
              <a:buChar char="●"/>
              <a:defRPr/>
            </a:lvl4pPr>
            <a:lvl5pPr marL="3047924" lvl="4" indent="-423323" algn="ctr">
              <a:spcBef>
                <a:spcPts val="0"/>
              </a:spcBef>
              <a:spcAft>
                <a:spcPts val="0"/>
              </a:spcAft>
              <a:buSzPts val="1400"/>
              <a:buChar char="○"/>
              <a:defRPr/>
            </a:lvl5pPr>
            <a:lvl6pPr marL="3657509" lvl="5" indent="-423323" algn="ctr">
              <a:spcBef>
                <a:spcPts val="0"/>
              </a:spcBef>
              <a:spcAft>
                <a:spcPts val="0"/>
              </a:spcAft>
              <a:buSzPts val="1400"/>
              <a:buChar char="■"/>
              <a:defRPr/>
            </a:lvl6pPr>
            <a:lvl7pPr marL="4267093" lvl="6" indent="-423323" algn="ctr">
              <a:spcBef>
                <a:spcPts val="0"/>
              </a:spcBef>
              <a:spcAft>
                <a:spcPts val="0"/>
              </a:spcAft>
              <a:buSzPts val="1400"/>
              <a:buChar char="●"/>
              <a:defRPr/>
            </a:lvl7pPr>
            <a:lvl8pPr marL="4876678" lvl="7" indent="-423323" algn="ctr">
              <a:spcBef>
                <a:spcPts val="0"/>
              </a:spcBef>
              <a:spcAft>
                <a:spcPts val="0"/>
              </a:spcAft>
              <a:buSzPts val="1400"/>
              <a:buChar char="○"/>
              <a:defRPr/>
            </a:lvl8pPr>
            <a:lvl9pPr marL="5486263" lvl="8" indent="-423323"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253348727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391318120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Custom Layout 2 1">
  <p:cSld name="Custom Layout 2 1">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15600" y="288567"/>
            <a:ext cx="7591600" cy="7636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2" name="Google Shape;52;p13"/>
          <p:cNvSpPr txBox="1"/>
          <p:nvPr/>
        </p:nvSpPr>
        <p:spPr>
          <a:xfrm>
            <a:off x="8695767" y="0"/>
            <a:ext cx="3496000" cy="6858000"/>
          </a:xfrm>
          <a:prstGeom prst="rect">
            <a:avLst/>
          </a:prstGeom>
          <a:solidFill>
            <a:srgbClr val="D9D2E9"/>
          </a:solidFill>
          <a:ln>
            <a:noFill/>
          </a:ln>
        </p:spPr>
        <p:txBody>
          <a:bodyPr spcFirstLastPara="1" wrap="square" lIns="121900" tIns="121900" rIns="121900" bIns="121900" anchor="t" anchorCtr="0">
            <a:noAutofit/>
          </a:bodyPr>
          <a:lstStyle/>
          <a:p>
            <a:pPr marL="0" lvl="0" indent="0" algn="l" rtl="0">
              <a:spcBef>
                <a:spcPts val="0"/>
              </a:spcBef>
              <a:spcAft>
                <a:spcPts val="0"/>
              </a:spcAft>
              <a:buNone/>
            </a:pPr>
            <a:endParaRPr sz="2533"/>
          </a:p>
        </p:txBody>
      </p:sp>
      <p:sp>
        <p:nvSpPr>
          <p:cNvPr id="53" name="Google Shape;53;p13"/>
          <p:cNvSpPr txBox="1">
            <a:spLocks noGrp="1"/>
          </p:cNvSpPr>
          <p:nvPr>
            <p:ph type="sldNum" idx="12"/>
          </p:nvPr>
        </p:nvSpPr>
        <p:spPr>
          <a:xfrm>
            <a:off x="11409045" y="6333135"/>
            <a:ext cx="731600" cy="524800"/>
          </a:xfrm>
          <a:prstGeom prst="rect">
            <a:avLst/>
          </a:prstGeom>
        </p:spPr>
        <p:txBody>
          <a:bodyPr spcFirstLastPara="1" wrap="square" lIns="91425" tIns="91425" rIns="91425" bIns="91425" anchor="t" anchorCtr="0">
            <a:normAutofit/>
          </a:bodyPr>
          <a:lstStyle>
            <a:lvl1pPr lvl="0" rtl="0">
              <a:buNone/>
              <a:defRPr sz="1733"/>
            </a:lvl1pPr>
            <a:lvl2pPr lvl="1" rtl="0">
              <a:buNone/>
              <a:defRPr sz="1733"/>
            </a:lvl2pPr>
            <a:lvl3pPr lvl="2" rtl="0">
              <a:buNone/>
              <a:defRPr sz="1733"/>
            </a:lvl3pPr>
            <a:lvl4pPr lvl="3" rtl="0">
              <a:buNone/>
              <a:defRPr sz="1733"/>
            </a:lvl4pPr>
            <a:lvl5pPr lvl="4" rtl="0">
              <a:buNone/>
              <a:defRPr sz="1733"/>
            </a:lvl5pPr>
            <a:lvl6pPr lvl="5" rtl="0">
              <a:buNone/>
              <a:defRPr sz="1733"/>
            </a:lvl6pPr>
            <a:lvl7pPr lvl="6" rtl="0">
              <a:buNone/>
              <a:defRPr sz="1733"/>
            </a:lvl7pPr>
            <a:lvl8pPr lvl="7" rtl="0">
              <a:buNone/>
              <a:defRPr sz="1733"/>
            </a:lvl8pPr>
            <a:lvl9pPr lvl="8" rtl="0">
              <a:buNone/>
              <a:defRPr sz="1733"/>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161746421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Custom Layout 2">
  <p:cSld name="Custom Layout 2">
    <p:spTree>
      <p:nvGrpSpPr>
        <p:cNvPr id="1" name="Shape 54"/>
        <p:cNvGrpSpPr/>
        <p:nvPr/>
      </p:nvGrpSpPr>
      <p:grpSpPr>
        <a:xfrm>
          <a:off x="0" y="0"/>
          <a:ext cx="0" cy="0"/>
          <a:chOff x="0" y="0"/>
          <a:chExt cx="0" cy="0"/>
        </a:xfrm>
      </p:grpSpPr>
      <p:sp>
        <p:nvSpPr>
          <p:cNvPr id="55" name="Google Shape;55;p14"/>
          <p:cNvSpPr txBox="1">
            <a:spLocks noGrp="1"/>
          </p:cNvSpPr>
          <p:nvPr>
            <p:ph type="title"/>
          </p:nvPr>
        </p:nvSpPr>
        <p:spPr>
          <a:xfrm>
            <a:off x="415600" y="288567"/>
            <a:ext cx="7591600" cy="7636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6" name="Google Shape;56;p14"/>
          <p:cNvSpPr txBox="1"/>
          <p:nvPr/>
        </p:nvSpPr>
        <p:spPr>
          <a:xfrm>
            <a:off x="7894600" y="0"/>
            <a:ext cx="4297200" cy="6858000"/>
          </a:xfrm>
          <a:prstGeom prst="rect">
            <a:avLst/>
          </a:prstGeom>
          <a:solidFill>
            <a:srgbClr val="D9D2E9"/>
          </a:solidFill>
          <a:ln>
            <a:noFill/>
          </a:ln>
        </p:spPr>
        <p:txBody>
          <a:bodyPr spcFirstLastPara="1" wrap="square" lIns="121900" tIns="121900" rIns="121900" bIns="121900" anchor="t" anchorCtr="0">
            <a:noAutofit/>
          </a:bodyPr>
          <a:lstStyle/>
          <a:p>
            <a:pPr marL="0" lvl="0" indent="0" algn="l" rtl="0">
              <a:spcBef>
                <a:spcPts val="0"/>
              </a:spcBef>
              <a:spcAft>
                <a:spcPts val="0"/>
              </a:spcAft>
              <a:buNone/>
            </a:pPr>
            <a:endParaRPr sz="2533"/>
          </a:p>
        </p:txBody>
      </p:sp>
      <p:sp>
        <p:nvSpPr>
          <p:cNvPr id="57" name="Google Shape;57;p14"/>
          <p:cNvSpPr txBox="1">
            <a:spLocks noGrp="1"/>
          </p:cNvSpPr>
          <p:nvPr>
            <p:ph type="sldNum" idx="12"/>
          </p:nvPr>
        </p:nvSpPr>
        <p:spPr>
          <a:xfrm>
            <a:off x="11409045" y="6333135"/>
            <a:ext cx="731600" cy="524800"/>
          </a:xfrm>
          <a:prstGeom prst="rect">
            <a:avLst/>
          </a:prstGeom>
        </p:spPr>
        <p:txBody>
          <a:bodyPr spcFirstLastPara="1" wrap="square" lIns="91425" tIns="91425" rIns="91425" bIns="91425" anchor="t" anchorCtr="0">
            <a:normAutofit/>
          </a:bodyPr>
          <a:lstStyle>
            <a:lvl1pPr lvl="0" rtl="0">
              <a:buNone/>
              <a:defRPr sz="1733"/>
            </a:lvl1pPr>
            <a:lvl2pPr lvl="1" rtl="0">
              <a:buNone/>
              <a:defRPr sz="1733"/>
            </a:lvl2pPr>
            <a:lvl3pPr lvl="2" rtl="0">
              <a:buNone/>
              <a:defRPr sz="1733"/>
            </a:lvl3pPr>
            <a:lvl4pPr lvl="3" rtl="0">
              <a:buNone/>
              <a:defRPr sz="1733"/>
            </a:lvl4pPr>
            <a:lvl5pPr lvl="4" rtl="0">
              <a:buNone/>
              <a:defRPr sz="1733"/>
            </a:lvl5pPr>
            <a:lvl6pPr lvl="5" rtl="0">
              <a:buNone/>
              <a:defRPr sz="1733"/>
            </a:lvl6pPr>
            <a:lvl7pPr lvl="6" rtl="0">
              <a:buNone/>
              <a:defRPr sz="1733"/>
            </a:lvl7pPr>
            <a:lvl8pPr lvl="7" rtl="0">
              <a:buNone/>
              <a:defRPr sz="1733"/>
            </a:lvl8pPr>
            <a:lvl9pPr lvl="8" rtl="0">
              <a:buNone/>
              <a:defRPr sz="1733"/>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155231832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Custom Layout 2 2">
  <p:cSld name="Custom Layout 2 2">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415600" y="288567"/>
            <a:ext cx="6128800" cy="7636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0" name="Google Shape;60;p15"/>
          <p:cNvSpPr txBox="1"/>
          <p:nvPr/>
        </p:nvSpPr>
        <p:spPr>
          <a:xfrm>
            <a:off x="6063033" y="0"/>
            <a:ext cx="6128800" cy="6858000"/>
          </a:xfrm>
          <a:prstGeom prst="rect">
            <a:avLst/>
          </a:prstGeom>
          <a:solidFill>
            <a:srgbClr val="D9D2E9"/>
          </a:solidFill>
          <a:ln>
            <a:noFill/>
          </a:ln>
        </p:spPr>
        <p:txBody>
          <a:bodyPr spcFirstLastPara="1" wrap="square" lIns="121900" tIns="121900" rIns="121900" bIns="121900" anchor="t" anchorCtr="0">
            <a:noAutofit/>
          </a:bodyPr>
          <a:lstStyle/>
          <a:p>
            <a:pPr marL="0" lvl="0" indent="0" algn="l" rtl="0">
              <a:spcBef>
                <a:spcPts val="0"/>
              </a:spcBef>
              <a:spcAft>
                <a:spcPts val="0"/>
              </a:spcAft>
              <a:buNone/>
            </a:pPr>
            <a:endParaRPr sz="2533"/>
          </a:p>
        </p:txBody>
      </p:sp>
      <p:sp>
        <p:nvSpPr>
          <p:cNvPr id="61" name="Google Shape;61;p15"/>
          <p:cNvSpPr txBox="1">
            <a:spLocks noGrp="1"/>
          </p:cNvSpPr>
          <p:nvPr>
            <p:ph type="sldNum" idx="12"/>
          </p:nvPr>
        </p:nvSpPr>
        <p:spPr>
          <a:xfrm>
            <a:off x="11409045" y="6333135"/>
            <a:ext cx="731600" cy="524800"/>
          </a:xfrm>
          <a:prstGeom prst="rect">
            <a:avLst/>
          </a:prstGeom>
        </p:spPr>
        <p:txBody>
          <a:bodyPr spcFirstLastPara="1" wrap="square" lIns="91425" tIns="91425" rIns="91425" bIns="91425" anchor="t" anchorCtr="0">
            <a:normAutofit/>
          </a:bodyPr>
          <a:lstStyle>
            <a:lvl1pPr lvl="0" rtl="0">
              <a:buNone/>
              <a:defRPr sz="1733"/>
            </a:lvl1pPr>
            <a:lvl2pPr lvl="1" rtl="0">
              <a:buNone/>
              <a:defRPr sz="1733"/>
            </a:lvl2pPr>
            <a:lvl3pPr lvl="2" rtl="0">
              <a:buNone/>
              <a:defRPr sz="1733"/>
            </a:lvl3pPr>
            <a:lvl4pPr lvl="3" rtl="0">
              <a:buNone/>
              <a:defRPr sz="1733"/>
            </a:lvl4pPr>
            <a:lvl5pPr lvl="4" rtl="0">
              <a:buNone/>
              <a:defRPr sz="1733"/>
            </a:lvl5pPr>
            <a:lvl6pPr lvl="5" rtl="0">
              <a:buNone/>
              <a:defRPr sz="1733"/>
            </a:lvl6pPr>
            <a:lvl7pPr lvl="6" rtl="0">
              <a:buNone/>
              <a:defRPr sz="1733"/>
            </a:lvl7pPr>
            <a:lvl8pPr lvl="7" rtl="0">
              <a:buNone/>
              <a:defRPr sz="1733"/>
            </a:lvl8pPr>
            <a:lvl9pPr lvl="8" rtl="0">
              <a:buNone/>
              <a:defRPr sz="1733"/>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350909417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re et contenu" type="obj">
  <p:cSld name="Titre et contenu">
    <p:spTree>
      <p:nvGrpSpPr>
        <p:cNvPr id="1" name="Shape 32"/>
        <p:cNvGrpSpPr/>
        <p:nvPr/>
      </p:nvGrpSpPr>
      <p:grpSpPr>
        <a:xfrm>
          <a:off x="0" y="0"/>
          <a:ext cx="0" cy="0"/>
          <a:chOff x="0" y="0"/>
          <a:chExt cx="0" cy="0"/>
        </a:xfrm>
      </p:grpSpPr>
      <p:sp>
        <p:nvSpPr>
          <p:cNvPr id="33" name="Google Shape;33;p44"/>
          <p:cNvSpPr txBox="1">
            <a:spLocks noGrp="1"/>
          </p:cNvSpPr>
          <p:nvPr>
            <p:ph type="title"/>
          </p:nvPr>
        </p:nvSpPr>
        <p:spPr>
          <a:xfrm>
            <a:off x="1092200" y="365126"/>
            <a:ext cx="10261600" cy="866775"/>
          </a:xfrm>
          <a:prstGeom prst="rect">
            <a:avLst/>
          </a:prstGeom>
          <a:noFill/>
          <a:ln>
            <a:noFill/>
          </a:ln>
        </p:spPr>
        <p:txBody>
          <a:bodyPr spcFirstLastPara="1" wrap="square" lIns="91425" tIns="45700" rIns="91425" bIns="45700" anchor="ctr" anchorCtr="0">
            <a:noAutofit/>
          </a:bodyPr>
          <a:lstStyle>
            <a:lvl1pPr marR="0" lvl="0" algn="l">
              <a:lnSpc>
                <a:spcPct val="90000"/>
              </a:lnSpc>
              <a:spcBef>
                <a:spcPts val="0"/>
              </a:spcBef>
              <a:spcAft>
                <a:spcPts val="0"/>
              </a:spcAft>
              <a:buSzPts val="1400"/>
              <a:buNone/>
              <a:defRPr sz="4000" b="1" i="0" u="none" strike="noStrike" cap="none">
                <a:solidFill>
                  <a:srgbClr val="1F4E79"/>
                </a:solidFill>
                <a:latin typeface="Arimo"/>
                <a:ea typeface="Arimo"/>
                <a:cs typeface="Arimo"/>
                <a:sym typeface="Arimo"/>
              </a:defRPr>
            </a:lvl1pPr>
            <a:lvl2pPr marR="0" lvl="1" algn="l">
              <a:lnSpc>
                <a:spcPct val="90000"/>
              </a:lnSpc>
              <a:spcBef>
                <a:spcPts val="0"/>
              </a:spcBef>
              <a:spcAft>
                <a:spcPts val="0"/>
              </a:spcAft>
              <a:buSzPts val="1400"/>
              <a:buNone/>
              <a:defRPr sz="4000" b="1" i="0" u="none" strike="noStrike" cap="none">
                <a:solidFill>
                  <a:srgbClr val="1F4E79"/>
                </a:solidFill>
                <a:latin typeface="Arimo"/>
                <a:ea typeface="Arimo"/>
                <a:cs typeface="Arimo"/>
                <a:sym typeface="Arimo"/>
              </a:defRPr>
            </a:lvl2pPr>
            <a:lvl3pPr marR="0" lvl="2" algn="l">
              <a:lnSpc>
                <a:spcPct val="90000"/>
              </a:lnSpc>
              <a:spcBef>
                <a:spcPts val="0"/>
              </a:spcBef>
              <a:spcAft>
                <a:spcPts val="0"/>
              </a:spcAft>
              <a:buSzPts val="1400"/>
              <a:buNone/>
              <a:defRPr sz="4000" b="1" i="0" u="none" strike="noStrike" cap="none">
                <a:solidFill>
                  <a:srgbClr val="1F4E79"/>
                </a:solidFill>
                <a:latin typeface="Arimo"/>
                <a:ea typeface="Arimo"/>
                <a:cs typeface="Arimo"/>
                <a:sym typeface="Arimo"/>
              </a:defRPr>
            </a:lvl3pPr>
            <a:lvl4pPr marR="0" lvl="3" algn="l">
              <a:lnSpc>
                <a:spcPct val="90000"/>
              </a:lnSpc>
              <a:spcBef>
                <a:spcPts val="0"/>
              </a:spcBef>
              <a:spcAft>
                <a:spcPts val="0"/>
              </a:spcAft>
              <a:buSzPts val="1400"/>
              <a:buNone/>
              <a:defRPr sz="4000" b="1" i="0" u="none" strike="noStrike" cap="none">
                <a:solidFill>
                  <a:srgbClr val="1F4E79"/>
                </a:solidFill>
                <a:latin typeface="Arimo"/>
                <a:ea typeface="Arimo"/>
                <a:cs typeface="Arimo"/>
                <a:sym typeface="Arimo"/>
              </a:defRPr>
            </a:lvl4pPr>
            <a:lvl5pPr marR="0" lvl="4" algn="l">
              <a:lnSpc>
                <a:spcPct val="90000"/>
              </a:lnSpc>
              <a:spcBef>
                <a:spcPts val="0"/>
              </a:spcBef>
              <a:spcAft>
                <a:spcPts val="0"/>
              </a:spcAft>
              <a:buSzPts val="1400"/>
              <a:buNone/>
              <a:defRPr sz="4000" b="1" i="0" u="none" strike="noStrike" cap="none">
                <a:solidFill>
                  <a:srgbClr val="1F4E79"/>
                </a:solidFill>
                <a:latin typeface="Arimo"/>
                <a:ea typeface="Arimo"/>
                <a:cs typeface="Arimo"/>
                <a:sym typeface="Arimo"/>
              </a:defRPr>
            </a:lvl5pPr>
            <a:lvl6pPr marR="0" lvl="5" algn="l">
              <a:lnSpc>
                <a:spcPct val="90000"/>
              </a:lnSpc>
              <a:spcBef>
                <a:spcPts val="0"/>
              </a:spcBef>
              <a:spcAft>
                <a:spcPts val="0"/>
              </a:spcAft>
              <a:buSzPts val="1400"/>
              <a:buNone/>
              <a:defRPr sz="4000" b="1" i="0" u="none" strike="noStrike" cap="none">
                <a:solidFill>
                  <a:srgbClr val="1F4E79"/>
                </a:solidFill>
                <a:latin typeface="Arimo"/>
                <a:ea typeface="Arimo"/>
                <a:cs typeface="Arimo"/>
                <a:sym typeface="Arimo"/>
              </a:defRPr>
            </a:lvl6pPr>
            <a:lvl7pPr marR="0" lvl="6" algn="l">
              <a:lnSpc>
                <a:spcPct val="90000"/>
              </a:lnSpc>
              <a:spcBef>
                <a:spcPts val="0"/>
              </a:spcBef>
              <a:spcAft>
                <a:spcPts val="0"/>
              </a:spcAft>
              <a:buSzPts val="1400"/>
              <a:buNone/>
              <a:defRPr sz="4000" b="1" i="0" u="none" strike="noStrike" cap="none">
                <a:solidFill>
                  <a:srgbClr val="1F4E79"/>
                </a:solidFill>
                <a:latin typeface="Arimo"/>
                <a:ea typeface="Arimo"/>
                <a:cs typeface="Arimo"/>
                <a:sym typeface="Arimo"/>
              </a:defRPr>
            </a:lvl7pPr>
            <a:lvl8pPr marR="0" lvl="7" algn="l">
              <a:lnSpc>
                <a:spcPct val="90000"/>
              </a:lnSpc>
              <a:spcBef>
                <a:spcPts val="0"/>
              </a:spcBef>
              <a:spcAft>
                <a:spcPts val="0"/>
              </a:spcAft>
              <a:buSzPts val="1400"/>
              <a:buNone/>
              <a:defRPr sz="4000" b="1" i="0" u="none" strike="noStrike" cap="none">
                <a:solidFill>
                  <a:srgbClr val="1F4E79"/>
                </a:solidFill>
                <a:latin typeface="Arimo"/>
                <a:ea typeface="Arimo"/>
                <a:cs typeface="Arimo"/>
                <a:sym typeface="Arimo"/>
              </a:defRPr>
            </a:lvl8pPr>
            <a:lvl9pPr marR="0" lvl="8" algn="l">
              <a:lnSpc>
                <a:spcPct val="90000"/>
              </a:lnSpc>
              <a:spcBef>
                <a:spcPts val="0"/>
              </a:spcBef>
              <a:spcAft>
                <a:spcPts val="0"/>
              </a:spcAft>
              <a:buSzPts val="1400"/>
              <a:buNone/>
              <a:defRPr sz="4000" b="1" i="0" u="none" strike="noStrike" cap="none">
                <a:solidFill>
                  <a:srgbClr val="1F4E79"/>
                </a:solidFill>
                <a:latin typeface="Arimo"/>
                <a:ea typeface="Arimo"/>
                <a:cs typeface="Arimo"/>
                <a:sym typeface="Arimo"/>
              </a:defRPr>
            </a:lvl9pPr>
          </a:lstStyle>
          <a:p>
            <a:endParaRPr/>
          </a:p>
        </p:txBody>
      </p:sp>
      <p:sp>
        <p:nvSpPr>
          <p:cNvPr id="34" name="Google Shape;34;p44"/>
          <p:cNvSpPr txBox="1">
            <a:spLocks noGrp="1"/>
          </p:cNvSpPr>
          <p:nvPr>
            <p:ph type="body" idx="1"/>
          </p:nvPr>
        </p:nvSpPr>
        <p:spPr>
          <a:xfrm>
            <a:off x="838200" y="1800226"/>
            <a:ext cx="10515600" cy="4351337"/>
          </a:xfrm>
          <a:prstGeom prst="rect">
            <a:avLst/>
          </a:prstGeom>
          <a:noFill/>
          <a:ln>
            <a:noFill/>
          </a:ln>
        </p:spPr>
        <p:txBody>
          <a:bodyPr spcFirstLastPara="1" wrap="square" lIns="91425" tIns="45700" rIns="91425" bIns="45700" anchor="t" anchorCtr="0">
            <a:noAutofit/>
          </a:bodyPr>
          <a:lstStyle>
            <a:lvl1pPr marL="457189" marR="0" lvl="0" indent="-406390" algn="l">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Arimo"/>
                <a:ea typeface="Arimo"/>
                <a:cs typeface="Arimo"/>
                <a:sym typeface="Arimo"/>
              </a:defRPr>
            </a:lvl1pPr>
            <a:lvl2pPr marL="914377" marR="0" lvl="1" indent="-380990" algn="l">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Arimo"/>
                <a:ea typeface="Arimo"/>
                <a:cs typeface="Arimo"/>
                <a:sym typeface="Arimo"/>
              </a:defRPr>
            </a:lvl2pPr>
            <a:lvl3pPr marL="1371566" marR="0" lvl="2" indent="-355591" algn="l">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Arimo"/>
                <a:ea typeface="Arimo"/>
                <a:cs typeface="Arimo"/>
                <a:sym typeface="Arimo"/>
              </a:defRPr>
            </a:lvl3pPr>
            <a:lvl4pPr marL="1828754" marR="0" lvl="3" indent="-342891" algn="l">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mo"/>
                <a:ea typeface="Arimo"/>
                <a:cs typeface="Arimo"/>
                <a:sym typeface="Arimo"/>
              </a:defRPr>
            </a:lvl4pPr>
            <a:lvl5pPr marL="2285943" marR="0" lvl="4" indent="-342891" algn="l">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mo"/>
                <a:ea typeface="Arimo"/>
                <a:cs typeface="Arimo"/>
                <a:sym typeface="Arimo"/>
              </a:defRPr>
            </a:lvl5pPr>
            <a:lvl6pPr marL="2743131" marR="0" lvl="5" indent="-342891" algn="l">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320" marR="0" lvl="6" indent="-342891" algn="l">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509" marR="0" lvl="7" indent="-342891" algn="l">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697" marR="0" lvl="8" indent="-342891" algn="l">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35" name="Google Shape;35;p44"/>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panose="020B0604020202020204"/>
              <a:buNone/>
              <a:defRPr sz="1200" b="0" i="0" u="none" strike="noStrike" cap="none">
                <a:solidFill>
                  <a:srgbClr val="898989"/>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898989"/>
              </a:buClr>
              <a:buSzPts val="1200"/>
              <a:buFont typeface="Arial" panose="020B0604020202020204"/>
              <a:buNone/>
              <a:defRPr sz="1200" b="0" i="0" u="none" strike="noStrike" cap="none">
                <a:solidFill>
                  <a:srgbClr val="898989"/>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898989"/>
              </a:buClr>
              <a:buSzPts val="1200"/>
              <a:buFont typeface="Arial" panose="020B0604020202020204"/>
              <a:buNone/>
              <a:defRPr sz="1200" b="0" i="0" u="none" strike="noStrike" cap="none">
                <a:solidFill>
                  <a:srgbClr val="898989"/>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898989"/>
              </a:buClr>
              <a:buSzPts val="1200"/>
              <a:buFont typeface="Arial" panose="020B0604020202020204"/>
              <a:buNone/>
              <a:defRPr sz="1200" b="0" i="0" u="none" strike="noStrike" cap="none">
                <a:solidFill>
                  <a:srgbClr val="898989"/>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898989"/>
              </a:buClr>
              <a:buSzPts val="1200"/>
              <a:buFont typeface="Arial" panose="020B0604020202020204"/>
              <a:buNone/>
              <a:defRPr sz="1200" b="0" i="0" u="none" strike="noStrike" cap="none">
                <a:solidFill>
                  <a:srgbClr val="898989"/>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898989"/>
              </a:buClr>
              <a:buSzPts val="1200"/>
              <a:buFont typeface="Arial" panose="020B0604020202020204"/>
              <a:buNone/>
              <a:defRPr sz="1200" b="0" i="0" u="none" strike="noStrike" cap="none">
                <a:solidFill>
                  <a:srgbClr val="898989"/>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898989"/>
              </a:buClr>
              <a:buSzPts val="1200"/>
              <a:buFont typeface="Arial" panose="020B0604020202020204"/>
              <a:buNone/>
              <a:defRPr sz="1200" b="0" i="0" u="none" strike="noStrike" cap="none">
                <a:solidFill>
                  <a:srgbClr val="898989"/>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898989"/>
              </a:buClr>
              <a:buSzPts val="1200"/>
              <a:buFont typeface="Arial" panose="020B0604020202020204"/>
              <a:buNone/>
              <a:defRPr sz="1200" b="0" i="0" u="none" strike="noStrike" cap="none">
                <a:solidFill>
                  <a:srgbClr val="898989"/>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898989"/>
              </a:buClr>
              <a:buSzPts val="1200"/>
              <a:buFont typeface="Arial" panose="020B0604020202020204"/>
              <a:buNone/>
              <a:defRPr sz="1200" b="0" i="0" u="none" strike="noStrike" cap="none">
                <a:solidFill>
                  <a:srgbClr val="898989"/>
                </a:solidFill>
                <a:latin typeface="Arial" panose="020B0604020202020204"/>
                <a:ea typeface="Arial" panose="020B0604020202020204"/>
                <a:cs typeface="Arial" panose="020B0604020202020204"/>
                <a:sym typeface="Arial" panose="020B0604020202020204"/>
              </a:defRPr>
            </a:lvl9pPr>
          </a:lstStyle>
          <a:p>
            <a:fld id="{00000000-1234-1234-1234-123412341234}" type="slidenum">
              <a:rPr lang="fr-FR" smtClean="0"/>
              <a:t>‹#›</a:t>
            </a:fld>
            <a:endParaRPr lang="fr-FR"/>
          </a:p>
        </p:txBody>
      </p:sp>
    </p:spTree>
    <p:extLst>
      <p:ext uri="{BB962C8B-B14F-4D97-AF65-F5344CB8AC3E}">
        <p14:creationId xmlns:p14="http://schemas.microsoft.com/office/powerpoint/2010/main" val="339209071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3"/>
        <p:cNvGrpSpPr/>
        <p:nvPr/>
      </p:nvGrpSpPr>
      <p:grpSpPr>
        <a:xfrm>
          <a:off x="0" y="0"/>
          <a:ext cx="0" cy="0"/>
          <a:chOff x="0" y="0"/>
          <a:chExt cx="0" cy="0"/>
        </a:xfrm>
      </p:grpSpPr>
      <p:sp>
        <p:nvSpPr>
          <p:cNvPr id="14" name="Google Shape;14;p18"/>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18"/>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609585" lvl="0" indent="-457189" algn="l">
              <a:lnSpc>
                <a:spcPct val="115000"/>
              </a:lnSpc>
              <a:spcBef>
                <a:spcPts val="0"/>
              </a:spcBef>
              <a:spcAft>
                <a:spcPts val="0"/>
              </a:spcAft>
              <a:buSzPts val="1800"/>
              <a:buChar char="●"/>
              <a:defRPr/>
            </a:lvl1pPr>
            <a:lvl2pPr marL="1219170" lvl="1" indent="-423323" algn="l">
              <a:lnSpc>
                <a:spcPct val="115000"/>
              </a:lnSpc>
              <a:spcBef>
                <a:spcPts val="0"/>
              </a:spcBef>
              <a:spcAft>
                <a:spcPts val="0"/>
              </a:spcAft>
              <a:buSzPts val="1400"/>
              <a:buChar char="○"/>
              <a:defRPr/>
            </a:lvl2pPr>
            <a:lvl3pPr marL="1828754" lvl="2" indent="-423323" algn="l">
              <a:lnSpc>
                <a:spcPct val="115000"/>
              </a:lnSpc>
              <a:spcBef>
                <a:spcPts val="0"/>
              </a:spcBef>
              <a:spcAft>
                <a:spcPts val="0"/>
              </a:spcAft>
              <a:buSzPts val="1400"/>
              <a:buChar char="■"/>
              <a:defRPr/>
            </a:lvl3pPr>
            <a:lvl4pPr marL="2438339" lvl="3" indent="-423323" algn="l">
              <a:lnSpc>
                <a:spcPct val="115000"/>
              </a:lnSpc>
              <a:spcBef>
                <a:spcPts val="0"/>
              </a:spcBef>
              <a:spcAft>
                <a:spcPts val="0"/>
              </a:spcAft>
              <a:buSzPts val="1400"/>
              <a:buChar char="●"/>
              <a:defRPr/>
            </a:lvl4pPr>
            <a:lvl5pPr marL="3047924" lvl="4" indent="-423323" algn="l">
              <a:lnSpc>
                <a:spcPct val="115000"/>
              </a:lnSpc>
              <a:spcBef>
                <a:spcPts val="0"/>
              </a:spcBef>
              <a:spcAft>
                <a:spcPts val="0"/>
              </a:spcAft>
              <a:buSzPts val="1400"/>
              <a:buChar char="○"/>
              <a:defRPr/>
            </a:lvl5pPr>
            <a:lvl6pPr marL="3657509" lvl="5" indent="-423323" algn="l">
              <a:lnSpc>
                <a:spcPct val="115000"/>
              </a:lnSpc>
              <a:spcBef>
                <a:spcPts val="0"/>
              </a:spcBef>
              <a:spcAft>
                <a:spcPts val="0"/>
              </a:spcAft>
              <a:buSzPts val="1400"/>
              <a:buChar char="■"/>
              <a:defRPr/>
            </a:lvl6pPr>
            <a:lvl7pPr marL="4267093" lvl="6" indent="-423323" algn="l">
              <a:lnSpc>
                <a:spcPct val="115000"/>
              </a:lnSpc>
              <a:spcBef>
                <a:spcPts val="0"/>
              </a:spcBef>
              <a:spcAft>
                <a:spcPts val="0"/>
              </a:spcAft>
              <a:buSzPts val="1400"/>
              <a:buChar char="●"/>
              <a:defRPr/>
            </a:lvl7pPr>
            <a:lvl8pPr marL="4876678" lvl="7" indent="-423323" algn="l">
              <a:lnSpc>
                <a:spcPct val="115000"/>
              </a:lnSpc>
              <a:spcBef>
                <a:spcPts val="0"/>
              </a:spcBef>
              <a:spcAft>
                <a:spcPts val="0"/>
              </a:spcAft>
              <a:buSzPts val="1400"/>
              <a:buChar char="○"/>
              <a:defRPr/>
            </a:lvl8pPr>
            <a:lvl9pPr marL="5486263" lvl="8" indent="-423323" algn="l">
              <a:lnSpc>
                <a:spcPct val="115000"/>
              </a:lnSpc>
              <a:spcBef>
                <a:spcPts val="0"/>
              </a:spcBef>
              <a:spcAft>
                <a:spcPts val="0"/>
              </a:spcAft>
              <a:buSzPts val="1400"/>
              <a:buChar char="■"/>
              <a:defRPr/>
            </a:lvl9pPr>
          </a:lstStyle>
          <a:p>
            <a:endParaRPr/>
          </a:p>
        </p:txBody>
      </p:sp>
      <p:sp>
        <p:nvSpPr>
          <p:cNvPr id="16" name="Google Shape;16;p18"/>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333"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333"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333"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333"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333"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333"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333"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333"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333"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fld id="{00000000-1234-1234-1234-123412341234}" type="slidenum">
              <a:rPr lang="fr-FR" smtClean="0"/>
              <a:pPr/>
              <a:t>‹#›</a:t>
            </a:fld>
            <a:endParaRPr lang="fr-FR"/>
          </a:p>
        </p:txBody>
      </p:sp>
    </p:spTree>
    <p:extLst>
      <p:ext uri="{BB962C8B-B14F-4D97-AF65-F5344CB8AC3E}">
        <p14:creationId xmlns:p14="http://schemas.microsoft.com/office/powerpoint/2010/main" val="216120195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19"/>
        <p:cNvGrpSpPr/>
        <p:nvPr/>
      </p:nvGrpSpPr>
      <p:grpSpPr>
        <a:xfrm>
          <a:off x="0" y="0"/>
          <a:ext cx="0" cy="0"/>
          <a:chOff x="0" y="0"/>
          <a:chExt cx="0" cy="0"/>
        </a:xfrm>
      </p:grpSpPr>
      <p:sp>
        <p:nvSpPr>
          <p:cNvPr id="20" name="Google Shape;20;p25"/>
          <p:cNvSpPr txBox="1">
            <a:spLocks noGrp="1"/>
          </p:cNvSpPr>
          <p:nvPr>
            <p:ph type="title"/>
          </p:nvPr>
        </p:nvSpPr>
        <p:spPr>
          <a:xfrm>
            <a:off x="609600" y="274639"/>
            <a:ext cx="10972800"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ctr" rtl="0">
              <a:lnSpc>
                <a:spcPct val="100000"/>
              </a:lnSpc>
              <a:spcBef>
                <a:spcPts val="0"/>
              </a:spcBef>
              <a:spcAft>
                <a:spcPts val="0"/>
              </a:spcAft>
              <a:buClr>
                <a:srgbClr val="000000"/>
              </a:buClr>
              <a:buSzPts val="1400"/>
              <a:buFont typeface="Arial" panose="020B060402020202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ctr" rtl="0">
              <a:lnSpc>
                <a:spcPct val="100000"/>
              </a:lnSpc>
              <a:spcBef>
                <a:spcPts val="0"/>
              </a:spcBef>
              <a:spcAft>
                <a:spcPts val="0"/>
              </a:spcAft>
              <a:buClr>
                <a:srgbClr val="000000"/>
              </a:buClr>
              <a:buSzPts val="1400"/>
              <a:buFont typeface="Arial" panose="020B060402020202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ctr" rtl="0">
              <a:lnSpc>
                <a:spcPct val="100000"/>
              </a:lnSpc>
              <a:spcBef>
                <a:spcPts val="0"/>
              </a:spcBef>
              <a:spcAft>
                <a:spcPts val="0"/>
              </a:spcAft>
              <a:buClr>
                <a:srgbClr val="000000"/>
              </a:buClr>
              <a:buSzPts val="1400"/>
              <a:buFont typeface="Arial" panose="020B060402020202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ctr" rtl="0">
              <a:lnSpc>
                <a:spcPct val="100000"/>
              </a:lnSpc>
              <a:spcBef>
                <a:spcPts val="0"/>
              </a:spcBef>
              <a:spcAft>
                <a:spcPts val="0"/>
              </a:spcAft>
              <a:buClr>
                <a:srgbClr val="000000"/>
              </a:buClr>
              <a:buSzPts val="1400"/>
              <a:buFont typeface="Arial" panose="020B060402020202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ctr" rtl="0">
              <a:lnSpc>
                <a:spcPct val="100000"/>
              </a:lnSpc>
              <a:spcBef>
                <a:spcPts val="0"/>
              </a:spcBef>
              <a:spcAft>
                <a:spcPts val="0"/>
              </a:spcAft>
              <a:buClr>
                <a:srgbClr val="000000"/>
              </a:buClr>
              <a:buSzPts val="1400"/>
              <a:buFont typeface="Arial" panose="020B060402020202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ctr" rtl="0">
              <a:lnSpc>
                <a:spcPct val="100000"/>
              </a:lnSpc>
              <a:spcBef>
                <a:spcPts val="0"/>
              </a:spcBef>
              <a:spcAft>
                <a:spcPts val="0"/>
              </a:spcAft>
              <a:buClr>
                <a:srgbClr val="000000"/>
              </a:buClr>
              <a:buSzPts val="1400"/>
              <a:buFont typeface="Arial" panose="020B060402020202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ctr" rtl="0">
              <a:lnSpc>
                <a:spcPct val="100000"/>
              </a:lnSpc>
              <a:spcBef>
                <a:spcPts val="0"/>
              </a:spcBef>
              <a:spcAft>
                <a:spcPts val="0"/>
              </a:spcAft>
              <a:buClr>
                <a:srgbClr val="000000"/>
              </a:buClr>
              <a:buSzPts val="1400"/>
              <a:buFont typeface="Arial" panose="020B060402020202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ctr" rtl="0">
              <a:lnSpc>
                <a:spcPct val="100000"/>
              </a:lnSpc>
              <a:spcBef>
                <a:spcPts val="0"/>
              </a:spcBef>
              <a:spcAft>
                <a:spcPts val="0"/>
              </a:spcAft>
              <a:buClr>
                <a:srgbClr val="000000"/>
              </a:buClr>
              <a:buSzPts val="1400"/>
              <a:buFont typeface="Arial" panose="020B060402020202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21" name="Google Shape;21;p25"/>
          <p:cNvSpPr txBox="1">
            <a:spLocks noGrp="1"/>
          </p:cNvSpPr>
          <p:nvPr>
            <p:ph type="body" idx="1"/>
          </p:nvPr>
        </p:nvSpPr>
        <p:spPr>
          <a:xfrm>
            <a:off x="609600" y="1600201"/>
            <a:ext cx="5384800" cy="4525963"/>
          </a:xfrm>
          <a:prstGeom prst="rect">
            <a:avLst/>
          </a:prstGeom>
          <a:noFill/>
          <a:ln>
            <a:noFill/>
          </a:ln>
        </p:spPr>
        <p:txBody>
          <a:bodyPr spcFirstLastPara="1" wrap="square" lIns="91425" tIns="45700" rIns="91425" bIns="45700" anchor="t" anchorCtr="0">
            <a:noAutofit/>
          </a:bodyPr>
          <a:lstStyle>
            <a:lvl1pPr marL="457189" marR="0" lvl="0" indent="-406390" algn="l" rtl="0">
              <a:lnSpc>
                <a:spcPct val="100000"/>
              </a:lnSpc>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377" marR="0" lvl="1" indent="-38099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566" marR="0" lvl="2" indent="-355591"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754" marR="0" lvl="3" indent="-342891"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5943" marR="0" lvl="4" indent="-342891"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131" marR="0" lvl="5" indent="-342891"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320" marR="0" lvl="6" indent="-342891"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509" marR="0" lvl="7" indent="-342891"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697" marR="0" lvl="8" indent="-342891"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22" name="Google Shape;22;p25"/>
          <p:cNvSpPr txBox="1">
            <a:spLocks noGrp="1"/>
          </p:cNvSpPr>
          <p:nvPr>
            <p:ph type="body" idx="2"/>
          </p:nvPr>
        </p:nvSpPr>
        <p:spPr>
          <a:xfrm>
            <a:off x="6197600" y="1600201"/>
            <a:ext cx="5384800" cy="4525963"/>
          </a:xfrm>
          <a:prstGeom prst="rect">
            <a:avLst/>
          </a:prstGeom>
          <a:noFill/>
          <a:ln>
            <a:noFill/>
          </a:ln>
        </p:spPr>
        <p:txBody>
          <a:bodyPr spcFirstLastPara="1" wrap="square" lIns="91425" tIns="45700" rIns="91425" bIns="45700" anchor="t" anchorCtr="0">
            <a:noAutofit/>
          </a:bodyPr>
          <a:lstStyle>
            <a:lvl1pPr marL="457189" marR="0" lvl="0" indent="-406390" algn="l" rtl="0">
              <a:lnSpc>
                <a:spcPct val="100000"/>
              </a:lnSpc>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377" marR="0" lvl="1" indent="-38099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566" marR="0" lvl="2" indent="-355591"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754" marR="0" lvl="3" indent="-342891"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5943" marR="0" lvl="4" indent="-342891"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131" marR="0" lvl="5" indent="-342891"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320" marR="0" lvl="6" indent="-342891"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509" marR="0" lvl="7" indent="-342891"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697" marR="0" lvl="8" indent="-342891"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23" name="Google Shape;23;p25"/>
          <p:cNvSpPr txBox="1">
            <a:spLocks noGrp="1"/>
          </p:cNvSpPr>
          <p:nvPr>
            <p:ph type="ftr" idx="11"/>
          </p:nvPr>
        </p:nvSpPr>
        <p:spPr>
          <a:xfrm>
            <a:off x="2429935" y="6604000"/>
            <a:ext cx="9084733" cy="2540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25"/>
          <p:cNvSpPr txBox="1">
            <a:spLocks noGrp="1"/>
          </p:cNvSpPr>
          <p:nvPr>
            <p:ph type="sldNum" idx="12"/>
          </p:nvPr>
        </p:nvSpPr>
        <p:spPr>
          <a:xfrm>
            <a:off x="1" y="6604000"/>
            <a:ext cx="2370667" cy="2540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9pPr>
          </a:lstStyle>
          <a:p>
            <a:fld id="{00000000-1234-1234-1234-123412341234}" type="slidenum">
              <a:rPr lang="fr-FR" smtClean="0"/>
              <a:pPr/>
              <a:t>‹#›</a:t>
            </a:fld>
            <a:endParaRPr lang="fr-FR"/>
          </a:p>
        </p:txBody>
      </p:sp>
    </p:spTree>
    <p:extLst>
      <p:ext uri="{BB962C8B-B14F-4D97-AF65-F5344CB8AC3E}">
        <p14:creationId xmlns:p14="http://schemas.microsoft.com/office/powerpoint/2010/main" val="251795760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914400" y="2130449"/>
            <a:ext cx="10363200" cy="1470025"/>
          </a:xfrm>
        </p:spPr>
        <p:txBody>
          <a:bodyPr/>
          <a:lstStyle/>
          <a:p>
            <a:r>
              <a:rPr lang="fr-FR"/>
              <a:t>Cliquez pour modifier le style du titre</a:t>
            </a:r>
          </a:p>
        </p:txBody>
      </p:sp>
      <p:sp>
        <p:nvSpPr>
          <p:cNvPr id="3" name="Sous-titre 2"/>
          <p:cNvSpPr>
            <a:spLocks noGrp="1"/>
          </p:cNvSpPr>
          <p:nvPr>
            <p:ph type="subTitle" idx="1"/>
          </p:nvPr>
        </p:nvSpPr>
        <p:spPr>
          <a:xfrm>
            <a:off x="1828800" y="3886200"/>
            <a:ext cx="8534400" cy="1752600"/>
          </a:xfrm>
        </p:spPr>
        <p:txBody>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vl6pPr marL="2285943" indent="0" algn="ctr">
              <a:buNone/>
              <a:defRPr/>
            </a:lvl6pPr>
            <a:lvl7pPr marL="2743131" indent="0" algn="ctr">
              <a:buNone/>
              <a:defRPr/>
            </a:lvl7pPr>
            <a:lvl8pPr marL="3200320" indent="0" algn="ctr">
              <a:buNone/>
              <a:defRPr/>
            </a:lvl8pPr>
            <a:lvl9pPr marL="3657509" indent="0" algn="ctr">
              <a:buNone/>
              <a:defRPr/>
            </a:lvl9pPr>
          </a:lstStyle>
          <a:p>
            <a:r>
              <a:rPr lang="fr-FR"/>
              <a:t>Cliquez pour modifier le style des sous-titres du masque</a:t>
            </a:r>
          </a:p>
        </p:txBody>
      </p:sp>
      <p:sp>
        <p:nvSpPr>
          <p:cNvPr id="4" name="Rectangle 4"/>
          <p:cNvSpPr>
            <a:spLocks noGrp="1" noChangeArrowheads="1"/>
          </p:cNvSpPr>
          <p:nvPr>
            <p:ph type="dt" sz="half" idx="10"/>
          </p:nvPr>
        </p:nvSpPr>
        <p:spPr/>
        <p:txBody>
          <a:bodyPr/>
          <a:lstStyle>
            <a:lvl1pPr>
              <a:defRPr/>
            </a:lvl1pPr>
          </a:lstStyle>
          <a:p>
            <a:pPr>
              <a:defRPr/>
            </a:pPr>
            <a:endParaRPr lang="fr-FR"/>
          </a:p>
        </p:txBody>
      </p:sp>
      <p:sp>
        <p:nvSpPr>
          <p:cNvPr id="5" name="Rectangle 5"/>
          <p:cNvSpPr>
            <a:spLocks noGrp="1" noChangeArrowheads="1"/>
          </p:cNvSpPr>
          <p:nvPr>
            <p:ph type="ftr" sz="quarter" idx="11"/>
          </p:nvPr>
        </p:nvSpPr>
        <p:spPr>
          <a:xfrm>
            <a:off x="4165600" y="6165873"/>
            <a:ext cx="3860800" cy="555625"/>
          </a:xfrm>
          <a:prstGeom prst="rect">
            <a:avLst/>
          </a:prstGeom>
        </p:spPr>
        <p:txBody>
          <a:bodyPr/>
          <a:lstStyle>
            <a:lvl1pPr>
              <a:defRPr>
                <a:cs typeface="Arial" pitchFamily="34" charset="0"/>
              </a:defRPr>
            </a:lvl1pPr>
          </a:lstStyle>
          <a:p>
            <a:pPr>
              <a:defRPr/>
            </a:pPr>
            <a:endParaRPr lang="fr-FR"/>
          </a:p>
        </p:txBody>
      </p:sp>
    </p:spTree>
    <p:extLst>
      <p:ext uri="{BB962C8B-B14F-4D97-AF65-F5344CB8AC3E}">
        <p14:creationId xmlns:p14="http://schemas.microsoft.com/office/powerpoint/2010/main" val="153360019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4"/>
          <p:cNvSpPr>
            <a:spLocks noGrp="1" noChangeArrowheads="1"/>
          </p:cNvSpPr>
          <p:nvPr>
            <p:ph type="dt" sz="half" idx="10"/>
          </p:nvPr>
        </p:nvSpPr>
        <p:spPr/>
        <p:txBody>
          <a:bodyPr/>
          <a:lstStyle>
            <a:lvl1pPr>
              <a:defRPr/>
            </a:lvl1pPr>
          </a:lstStyle>
          <a:p>
            <a:pPr>
              <a:defRPr/>
            </a:pPr>
            <a:endParaRPr lang="fr-FR"/>
          </a:p>
        </p:txBody>
      </p:sp>
      <p:sp>
        <p:nvSpPr>
          <p:cNvPr id="5" name="Rectangle 5"/>
          <p:cNvSpPr>
            <a:spLocks noGrp="1" noChangeArrowheads="1"/>
          </p:cNvSpPr>
          <p:nvPr>
            <p:ph type="ftr" sz="quarter" idx="11"/>
          </p:nvPr>
        </p:nvSpPr>
        <p:spPr>
          <a:xfrm>
            <a:off x="4165600" y="6165873"/>
            <a:ext cx="3860800" cy="555625"/>
          </a:xfrm>
          <a:prstGeom prst="rect">
            <a:avLst/>
          </a:prstGeom>
        </p:spPr>
        <p:txBody>
          <a:bodyPr/>
          <a:lstStyle>
            <a:lvl1pPr>
              <a:defRPr>
                <a:cs typeface="Arial" pitchFamily="34" charset="0"/>
              </a:defRPr>
            </a:lvl1pPr>
          </a:lstStyle>
          <a:p>
            <a:pPr>
              <a:defRPr/>
            </a:pPr>
            <a:endParaRPr lang="fr-FR"/>
          </a:p>
        </p:txBody>
      </p:sp>
    </p:spTree>
    <p:extLst>
      <p:ext uri="{BB962C8B-B14F-4D97-AF65-F5344CB8AC3E}">
        <p14:creationId xmlns:p14="http://schemas.microsoft.com/office/powerpoint/2010/main" val="249162415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963084" y="4406915"/>
            <a:ext cx="10363200" cy="1362075"/>
          </a:xfrm>
        </p:spPr>
        <p:txBody>
          <a:bodyPr anchor="t"/>
          <a:lstStyle>
            <a:lvl1pPr algn="l">
              <a:defRPr sz="4000" b="1" cap="all"/>
            </a:lvl1pPr>
          </a:lstStyle>
          <a:p>
            <a:r>
              <a:rPr lang="fr-FR"/>
              <a:t>Cliquez pour modifier le style du titre</a:t>
            </a:r>
          </a:p>
        </p:txBody>
      </p:sp>
      <p:sp>
        <p:nvSpPr>
          <p:cNvPr id="3" name="Espace réservé du texte 2"/>
          <p:cNvSpPr>
            <a:spLocks noGrp="1"/>
          </p:cNvSpPr>
          <p:nvPr>
            <p:ph type="body" idx="1"/>
          </p:nvPr>
        </p:nvSpPr>
        <p:spPr>
          <a:xfrm>
            <a:off x="963084" y="2906722"/>
            <a:ext cx="10363200" cy="1500187"/>
          </a:xfrm>
        </p:spPr>
        <p:txBody>
          <a:bodyPr anchor="b"/>
          <a:lstStyle>
            <a:lvl1pPr marL="0" indent="0">
              <a:buNone/>
              <a:defRPr sz="2000"/>
            </a:lvl1pPr>
            <a:lvl2pPr marL="457189" indent="0">
              <a:buNone/>
              <a:defRPr sz="1800"/>
            </a:lvl2pPr>
            <a:lvl3pPr marL="914377" indent="0">
              <a:buNone/>
              <a:defRPr sz="1600"/>
            </a:lvl3pPr>
            <a:lvl4pPr marL="1371566" indent="0">
              <a:buNone/>
              <a:defRPr sz="1400"/>
            </a:lvl4pPr>
            <a:lvl5pPr marL="1828754" indent="0">
              <a:buNone/>
              <a:defRPr sz="1400"/>
            </a:lvl5pPr>
            <a:lvl6pPr marL="2285943" indent="0">
              <a:buNone/>
              <a:defRPr sz="1400"/>
            </a:lvl6pPr>
            <a:lvl7pPr marL="2743131" indent="0">
              <a:buNone/>
              <a:defRPr sz="1400"/>
            </a:lvl7pPr>
            <a:lvl8pPr marL="3200320" indent="0">
              <a:buNone/>
              <a:defRPr sz="1400"/>
            </a:lvl8pPr>
            <a:lvl9pPr marL="3657509" indent="0">
              <a:buNone/>
              <a:defRPr sz="1400"/>
            </a:lvl9pPr>
          </a:lstStyle>
          <a:p>
            <a:pPr lvl="0"/>
            <a:r>
              <a:rPr lang="fr-FR"/>
              <a:t>Cliquez pour modifier les styles du texte du masque</a:t>
            </a:r>
          </a:p>
        </p:txBody>
      </p:sp>
      <p:sp>
        <p:nvSpPr>
          <p:cNvPr id="4" name="Rectangle 4"/>
          <p:cNvSpPr>
            <a:spLocks noGrp="1" noChangeArrowheads="1"/>
          </p:cNvSpPr>
          <p:nvPr>
            <p:ph type="dt" sz="half" idx="10"/>
          </p:nvPr>
        </p:nvSpPr>
        <p:spPr/>
        <p:txBody>
          <a:bodyPr/>
          <a:lstStyle>
            <a:lvl1pPr>
              <a:defRPr/>
            </a:lvl1pPr>
          </a:lstStyle>
          <a:p>
            <a:pPr>
              <a:defRPr/>
            </a:pPr>
            <a:endParaRPr lang="fr-FR"/>
          </a:p>
        </p:txBody>
      </p:sp>
      <p:sp>
        <p:nvSpPr>
          <p:cNvPr id="5" name="Rectangle 5"/>
          <p:cNvSpPr>
            <a:spLocks noGrp="1" noChangeArrowheads="1"/>
          </p:cNvSpPr>
          <p:nvPr>
            <p:ph type="ftr" sz="quarter" idx="11"/>
          </p:nvPr>
        </p:nvSpPr>
        <p:spPr>
          <a:xfrm>
            <a:off x="4165600" y="6165873"/>
            <a:ext cx="3860800" cy="555625"/>
          </a:xfrm>
          <a:prstGeom prst="rect">
            <a:avLst/>
          </a:prstGeom>
        </p:spPr>
        <p:txBody>
          <a:bodyPr/>
          <a:lstStyle>
            <a:lvl1pPr>
              <a:defRPr>
                <a:cs typeface="Arial" pitchFamily="34" charset="0"/>
              </a:defRPr>
            </a:lvl1pPr>
          </a:lstStyle>
          <a:p>
            <a:pPr>
              <a:defRPr/>
            </a:pPr>
            <a:endParaRPr lang="fr-FR"/>
          </a:p>
        </p:txBody>
      </p:sp>
    </p:spTree>
    <p:extLst>
      <p:ext uri="{BB962C8B-B14F-4D97-AF65-F5344CB8AC3E}">
        <p14:creationId xmlns:p14="http://schemas.microsoft.com/office/powerpoint/2010/main" val="232074718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609600" y="1600206"/>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97600" y="1600206"/>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Rectangle 4"/>
          <p:cNvSpPr>
            <a:spLocks noGrp="1" noChangeArrowheads="1"/>
          </p:cNvSpPr>
          <p:nvPr>
            <p:ph type="dt" sz="half" idx="10"/>
          </p:nvPr>
        </p:nvSpPr>
        <p:spPr/>
        <p:txBody>
          <a:bodyPr/>
          <a:lstStyle>
            <a:lvl1pPr>
              <a:defRPr/>
            </a:lvl1pPr>
          </a:lstStyle>
          <a:p>
            <a:pPr>
              <a:defRPr/>
            </a:pPr>
            <a:endParaRPr lang="fr-FR"/>
          </a:p>
        </p:txBody>
      </p:sp>
      <p:sp>
        <p:nvSpPr>
          <p:cNvPr id="6" name="Espace réservé du pied de page 5"/>
          <p:cNvSpPr>
            <a:spLocks noGrp="1" noChangeArrowheads="1"/>
          </p:cNvSpPr>
          <p:nvPr>
            <p:ph type="ftr" sz="quarter" idx="11"/>
          </p:nvPr>
        </p:nvSpPr>
        <p:spPr>
          <a:xfrm>
            <a:off x="4165600" y="6165873"/>
            <a:ext cx="3860800" cy="555625"/>
          </a:xfrm>
          <a:prstGeom prst="rect">
            <a:avLst/>
          </a:prstGeom>
        </p:spPr>
        <p:txBody>
          <a:bodyPr/>
          <a:lstStyle>
            <a:lvl1pPr>
              <a:defRPr>
                <a:cs typeface="Arial" pitchFamily="34" charset="0"/>
              </a:defRPr>
            </a:lvl1pPr>
          </a:lstStyle>
          <a:p>
            <a:pPr>
              <a:defRPr/>
            </a:pPr>
            <a:endParaRPr lang="fr-FR"/>
          </a:p>
        </p:txBody>
      </p:sp>
    </p:spTree>
    <p:extLst>
      <p:ext uri="{BB962C8B-B14F-4D97-AF65-F5344CB8AC3E}">
        <p14:creationId xmlns:p14="http://schemas.microsoft.com/office/powerpoint/2010/main" val="386122389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609604" y="1535117"/>
            <a:ext cx="5386917"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609604"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93382" y="1535117"/>
            <a:ext cx="5389033"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6193382"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Rectangle 4"/>
          <p:cNvSpPr>
            <a:spLocks noGrp="1" noChangeArrowheads="1"/>
          </p:cNvSpPr>
          <p:nvPr>
            <p:ph type="dt" sz="half" idx="10"/>
          </p:nvPr>
        </p:nvSpPr>
        <p:spPr/>
        <p:txBody>
          <a:bodyPr/>
          <a:lstStyle>
            <a:lvl1pPr>
              <a:defRPr/>
            </a:lvl1pPr>
          </a:lstStyle>
          <a:p>
            <a:pPr>
              <a:defRPr/>
            </a:pPr>
            <a:endParaRPr lang="fr-FR"/>
          </a:p>
        </p:txBody>
      </p:sp>
      <p:sp>
        <p:nvSpPr>
          <p:cNvPr id="8" name="Rectangle 5"/>
          <p:cNvSpPr>
            <a:spLocks noGrp="1" noChangeArrowheads="1"/>
          </p:cNvSpPr>
          <p:nvPr>
            <p:ph type="ftr" sz="quarter" idx="11"/>
          </p:nvPr>
        </p:nvSpPr>
        <p:spPr>
          <a:xfrm>
            <a:off x="4165600" y="6165873"/>
            <a:ext cx="3860800" cy="555625"/>
          </a:xfrm>
          <a:prstGeom prst="rect">
            <a:avLst/>
          </a:prstGeom>
        </p:spPr>
        <p:txBody>
          <a:bodyPr/>
          <a:lstStyle>
            <a:lvl1pPr>
              <a:defRPr>
                <a:cs typeface="Arial" pitchFamily="34" charset="0"/>
              </a:defRPr>
            </a:lvl1pPr>
          </a:lstStyle>
          <a:p>
            <a:pPr>
              <a:defRPr/>
            </a:pPr>
            <a:endParaRPr lang="fr-FR"/>
          </a:p>
        </p:txBody>
      </p:sp>
    </p:spTree>
    <p:extLst>
      <p:ext uri="{BB962C8B-B14F-4D97-AF65-F5344CB8AC3E}">
        <p14:creationId xmlns:p14="http://schemas.microsoft.com/office/powerpoint/2010/main" val="2424383698"/>
      </p:ext>
    </p:extLst>
  </p:cSld>
  <p:clrMapOvr>
    <a:masterClrMapping/>
  </p:clrMapOvr>
  <p:hf hdr="0" ftr="0" dt="0"/>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Titre seul">
    <p:spTree>
      <p:nvGrpSpPr>
        <p:cNvPr id="1" name=""/>
        <p:cNvGrpSpPr/>
        <p:nvPr/>
      </p:nvGrpSpPr>
      <p:grpSpPr>
        <a:xfrm>
          <a:off x="0" y="0"/>
          <a:ext cx="0" cy="0"/>
          <a:chOff x="0" y="0"/>
          <a:chExt cx="0" cy="0"/>
        </a:xfrm>
      </p:grpSpPr>
      <p:sp>
        <p:nvSpPr>
          <p:cNvPr id="3" name="Rectangle 4"/>
          <p:cNvSpPr>
            <a:spLocks noGrp="1" noChangeArrowheads="1"/>
          </p:cNvSpPr>
          <p:nvPr>
            <p:ph type="dt" sz="half" idx="10"/>
          </p:nvPr>
        </p:nvSpPr>
        <p:spPr/>
        <p:txBody>
          <a:bodyPr/>
          <a:lstStyle>
            <a:lvl1pPr>
              <a:defRPr/>
            </a:lvl1pPr>
          </a:lstStyle>
          <a:p>
            <a:pPr>
              <a:defRPr/>
            </a:pPr>
            <a:endParaRPr lang="fr-FR"/>
          </a:p>
        </p:txBody>
      </p:sp>
      <p:sp>
        <p:nvSpPr>
          <p:cNvPr id="4" name="Rectangle 5"/>
          <p:cNvSpPr>
            <a:spLocks noGrp="1" noChangeArrowheads="1"/>
          </p:cNvSpPr>
          <p:nvPr>
            <p:ph type="ftr" sz="quarter" idx="11"/>
          </p:nvPr>
        </p:nvSpPr>
        <p:spPr>
          <a:xfrm>
            <a:off x="4165600" y="6165873"/>
            <a:ext cx="3860800" cy="555625"/>
          </a:xfrm>
          <a:prstGeom prst="rect">
            <a:avLst/>
          </a:prstGeom>
        </p:spPr>
        <p:txBody>
          <a:bodyPr/>
          <a:lstStyle>
            <a:lvl1pPr>
              <a:defRPr>
                <a:cs typeface="Arial" pitchFamily="34" charset="0"/>
              </a:defRPr>
            </a:lvl1pPr>
          </a:lstStyle>
          <a:p>
            <a:pPr>
              <a:defRPr/>
            </a:pPr>
            <a:endParaRPr lang="fr-FR"/>
          </a:p>
        </p:txBody>
      </p:sp>
      <p:sp>
        <p:nvSpPr>
          <p:cNvPr id="5" name="Titre 4"/>
          <p:cNvSpPr>
            <a:spLocks noGrp="1"/>
          </p:cNvSpPr>
          <p:nvPr>
            <p:ph type="title"/>
          </p:nvPr>
        </p:nvSpPr>
        <p:spPr/>
        <p:txBody>
          <a:bodyPr/>
          <a:lstStyle/>
          <a:p>
            <a:r>
              <a:rPr lang="fr-FR"/>
              <a:t>Modifiez le style du titre</a:t>
            </a:r>
          </a:p>
        </p:txBody>
      </p:sp>
    </p:spTree>
    <p:extLst>
      <p:ext uri="{BB962C8B-B14F-4D97-AF65-F5344CB8AC3E}">
        <p14:creationId xmlns:p14="http://schemas.microsoft.com/office/powerpoint/2010/main" val="116469047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fr-FR"/>
          </a:p>
        </p:txBody>
      </p:sp>
      <p:sp>
        <p:nvSpPr>
          <p:cNvPr id="3" name="Rectangle 5"/>
          <p:cNvSpPr>
            <a:spLocks noGrp="1" noChangeArrowheads="1"/>
          </p:cNvSpPr>
          <p:nvPr>
            <p:ph type="ftr" sz="quarter" idx="11"/>
          </p:nvPr>
        </p:nvSpPr>
        <p:spPr>
          <a:xfrm>
            <a:off x="4165600" y="6165873"/>
            <a:ext cx="3860800" cy="555625"/>
          </a:xfrm>
          <a:prstGeom prst="rect">
            <a:avLst/>
          </a:prstGeom>
        </p:spPr>
        <p:txBody>
          <a:bodyPr/>
          <a:lstStyle>
            <a:lvl1pPr>
              <a:defRPr>
                <a:cs typeface="Arial" pitchFamily="34" charset="0"/>
              </a:defRPr>
            </a:lvl1pPr>
          </a:lstStyle>
          <a:p>
            <a:pPr>
              <a:defRPr/>
            </a:pPr>
            <a:endParaRPr lang="fr-FR"/>
          </a:p>
        </p:txBody>
      </p:sp>
    </p:spTree>
    <p:extLst>
      <p:ext uri="{BB962C8B-B14F-4D97-AF65-F5344CB8AC3E}">
        <p14:creationId xmlns:p14="http://schemas.microsoft.com/office/powerpoint/2010/main" val="105774405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609603" y="273052"/>
            <a:ext cx="4011084" cy="1162051"/>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4766739" y="273065"/>
            <a:ext cx="681566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609603" y="1435104"/>
            <a:ext cx="4011084"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fr-FR"/>
              <a:t>Cliquez pour modifier les styles du texte du masque</a:t>
            </a:r>
          </a:p>
        </p:txBody>
      </p:sp>
      <p:sp>
        <p:nvSpPr>
          <p:cNvPr id="5" name="Rectangle 4"/>
          <p:cNvSpPr>
            <a:spLocks noGrp="1" noChangeArrowheads="1"/>
          </p:cNvSpPr>
          <p:nvPr>
            <p:ph type="dt" sz="half" idx="10"/>
          </p:nvPr>
        </p:nvSpPr>
        <p:spPr/>
        <p:txBody>
          <a:bodyPr/>
          <a:lstStyle>
            <a:lvl1pPr>
              <a:defRPr/>
            </a:lvl1pPr>
          </a:lstStyle>
          <a:p>
            <a:pPr>
              <a:defRPr/>
            </a:pPr>
            <a:endParaRPr lang="fr-FR"/>
          </a:p>
        </p:txBody>
      </p:sp>
      <p:sp>
        <p:nvSpPr>
          <p:cNvPr id="6" name="Espace réservé du pied de page 5"/>
          <p:cNvSpPr>
            <a:spLocks noGrp="1" noChangeArrowheads="1"/>
          </p:cNvSpPr>
          <p:nvPr>
            <p:ph type="ftr" sz="quarter" idx="11"/>
          </p:nvPr>
        </p:nvSpPr>
        <p:spPr>
          <a:xfrm>
            <a:off x="4165600" y="6165873"/>
            <a:ext cx="3860800" cy="555625"/>
          </a:xfrm>
          <a:prstGeom prst="rect">
            <a:avLst/>
          </a:prstGeom>
        </p:spPr>
        <p:txBody>
          <a:bodyPr/>
          <a:lstStyle>
            <a:lvl1pPr>
              <a:defRPr>
                <a:cs typeface="Arial" pitchFamily="34" charset="0"/>
              </a:defRPr>
            </a:lvl1pPr>
          </a:lstStyle>
          <a:p>
            <a:pPr>
              <a:defRPr/>
            </a:pPr>
            <a:endParaRPr lang="fr-FR"/>
          </a:p>
        </p:txBody>
      </p:sp>
    </p:spTree>
    <p:extLst>
      <p:ext uri="{BB962C8B-B14F-4D97-AF65-F5344CB8AC3E}">
        <p14:creationId xmlns:p14="http://schemas.microsoft.com/office/powerpoint/2010/main" val="415524320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Image avec légende">
    <p:spTree>
      <p:nvGrpSpPr>
        <p:cNvPr id="1" name=""/>
        <p:cNvGrpSpPr/>
        <p:nvPr/>
      </p:nvGrpSpPr>
      <p:grpSpPr>
        <a:xfrm>
          <a:off x="0" y="0"/>
          <a:ext cx="0" cy="0"/>
          <a:chOff x="0" y="0"/>
          <a:chExt cx="0" cy="0"/>
        </a:xfrm>
      </p:grpSpPr>
      <p:sp>
        <p:nvSpPr>
          <p:cNvPr id="3" name="Espace réservé pour une image  2"/>
          <p:cNvSpPr>
            <a:spLocks noGrp="1"/>
          </p:cNvSpPr>
          <p:nvPr>
            <p:ph type="pic" idx="1"/>
          </p:nvPr>
        </p:nvSpPr>
        <p:spPr>
          <a:xfrm>
            <a:off x="2389717" y="612775"/>
            <a:ext cx="7315200" cy="411480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pPr lvl="0"/>
            <a:endParaRPr lang="fr-FR" noProof="0"/>
          </a:p>
        </p:txBody>
      </p:sp>
      <p:sp>
        <p:nvSpPr>
          <p:cNvPr id="4" name="Espace réservé du texte 3"/>
          <p:cNvSpPr>
            <a:spLocks noGrp="1"/>
          </p:cNvSpPr>
          <p:nvPr>
            <p:ph type="body" sz="half" idx="2"/>
          </p:nvPr>
        </p:nvSpPr>
        <p:spPr>
          <a:xfrm>
            <a:off x="2389717" y="5367353"/>
            <a:ext cx="7315200" cy="8048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fr-FR"/>
              <a:t>Cliquez pour modifier les styles du texte du masque</a:t>
            </a:r>
          </a:p>
        </p:txBody>
      </p:sp>
      <p:sp>
        <p:nvSpPr>
          <p:cNvPr id="5" name="Rectangle 4"/>
          <p:cNvSpPr>
            <a:spLocks noGrp="1" noChangeArrowheads="1"/>
          </p:cNvSpPr>
          <p:nvPr>
            <p:ph type="dt" sz="half" idx="10"/>
          </p:nvPr>
        </p:nvSpPr>
        <p:spPr/>
        <p:txBody>
          <a:bodyPr/>
          <a:lstStyle>
            <a:lvl1pPr>
              <a:defRPr/>
            </a:lvl1pPr>
          </a:lstStyle>
          <a:p>
            <a:pPr>
              <a:defRPr/>
            </a:pPr>
            <a:endParaRPr lang="fr-FR"/>
          </a:p>
        </p:txBody>
      </p:sp>
      <p:sp>
        <p:nvSpPr>
          <p:cNvPr id="6" name="Espace réservé du pied de page 5"/>
          <p:cNvSpPr>
            <a:spLocks noGrp="1" noChangeArrowheads="1"/>
          </p:cNvSpPr>
          <p:nvPr>
            <p:ph type="ftr" sz="quarter" idx="11"/>
          </p:nvPr>
        </p:nvSpPr>
        <p:spPr>
          <a:xfrm>
            <a:off x="4165600" y="6165873"/>
            <a:ext cx="3860800" cy="555625"/>
          </a:xfrm>
          <a:prstGeom prst="rect">
            <a:avLst/>
          </a:prstGeom>
        </p:spPr>
        <p:txBody>
          <a:bodyPr/>
          <a:lstStyle>
            <a:lvl1pPr>
              <a:defRPr>
                <a:cs typeface="Arial" pitchFamily="34" charset="0"/>
              </a:defRPr>
            </a:lvl1pPr>
          </a:lstStyle>
          <a:p>
            <a:pPr>
              <a:defRPr/>
            </a:pPr>
            <a:endParaRPr lang="fr-FR"/>
          </a:p>
        </p:txBody>
      </p:sp>
    </p:spTree>
    <p:extLst>
      <p:ext uri="{BB962C8B-B14F-4D97-AF65-F5344CB8AC3E}">
        <p14:creationId xmlns:p14="http://schemas.microsoft.com/office/powerpoint/2010/main" val="342348360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4"/>
          <p:cNvSpPr>
            <a:spLocks noGrp="1" noChangeArrowheads="1"/>
          </p:cNvSpPr>
          <p:nvPr>
            <p:ph type="dt" sz="half" idx="10"/>
          </p:nvPr>
        </p:nvSpPr>
        <p:spPr/>
        <p:txBody>
          <a:bodyPr/>
          <a:lstStyle>
            <a:lvl1pPr>
              <a:defRPr/>
            </a:lvl1pPr>
          </a:lstStyle>
          <a:p>
            <a:pPr>
              <a:defRPr/>
            </a:pPr>
            <a:endParaRPr lang="fr-FR"/>
          </a:p>
        </p:txBody>
      </p:sp>
      <p:sp>
        <p:nvSpPr>
          <p:cNvPr id="5" name="Rectangle 5"/>
          <p:cNvSpPr>
            <a:spLocks noGrp="1" noChangeArrowheads="1"/>
          </p:cNvSpPr>
          <p:nvPr>
            <p:ph type="ftr" sz="quarter" idx="11"/>
          </p:nvPr>
        </p:nvSpPr>
        <p:spPr>
          <a:xfrm>
            <a:off x="4165600" y="6165873"/>
            <a:ext cx="3860800" cy="555625"/>
          </a:xfrm>
          <a:prstGeom prst="rect">
            <a:avLst/>
          </a:prstGeom>
        </p:spPr>
        <p:txBody>
          <a:bodyPr/>
          <a:lstStyle>
            <a:lvl1pPr>
              <a:defRPr>
                <a:cs typeface="Arial" pitchFamily="34" charset="0"/>
              </a:defRPr>
            </a:lvl1pPr>
          </a:lstStyle>
          <a:p>
            <a:pPr>
              <a:defRPr/>
            </a:pPr>
            <a:endParaRPr lang="fr-FR"/>
          </a:p>
        </p:txBody>
      </p:sp>
    </p:spTree>
    <p:extLst>
      <p:ext uri="{BB962C8B-B14F-4D97-AF65-F5344CB8AC3E}">
        <p14:creationId xmlns:p14="http://schemas.microsoft.com/office/powerpoint/2010/main" val="359133591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839200" y="274640"/>
            <a:ext cx="2743200" cy="5851525"/>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609600" y="274640"/>
            <a:ext cx="8026400" cy="585152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4"/>
          <p:cNvSpPr>
            <a:spLocks noGrp="1" noChangeArrowheads="1"/>
          </p:cNvSpPr>
          <p:nvPr>
            <p:ph type="dt" sz="half" idx="10"/>
          </p:nvPr>
        </p:nvSpPr>
        <p:spPr/>
        <p:txBody>
          <a:bodyPr/>
          <a:lstStyle>
            <a:lvl1pPr>
              <a:defRPr/>
            </a:lvl1pPr>
          </a:lstStyle>
          <a:p>
            <a:pPr>
              <a:defRPr/>
            </a:pPr>
            <a:endParaRPr lang="fr-FR"/>
          </a:p>
        </p:txBody>
      </p:sp>
      <p:sp>
        <p:nvSpPr>
          <p:cNvPr id="5" name="Rectangle 5"/>
          <p:cNvSpPr>
            <a:spLocks noGrp="1" noChangeArrowheads="1"/>
          </p:cNvSpPr>
          <p:nvPr>
            <p:ph type="ftr" sz="quarter" idx="11"/>
          </p:nvPr>
        </p:nvSpPr>
        <p:spPr>
          <a:xfrm>
            <a:off x="4165600" y="6165873"/>
            <a:ext cx="3860800" cy="555625"/>
          </a:xfrm>
          <a:prstGeom prst="rect">
            <a:avLst/>
          </a:prstGeom>
        </p:spPr>
        <p:txBody>
          <a:bodyPr/>
          <a:lstStyle>
            <a:lvl1pPr>
              <a:defRPr>
                <a:cs typeface="Arial" pitchFamily="34" charset="0"/>
              </a:defRPr>
            </a:lvl1pPr>
          </a:lstStyle>
          <a:p>
            <a:pPr>
              <a:defRPr/>
            </a:pPr>
            <a:endParaRPr lang="fr-FR"/>
          </a:p>
        </p:txBody>
      </p:sp>
    </p:spTree>
    <p:extLst>
      <p:ext uri="{BB962C8B-B14F-4D97-AF65-F5344CB8AC3E}">
        <p14:creationId xmlns:p14="http://schemas.microsoft.com/office/powerpoint/2010/main" val="67861791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CDFF588-7E48-9805-F792-2492EFF0AB46}"/>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BD845B8A-A5A9-DB03-B8CB-963DBB5CE1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FA158736-3ACB-2D5B-911A-05520B8C8432}"/>
              </a:ext>
            </a:extLst>
          </p:cNvPr>
          <p:cNvSpPr>
            <a:spLocks noGrp="1"/>
          </p:cNvSpPr>
          <p:nvPr>
            <p:ph type="dt" sz="half" idx="10"/>
          </p:nvPr>
        </p:nvSpPr>
        <p:spPr/>
        <p:txBody>
          <a:bodyPr/>
          <a:lstStyle/>
          <a:p>
            <a:fld id="{1A6CC1C3-8C7E-4129-88B9-D491AF3A5437}" type="datetimeFigureOut">
              <a:rPr lang="fr-FR" smtClean="0"/>
              <a:t>15/12/2025</a:t>
            </a:fld>
            <a:endParaRPr lang="fr-FR"/>
          </a:p>
        </p:txBody>
      </p:sp>
      <p:sp>
        <p:nvSpPr>
          <p:cNvPr id="5" name="Espace réservé du pied de page 4">
            <a:extLst>
              <a:ext uri="{FF2B5EF4-FFF2-40B4-BE49-F238E27FC236}">
                <a16:creationId xmlns:a16="http://schemas.microsoft.com/office/drawing/2014/main" id="{5FDAA3FE-D3FB-7F11-F7C2-2FCFABEDDAF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B0E1E55-9120-1183-E610-C34009916629}"/>
              </a:ext>
            </a:extLst>
          </p:cNvPr>
          <p:cNvSpPr>
            <a:spLocks noGrp="1"/>
          </p:cNvSpPr>
          <p:nvPr>
            <p:ph type="sldNum" sz="quarter" idx="12"/>
          </p:nvPr>
        </p:nvSpPr>
        <p:spPr/>
        <p:txBody>
          <a:bodyPr/>
          <a:lstStyle/>
          <a:p>
            <a:fld id="{2FA71D63-FBD3-4703-AE7C-80C8287C677E}" type="slidenum">
              <a:rPr lang="fr-FR" smtClean="0"/>
              <a:t>‹#›</a:t>
            </a:fld>
            <a:endParaRPr lang="fr-FR"/>
          </a:p>
        </p:txBody>
      </p:sp>
    </p:spTree>
    <p:extLst>
      <p:ext uri="{BB962C8B-B14F-4D97-AF65-F5344CB8AC3E}">
        <p14:creationId xmlns:p14="http://schemas.microsoft.com/office/powerpoint/2010/main" val="70871163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8683EF-B237-BB15-F730-1A79BAAD0CB0}"/>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C31A7079-FA61-1904-3B61-324BC27F8C50}"/>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7271B36-46AE-868B-7B59-013E67F1C517}"/>
              </a:ext>
            </a:extLst>
          </p:cNvPr>
          <p:cNvSpPr>
            <a:spLocks noGrp="1"/>
          </p:cNvSpPr>
          <p:nvPr>
            <p:ph type="dt" sz="half" idx="10"/>
          </p:nvPr>
        </p:nvSpPr>
        <p:spPr/>
        <p:txBody>
          <a:bodyPr/>
          <a:lstStyle/>
          <a:p>
            <a:fld id="{1A6CC1C3-8C7E-4129-88B9-D491AF3A5437}" type="datetimeFigureOut">
              <a:rPr lang="fr-FR" smtClean="0"/>
              <a:t>15/12/2025</a:t>
            </a:fld>
            <a:endParaRPr lang="fr-FR"/>
          </a:p>
        </p:txBody>
      </p:sp>
      <p:sp>
        <p:nvSpPr>
          <p:cNvPr id="5" name="Espace réservé du pied de page 4">
            <a:extLst>
              <a:ext uri="{FF2B5EF4-FFF2-40B4-BE49-F238E27FC236}">
                <a16:creationId xmlns:a16="http://schemas.microsoft.com/office/drawing/2014/main" id="{E1F1EACC-9AD2-8111-B7F5-F67A3A9BBA5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6ED3118-7EDA-11E2-E2F8-A5CFCFF2ECD5}"/>
              </a:ext>
            </a:extLst>
          </p:cNvPr>
          <p:cNvSpPr>
            <a:spLocks noGrp="1"/>
          </p:cNvSpPr>
          <p:nvPr>
            <p:ph type="sldNum" sz="quarter" idx="12"/>
          </p:nvPr>
        </p:nvSpPr>
        <p:spPr/>
        <p:txBody>
          <a:bodyPr/>
          <a:lstStyle/>
          <a:p>
            <a:fld id="{2FA71D63-FBD3-4703-AE7C-80C8287C677E}" type="slidenum">
              <a:rPr lang="fr-FR" smtClean="0"/>
              <a:t>‹#›</a:t>
            </a:fld>
            <a:endParaRPr lang="fr-FR"/>
          </a:p>
        </p:txBody>
      </p:sp>
    </p:spTree>
    <p:extLst>
      <p:ext uri="{BB962C8B-B14F-4D97-AF65-F5344CB8AC3E}">
        <p14:creationId xmlns:p14="http://schemas.microsoft.com/office/powerpoint/2010/main" val="249747488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195BABE-590F-47A5-33BA-482150D20560}"/>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22215292-F3A0-AFD4-446D-4D11E549FEC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C275A2C2-868B-4331-9BF6-7EA36C4CCF10}"/>
              </a:ext>
            </a:extLst>
          </p:cNvPr>
          <p:cNvSpPr>
            <a:spLocks noGrp="1"/>
          </p:cNvSpPr>
          <p:nvPr>
            <p:ph type="dt" sz="half" idx="10"/>
          </p:nvPr>
        </p:nvSpPr>
        <p:spPr/>
        <p:txBody>
          <a:bodyPr/>
          <a:lstStyle/>
          <a:p>
            <a:fld id="{1A6CC1C3-8C7E-4129-88B9-D491AF3A5437}" type="datetimeFigureOut">
              <a:rPr lang="fr-FR" smtClean="0"/>
              <a:t>15/12/2025</a:t>
            </a:fld>
            <a:endParaRPr lang="fr-FR"/>
          </a:p>
        </p:txBody>
      </p:sp>
      <p:sp>
        <p:nvSpPr>
          <p:cNvPr id="5" name="Espace réservé du pied de page 4">
            <a:extLst>
              <a:ext uri="{FF2B5EF4-FFF2-40B4-BE49-F238E27FC236}">
                <a16:creationId xmlns:a16="http://schemas.microsoft.com/office/drawing/2014/main" id="{15D23397-49D4-2A25-62BE-53898F3F698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5CAC8AC-31FC-977E-13C6-9F21E6868318}"/>
              </a:ext>
            </a:extLst>
          </p:cNvPr>
          <p:cNvSpPr>
            <a:spLocks noGrp="1"/>
          </p:cNvSpPr>
          <p:nvPr>
            <p:ph type="sldNum" sz="quarter" idx="12"/>
          </p:nvPr>
        </p:nvSpPr>
        <p:spPr/>
        <p:txBody>
          <a:bodyPr/>
          <a:lstStyle/>
          <a:p>
            <a:fld id="{2FA71D63-FBD3-4703-AE7C-80C8287C677E}" type="slidenum">
              <a:rPr lang="fr-FR" smtClean="0"/>
              <a:t>‹#›</a:t>
            </a:fld>
            <a:endParaRPr lang="fr-FR"/>
          </a:p>
        </p:txBody>
      </p:sp>
    </p:spTree>
    <p:extLst>
      <p:ext uri="{BB962C8B-B14F-4D97-AF65-F5344CB8AC3E}">
        <p14:creationId xmlns:p14="http://schemas.microsoft.com/office/powerpoint/2010/main" val="241562536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8875A4-8EB9-DB33-D0B3-7360FD409E58}"/>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784AEE9-93C7-8ADB-650F-E5E02B15B3CB}"/>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06C86829-A150-3B2B-38DF-43579AA8AF88}"/>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3B6FDBB8-BA1D-6FA4-F279-FECF4F79C75A}"/>
              </a:ext>
            </a:extLst>
          </p:cNvPr>
          <p:cNvSpPr>
            <a:spLocks noGrp="1"/>
          </p:cNvSpPr>
          <p:nvPr>
            <p:ph type="dt" sz="half" idx="10"/>
          </p:nvPr>
        </p:nvSpPr>
        <p:spPr/>
        <p:txBody>
          <a:bodyPr/>
          <a:lstStyle/>
          <a:p>
            <a:fld id="{1A6CC1C3-8C7E-4129-88B9-D491AF3A5437}" type="datetimeFigureOut">
              <a:rPr lang="fr-FR" smtClean="0"/>
              <a:t>15/12/2025</a:t>
            </a:fld>
            <a:endParaRPr lang="fr-FR"/>
          </a:p>
        </p:txBody>
      </p:sp>
      <p:sp>
        <p:nvSpPr>
          <p:cNvPr id="6" name="Espace réservé du pied de page 5">
            <a:extLst>
              <a:ext uri="{FF2B5EF4-FFF2-40B4-BE49-F238E27FC236}">
                <a16:creationId xmlns:a16="http://schemas.microsoft.com/office/drawing/2014/main" id="{8099472E-E176-61CB-5701-757998C30D34}"/>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8F7F98AF-772D-1B45-0F8D-B67BB8FD165D}"/>
              </a:ext>
            </a:extLst>
          </p:cNvPr>
          <p:cNvSpPr>
            <a:spLocks noGrp="1"/>
          </p:cNvSpPr>
          <p:nvPr>
            <p:ph type="sldNum" sz="quarter" idx="12"/>
          </p:nvPr>
        </p:nvSpPr>
        <p:spPr/>
        <p:txBody>
          <a:bodyPr/>
          <a:lstStyle/>
          <a:p>
            <a:fld id="{2FA71D63-FBD3-4703-AE7C-80C8287C677E}" type="slidenum">
              <a:rPr lang="fr-FR" smtClean="0"/>
              <a:t>‹#›</a:t>
            </a:fld>
            <a:endParaRPr lang="fr-FR"/>
          </a:p>
        </p:txBody>
      </p:sp>
    </p:spTree>
    <p:extLst>
      <p:ext uri="{BB962C8B-B14F-4D97-AF65-F5344CB8AC3E}">
        <p14:creationId xmlns:p14="http://schemas.microsoft.com/office/powerpoint/2010/main" val="71344200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CC9110A-C6AC-00BF-BA1C-C21D18F00379}"/>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FFC82FCD-DC89-CDF5-2893-BE0BBFC1FC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13BCF21F-491C-A7E4-F7AC-F907BFD35E7A}"/>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26550C8A-F202-B847-96E9-33BF876A99D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B8CDA6C4-3008-08A1-3F65-94F86E8A2D19}"/>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66002FC4-75B8-4968-2520-A2F54A7B7449}"/>
              </a:ext>
            </a:extLst>
          </p:cNvPr>
          <p:cNvSpPr>
            <a:spLocks noGrp="1"/>
          </p:cNvSpPr>
          <p:nvPr>
            <p:ph type="dt" sz="half" idx="10"/>
          </p:nvPr>
        </p:nvSpPr>
        <p:spPr/>
        <p:txBody>
          <a:bodyPr/>
          <a:lstStyle/>
          <a:p>
            <a:fld id="{1A6CC1C3-8C7E-4129-88B9-D491AF3A5437}" type="datetimeFigureOut">
              <a:rPr lang="fr-FR" smtClean="0"/>
              <a:t>15/12/2025</a:t>
            </a:fld>
            <a:endParaRPr lang="fr-FR"/>
          </a:p>
        </p:txBody>
      </p:sp>
      <p:sp>
        <p:nvSpPr>
          <p:cNvPr id="8" name="Espace réservé du pied de page 7">
            <a:extLst>
              <a:ext uri="{FF2B5EF4-FFF2-40B4-BE49-F238E27FC236}">
                <a16:creationId xmlns:a16="http://schemas.microsoft.com/office/drawing/2014/main" id="{4F3A0650-45BC-9384-2CB0-0DF2343934FD}"/>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0019845D-52F4-A682-23B6-AD00DAC087EB}"/>
              </a:ext>
            </a:extLst>
          </p:cNvPr>
          <p:cNvSpPr>
            <a:spLocks noGrp="1"/>
          </p:cNvSpPr>
          <p:nvPr>
            <p:ph type="sldNum" sz="quarter" idx="12"/>
          </p:nvPr>
        </p:nvSpPr>
        <p:spPr/>
        <p:txBody>
          <a:bodyPr/>
          <a:lstStyle/>
          <a:p>
            <a:fld id="{2FA71D63-FBD3-4703-AE7C-80C8287C677E}" type="slidenum">
              <a:rPr lang="fr-FR" smtClean="0"/>
              <a:t>‹#›</a:t>
            </a:fld>
            <a:endParaRPr lang="fr-FR"/>
          </a:p>
        </p:txBody>
      </p:sp>
    </p:spTree>
    <p:extLst>
      <p:ext uri="{BB962C8B-B14F-4D97-AF65-F5344CB8AC3E}">
        <p14:creationId xmlns:p14="http://schemas.microsoft.com/office/powerpoint/2010/main" val="373427379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4D75DCE-8F87-E694-81DD-9446B38783ED}"/>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F4AEE214-54E3-AA97-96B9-6AF9BBD267F0}"/>
              </a:ext>
            </a:extLst>
          </p:cNvPr>
          <p:cNvSpPr>
            <a:spLocks noGrp="1"/>
          </p:cNvSpPr>
          <p:nvPr>
            <p:ph type="dt" sz="half" idx="10"/>
          </p:nvPr>
        </p:nvSpPr>
        <p:spPr/>
        <p:txBody>
          <a:bodyPr/>
          <a:lstStyle/>
          <a:p>
            <a:fld id="{1A6CC1C3-8C7E-4129-88B9-D491AF3A5437}" type="datetimeFigureOut">
              <a:rPr lang="fr-FR" smtClean="0"/>
              <a:t>15/12/2025</a:t>
            </a:fld>
            <a:endParaRPr lang="fr-FR"/>
          </a:p>
        </p:txBody>
      </p:sp>
      <p:sp>
        <p:nvSpPr>
          <p:cNvPr id="4" name="Espace réservé du pied de page 3">
            <a:extLst>
              <a:ext uri="{FF2B5EF4-FFF2-40B4-BE49-F238E27FC236}">
                <a16:creationId xmlns:a16="http://schemas.microsoft.com/office/drawing/2014/main" id="{37BBFE76-A5D3-D025-AF9B-A9879E5780DA}"/>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2E491D0C-1DC0-4707-81F9-E1950146A220}"/>
              </a:ext>
            </a:extLst>
          </p:cNvPr>
          <p:cNvSpPr>
            <a:spLocks noGrp="1"/>
          </p:cNvSpPr>
          <p:nvPr>
            <p:ph type="sldNum" sz="quarter" idx="12"/>
          </p:nvPr>
        </p:nvSpPr>
        <p:spPr/>
        <p:txBody>
          <a:bodyPr/>
          <a:lstStyle/>
          <a:p>
            <a:fld id="{2FA71D63-FBD3-4703-AE7C-80C8287C677E}" type="slidenum">
              <a:rPr lang="fr-FR" smtClean="0"/>
              <a:t>‹#›</a:t>
            </a:fld>
            <a:endParaRPr lang="fr-FR"/>
          </a:p>
        </p:txBody>
      </p:sp>
    </p:spTree>
    <p:extLst>
      <p:ext uri="{BB962C8B-B14F-4D97-AF65-F5344CB8AC3E}">
        <p14:creationId xmlns:p14="http://schemas.microsoft.com/office/powerpoint/2010/main" val="245024301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A674D11A-4EA1-CC2E-ADCA-C1D51E8F1155}"/>
              </a:ext>
            </a:extLst>
          </p:cNvPr>
          <p:cNvSpPr>
            <a:spLocks noGrp="1"/>
          </p:cNvSpPr>
          <p:nvPr>
            <p:ph type="dt" sz="half" idx="10"/>
          </p:nvPr>
        </p:nvSpPr>
        <p:spPr/>
        <p:txBody>
          <a:bodyPr/>
          <a:lstStyle/>
          <a:p>
            <a:fld id="{1A6CC1C3-8C7E-4129-88B9-D491AF3A5437}" type="datetimeFigureOut">
              <a:rPr lang="fr-FR" smtClean="0"/>
              <a:t>15/12/2025</a:t>
            </a:fld>
            <a:endParaRPr lang="fr-FR"/>
          </a:p>
        </p:txBody>
      </p:sp>
      <p:sp>
        <p:nvSpPr>
          <p:cNvPr id="3" name="Espace réservé du pied de page 2">
            <a:extLst>
              <a:ext uri="{FF2B5EF4-FFF2-40B4-BE49-F238E27FC236}">
                <a16:creationId xmlns:a16="http://schemas.microsoft.com/office/drawing/2014/main" id="{8C015ABB-EB21-784F-5C54-04A75477F960}"/>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5C135DB5-35EF-317F-9F9C-4CDF65196DE3}"/>
              </a:ext>
            </a:extLst>
          </p:cNvPr>
          <p:cNvSpPr>
            <a:spLocks noGrp="1"/>
          </p:cNvSpPr>
          <p:nvPr>
            <p:ph type="sldNum" sz="quarter" idx="12"/>
          </p:nvPr>
        </p:nvSpPr>
        <p:spPr/>
        <p:txBody>
          <a:bodyPr/>
          <a:lstStyle/>
          <a:p>
            <a:fld id="{2FA71D63-FBD3-4703-AE7C-80C8287C677E}" type="slidenum">
              <a:rPr lang="fr-FR" smtClean="0"/>
              <a:t>‹#›</a:t>
            </a:fld>
            <a:endParaRPr lang="fr-FR"/>
          </a:p>
        </p:txBody>
      </p:sp>
    </p:spTree>
    <p:extLst>
      <p:ext uri="{BB962C8B-B14F-4D97-AF65-F5344CB8AC3E}">
        <p14:creationId xmlns:p14="http://schemas.microsoft.com/office/powerpoint/2010/main" val="135592423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BE2AB8-0BFE-9B64-5F2E-58DF82D72EF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1B5C52E2-9F00-4DC5-3191-40E629FE7F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8F4050FA-9FEA-896B-68B9-971EF222C3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A2B997BF-E0CC-6FCB-C7AC-59F88FEAD2E7}"/>
              </a:ext>
            </a:extLst>
          </p:cNvPr>
          <p:cNvSpPr>
            <a:spLocks noGrp="1"/>
          </p:cNvSpPr>
          <p:nvPr>
            <p:ph type="dt" sz="half" idx="10"/>
          </p:nvPr>
        </p:nvSpPr>
        <p:spPr/>
        <p:txBody>
          <a:bodyPr/>
          <a:lstStyle/>
          <a:p>
            <a:fld id="{1A6CC1C3-8C7E-4129-88B9-D491AF3A5437}" type="datetimeFigureOut">
              <a:rPr lang="fr-FR" smtClean="0"/>
              <a:t>15/12/2025</a:t>
            </a:fld>
            <a:endParaRPr lang="fr-FR"/>
          </a:p>
        </p:txBody>
      </p:sp>
      <p:sp>
        <p:nvSpPr>
          <p:cNvPr id="6" name="Espace réservé du pied de page 5">
            <a:extLst>
              <a:ext uri="{FF2B5EF4-FFF2-40B4-BE49-F238E27FC236}">
                <a16:creationId xmlns:a16="http://schemas.microsoft.com/office/drawing/2014/main" id="{ED9D8D5E-F92F-21E6-EEE9-A9AA284F119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621C71F4-604B-E8A8-940E-4FABB3C6BAC3}"/>
              </a:ext>
            </a:extLst>
          </p:cNvPr>
          <p:cNvSpPr>
            <a:spLocks noGrp="1"/>
          </p:cNvSpPr>
          <p:nvPr>
            <p:ph type="sldNum" sz="quarter" idx="12"/>
          </p:nvPr>
        </p:nvSpPr>
        <p:spPr/>
        <p:txBody>
          <a:bodyPr/>
          <a:lstStyle/>
          <a:p>
            <a:fld id="{2FA71D63-FBD3-4703-AE7C-80C8287C677E}" type="slidenum">
              <a:rPr lang="fr-FR" smtClean="0"/>
              <a:t>‹#›</a:t>
            </a:fld>
            <a:endParaRPr lang="fr-FR"/>
          </a:p>
        </p:txBody>
      </p:sp>
    </p:spTree>
    <p:extLst>
      <p:ext uri="{BB962C8B-B14F-4D97-AF65-F5344CB8AC3E}">
        <p14:creationId xmlns:p14="http://schemas.microsoft.com/office/powerpoint/2010/main" val="100935348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774233-1B64-7BAC-6AAF-A149294E30E0}"/>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9EC3DCEF-A032-0C4C-AF93-316590B2ED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2FA5E2C8-2800-3134-F0A8-4C3D29F544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C3DEE893-10F4-A3C7-2336-0DEAF8122522}"/>
              </a:ext>
            </a:extLst>
          </p:cNvPr>
          <p:cNvSpPr>
            <a:spLocks noGrp="1"/>
          </p:cNvSpPr>
          <p:nvPr>
            <p:ph type="dt" sz="half" idx="10"/>
          </p:nvPr>
        </p:nvSpPr>
        <p:spPr/>
        <p:txBody>
          <a:bodyPr/>
          <a:lstStyle/>
          <a:p>
            <a:fld id="{1A6CC1C3-8C7E-4129-88B9-D491AF3A5437}" type="datetimeFigureOut">
              <a:rPr lang="fr-FR" smtClean="0"/>
              <a:t>15/12/2025</a:t>
            </a:fld>
            <a:endParaRPr lang="fr-FR"/>
          </a:p>
        </p:txBody>
      </p:sp>
      <p:sp>
        <p:nvSpPr>
          <p:cNvPr id="6" name="Espace réservé du pied de page 5">
            <a:extLst>
              <a:ext uri="{FF2B5EF4-FFF2-40B4-BE49-F238E27FC236}">
                <a16:creationId xmlns:a16="http://schemas.microsoft.com/office/drawing/2014/main" id="{16E3691F-F809-D02B-9CBA-58956789D4B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706B658-2A62-F7D1-A05A-CA7456D0F5B3}"/>
              </a:ext>
            </a:extLst>
          </p:cNvPr>
          <p:cNvSpPr>
            <a:spLocks noGrp="1"/>
          </p:cNvSpPr>
          <p:nvPr>
            <p:ph type="sldNum" sz="quarter" idx="12"/>
          </p:nvPr>
        </p:nvSpPr>
        <p:spPr/>
        <p:txBody>
          <a:bodyPr/>
          <a:lstStyle/>
          <a:p>
            <a:fld id="{2FA71D63-FBD3-4703-AE7C-80C8287C677E}" type="slidenum">
              <a:rPr lang="fr-FR" smtClean="0"/>
              <a:t>‹#›</a:t>
            </a:fld>
            <a:endParaRPr lang="fr-FR"/>
          </a:p>
        </p:txBody>
      </p:sp>
    </p:spTree>
    <p:extLst>
      <p:ext uri="{BB962C8B-B14F-4D97-AF65-F5344CB8AC3E}">
        <p14:creationId xmlns:p14="http://schemas.microsoft.com/office/powerpoint/2010/main" val="180591392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A3CCEC-E1AC-A91B-E70A-A1D73B69727B}"/>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11258322-9783-91A0-55B8-3E0EF8CDEB2A}"/>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DC5E77B-2B47-2D1A-F486-AC1C55E2EFDA}"/>
              </a:ext>
            </a:extLst>
          </p:cNvPr>
          <p:cNvSpPr>
            <a:spLocks noGrp="1"/>
          </p:cNvSpPr>
          <p:nvPr>
            <p:ph type="dt" sz="half" idx="10"/>
          </p:nvPr>
        </p:nvSpPr>
        <p:spPr/>
        <p:txBody>
          <a:bodyPr/>
          <a:lstStyle/>
          <a:p>
            <a:fld id="{1A6CC1C3-8C7E-4129-88B9-D491AF3A5437}" type="datetimeFigureOut">
              <a:rPr lang="fr-FR" smtClean="0"/>
              <a:t>15/12/2025</a:t>
            </a:fld>
            <a:endParaRPr lang="fr-FR"/>
          </a:p>
        </p:txBody>
      </p:sp>
      <p:sp>
        <p:nvSpPr>
          <p:cNvPr id="5" name="Espace réservé du pied de page 4">
            <a:extLst>
              <a:ext uri="{FF2B5EF4-FFF2-40B4-BE49-F238E27FC236}">
                <a16:creationId xmlns:a16="http://schemas.microsoft.com/office/drawing/2014/main" id="{D026F970-8072-66BE-89B5-C08CAB30804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956BDB8-B56E-51EF-674B-692A8D7DFB65}"/>
              </a:ext>
            </a:extLst>
          </p:cNvPr>
          <p:cNvSpPr>
            <a:spLocks noGrp="1"/>
          </p:cNvSpPr>
          <p:nvPr>
            <p:ph type="sldNum" sz="quarter" idx="12"/>
          </p:nvPr>
        </p:nvSpPr>
        <p:spPr/>
        <p:txBody>
          <a:bodyPr/>
          <a:lstStyle/>
          <a:p>
            <a:fld id="{2FA71D63-FBD3-4703-AE7C-80C8287C677E}" type="slidenum">
              <a:rPr lang="fr-FR" smtClean="0"/>
              <a:t>‹#›</a:t>
            </a:fld>
            <a:endParaRPr lang="fr-FR"/>
          </a:p>
        </p:txBody>
      </p:sp>
    </p:spTree>
    <p:extLst>
      <p:ext uri="{BB962C8B-B14F-4D97-AF65-F5344CB8AC3E}">
        <p14:creationId xmlns:p14="http://schemas.microsoft.com/office/powerpoint/2010/main" val="187893621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706362EF-8E37-685D-33F1-9F4BE4BAA2EE}"/>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8FC9FB47-A270-36F1-CF42-B1D5B335DEAE}"/>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7A164F0-FEBB-3066-BC5A-3BF7C1D3BC36}"/>
              </a:ext>
            </a:extLst>
          </p:cNvPr>
          <p:cNvSpPr>
            <a:spLocks noGrp="1"/>
          </p:cNvSpPr>
          <p:nvPr>
            <p:ph type="dt" sz="half" idx="10"/>
          </p:nvPr>
        </p:nvSpPr>
        <p:spPr/>
        <p:txBody>
          <a:bodyPr/>
          <a:lstStyle/>
          <a:p>
            <a:fld id="{1A6CC1C3-8C7E-4129-88B9-D491AF3A5437}" type="datetimeFigureOut">
              <a:rPr lang="fr-FR" smtClean="0"/>
              <a:t>15/12/2025</a:t>
            </a:fld>
            <a:endParaRPr lang="fr-FR"/>
          </a:p>
        </p:txBody>
      </p:sp>
      <p:sp>
        <p:nvSpPr>
          <p:cNvPr id="5" name="Espace réservé du pied de page 4">
            <a:extLst>
              <a:ext uri="{FF2B5EF4-FFF2-40B4-BE49-F238E27FC236}">
                <a16:creationId xmlns:a16="http://schemas.microsoft.com/office/drawing/2014/main" id="{017FB47D-82A9-941C-B651-737DEA1D057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02C229C-2FC1-CD7B-6F2C-8079195E8CE1}"/>
              </a:ext>
            </a:extLst>
          </p:cNvPr>
          <p:cNvSpPr>
            <a:spLocks noGrp="1"/>
          </p:cNvSpPr>
          <p:nvPr>
            <p:ph type="sldNum" sz="quarter" idx="12"/>
          </p:nvPr>
        </p:nvSpPr>
        <p:spPr/>
        <p:txBody>
          <a:bodyPr/>
          <a:lstStyle/>
          <a:p>
            <a:fld id="{2FA71D63-FBD3-4703-AE7C-80C8287C677E}" type="slidenum">
              <a:rPr lang="fr-FR" smtClean="0"/>
              <a:t>‹#›</a:t>
            </a:fld>
            <a:endParaRPr lang="fr-FR"/>
          </a:p>
        </p:txBody>
      </p:sp>
    </p:spTree>
    <p:extLst>
      <p:ext uri="{BB962C8B-B14F-4D97-AF65-F5344CB8AC3E}">
        <p14:creationId xmlns:p14="http://schemas.microsoft.com/office/powerpoint/2010/main" val="429365941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42" name="Slide Title"/>
          <p:cNvSpPr txBox="1">
            <a:spLocks noGrp="1"/>
          </p:cNvSpPr>
          <p:nvPr>
            <p:ph type="title" hasCustomPrompt="1"/>
          </p:nvPr>
        </p:nvSpPr>
        <p:spPr>
          <a:prstGeom prst="rect">
            <a:avLst/>
          </a:prstGeom>
        </p:spPr>
        <p:txBody>
          <a:bodyPr/>
          <a:lstStyle/>
          <a:p>
            <a:r>
              <a:t>Slide Title</a:t>
            </a:r>
          </a:p>
        </p:txBody>
      </p:sp>
      <p:sp>
        <p:nvSpPr>
          <p:cNvPr id="43" name="Slide Subtitle"/>
          <p:cNvSpPr txBox="1">
            <a:spLocks noGrp="1"/>
          </p:cNvSpPr>
          <p:nvPr>
            <p:ph type="body" sz="quarter" idx="21" hasCustomPrompt="1"/>
          </p:nvPr>
        </p:nvSpPr>
        <p:spPr>
          <a:xfrm>
            <a:off x="603250" y="1186481"/>
            <a:ext cx="10985500" cy="467390"/>
          </a:xfrm>
          <a:prstGeom prst="rect">
            <a:avLst/>
          </a:prstGeom>
        </p:spPr>
        <p:txBody>
          <a:bodyPr lIns="45719" tIns="45719" rIns="45719" bIns="45719"/>
          <a:lstStyle>
            <a:lvl1pPr marL="0" indent="0" defTabSz="408457">
              <a:lnSpc>
                <a:spcPct val="100000"/>
              </a:lnSpc>
              <a:spcBef>
                <a:spcPts val="0"/>
              </a:spcBef>
              <a:buSzTx/>
              <a:buNone/>
              <a:defRPr sz="2721" b="1"/>
            </a:lvl1pPr>
          </a:lstStyle>
          <a:p>
            <a:r>
              <a:t>Slide Subtitle</a:t>
            </a:r>
          </a:p>
        </p:txBody>
      </p:sp>
      <p:sp>
        <p:nvSpPr>
          <p:cNvPr id="44" name="Body Level One…"/>
          <p:cNvSpPr txBox="1">
            <a:spLocks noGrp="1"/>
          </p:cNvSpPr>
          <p:nvPr>
            <p:ph type="body" idx="1" hasCustomPrompt="1"/>
          </p:nvPr>
        </p:nvSpPr>
        <p:spPr>
          <a:prstGeom prst="rect">
            <a:avLst/>
          </a:prstGeom>
        </p:spPr>
        <p:txBody>
          <a:bodyPr/>
          <a:lstStyle/>
          <a:p>
            <a:r>
              <a:t>Slide bullet text</a:t>
            </a:r>
          </a:p>
          <a:p>
            <a:pPr lvl="1"/>
            <a:endParaRPr/>
          </a:p>
          <a:p>
            <a:pPr lvl="2"/>
            <a:endParaRPr/>
          </a:p>
          <a:p>
            <a:pPr lvl="3"/>
            <a:endParaRPr/>
          </a:p>
          <a:p>
            <a:pPr lvl="4"/>
            <a:endParaRP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668402513"/>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slideLayout" Target="../slideLayouts/slideLayout50.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17" Type="http://schemas.openxmlformats.org/officeDocument/2006/relationships/theme" Target="../theme/theme4.xml"/><Relationship Id="rId2" Type="http://schemas.openxmlformats.org/officeDocument/2006/relationships/slideLayout" Target="../slideLayouts/slideLayout39.xml"/><Relationship Id="rId16" Type="http://schemas.openxmlformats.org/officeDocument/2006/relationships/slideLayout" Target="../slideLayouts/slideLayout53.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5" Type="http://schemas.openxmlformats.org/officeDocument/2006/relationships/slideLayout" Target="../slideLayouts/slideLayout5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slideLayout" Target="../slideLayouts/slideLayout51.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1.xml"/><Relationship Id="rId13" Type="http://schemas.openxmlformats.org/officeDocument/2006/relationships/image" Target="../media/image1.jpeg"/><Relationship Id="rId3" Type="http://schemas.openxmlformats.org/officeDocument/2006/relationships/slideLayout" Target="../slideLayouts/slideLayout56.xml"/><Relationship Id="rId7" Type="http://schemas.openxmlformats.org/officeDocument/2006/relationships/slideLayout" Target="../slideLayouts/slideLayout60.xml"/><Relationship Id="rId12" Type="http://schemas.openxmlformats.org/officeDocument/2006/relationships/theme" Target="../theme/theme5.xml"/><Relationship Id="rId2" Type="http://schemas.openxmlformats.org/officeDocument/2006/relationships/slideLayout" Target="../slideLayouts/slideLayout55.xml"/><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slideLayout" Target="../slideLayouts/slideLayout64.xml"/><Relationship Id="rId5" Type="http://schemas.openxmlformats.org/officeDocument/2006/relationships/slideLayout" Target="../slideLayouts/slideLayout58.xml"/><Relationship Id="rId10" Type="http://schemas.openxmlformats.org/officeDocument/2006/relationships/slideLayout" Target="../slideLayouts/slideLayout63.xml"/><Relationship Id="rId4" Type="http://schemas.openxmlformats.org/officeDocument/2006/relationships/slideLayout" Target="../slideLayouts/slideLayout57.xml"/><Relationship Id="rId9" Type="http://schemas.openxmlformats.org/officeDocument/2006/relationships/slideLayout" Target="../slideLayouts/slideLayout62.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theme" Target="../theme/theme6.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slideLayout" Target="../slideLayouts/slideLayout76.xml"/><Relationship Id="rId2" Type="http://schemas.openxmlformats.org/officeDocument/2006/relationships/slideLayout" Target="../slideLayouts/slideLayout66.xml"/><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32" tIns="45718" rIns="91432" bIns="45718"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9"/>
          </a:xfrm>
          <a:prstGeom prst="rect">
            <a:avLst/>
          </a:prstGeom>
        </p:spPr>
        <p:txBody>
          <a:bodyPr vert="horz" lIns="91432" tIns="45718" rIns="91432" bIns="45718" rtlCol="0">
            <a:normAutofit/>
          </a:bodyPr>
          <a:lstStyle/>
          <a:p>
            <a:pPr marL="228578" marR="0" lvl="0" indent="-228578" algn="l" defTabSz="914309" rtl="0" eaLnBrk="1" fontAlgn="auto" latinLnBrk="0" hangingPunct="1">
              <a:lnSpc>
                <a:spcPct val="90000"/>
              </a:lnSpc>
              <a:spcBef>
                <a:spcPts val="1000"/>
              </a:spcBef>
              <a:spcAft>
                <a:spcPts val="0"/>
              </a:spcAft>
              <a:buClrTx/>
              <a:buSzTx/>
              <a:buFont typeface="Arial" panose="020B0604020202020204" pitchFamily="34" charset="0"/>
              <a:buChar char="•"/>
              <a:defRPr/>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32" tIns="45718" rIns="91432" bIns="45718" rtlCol="0" anchor="ctr">
            <a:normAutofit/>
          </a:bodyPr>
          <a:lstStyle>
            <a:lvl1pPr algn="l">
              <a:defRPr sz="1200" baseline="0">
                <a:solidFill>
                  <a:schemeClr val="tx1">
                    <a:tint val="75000"/>
                  </a:schemeClr>
                </a:solidFill>
              </a:defRPr>
            </a:lvl1pPr>
          </a:lstStyle>
          <a:p>
            <a:fld id="{760FBDFE-C587-4B4C-A407-44438C67B59E}" type="datetimeFigureOut">
              <a:rPr lang="en-US" smtClean="0"/>
              <a:t>12/15/2025</a:t>
            </a:fld>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32" tIns="45718" rIns="91432" bIns="45718" rtlCol="0" anchor="ctr">
            <a:normAutofit/>
          </a:bodyPr>
          <a:lstStyle>
            <a:lvl1pPr algn="ctr">
              <a:defRPr sz="1200">
                <a:solidFill>
                  <a:schemeClr val="tx1">
                    <a:tint val="75000"/>
                  </a:schemeClr>
                </a:solidFill>
                <a:latin typeface="Calibri Light" panose="020F0302020204030204" pitchFamily="34" charset="0"/>
                <a:cs typeface="Calibri Light" panose="020F0302020204030204" pitchFamily="34" charset="0"/>
              </a:defRPr>
            </a:lvl1pPr>
          </a:lstStyle>
          <a:p>
            <a:endParaRPr 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32" tIns="45718" rIns="91432" bIns="45718" rtlCol="0" anchor="ctr">
            <a:normAutofit/>
          </a:bodyPr>
          <a:lstStyle>
            <a:lvl1pPr algn="r">
              <a:defRPr sz="1200">
                <a:solidFill>
                  <a:schemeClr val="tx1">
                    <a:tint val="75000"/>
                  </a:schemeClr>
                </a:solidFill>
                <a:latin typeface="Calibri Light" panose="020F0302020204030204" pitchFamily="34" charset="0"/>
                <a:cs typeface="Calibri Light" panose="020F0302020204030204" pitchFamily="34" charset="0"/>
              </a:defRPr>
            </a:lvl1pPr>
          </a:lstStyle>
          <a:p>
            <a:fld id="{49AE70B2-8BF9-45C0-BB95-33D1B9D3A854}"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716" r:id="rId11"/>
  </p:sldLayoutIdLst>
  <p:txStyles>
    <p:titleStyle>
      <a:lvl1pPr algn="l" defTabSz="914309" rtl="0" eaLnBrk="1" latinLnBrk="0" hangingPunct="1">
        <a:lnSpc>
          <a:spcPct val="90000"/>
        </a:lnSpc>
        <a:spcBef>
          <a:spcPct val="0"/>
        </a:spcBef>
        <a:buNone/>
        <a:defRPr sz="4000" kern="1200">
          <a:solidFill>
            <a:schemeClr val="tx1"/>
          </a:solidFill>
          <a:latin typeface="Calibri Light" panose="020F0302020204030204" pitchFamily="34" charset="0"/>
          <a:ea typeface="+mj-ea"/>
          <a:cs typeface="+mj-cs"/>
        </a:defRPr>
      </a:lvl1pPr>
    </p:titleStyle>
    <p:bodyStyle>
      <a:lvl1pPr marL="0" marR="0" indent="0" algn="l" defTabSz="914309" rtl="0" eaLnBrk="1" fontAlgn="auto" latinLnBrk="0" hangingPunct="1">
        <a:lnSpc>
          <a:spcPct val="90000"/>
        </a:lnSpc>
        <a:spcBef>
          <a:spcPts val="1000"/>
        </a:spcBef>
        <a:spcAft>
          <a:spcPts val="0"/>
        </a:spcAft>
        <a:buClrTx/>
        <a:buSzTx/>
        <a:buFont typeface="Arial" panose="020B0604020202020204" pitchFamily="34" charset="0"/>
        <a:buNone/>
        <a:defRPr sz="2800" b="0" kern="1200">
          <a:solidFill>
            <a:schemeClr val="tx1"/>
          </a:solidFill>
          <a:latin typeface="Calibri Light" panose="020F0302020204030204" pitchFamily="34" charset="0"/>
          <a:ea typeface="+mn-ea"/>
          <a:cs typeface="+mn-cs"/>
        </a:defRPr>
      </a:lvl1pPr>
      <a:lvl2pPr marL="685734" indent="-228578" algn="l" defTabSz="914309" rtl="0" eaLnBrk="1" latinLnBrk="0" hangingPunct="1">
        <a:lnSpc>
          <a:spcPct val="90000"/>
        </a:lnSpc>
        <a:spcBef>
          <a:spcPts val="500"/>
        </a:spcBef>
        <a:buFont typeface="Arial" panose="020B0604020202020204" pitchFamily="34" charset="0"/>
        <a:buChar char="•"/>
        <a:defRPr sz="2400" kern="1200" baseline="0">
          <a:solidFill>
            <a:schemeClr val="tx1"/>
          </a:solidFill>
          <a:latin typeface="Calibri Light" panose="020F0302020204030204" pitchFamily="34" charset="0"/>
          <a:ea typeface="+mn-ea"/>
          <a:cs typeface="+mn-cs"/>
        </a:defRPr>
      </a:lvl2pPr>
      <a:lvl3pPr marL="1142886" indent="-228578" algn="l" defTabSz="914309" rtl="0" eaLnBrk="1" latinLnBrk="0" hangingPunct="1">
        <a:lnSpc>
          <a:spcPct val="90000"/>
        </a:lnSpc>
        <a:spcBef>
          <a:spcPts val="500"/>
        </a:spcBef>
        <a:buFont typeface="Arial" panose="020B0604020202020204" pitchFamily="34" charset="0"/>
        <a:buChar char="•"/>
        <a:defRPr sz="2000" kern="1200" baseline="0">
          <a:solidFill>
            <a:schemeClr val="tx1"/>
          </a:solidFill>
          <a:effectLst/>
          <a:latin typeface="Calibri Light" panose="020F0302020204030204" pitchFamily="34" charset="0"/>
          <a:ea typeface="+mn-ea"/>
          <a:cs typeface="Calibri Light" panose="020F0302020204030204" pitchFamily="34" charset="0"/>
        </a:defRPr>
      </a:lvl3pPr>
      <a:lvl4pPr marL="1600040" indent="-228578" algn="l" defTabSz="914309" rtl="0" eaLnBrk="1" latinLnBrk="0" hangingPunct="1">
        <a:lnSpc>
          <a:spcPct val="90000"/>
        </a:lnSpc>
        <a:spcBef>
          <a:spcPts val="500"/>
        </a:spcBef>
        <a:buFont typeface="Arial" panose="020B0604020202020204" pitchFamily="34" charset="0"/>
        <a:buChar char="•"/>
        <a:defRPr sz="1900" kern="1200" baseline="0">
          <a:solidFill>
            <a:schemeClr val="tx1"/>
          </a:solidFill>
          <a:effectLst/>
          <a:latin typeface="Calibri Light" panose="020F0302020204030204" pitchFamily="34" charset="0"/>
          <a:ea typeface="+mn-ea"/>
          <a:cs typeface="Calibri Light" panose="020F0302020204030204" pitchFamily="34" charset="0"/>
        </a:defRPr>
      </a:lvl4pPr>
      <a:lvl5pPr marL="2057195" indent="-228578" algn="l" defTabSz="914309" rtl="0" eaLnBrk="1" latinLnBrk="0" hangingPunct="1">
        <a:lnSpc>
          <a:spcPct val="90000"/>
        </a:lnSpc>
        <a:spcBef>
          <a:spcPts val="500"/>
        </a:spcBef>
        <a:buFont typeface="Arial" panose="020B0604020202020204" pitchFamily="34" charset="0"/>
        <a:buChar char="•"/>
        <a:defRPr sz="1900" kern="1200" baseline="0">
          <a:solidFill>
            <a:schemeClr val="tx1"/>
          </a:solidFill>
          <a:effectLst/>
          <a:latin typeface="Calibri Light" panose="020F0302020204030204" pitchFamily="34" charset="0"/>
          <a:ea typeface="+mn-ea"/>
          <a:cs typeface="Calibri Light" panose="020F0302020204030204" pitchFamily="34" charset="0"/>
        </a:defRPr>
      </a:lvl5pPr>
      <a:lvl6pPr marL="2514349" indent="-228578" algn="l" defTabSz="914309"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504" indent="-228578" algn="l" defTabSz="914309"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8658" indent="-228578" algn="l" defTabSz="914309"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814" indent="-228578" algn="l" defTabSz="914309"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en-US"/>
      </a:defPPr>
      <a:lvl1pPr marL="0" algn="l" defTabSz="914309" rtl="0" eaLnBrk="1" latinLnBrk="0" hangingPunct="1">
        <a:defRPr sz="1900" kern="1200">
          <a:solidFill>
            <a:schemeClr val="tx1"/>
          </a:solidFill>
          <a:latin typeface="+mn-lt"/>
          <a:ea typeface="+mn-ea"/>
          <a:cs typeface="+mn-cs"/>
        </a:defRPr>
      </a:lvl1pPr>
      <a:lvl2pPr marL="457155" algn="l" defTabSz="914309" rtl="0" eaLnBrk="1" latinLnBrk="0" hangingPunct="1">
        <a:defRPr sz="1900" kern="1200">
          <a:solidFill>
            <a:schemeClr val="tx1"/>
          </a:solidFill>
          <a:latin typeface="+mn-lt"/>
          <a:ea typeface="+mn-ea"/>
          <a:cs typeface="+mn-cs"/>
        </a:defRPr>
      </a:lvl2pPr>
      <a:lvl3pPr marL="914309" algn="l" defTabSz="914309" rtl="0" eaLnBrk="1" latinLnBrk="0" hangingPunct="1">
        <a:defRPr sz="1900" kern="1200">
          <a:solidFill>
            <a:schemeClr val="tx1"/>
          </a:solidFill>
          <a:latin typeface="+mn-lt"/>
          <a:ea typeface="+mn-ea"/>
          <a:cs typeface="+mn-cs"/>
        </a:defRPr>
      </a:lvl3pPr>
      <a:lvl4pPr marL="1371464" algn="l" defTabSz="914309" rtl="0" eaLnBrk="1" latinLnBrk="0" hangingPunct="1">
        <a:defRPr sz="1900" kern="1200">
          <a:solidFill>
            <a:schemeClr val="tx1"/>
          </a:solidFill>
          <a:latin typeface="+mn-lt"/>
          <a:ea typeface="+mn-ea"/>
          <a:cs typeface="+mn-cs"/>
        </a:defRPr>
      </a:lvl4pPr>
      <a:lvl5pPr marL="1828618" algn="l" defTabSz="914309" rtl="0" eaLnBrk="1" latinLnBrk="0" hangingPunct="1">
        <a:defRPr sz="1900" kern="1200">
          <a:solidFill>
            <a:schemeClr val="tx1"/>
          </a:solidFill>
          <a:latin typeface="+mn-lt"/>
          <a:ea typeface="+mn-ea"/>
          <a:cs typeface="+mn-cs"/>
        </a:defRPr>
      </a:lvl5pPr>
      <a:lvl6pPr marL="2285774" algn="l" defTabSz="914309" rtl="0" eaLnBrk="1" latinLnBrk="0" hangingPunct="1">
        <a:defRPr sz="1900" kern="1200">
          <a:solidFill>
            <a:schemeClr val="tx1"/>
          </a:solidFill>
          <a:latin typeface="+mn-lt"/>
          <a:ea typeface="+mn-ea"/>
          <a:cs typeface="+mn-cs"/>
        </a:defRPr>
      </a:lvl6pPr>
      <a:lvl7pPr marL="2742926" algn="l" defTabSz="914309" rtl="0" eaLnBrk="1" latinLnBrk="0" hangingPunct="1">
        <a:defRPr sz="1900" kern="1200">
          <a:solidFill>
            <a:schemeClr val="tx1"/>
          </a:solidFill>
          <a:latin typeface="+mn-lt"/>
          <a:ea typeface="+mn-ea"/>
          <a:cs typeface="+mn-cs"/>
        </a:defRPr>
      </a:lvl7pPr>
      <a:lvl8pPr marL="3200080" algn="l" defTabSz="914309" rtl="0" eaLnBrk="1" latinLnBrk="0" hangingPunct="1">
        <a:defRPr sz="1900" kern="1200">
          <a:solidFill>
            <a:schemeClr val="tx1"/>
          </a:solidFill>
          <a:latin typeface="+mn-lt"/>
          <a:ea typeface="+mn-ea"/>
          <a:cs typeface="+mn-cs"/>
        </a:defRPr>
      </a:lvl8pPr>
      <a:lvl9pPr marL="3657235" algn="l" defTabSz="914309" rtl="0" eaLnBrk="1" latinLnBrk="0" hangingPunct="1">
        <a:defRPr sz="19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16" tIns="91416" rIns="91416" bIns="91416" anchor="t" anchorCtr="0">
            <a:normAutofit/>
          </a:bodyPr>
          <a:lstStyle>
            <a:lvl1pPr lvl="0">
              <a:spcBef>
                <a:spcPts val="0"/>
              </a:spcBef>
              <a:spcAft>
                <a:spcPts val="0"/>
              </a:spcAft>
              <a:buClr>
                <a:schemeClr val="dk1"/>
              </a:buClr>
              <a:buSzPts val="2800"/>
              <a:buNone/>
              <a:defRPr sz="3735">
                <a:solidFill>
                  <a:schemeClr val="dk1"/>
                </a:solidFill>
              </a:defRPr>
            </a:lvl1pPr>
            <a:lvl2pPr lvl="1">
              <a:spcBef>
                <a:spcPts val="0"/>
              </a:spcBef>
              <a:spcAft>
                <a:spcPts val="0"/>
              </a:spcAft>
              <a:buClr>
                <a:schemeClr val="dk1"/>
              </a:buClr>
              <a:buSzPts val="2800"/>
              <a:buNone/>
              <a:defRPr sz="3735">
                <a:solidFill>
                  <a:schemeClr val="dk1"/>
                </a:solidFill>
              </a:defRPr>
            </a:lvl2pPr>
            <a:lvl3pPr lvl="2">
              <a:spcBef>
                <a:spcPts val="0"/>
              </a:spcBef>
              <a:spcAft>
                <a:spcPts val="0"/>
              </a:spcAft>
              <a:buClr>
                <a:schemeClr val="dk1"/>
              </a:buClr>
              <a:buSzPts val="2800"/>
              <a:buNone/>
              <a:defRPr sz="3735">
                <a:solidFill>
                  <a:schemeClr val="dk1"/>
                </a:solidFill>
              </a:defRPr>
            </a:lvl3pPr>
            <a:lvl4pPr lvl="3">
              <a:spcBef>
                <a:spcPts val="0"/>
              </a:spcBef>
              <a:spcAft>
                <a:spcPts val="0"/>
              </a:spcAft>
              <a:buClr>
                <a:schemeClr val="dk1"/>
              </a:buClr>
              <a:buSzPts val="2800"/>
              <a:buNone/>
              <a:defRPr sz="3735">
                <a:solidFill>
                  <a:schemeClr val="dk1"/>
                </a:solidFill>
              </a:defRPr>
            </a:lvl4pPr>
            <a:lvl5pPr lvl="4">
              <a:spcBef>
                <a:spcPts val="0"/>
              </a:spcBef>
              <a:spcAft>
                <a:spcPts val="0"/>
              </a:spcAft>
              <a:buClr>
                <a:schemeClr val="dk1"/>
              </a:buClr>
              <a:buSzPts val="2800"/>
              <a:buNone/>
              <a:defRPr sz="3735">
                <a:solidFill>
                  <a:schemeClr val="dk1"/>
                </a:solidFill>
              </a:defRPr>
            </a:lvl5pPr>
            <a:lvl6pPr lvl="5">
              <a:spcBef>
                <a:spcPts val="0"/>
              </a:spcBef>
              <a:spcAft>
                <a:spcPts val="0"/>
              </a:spcAft>
              <a:buClr>
                <a:schemeClr val="dk1"/>
              </a:buClr>
              <a:buSzPts val="2800"/>
              <a:buNone/>
              <a:defRPr sz="3735">
                <a:solidFill>
                  <a:schemeClr val="dk1"/>
                </a:solidFill>
              </a:defRPr>
            </a:lvl6pPr>
            <a:lvl7pPr lvl="6">
              <a:spcBef>
                <a:spcPts val="0"/>
              </a:spcBef>
              <a:spcAft>
                <a:spcPts val="0"/>
              </a:spcAft>
              <a:buClr>
                <a:schemeClr val="dk1"/>
              </a:buClr>
              <a:buSzPts val="2800"/>
              <a:buNone/>
              <a:defRPr sz="3735">
                <a:solidFill>
                  <a:schemeClr val="dk1"/>
                </a:solidFill>
              </a:defRPr>
            </a:lvl7pPr>
            <a:lvl8pPr lvl="7">
              <a:spcBef>
                <a:spcPts val="0"/>
              </a:spcBef>
              <a:spcAft>
                <a:spcPts val="0"/>
              </a:spcAft>
              <a:buClr>
                <a:schemeClr val="dk1"/>
              </a:buClr>
              <a:buSzPts val="2800"/>
              <a:buNone/>
              <a:defRPr sz="3735">
                <a:solidFill>
                  <a:schemeClr val="dk1"/>
                </a:solidFill>
              </a:defRPr>
            </a:lvl8pPr>
            <a:lvl9pPr lvl="8">
              <a:spcBef>
                <a:spcPts val="0"/>
              </a:spcBef>
              <a:spcAft>
                <a:spcPts val="0"/>
              </a:spcAft>
              <a:buClr>
                <a:schemeClr val="dk1"/>
              </a:buClr>
              <a:buSzPts val="2800"/>
              <a:buNone/>
              <a:defRPr sz="3735">
                <a:solidFill>
                  <a:schemeClr val="dk1"/>
                </a:solidFill>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16" tIns="91416" rIns="91416" bIns="91416" anchor="t" anchorCtr="0">
            <a:normAutofit/>
          </a:bodyPr>
          <a:lstStyle>
            <a:lvl1pPr marL="609600" lvl="0" indent="-457200">
              <a:lnSpc>
                <a:spcPct val="115000"/>
              </a:lnSpc>
              <a:spcBef>
                <a:spcPts val="0"/>
              </a:spcBef>
              <a:spcAft>
                <a:spcPts val="0"/>
              </a:spcAft>
              <a:buClr>
                <a:schemeClr val="dk2"/>
              </a:buClr>
              <a:buSzPts val="1800"/>
              <a:buChar char="●"/>
              <a:defRPr sz="2400">
                <a:solidFill>
                  <a:schemeClr val="dk2"/>
                </a:solidFill>
              </a:defRPr>
            </a:lvl1pPr>
            <a:lvl2pPr marL="1219200" lvl="1" indent="-423545">
              <a:lnSpc>
                <a:spcPct val="115000"/>
              </a:lnSpc>
              <a:spcBef>
                <a:spcPts val="0"/>
              </a:spcBef>
              <a:spcAft>
                <a:spcPts val="0"/>
              </a:spcAft>
              <a:buClr>
                <a:schemeClr val="dk2"/>
              </a:buClr>
              <a:buSzPts val="1400"/>
              <a:buChar char="○"/>
              <a:defRPr>
                <a:solidFill>
                  <a:schemeClr val="dk2"/>
                </a:solidFill>
              </a:defRPr>
            </a:lvl2pPr>
            <a:lvl3pPr marL="1828800" lvl="2" indent="-423545">
              <a:lnSpc>
                <a:spcPct val="115000"/>
              </a:lnSpc>
              <a:spcBef>
                <a:spcPts val="0"/>
              </a:spcBef>
              <a:spcAft>
                <a:spcPts val="0"/>
              </a:spcAft>
              <a:buClr>
                <a:schemeClr val="dk2"/>
              </a:buClr>
              <a:buSzPts val="1400"/>
              <a:buChar char="■"/>
              <a:defRPr>
                <a:solidFill>
                  <a:schemeClr val="dk2"/>
                </a:solidFill>
              </a:defRPr>
            </a:lvl3pPr>
            <a:lvl4pPr marL="2438400" lvl="3" indent="-423545">
              <a:lnSpc>
                <a:spcPct val="115000"/>
              </a:lnSpc>
              <a:spcBef>
                <a:spcPts val="0"/>
              </a:spcBef>
              <a:spcAft>
                <a:spcPts val="0"/>
              </a:spcAft>
              <a:buClr>
                <a:schemeClr val="dk2"/>
              </a:buClr>
              <a:buSzPts val="1400"/>
              <a:buChar char="●"/>
              <a:defRPr>
                <a:solidFill>
                  <a:schemeClr val="dk2"/>
                </a:solidFill>
              </a:defRPr>
            </a:lvl4pPr>
            <a:lvl5pPr marL="3048000" lvl="4" indent="-423545">
              <a:lnSpc>
                <a:spcPct val="115000"/>
              </a:lnSpc>
              <a:spcBef>
                <a:spcPts val="0"/>
              </a:spcBef>
              <a:spcAft>
                <a:spcPts val="0"/>
              </a:spcAft>
              <a:buClr>
                <a:schemeClr val="dk2"/>
              </a:buClr>
              <a:buSzPts val="1400"/>
              <a:buChar char="○"/>
              <a:defRPr>
                <a:solidFill>
                  <a:schemeClr val="dk2"/>
                </a:solidFill>
              </a:defRPr>
            </a:lvl5pPr>
            <a:lvl6pPr marL="3657600" lvl="5" indent="-423545">
              <a:lnSpc>
                <a:spcPct val="115000"/>
              </a:lnSpc>
              <a:spcBef>
                <a:spcPts val="0"/>
              </a:spcBef>
              <a:spcAft>
                <a:spcPts val="0"/>
              </a:spcAft>
              <a:buClr>
                <a:schemeClr val="dk2"/>
              </a:buClr>
              <a:buSzPts val="1400"/>
              <a:buChar char="■"/>
              <a:defRPr>
                <a:solidFill>
                  <a:schemeClr val="dk2"/>
                </a:solidFill>
              </a:defRPr>
            </a:lvl6pPr>
            <a:lvl7pPr marL="4267200" lvl="6" indent="-423545">
              <a:lnSpc>
                <a:spcPct val="115000"/>
              </a:lnSpc>
              <a:spcBef>
                <a:spcPts val="0"/>
              </a:spcBef>
              <a:spcAft>
                <a:spcPts val="0"/>
              </a:spcAft>
              <a:buClr>
                <a:schemeClr val="dk2"/>
              </a:buClr>
              <a:buSzPts val="1400"/>
              <a:buChar char="●"/>
              <a:defRPr>
                <a:solidFill>
                  <a:schemeClr val="dk2"/>
                </a:solidFill>
              </a:defRPr>
            </a:lvl7pPr>
            <a:lvl8pPr marL="4876800" lvl="7" indent="-423545">
              <a:lnSpc>
                <a:spcPct val="115000"/>
              </a:lnSpc>
              <a:spcBef>
                <a:spcPts val="0"/>
              </a:spcBef>
              <a:spcAft>
                <a:spcPts val="0"/>
              </a:spcAft>
              <a:buClr>
                <a:schemeClr val="dk2"/>
              </a:buClr>
              <a:buSzPts val="1400"/>
              <a:buChar char="○"/>
              <a:defRPr>
                <a:solidFill>
                  <a:schemeClr val="dk2"/>
                </a:solidFill>
              </a:defRPr>
            </a:lvl8pPr>
            <a:lvl9pPr marL="5486400" lvl="8" indent="-423545">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16" tIns="91416" rIns="91416" bIns="91416" anchor="ctr" anchorCtr="0">
            <a:norm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fld id="{00000000-1234-1234-1234-123412341234}" type="slidenum">
              <a:rPr lang="en-GB" smtClean="0"/>
              <a:pPr/>
              <a:t>‹#›</a:t>
            </a:fld>
            <a:endParaRPr lang="en-GB"/>
          </a:p>
        </p:txBody>
      </p:sp>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713" r:id="rId12"/>
    <p:sldLayoutId id="2147483715"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5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5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5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5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5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5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5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5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5"/>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rgbClr val="1155CC"/>
              </a:buClr>
              <a:buSzPts val="2800"/>
              <a:buFont typeface="Times New Roman" panose="02020603050405020304"/>
              <a:buNone/>
              <a:defRPr sz="28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7" name="Google Shape;7;p25"/>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Times New Roman" panose="02020603050405020304"/>
              <a:buChar char="●"/>
              <a:defRPr sz="1800" b="0" i="0" u="none" strike="noStrike" cap="none">
                <a:solidFill>
                  <a:schemeClr val="dk2"/>
                </a:solidFill>
                <a:latin typeface="Times New Roman" panose="02020603050405020304"/>
                <a:ea typeface="Times New Roman" panose="02020603050405020304"/>
                <a:cs typeface="Times New Roman" panose="02020603050405020304"/>
                <a:sym typeface="Times New Roman" panose="02020603050405020304"/>
              </a:defRPr>
            </a:lvl1pPr>
            <a:lvl2pPr marL="914400" marR="0" lvl="1" indent="-317500" algn="l" rtl="0">
              <a:lnSpc>
                <a:spcPct val="115000"/>
              </a:lnSpc>
              <a:spcBef>
                <a:spcPts val="0"/>
              </a:spcBef>
              <a:spcAft>
                <a:spcPts val="0"/>
              </a:spcAft>
              <a:buClr>
                <a:schemeClr val="dk2"/>
              </a:buClr>
              <a:buSzPts val="1400"/>
              <a:buFont typeface="Times New Roman" panose="02020603050405020304"/>
              <a:buChar char="○"/>
              <a:defRPr sz="1400" b="0" i="0" u="none" strike="noStrike" cap="none">
                <a:solidFill>
                  <a:schemeClr val="dk2"/>
                </a:solidFill>
                <a:latin typeface="Times New Roman" panose="02020603050405020304"/>
                <a:ea typeface="Times New Roman" panose="02020603050405020304"/>
                <a:cs typeface="Times New Roman" panose="02020603050405020304"/>
                <a:sym typeface="Times New Roman" panose="02020603050405020304"/>
              </a:defRPr>
            </a:lvl2pPr>
            <a:lvl3pPr marL="1371600" marR="0" lvl="2" indent="-317500" algn="l" rtl="0">
              <a:lnSpc>
                <a:spcPct val="115000"/>
              </a:lnSpc>
              <a:spcBef>
                <a:spcPts val="0"/>
              </a:spcBef>
              <a:spcAft>
                <a:spcPts val="0"/>
              </a:spcAft>
              <a:buClr>
                <a:schemeClr val="dk2"/>
              </a:buClr>
              <a:buSzPts val="1400"/>
              <a:buFont typeface="Times New Roman" panose="02020603050405020304"/>
              <a:buChar char="■"/>
              <a:defRPr sz="1400" b="0" i="0" u="none" strike="noStrike" cap="none">
                <a:solidFill>
                  <a:schemeClr val="dk2"/>
                </a:solidFill>
                <a:latin typeface="Times New Roman" panose="02020603050405020304"/>
                <a:ea typeface="Times New Roman" panose="02020603050405020304"/>
                <a:cs typeface="Times New Roman" panose="02020603050405020304"/>
                <a:sym typeface="Times New Roman" panose="02020603050405020304"/>
              </a:defRPr>
            </a:lvl3pPr>
            <a:lvl4pPr marL="1828800" marR="0" lvl="3" indent="-317500" algn="l" rtl="0">
              <a:lnSpc>
                <a:spcPct val="115000"/>
              </a:lnSpc>
              <a:spcBef>
                <a:spcPts val="0"/>
              </a:spcBef>
              <a:spcAft>
                <a:spcPts val="0"/>
              </a:spcAft>
              <a:buClr>
                <a:schemeClr val="dk2"/>
              </a:buClr>
              <a:buSzPts val="1400"/>
              <a:buFont typeface="Times New Roman" panose="02020603050405020304"/>
              <a:buChar char="●"/>
              <a:defRPr sz="1400" b="0" i="0" u="none" strike="noStrike" cap="none">
                <a:solidFill>
                  <a:schemeClr val="dk2"/>
                </a:solidFill>
                <a:latin typeface="Times New Roman" panose="02020603050405020304"/>
                <a:ea typeface="Times New Roman" panose="02020603050405020304"/>
                <a:cs typeface="Times New Roman" panose="02020603050405020304"/>
                <a:sym typeface="Times New Roman" panose="02020603050405020304"/>
              </a:defRPr>
            </a:lvl4pPr>
            <a:lvl5pPr marL="2286000" marR="0" lvl="4" indent="-317500" algn="l" rtl="0">
              <a:lnSpc>
                <a:spcPct val="115000"/>
              </a:lnSpc>
              <a:spcBef>
                <a:spcPts val="0"/>
              </a:spcBef>
              <a:spcAft>
                <a:spcPts val="0"/>
              </a:spcAft>
              <a:buClr>
                <a:schemeClr val="dk2"/>
              </a:buClr>
              <a:buSzPts val="1400"/>
              <a:buFont typeface="Times New Roman" panose="02020603050405020304"/>
              <a:buChar char="○"/>
              <a:defRPr sz="1400" b="0" i="0" u="none" strike="noStrike" cap="none">
                <a:solidFill>
                  <a:schemeClr val="dk2"/>
                </a:solidFill>
                <a:latin typeface="Times New Roman" panose="02020603050405020304"/>
                <a:ea typeface="Times New Roman" panose="02020603050405020304"/>
                <a:cs typeface="Times New Roman" panose="02020603050405020304"/>
                <a:sym typeface="Times New Roman" panose="02020603050405020304"/>
              </a:defRPr>
            </a:lvl5pPr>
            <a:lvl6pPr marL="2743200" marR="0" lvl="5" indent="-317500" algn="l" rtl="0">
              <a:lnSpc>
                <a:spcPct val="115000"/>
              </a:lnSpc>
              <a:spcBef>
                <a:spcPts val="0"/>
              </a:spcBef>
              <a:spcAft>
                <a:spcPts val="0"/>
              </a:spcAft>
              <a:buClr>
                <a:schemeClr val="dk2"/>
              </a:buClr>
              <a:buSzPts val="1400"/>
              <a:buFont typeface="Times New Roman" panose="02020603050405020304"/>
              <a:buChar char="■"/>
              <a:defRPr sz="1400" b="0" i="0" u="none" strike="noStrike" cap="none">
                <a:solidFill>
                  <a:schemeClr val="dk2"/>
                </a:solidFill>
                <a:latin typeface="Times New Roman" panose="02020603050405020304"/>
                <a:ea typeface="Times New Roman" panose="02020603050405020304"/>
                <a:cs typeface="Times New Roman" panose="02020603050405020304"/>
                <a:sym typeface="Times New Roman" panose="02020603050405020304"/>
              </a:defRPr>
            </a:lvl6pPr>
            <a:lvl7pPr marL="3200400" marR="0" lvl="6" indent="-317500" algn="l" rtl="0">
              <a:lnSpc>
                <a:spcPct val="115000"/>
              </a:lnSpc>
              <a:spcBef>
                <a:spcPts val="0"/>
              </a:spcBef>
              <a:spcAft>
                <a:spcPts val="0"/>
              </a:spcAft>
              <a:buClr>
                <a:schemeClr val="dk2"/>
              </a:buClr>
              <a:buSzPts val="1400"/>
              <a:buFont typeface="Times New Roman" panose="02020603050405020304"/>
              <a:buChar char="●"/>
              <a:defRPr sz="1400" b="0" i="0" u="none" strike="noStrike" cap="none">
                <a:solidFill>
                  <a:schemeClr val="dk2"/>
                </a:solidFill>
                <a:latin typeface="Times New Roman" panose="02020603050405020304"/>
                <a:ea typeface="Times New Roman" panose="02020603050405020304"/>
                <a:cs typeface="Times New Roman" panose="02020603050405020304"/>
                <a:sym typeface="Times New Roman" panose="02020603050405020304"/>
              </a:defRPr>
            </a:lvl7pPr>
            <a:lvl8pPr marL="3657600" marR="0" lvl="7" indent="-317500" algn="l" rtl="0">
              <a:lnSpc>
                <a:spcPct val="115000"/>
              </a:lnSpc>
              <a:spcBef>
                <a:spcPts val="0"/>
              </a:spcBef>
              <a:spcAft>
                <a:spcPts val="0"/>
              </a:spcAft>
              <a:buClr>
                <a:schemeClr val="dk2"/>
              </a:buClr>
              <a:buSzPts val="1400"/>
              <a:buFont typeface="Times New Roman" panose="02020603050405020304"/>
              <a:buChar char="○"/>
              <a:defRPr sz="1400" b="0" i="0" u="none" strike="noStrike" cap="none">
                <a:solidFill>
                  <a:schemeClr val="dk2"/>
                </a:solidFill>
                <a:latin typeface="Times New Roman" panose="02020603050405020304"/>
                <a:ea typeface="Times New Roman" panose="02020603050405020304"/>
                <a:cs typeface="Times New Roman" panose="02020603050405020304"/>
                <a:sym typeface="Times New Roman" panose="02020603050405020304"/>
              </a:defRPr>
            </a:lvl8pPr>
            <a:lvl9pPr marL="4114800" marR="0" lvl="8" indent="-317500" algn="l" rtl="0">
              <a:lnSpc>
                <a:spcPct val="115000"/>
              </a:lnSpc>
              <a:spcBef>
                <a:spcPts val="0"/>
              </a:spcBef>
              <a:spcAft>
                <a:spcPts val="0"/>
              </a:spcAft>
              <a:buClr>
                <a:schemeClr val="dk2"/>
              </a:buClr>
              <a:buSzPts val="1400"/>
              <a:buFont typeface="Times New Roman" panose="02020603050405020304"/>
              <a:buChar char="■"/>
              <a:defRPr sz="1400" b="0" i="0" u="none" strike="noStrike" cap="none">
                <a:solidFill>
                  <a:schemeClr val="dk2"/>
                </a:solidFill>
                <a:latin typeface="Times New Roman" panose="02020603050405020304"/>
                <a:ea typeface="Times New Roman" panose="02020603050405020304"/>
                <a:cs typeface="Times New Roman" panose="02020603050405020304"/>
                <a:sym typeface="Times New Roman" panose="02020603050405020304"/>
              </a:defRPr>
            </a:lvl9pPr>
          </a:lstStyle>
          <a:p>
            <a:endParaRPr/>
          </a:p>
        </p:txBody>
      </p:sp>
      <p:sp>
        <p:nvSpPr>
          <p:cNvPr id="8" name="Google Shape;8;p25"/>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rtl="0">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rtl="0">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rtl="0">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rtl="0">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rtl="0">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rtl="0">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rtl="0">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rtl="0">
              <a:lnSpc>
                <a:spcPct val="100000"/>
              </a:lnSpc>
              <a:spcBef>
                <a:spcPts val="0"/>
              </a:spcBef>
              <a:spcAft>
                <a:spcPts val="0"/>
              </a:spcAft>
              <a:buClr>
                <a:srgbClr val="000000"/>
              </a:buClr>
              <a:buSzPts val="1000"/>
              <a:buFont typeface="Arial" panose="020B0604020202020204"/>
              <a:buNone/>
              <a:defRPr sz="1333"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3696749331"/>
      </p:ext>
    </p:extLst>
  </p:cSld>
  <p:clrMap bg1="lt1" tx1="dk1" bg2="dk2" tx2="lt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714"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867"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867"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867"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867"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867"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867"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867"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867"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867"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867"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867"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867"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867"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867"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867"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867"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867"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867"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867"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867"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867"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867"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867"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867"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867"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867"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867"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lvl="0" algn="r">
              <a:buNone/>
              <a:defRPr sz="1333">
                <a:solidFill>
                  <a:schemeClr val="dk2"/>
                </a:solidFill>
              </a:defRPr>
            </a:lvl1pPr>
            <a:lvl2pPr lvl="1" algn="r">
              <a:buNone/>
              <a:defRPr sz="1333">
                <a:solidFill>
                  <a:schemeClr val="dk2"/>
                </a:solidFill>
              </a:defRPr>
            </a:lvl2pPr>
            <a:lvl3pPr lvl="2" algn="r">
              <a:buNone/>
              <a:defRPr sz="1333">
                <a:solidFill>
                  <a:schemeClr val="dk2"/>
                </a:solidFill>
              </a:defRPr>
            </a:lvl3pPr>
            <a:lvl4pPr lvl="3" algn="r">
              <a:buNone/>
              <a:defRPr sz="1333">
                <a:solidFill>
                  <a:schemeClr val="dk2"/>
                </a:solidFill>
              </a:defRPr>
            </a:lvl4pPr>
            <a:lvl5pPr lvl="4" algn="r">
              <a:buNone/>
              <a:defRPr sz="1333">
                <a:solidFill>
                  <a:schemeClr val="dk2"/>
                </a:solidFill>
              </a:defRPr>
            </a:lvl5pPr>
            <a:lvl6pPr lvl="5" algn="r">
              <a:buNone/>
              <a:defRPr sz="1333">
                <a:solidFill>
                  <a:schemeClr val="dk2"/>
                </a:solidFill>
              </a:defRPr>
            </a:lvl6pPr>
            <a:lvl7pPr lvl="6" algn="r">
              <a:buNone/>
              <a:defRPr sz="1333">
                <a:solidFill>
                  <a:schemeClr val="dk2"/>
                </a:solidFill>
              </a:defRPr>
            </a:lvl7pPr>
            <a:lvl8pPr lvl="7" algn="r">
              <a:buNone/>
              <a:defRPr sz="1333">
                <a:solidFill>
                  <a:schemeClr val="dk2"/>
                </a:solidFill>
              </a:defRPr>
            </a:lvl8pPr>
            <a:lvl9pPr lvl="8" algn="r">
              <a:buNone/>
              <a:defRPr sz="1333">
                <a:solidFill>
                  <a:schemeClr val="dk2"/>
                </a:solidFill>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2583640712"/>
      </p:ext>
    </p:extLst>
  </p:cSld>
  <p:clrMap bg1="lt1" tx1="dk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867"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867"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867"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867"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867"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867"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867"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867"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867"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867"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867"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867"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867"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867"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867"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867"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867"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867"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867"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867"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867"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867"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867"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867"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867"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867"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867"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274637"/>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ltLang="fr-FR"/>
              <a:t>Cliquez pour modifier le style du titre</a:t>
            </a:r>
          </a:p>
        </p:txBody>
      </p:sp>
      <p:sp>
        <p:nvSpPr>
          <p:cNvPr id="1027" name="Rectangle 3"/>
          <p:cNvSpPr>
            <a:spLocks noGrp="1" noChangeArrowheads="1"/>
          </p:cNvSpPr>
          <p:nvPr>
            <p:ph type="body" idx="1"/>
          </p:nvPr>
        </p:nvSpPr>
        <p:spPr bwMode="auto">
          <a:xfrm>
            <a:off x="609600" y="1600206"/>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1028" name="Rectangle 4"/>
          <p:cNvSpPr>
            <a:spLocks noGrp="1" noChangeArrowheads="1"/>
          </p:cNvSpPr>
          <p:nvPr>
            <p:ph type="dt" sz="half" idx="2"/>
          </p:nvPr>
        </p:nvSpPr>
        <p:spPr bwMode="auto">
          <a:xfrm>
            <a:off x="609600" y="6245231"/>
            <a:ext cx="2844800" cy="47625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b="0">
                <a:effectLst/>
                <a:latin typeface="+mn-lt"/>
                <a:cs typeface="+mn-cs"/>
              </a:defRPr>
            </a:lvl1pPr>
          </a:lstStyle>
          <a:p>
            <a:pPr>
              <a:defRPr/>
            </a:pPr>
            <a:endParaRPr lang="fr-FR"/>
          </a:p>
        </p:txBody>
      </p:sp>
      <p:pic>
        <p:nvPicPr>
          <p:cNvPr id="1029" name="Image 1" descr="Logo OMS WHO-FR-C-H.jpg"/>
          <p:cNvPicPr>
            <a:picLocks noChangeAspect="1" noChangeArrowheads="1"/>
          </p:cNvPicPr>
          <p:nvPr/>
        </p:nvPicPr>
        <p:blipFill>
          <a:blip r:embed="rId13" cstate="email">
            <a:extLst>
              <a:ext uri="{28A0092B-C50C-407E-A947-70E740481C1C}">
                <a14:useLocalDpi xmlns:a14="http://schemas.microsoft.com/office/drawing/2010/main"/>
              </a:ext>
            </a:extLst>
          </a:blip>
          <a:srcRect/>
          <a:stretch>
            <a:fillRect/>
          </a:stretch>
        </p:blipFill>
        <p:spPr bwMode="auto">
          <a:xfrm>
            <a:off x="4656669" y="6237288"/>
            <a:ext cx="2878667"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38854851"/>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189" algn="ctr" rtl="0" fontAlgn="base">
        <a:spcBef>
          <a:spcPct val="0"/>
        </a:spcBef>
        <a:spcAft>
          <a:spcPct val="0"/>
        </a:spcAft>
        <a:defRPr sz="4400">
          <a:solidFill>
            <a:schemeClr val="tx2"/>
          </a:solidFill>
          <a:latin typeface="Arial" charset="0"/>
        </a:defRPr>
      </a:lvl6pPr>
      <a:lvl7pPr marL="914377" algn="ctr" rtl="0" fontAlgn="base">
        <a:spcBef>
          <a:spcPct val="0"/>
        </a:spcBef>
        <a:spcAft>
          <a:spcPct val="0"/>
        </a:spcAft>
        <a:defRPr sz="4400">
          <a:solidFill>
            <a:schemeClr val="tx2"/>
          </a:solidFill>
          <a:latin typeface="Arial" charset="0"/>
        </a:defRPr>
      </a:lvl7pPr>
      <a:lvl8pPr marL="1371566" algn="ctr" rtl="0" fontAlgn="base">
        <a:spcBef>
          <a:spcPct val="0"/>
        </a:spcBef>
        <a:spcAft>
          <a:spcPct val="0"/>
        </a:spcAft>
        <a:defRPr sz="4400">
          <a:solidFill>
            <a:schemeClr val="tx2"/>
          </a:solidFill>
          <a:latin typeface="Arial" charset="0"/>
        </a:defRPr>
      </a:lvl8pPr>
      <a:lvl9pPr marL="1828754" algn="ctr" rtl="0" fontAlgn="base">
        <a:spcBef>
          <a:spcPct val="0"/>
        </a:spcBef>
        <a:spcAft>
          <a:spcPct val="0"/>
        </a:spcAft>
        <a:defRPr sz="4400">
          <a:solidFill>
            <a:schemeClr val="tx2"/>
          </a:solidFill>
          <a:latin typeface="Arial" charset="0"/>
        </a:defRPr>
      </a:lvl9pPr>
    </p:titleStyle>
    <p:bodyStyle>
      <a:lvl1pPr marL="342891" indent="-342891" algn="l" rtl="0" eaLnBrk="0" fontAlgn="base" hangingPunct="0">
        <a:spcBef>
          <a:spcPct val="20000"/>
        </a:spcBef>
        <a:spcAft>
          <a:spcPct val="0"/>
        </a:spcAft>
        <a:buChar char="•"/>
        <a:defRPr sz="3200">
          <a:solidFill>
            <a:schemeClr val="tx1"/>
          </a:solidFill>
          <a:latin typeface="+mn-lt"/>
          <a:ea typeface="+mn-ea"/>
          <a:cs typeface="+mn-cs"/>
        </a:defRPr>
      </a:lvl1pPr>
      <a:lvl2pPr marL="742932" indent="-285744" algn="l" rtl="0" eaLnBrk="0" fontAlgn="base" hangingPunct="0">
        <a:spcBef>
          <a:spcPct val="20000"/>
        </a:spcBef>
        <a:spcAft>
          <a:spcPct val="0"/>
        </a:spcAft>
        <a:buChar char="–"/>
        <a:defRPr sz="2800">
          <a:solidFill>
            <a:schemeClr val="tx1"/>
          </a:solidFill>
          <a:latin typeface="+mn-lt"/>
        </a:defRPr>
      </a:lvl2pPr>
      <a:lvl3pPr marL="1142971" indent="-228594" algn="l" rtl="0" eaLnBrk="0" fontAlgn="base" hangingPunct="0">
        <a:spcBef>
          <a:spcPct val="20000"/>
        </a:spcBef>
        <a:spcAft>
          <a:spcPct val="0"/>
        </a:spcAft>
        <a:buChar char="•"/>
        <a:defRPr sz="2400">
          <a:solidFill>
            <a:schemeClr val="tx1"/>
          </a:solidFill>
          <a:latin typeface="+mn-lt"/>
        </a:defRPr>
      </a:lvl3pPr>
      <a:lvl4pPr marL="1600160" indent="-228594" algn="l" rtl="0" eaLnBrk="0" fontAlgn="base" hangingPunct="0">
        <a:spcBef>
          <a:spcPct val="20000"/>
        </a:spcBef>
        <a:spcAft>
          <a:spcPct val="0"/>
        </a:spcAft>
        <a:buChar char="–"/>
        <a:defRPr sz="2000">
          <a:solidFill>
            <a:schemeClr val="tx1"/>
          </a:solidFill>
          <a:latin typeface="+mn-lt"/>
        </a:defRPr>
      </a:lvl4pPr>
      <a:lvl5pPr marL="2057349" indent="-228594" algn="l" rtl="0" eaLnBrk="0" fontAlgn="base" hangingPunct="0">
        <a:spcBef>
          <a:spcPct val="20000"/>
        </a:spcBef>
        <a:spcAft>
          <a:spcPct val="0"/>
        </a:spcAft>
        <a:buChar char="»"/>
        <a:defRPr sz="2000">
          <a:solidFill>
            <a:schemeClr val="tx1"/>
          </a:solidFill>
          <a:latin typeface="+mn-lt"/>
        </a:defRPr>
      </a:lvl5pPr>
      <a:lvl6pPr marL="2514537" indent="-228594" algn="l" rtl="0" fontAlgn="base">
        <a:spcBef>
          <a:spcPct val="20000"/>
        </a:spcBef>
        <a:spcAft>
          <a:spcPct val="0"/>
        </a:spcAft>
        <a:buChar char="»"/>
        <a:defRPr sz="2000">
          <a:solidFill>
            <a:schemeClr val="tx1"/>
          </a:solidFill>
          <a:latin typeface="+mn-lt"/>
        </a:defRPr>
      </a:lvl6pPr>
      <a:lvl7pPr marL="2971726" indent="-228594" algn="l" rtl="0" fontAlgn="base">
        <a:spcBef>
          <a:spcPct val="20000"/>
        </a:spcBef>
        <a:spcAft>
          <a:spcPct val="0"/>
        </a:spcAft>
        <a:buChar char="»"/>
        <a:defRPr sz="2000">
          <a:solidFill>
            <a:schemeClr val="tx1"/>
          </a:solidFill>
          <a:latin typeface="+mn-lt"/>
        </a:defRPr>
      </a:lvl7pPr>
      <a:lvl8pPr marL="3428914" indent="-228594" algn="l" rtl="0" fontAlgn="base">
        <a:spcBef>
          <a:spcPct val="20000"/>
        </a:spcBef>
        <a:spcAft>
          <a:spcPct val="0"/>
        </a:spcAft>
        <a:buChar char="»"/>
        <a:defRPr sz="2000">
          <a:solidFill>
            <a:schemeClr val="tx1"/>
          </a:solidFill>
          <a:latin typeface="+mn-lt"/>
        </a:defRPr>
      </a:lvl8pPr>
      <a:lvl9pPr marL="3886103" indent="-228594" algn="l" rtl="0" fontAlgn="base">
        <a:spcBef>
          <a:spcPct val="20000"/>
        </a:spcBef>
        <a:spcAft>
          <a:spcPct val="0"/>
        </a:spcAft>
        <a:buChar char="»"/>
        <a:defRPr sz="2000">
          <a:solidFill>
            <a:schemeClr val="tx1"/>
          </a:solidFill>
          <a:latin typeface="+mn-lt"/>
        </a:defRPr>
      </a:lvl9pPr>
    </p:bodyStyle>
    <p:otherStyle>
      <a:defPPr>
        <a:defRPr lang="fr-FR"/>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AC29C849-9AAA-26FB-660F-4BE438B79F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C202E33C-D2FE-9AFA-0B8B-3C80D9D12F2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15F192F-9AAD-8B8A-F4FA-B1C8818D88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A6CC1C3-8C7E-4129-88B9-D491AF3A5437}" type="datetimeFigureOut">
              <a:rPr lang="fr-FR" smtClean="0"/>
              <a:t>15/12/2025</a:t>
            </a:fld>
            <a:endParaRPr lang="fr-FR"/>
          </a:p>
        </p:txBody>
      </p:sp>
      <p:sp>
        <p:nvSpPr>
          <p:cNvPr id="5" name="Espace réservé du pied de page 4">
            <a:extLst>
              <a:ext uri="{FF2B5EF4-FFF2-40B4-BE49-F238E27FC236}">
                <a16:creationId xmlns:a16="http://schemas.microsoft.com/office/drawing/2014/main" id="{E59E9590-7EB1-96A7-C373-F3353C305B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5343E8BB-B522-1152-2B53-1F5C89EC4F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FA71D63-FBD3-4703-AE7C-80C8287C677E}" type="slidenum">
              <a:rPr lang="fr-FR" smtClean="0"/>
              <a:t>‹#›</a:t>
            </a:fld>
            <a:endParaRPr lang="fr-FR"/>
          </a:p>
        </p:txBody>
      </p:sp>
    </p:spTree>
    <p:extLst>
      <p:ext uri="{BB962C8B-B14F-4D97-AF65-F5344CB8AC3E}">
        <p14:creationId xmlns:p14="http://schemas.microsoft.com/office/powerpoint/2010/main" val="2612801516"/>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 id="214748372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notesSlide" Target="../notesSlides/notesSlide2.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slideLayout" Target="../slideLayouts/slideLayout1.xml"/><Relationship Id="rId2" Type="http://schemas.openxmlformats.org/officeDocument/2006/relationships/tags" Target="../tags/tag2.xml"/><Relationship Id="rId16" Type="http://schemas.openxmlformats.org/officeDocument/2006/relationships/tags" Target="../tags/tag1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8.xml"/><Relationship Id="rId1" Type="http://schemas.openxmlformats.org/officeDocument/2006/relationships/tags" Target="../tags/tag17.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1.xml"/><Relationship Id="rId1" Type="http://schemas.openxmlformats.org/officeDocument/2006/relationships/tags" Target="../tags/tag18.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1.xml"/><Relationship Id="rId1" Type="http://schemas.openxmlformats.org/officeDocument/2006/relationships/tags" Target="../tags/tag19.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1.xml"/><Relationship Id="rId1" Type="http://schemas.openxmlformats.org/officeDocument/2006/relationships/tags" Target="../tags/tag20.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6.xml"/><Relationship Id="rId1" Type="http://schemas.openxmlformats.org/officeDocument/2006/relationships/tags" Target="../tags/tag2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6.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6.xml"/><Relationship Id="rId1" Type="http://schemas.openxmlformats.org/officeDocument/2006/relationships/tags" Target="../tags/tag22.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4.xml"/><Relationship Id="rId1" Type="http://schemas.openxmlformats.org/officeDocument/2006/relationships/slideLayout" Target="../slideLayouts/slideLayout15.xml"/><Relationship Id="rId4" Type="http://schemas.openxmlformats.org/officeDocument/2006/relationships/chart" Target="../charts/chart3.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5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76.xml"/></Relationships>
</file>

<file path=ppt/slides/_rels/slide23.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23.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19.xml"/><Relationship Id="rId1" Type="http://schemas.openxmlformats.org/officeDocument/2006/relationships/slideLayout" Target="../slideLayouts/slideLayout22.xml"/></Relationships>
</file>

<file path=ppt/slides/_rels/slide2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hyperlink" Target="https://docs.google.com/document/d/1AgnhJiE5pQDaXi9ZybXQk74rkdzLIiAvZ2xkCrMO7dk/edit?usp=sharing" TargetMode="External"/><Relationship Id="rId7"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22.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hyperlink" Target="https://docs.google.com/document/d/18WocEpN8NIt-pUU2EQpLuHSKlcsZrach/edit?usp=sharing&amp;ouid=110499621242130860876&amp;rtpof=true&amp;sd=true" TargetMode="External"/><Relationship Id="rId9" Type="http://schemas.openxmlformats.org/officeDocument/2006/relationships/image" Target="../media/image11.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12.jpeg"/><Relationship Id="rId7"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23.xml"/><Relationship Id="rId6" Type="http://schemas.openxmlformats.org/officeDocument/2006/relationships/image" Target="../media/image15.jpeg"/><Relationship Id="rId5" Type="http://schemas.openxmlformats.org/officeDocument/2006/relationships/image" Target="../media/image14.jpeg"/><Relationship Id="rId4" Type="http://schemas.openxmlformats.org/officeDocument/2006/relationships/image" Target="../media/image13.jpeg"/></Relationships>
</file>

<file path=ppt/slides/_rels/slide3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notesSlide" Target="../notesSlides/notesSlide24.xml"/><Relationship Id="rId5" Type="http://schemas.openxmlformats.org/officeDocument/2006/relationships/slideLayout" Target="../slideLayouts/slideLayout11.xml"/><Relationship Id="rId4" Type="http://schemas.openxmlformats.org/officeDocument/2006/relationships/tags" Target="../tags/tag26.xml"/></Relationships>
</file>

<file path=ppt/slides/_rels/slide3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30.xml"/><Relationship Id="rId1" Type="http://schemas.openxmlformats.org/officeDocument/2006/relationships/slideLayout" Target="../slideLayouts/slideLayout36.xml"/><Relationship Id="rId6" Type="http://schemas.openxmlformats.org/officeDocument/2006/relationships/image" Target="../media/image22.jpeg"/><Relationship Id="rId5" Type="http://schemas.openxmlformats.org/officeDocument/2006/relationships/image" Target="../media/image21.jpeg"/><Relationship Id="rId4" Type="http://schemas.openxmlformats.org/officeDocument/2006/relationships/image" Target="../media/image20.png"/></Relationships>
</file>

<file path=ppt/slides/_rels/slide4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Shape 165"/>
        <p:cNvGrpSpPr/>
        <p:nvPr/>
      </p:nvGrpSpPr>
      <p:grpSpPr>
        <a:xfrm>
          <a:off x="0" y="0"/>
          <a:ext cx="0" cy="0"/>
          <a:chOff x="0" y="0"/>
          <a:chExt cx="0" cy="0"/>
        </a:xfrm>
      </p:grpSpPr>
      <p:sp>
        <p:nvSpPr>
          <p:cNvPr id="166" name="Google Shape;166;p1"/>
          <p:cNvSpPr txBox="1">
            <a:spLocks noGrp="1"/>
          </p:cNvSpPr>
          <p:nvPr>
            <p:ph type="sldNum" idx="12"/>
          </p:nvPr>
        </p:nvSpPr>
        <p:spPr>
          <a:xfrm>
            <a:off x="11296611" y="6217623"/>
            <a:ext cx="731600" cy="524800"/>
          </a:xfrm>
          <a:prstGeom prst="rect">
            <a:avLst/>
          </a:prstGeom>
          <a:noFill/>
          <a:ln>
            <a:noFill/>
          </a:ln>
        </p:spPr>
        <p:txBody>
          <a:bodyPr spcFirstLastPara="1" wrap="square" lIns="121889" tIns="121889" rIns="121889" bIns="121889" anchor="ctr" anchorCtr="0">
            <a:normAutofit/>
          </a:bodyPr>
          <a:lstStyle/>
          <a:p>
            <a:pPr>
              <a:buSzPts val="1000"/>
            </a:pPr>
            <a:fld id="{00000000-1234-1234-1234-123412341234}" type="slidenum">
              <a:rPr lang="fr-FR" sz="1600" noProof="0" smtClean="0"/>
              <a:pPr>
                <a:buSzPts val="1000"/>
              </a:pPr>
              <a:t>1</a:t>
            </a:fld>
            <a:endParaRPr lang="fr-FR" sz="1600" noProof="0" dirty="0"/>
          </a:p>
        </p:txBody>
      </p:sp>
      <p:pic>
        <p:nvPicPr>
          <p:cNvPr id="4" name="Picture 1">
            <a:extLst>
              <a:ext uri="{FF2B5EF4-FFF2-40B4-BE49-F238E27FC236}">
                <a16:creationId xmlns:a16="http://schemas.microsoft.com/office/drawing/2014/main" id="{A118C78E-A25A-620A-D7D9-CFC1D6692471}"/>
              </a:ext>
            </a:extLst>
          </p:cNvPr>
          <p:cNvPicPr>
            <a:picLocks noChangeAspect="1"/>
          </p:cNvPicPr>
          <p:nvPr/>
        </p:nvPicPr>
        <p:blipFill>
          <a:blip r:embed="rId4"/>
          <a:stretch>
            <a:fillRect/>
          </a:stretch>
        </p:blipFill>
        <p:spPr>
          <a:xfrm>
            <a:off x="-1" y="209079"/>
            <a:ext cx="12192000" cy="6650816"/>
          </a:xfrm>
          <a:prstGeom prst="rect">
            <a:avLst/>
          </a:prstGeom>
        </p:spPr>
      </p:pic>
      <p:pic>
        <p:nvPicPr>
          <p:cNvPr id="5" name="Picture 1">
            <a:extLst>
              <a:ext uri="{FF2B5EF4-FFF2-40B4-BE49-F238E27FC236}">
                <a16:creationId xmlns:a16="http://schemas.microsoft.com/office/drawing/2014/main" id="{CA576606-21FE-3427-13AE-204A65BD3F78}"/>
              </a:ext>
            </a:extLst>
          </p:cNvPr>
          <p:cNvPicPr>
            <a:picLocks noChangeAspect="1"/>
          </p:cNvPicPr>
          <p:nvPr/>
        </p:nvPicPr>
        <p:blipFill>
          <a:blip r:embed="rId4"/>
          <a:stretch>
            <a:fillRect/>
          </a:stretch>
        </p:blipFill>
        <p:spPr>
          <a:xfrm>
            <a:off x="0" y="207184"/>
            <a:ext cx="12192000" cy="6650816"/>
          </a:xfrm>
          <a:prstGeom prst="rect">
            <a:avLst/>
          </a:prstGeom>
        </p:spPr>
      </p:pic>
      <p:sp>
        <p:nvSpPr>
          <p:cNvPr id="169" name="Google Shape;169;p1"/>
          <p:cNvSpPr txBox="1"/>
          <p:nvPr/>
        </p:nvSpPr>
        <p:spPr>
          <a:xfrm>
            <a:off x="450243" y="5257012"/>
            <a:ext cx="10846368" cy="1223011"/>
          </a:xfrm>
          <a:prstGeom prst="rect">
            <a:avLst/>
          </a:prstGeom>
          <a:noFill/>
          <a:ln>
            <a:noFill/>
          </a:ln>
        </p:spPr>
        <p:txBody>
          <a:bodyPr spcFirstLastPara="1" wrap="square" lIns="0" tIns="0" rIns="0" bIns="0" anchor="t" anchorCtr="0">
            <a:noAutofit/>
          </a:bodyPr>
          <a:lstStyle/>
          <a:p>
            <a:pPr>
              <a:buClr>
                <a:srgbClr val="000000"/>
              </a:buClr>
              <a:buSzPts val="1500"/>
            </a:pPr>
            <a:r>
              <a:rPr lang="fr-FR" sz="4000" b="1" noProof="0" dirty="0">
                <a:solidFill>
                  <a:schemeClr val="bg1"/>
                </a:solidFill>
                <a:latin typeface="Arial" panose="020B0604020202020204" pitchFamily="34" charset="0"/>
                <a:ea typeface="Times New Roman" panose="02020603050405020304"/>
                <a:cs typeface="Arial" panose="020B0604020202020204" pitchFamily="34" charset="0"/>
                <a:sym typeface="Times New Roman" panose="02020603050405020304"/>
              </a:rPr>
              <a:t>REVUE ANNUELLE 2025 DU PEV</a:t>
            </a:r>
          </a:p>
          <a:p>
            <a:pPr>
              <a:buClr>
                <a:srgbClr val="000000"/>
              </a:buClr>
              <a:buSzPts val="1500"/>
            </a:pPr>
            <a:r>
              <a:rPr lang="fr-FR" sz="2400" noProof="0" dirty="0">
                <a:solidFill>
                  <a:schemeClr val="bg1"/>
                </a:solidFill>
                <a:latin typeface="Arial" panose="020B0604020202020204" pitchFamily="34" charset="0"/>
                <a:ea typeface="Times New Roman" panose="02020603050405020304"/>
                <a:cs typeface="Arial" panose="020B0604020202020204" pitchFamily="34" charset="0"/>
                <a:sym typeface="Times New Roman" panose="02020603050405020304"/>
              </a:rPr>
              <a:t>Groupe Génération de la Demande et Engagement Communautaire</a:t>
            </a:r>
          </a:p>
          <a:p>
            <a:pPr>
              <a:buClr>
                <a:srgbClr val="000000"/>
              </a:buClr>
              <a:buSzPts val="1500"/>
            </a:pPr>
            <a:r>
              <a:rPr lang="fr-FR" sz="2400" noProof="0" dirty="0">
                <a:solidFill>
                  <a:schemeClr val="bg1"/>
                </a:solidFill>
                <a:latin typeface="Arial" panose="020B0604020202020204" pitchFamily="34" charset="0"/>
                <a:ea typeface="Times New Roman" panose="02020603050405020304"/>
                <a:cs typeface="Arial" panose="020B0604020202020204" pitchFamily="34" charset="0"/>
                <a:sym typeface="Times New Roman" panose="02020603050405020304"/>
              </a:rPr>
              <a:t>Décembre 2025 </a:t>
            </a:r>
          </a:p>
          <a:p>
            <a:pPr>
              <a:buClr>
                <a:srgbClr val="000000"/>
              </a:buClr>
              <a:buSzPts val="1500"/>
            </a:pPr>
            <a:endParaRPr lang="fr-FR" sz="4000" noProof="0" dirty="0">
              <a:solidFill>
                <a:schemeClr val="bg1"/>
              </a:solidFill>
              <a:latin typeface="Arial" panose="020B0604020202020204" pitchFamily="34" charset="0"/>
              <a:ea typeface="Times New Roman" panose="02020603050405020304"/>
              <a:cs typeface="Arial" panose="020B0604020202020204" pitchFamily="34" charset="0"/>
              <a:sym typeface="Times New Roman" panose="02020603050405020304"/>
            </a:endParaRPr>
          </a:p>
          <a:p>
            <a:pPr>
              <a:buClr>
                <a:srgbClr val="000000"/>
              </a:buClr>
              <a:buSzPts val="1500"/>
            </a:pPr>
            <a:r>
              <a:rPr lang="fr-FR" sz="4000" noProof="0" dirty="0">
                <a:solidFill>
                  <a:schemeClr val="bg1"/>
                </a:solidFill>
                <a:latin typeface="Arial" panose="020B0604020202020204" pitchFamily="34" charset="0"/>
                <a:ea typeface="Times New Roman" panose="02020603050405020304"/>
                <a:cs typeface="Arial" panose="020B0604020202020204" pitchFamily="34" charset="0"/>
                <a:sym typeface="Times New Roman" panose="02020603050405020304"/>
              </a:rPr>
              <a:t> </a:t>
            </a:r>
          </a:p>
          <a:p>
            <a:pPr>
              <a:buClr>
                <a:srgbClr val="000000"/>
              </a:buClr>
              <a:buSzPts val="1500"/>
            </a:pPr>
            <a:endParaRPr lang="fr-FR" sz="4000" noProof="0" dirty="0">
              <a:solidFill>
                <a:schemeClr val="bg1"/>
              </a:solidFill>
              <a:latin typeface="Arial" panose="020B0604020202020204" pitchFamily="34" charset="0"/>
              <a:ea typeface="Times New Roman" panose="02020603050405020304"/>
              <a:cs typeface="Arial" panose="020B0604020202020204" pitchFamily="34" charset="0"/>
              <a:sym typeface="Times New Roman" panose="02020603050405020304"/>
            </a:endParaRPr>
          </a:p>
          <a:p>
            <a:pPr>
              <a:buClr>
                <a:srgbClr val="000000"/>
              </a:buClr>
              <a:buSzPts val="1500"/>
            </a:pPr>
            <a:r>
              <a:rPr lang="fr-FR" sz="4000" noProof="0" dirty="0">
                <a:solidFill>
                  <a:schemeClr val="bg1"/>
                </a:solidFill>
                <a:latin typeface="Arial" panose="020B0604020202020204" pitchFamily="34" charset="0"/>
                <a:ea typeface="Times New Roman" panose="02020603050405020304"/>
                <a:cs typeface="Arial" panose="020B0604020202020204" pitchFamily="34" charset="0"/>
                <a:sym typeface="Times New Roman" panose="02020603050405020304"/>
              </a:rPr>
              <a:t>   </a:t>
            </a:r>
          </a:p>
          <a:p>
            <a:pPr>
              <a:buClr>
                <a:srgbClr val="000000"/>
              </a:buClr>
              <a:buSzPts val="1500"/>
            </a:pPr>
            <a:endParaRPr lang="fr-FR" sz="4000" noProof="0" dirty="0">
              <a:solidFill>
                <a:schemeClr val="bg1"/>
              </a:solidFill>
              <a:latin typeface="Arial" panose="020B0604020202020204" pitchFamily="34" charset="0"/>
              <a:ea typeface="Times New Roman" panose="02020603050405020304"/>
              <a:cs typeface="Arial" panose="020B0604020202020204" pitchFamily="34" charset="0"/>
              <a:sym typeface="Times New Roman" panose="02020603050405020304"/>
            </a:endParaRPr>
          </a:p>
          <a:p>
            <a:pPr>
              <a:buClr>
                <a:srgbClr val="000000"/>
              </a:buClr>
              <a:buSzPts val="1500"/>
            </a:pPr>
            <a:r>
              <a:rPr lang="fr-FR" sz="4000" noProof="0" dirty="0">
                <a:solidFill>
                  <a:schemeClr val="bg1"/>
                </a:solidFill>
                <a:latin typeface="Arial" panose="020B0604020202020204" pitchFamily="34" charset="0"/>
                <a:ea typeface="Times New Roman" panose="02020603050405020304"/>
                <a:cs typeface="Arial" panose="020B0604020202020204" pitchFamily="34" charset="0"/>
                <a:sym typeface="Times New Roman" panose="02020603050405020304"/>
              </a:rPr>
              <a:t> </a:t>
            </a:r>
          </a:p>
          <a:p>
            <a:pPr>
              <a:buClr>
                <a:srgbClr val="000000"/>
              </a:buClr>
              <a:buSzPts val="1500"/>
            </a:pPr>
            <a:endParaRPr lang="fr-FR" sz="4000" noProof="0" dirty="0">
              <a:solidFill>
                <a:schemeClr val="bg1"/>
              </a:solidFill>
              <a:latin typeface="Arial" panose="020B0604020202020204" pitchFamily="34" charset="0"/>
              <a:ea typeface="Times New Roman" panose="02020603050405020304"/>
              <a:cs typeface="Arial" panose="020B0604020202020204" pitchFamily="34" charset="0"/>
              <a:sym typeface="Times New Roman" panose="02020603050405020304"/>
            </a:endParaRPr>
          </a:p>
          <a:p>
            <a:pPr>
              <a:buClr>
                <a:srgbClr val="000000"/>
              </a:buClr>
              <a:buSzPts val="1500"/>
            </a:pPr>
            <a:endParaRPr lang="fr-FR" sz="4000" noProof="0" dirty="0">
              <a:solidFill>
                <a:schemeClr val="bg1"/>
              </a:solidFill>
              <a:latin typeface="Arial" panose="020B0604020202020204" pitchFamily="34" charset="0"/>
              <a:ea typeface="Times New Roman" panose="02020603050405020304"/>
              <a:cs typeface="Arial" panose="020B0604020202020204" pitchFamily="34" charset="0"/>
              <a:sym typeface="Times New Roman" panose="0202060305040502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
          <p:cNvSpPr txBox="1">
            <a:spLocks noGrp="1"/>
          </p:cNvSpPr>
          <p:nvPr>
            <p:ph type="sldNum" idx="12"/>
          </p:nvPr>
        </p:nvSpPr>
        <p:spPr>
          <a:xfrm>
            <a:off x="11296611" y="6217623"/>
            <a:ext cx="731600" cy="524800"/>
          </a:xfrm>
          <a:prstGeom prst="rect">
            <a:avLst/>
          </a:prstGeom>
          <a:noFill/>
          <a:ln>
            <a:noFill/>
          </a:ln>
        </p:spPr>
        <p:txBody>
          <a:bodyPr spcFirstLastPara="1" wrap="square" lIns="121889" tIns="121889" rIns="121889" bIns="121889" anchor="ctr" anchorCtr="0">
            <a:normAutofit/>
          </a:bodyPr>
          <a:lstStyle/>
          <a:p>
            <a:pPr>
              <a:buSzPts val="1000"/>
            </a:pPr>
            <a:fld id="{00000000-1234-1234-1234-123412341234}" type="slidenum">
              <a:rPr lang="fr-FR" sz="1600" noProof="0" smtClean="0">
                <a:latin typeface="Arial" panose="020B0604020202020204" pitchFamily="34" charset="0"/>
                <a:cs typeface="Arial" panose="020B0604020202020204" pitchFamily="34" charset="0"/>
              </a:rPr>
              <a:pPr>
                <a:buSzPts val="1000"/>
              </a:pPr>
              <a:t>2</a:t>
            </a:fld>
            <a:endParaRPr lang="fr-FR" sz="1600" noProof="0" dirty="0">
              <a:latin typeface="Arial" panose="020B0604020202020204" pitchFamily="34" charset="0"/>
              <a:cs typeface="Arial" panose="020B0604020202020204" pitchFamily="34" charset="0"/>
            </a:endParaRPr>
          </a:p>
        </p:txBody>
      </p:sp>
      <p:sp>
        <p:nvSpPr>
          <p:cNvPr id="167" name="Google Shape;167;p1"/>
          <p:cNvSpPr txBox="1"/>
          <p:nvPr/>
        </p:nvSpPr>
        <p:spPr>
          <a:xfrm>
            <a:off x="295033" y="5920422"/>
            <a:ext cx="3302000" cy="353943"/>
          </a:xfrm>
          <a:prstGeom prst="rect">
            <a:avLst/>
          </a:prstGeom>
          <a:noFill/>
          <a:ln>
            <a:noFill/>
          </a:ln>
        </p:spPr>
        <p:txBody>
          <a:bodyPr spcFirstLastPara="1" wrap="square" lIns="0" tIns="0" rIns="0" bIns="0" anchor="t" anchorCtr="0">
            <a:spAutoFit/>
          </a:bodyPr>
          <a:lstStyle/>
          <a:p>
            <a:pPr>
              <a:buClr>
                <a:srgbClr val="000000"/>
              </a:buClr>
              <a:buSzPts val="1700"/>
            </a:pPr>
            <a:r>
              <a:rPr lang="fr-FR" sz="2300" noProof="0" dirty="0" err="1">
                <a:solidFill>
                  <a:srgbClr val="FFFFFF"/>
                </a:solidFill>
                <a:latin typeface="Arial" panose="020B0604020202020204" pitchFamily="34" charset="0"/>
                <a:ea typeface="Arial" panose="020B0604020202020204"/>
                <a:cs typeface="Arial" panose="020B0604020202020204" pitchFamily="34" charset="0"/>
                <a:sym typeface="Arial" panose="020B0604020202020204"/>
              </a:rPr>
              <a:t>October</a:t>
            </a:r>
            <a:r>
              <a:rPr lang="fr-FR" sz="2300" noProof="0" dirty="0">
                <a:solidFill>
                  <a:srgbClr val="FFFFFF"/>
                </a:solidFill>
                <a:latin typeface="Arial" panose="020B0604020202020204" pitchFamily="34" charset="0"/>
                <a:ea typeface="Arial" panose="020B0604020202020204"/>
                <a:cs typeface="Arial" panose="020B0604020202020204" pitchFamily="34" charset="0"/>
                <a:sym typeface="Arial" panose="020B0604020202020204"/>
              </a:rPr>
              <a:t> 2024</a:t>
            </a:r>
          </a:p>
        </p:txBody>
      </p:sp>
      <p:sp>
        <p:nvSpPr>
          <p:cNvPr id="170" name="Google Shape;170;p1"/>
          <p:cNvSpPr/>
          <p:nvPr/>
        </p:nvSpPr>
        <p:spPr>
          <a:xfrm>
            <a:off x="295033" y="2052010"/>
            <a:ext cx="373600" cy="1867200"/>
          </a:xfrm>
          <a:prstGeom prst="rect">
            <a:avLst/>
          </a:prstGeom>
          <a:solidFill>
            <a:srgbClr val="145ABE"/>
          </a:solidFill>
          <a:ln>
            <a:noFill/>
          </a:ln>
        </p:spPr>
        <p:txBody>
          <a:bodyPr spcFirstLastPara="1" wrap="square" lIns="91424" tIns="91424" rIns="91424" bIns="91424" anchor="ctr" anchorCtr="0">
            <a:noAutofit/>
          </a:bodyPr>
          <a:lstStyle/>
          <a:p>
            <a:pPr>
              <a:buClr>
                <a:srgbClr val="000000"/>
              </a:buClr>
              <a:buSzPts val="1100"/>
            </a:pPr>
            <a:endParaRPr lang="fr-FR" sz="1500" noProof="0" dirty="0">
              <a:solidFill>
                <a:srgbClr val="000000"/>
              </a:solidFill>
              <a:latin typeface="Arial" panose="020B0604020202020204" pitchFamily="34" charset="0"/>
              <a:ea typeface="Times New Roman" panose="02020603050405020304"/>
              <a:cs typeface="Arial" panose="020B0604020202020204" pitchFamily="34" charset="0"/>
              <a:sym typeface="Times New Roman" panose="02020603050405020304"/>
            </a:endParaRPr>
          </a:p>
        </p:txBody>
      </p:sp>
      <p:sp>
        <p:nvSpPr>
          <p:cNvPr id="4" name="Zone de texte 3"/>
          <p:cNvSpPr txBox="1"/>
          <p:nvPr/>
        </p:nvSpPr>
        <p:spPr>
          <a:xfrm>
            <a:off x="295033" y="472122"/>
            <a:ext cx="2216785" cy="829945"/>
          </a:xfrm>
          <a:prstGeom prst="rect">
            <a:avLst/>
          </a:prstGeom>
          <a:noFill/>
        </p:spPr>
        <p:txBody>
          <a:bodyPr wrap="square" lIns="91432" tIns="45718" rIns="91432" bIns="45718" rtlCol="0">
            <a:spAutoFit/>
          </a:bodyPr>
          <a:lstStyle/>
          <a:p>
            <a:r>
              <a:rPr lang="fr-FR" sz="4800" noProof="0" dirty="0">
                <a:solidFill>
                  <a:srgbClr val="0070C0"/>
                </a:solidFill>
                <a:latin typeface="Arial" panose="020B0604020202020204" pitchFamily="34" charset="0"/>
                <a:cs typeface="Arial" panose="020B0604020202020204" pitchFamily="34" charset="0"/>
              </a:rPr>
              <a:t>PLAN</a:t>
            </a:r>
          </a:p>
        </p:txBody>
      </p:sp>
      <p:grpSp>
        <p:nvGrpSpPr>
          <p:cNvPr id="17" name="Grouper 16"/>
          <p:cNvGrpSpPr/>
          <p:nvPr>
            <p:custDataLst>
              <p:tags r:id="rId1"/>
            </p:custDataLst>
          </p:nvPr>
        </p:nvGrpSpPr>
        <p:grpSpPr>
          <a:xfrm>
            <a:off x="393539" y="1302067"/>
            <a:ext cx="10640713" cy="5136198"/>
            <a:chOff x="7577" y="1109"/>
            <a:chExt cx="9803" cy="9030"/>
          </a:xfrm>
        </p:grpSpPr>
        <p:sp>
          <p:nvSpPr>
            <p:cNvPr id="5" name="序号"/>
            <p:cNvSpPr txBox="1"/>
            <p:nvPr>
              <p:custDataLst>
                <p:tags r:id="rId3"/>
              </p:custDataLst>
            </p:nvPr>
          </p:nvSpPr>
          <p:spPr>
            <a:xfrm>
              <a:off x="7577" y="1357"/>
              <a:ext cx="1787" cy="1387"/>
            </a:xfrm>
            <a:prstGeom prst="rect">
              <a:avLst/>
            </a:prstGeom>
            <a:noFill/>
          </p:spPr>
          <p:txBody>
            <a:bodyPr wrap="none" lIns="0" tIns="0" rIns="0" bIns="0" rtlCol="0" anchor="ctr" anchorCtr="0">
              <a:noAutofit/>
            </a:bodyPr>
            <a:lstStyle/>
            <a:p>
              <a:pPr algn="r">
                <a:lnSpc>
                  <a:spcPct val="100000"/>
                </a:lnSpc>
              </a:pPr>
              <a:r>
                <a:rPr lang="fr-FR" sz="4400" b="1" noProof="0" dirty="0">
                  <a:solidFill>
                    <a:schemeClr val="accent1">
                      <a:lumMod val="75000"/>
                    </a:schemeClr>
                  </a:solidFill>
                  <a:latin typeface="Arial" panose="020B0604020202020204" pitchFamily="34" charset="0"/>
                  <a:cs typeface="Arial" panose="020B0604020202020204" pitchFamily="34" charset="0"/>
                </a:rPr>
                <a:t>01</a:t>
              </a:r>
            </a:p>
          </p:txBody>
        </p:sp>
        <p:sp>
          <p:nvSpPr>
            <p:cNvPr id="6" name="项标题"/>
            <p:cNvSpPr txBox="1"/>
            <p:nvPr>
              <p:custDataLst>
                <p:tags r:id="rId4"/>
              </p:custDataLst>
            </p:nvPr>
          </p:nvSpPr>
          <p:spPr>
            <a:xfrm>
              <a:off x="10051" y="1109"/>
              <a:ext cx="6628" cy="1635"/>
            </a:xfrm>
            <a:prstGeom prst="rect">
              <a:avLst/>
            </a:prstGeom>
            <a:noFill/>
          </p:spPr>
          <p:txBody>
            <a:bodyPr wrap="square" lIns="0" tIns="0" rIns="0" bIns="0" rtlCol="0" anchor="ctr" anchorCtr="0">
              <a:normAutofit/>
            </a:bodyPr>
            <a:lstStyle/>
            <a:p>
              <a:pPr>
                <a:lnSpc>
                  <a:spcPct val="100000"/>
                </a:lnSpc>
              </a:pPr>
              <a:r>
                <a:rPr lang="fr-FR" sz="2400" b="1" noProof="0" dirty="0">
                  <a:solidFill>
                    <a:schemeClr val="tx1">
                      <a:lumMod val="85000"/>
                      <a:lumOff val="15000"/>
                    </a:schemeClr>
                  </a:solidFill>
                  <a:latin typeface="Arial" panose="020B0604020202020204" pitchFamily="34" charset="0"/>
                  <a:ea typeface="Calibri Light"/>
                  <a:cs typeface="Arial" panose="020B0604020202020204" pitchFamily="34" charset="0"/>
                </a:rPr>
                <a:t>Rappel des objectifs</a:t>
              </a:r>
            </a:p>
          </p:txBody>
        </p:sp>
        <p:sp>
          <p:nvSpPr>
            <p:cNvPr id="7" name="序号"/>
            <p:cNvSpPr txBox="1"/>
            <p:nvPr>
              <p:custDataLst>
                <p:tags r:id="rId5"/>
              </p:custDataLst>
            </p:nvPr>
          </p:nvSpPr>
          <p:spPr>
            <a:xfrm>
              <a:off x="7577" y="2715"/>
              <a:ext cx="1787" cy="1162"/>
            </a:xfrm>
            <a:prstGeom prst="rect">
              <a:avLst/>
            </a:prstGeom>
            <a:noFill/>
          </p:spPr>
          <p:txBody>
            <a:bodyPr wrap="none" lIns="0" tIns="0" rIns="0" bIns="0" rtlCol="0" anchor="ctr" anchorCtr="0">
              <a:noAutofit/>
            </a:bodyPr>
            <a:lstStyle/>
            <a:p>
              <a:pPr algn="r">
                <a:lnSpc>
                  <a:spcPct val="100000"/>
                </a:lnSpc>
              </a:pPr>
              <a:r>
                <a:rPr lang="fr-FR" sz="4400" b="1" noProof="0" dirty="0">
                  <a:solidFill>
                    <a:schemeClr val="accent1">
                      <a:lumMod val="75000"/>
                    </a:schemeClr>
                  </a:solidFill>
                  <a:latin typeface="Arial" panose="020B0604020202020204" pitchFamily="34" charset="0"/>
                  <a:cs typeface="Arial" panose="020B0604020202020204" pitchFamily="34" charset="0"/>
                </a:rPr>
                <a:t>02</a:t>
              </a:r>
            </a:p>
          </p:txBody>
        </p:sp>
        <p:sp>
          <p:nvSpPr>
            <p:cNvPr id="8" name="项标题"/>
            <p:cNvSpPr txBox="1"/>
            <p:nvPr>
              <p:custDataLst>
                <p:tags r:id="rId6"/>
              </p:custDataLst>
            </p:nvPr>
          </p:nvSpPr>
          <p:spPr>
            <a:xfrm>
              <a:off x="10051" y="2542"/>
              <a:ext cx="6628" cy="1409"/>
            </a:xfrm>
            <a:prstGeom prst="rect">
              <a:avLst/>
            </a:prstGeom>
            <a:noFill/>
          </p:spPr>
          <p:txBody>
            <a:bodyPr wrap="square" lIns="0" tIns="0" rIns="0" bIns="0" rtlCol="0" anchor="ctr" anchorCtr="0">
              <a:normAutofit/>
            </a:bodyPr>
            <a:lstStyle/>
            <a:p>
              <a:r>
                <a:rPr lang="fr-FR" sz="2800" b="1" noProof="0" dirty="0">
                  <a:solidFill>
                    <a:schemeClr val="tx1">
                      <a:lumMod val="85000"/>
                      <a:lumOff val="15000"/>
                    </a:schemeClr>
                  </a:solidFill>
                  <a:latin typeface="Arial" panose="020B0604020202020204" pitchFamily="34" charset="0"/>
                  <a:cs typeface="Arial" panose="020B0604020202020204" pitchFamily="34" charset="0"/>
                </a:rPr>
                <a:t>E</a:t>
              </a:r>
              <a:r>
                <a:rPr lang="fr-FR" sz="2400" b="1" noProof="0" dirty="0">
                  <a:solidFill>
                    <a:schemeClr val="tx1">
                      <a:lumMod val="85000"/>
                      <a:lumOff val="15000"/>
                    </a:schemeClr>
                  </a:solidFill>
                  <a:latin typeface="Arial" panose="020B0604020202020204" pitchFamily="34" charset="0"/>
                  <a:ea typeface="Calibri Light"/>
                  <a:cs typeface="Arial" panose="020B0604020202020204" pitchFamily="34" charset="0"/>
                </a:rPr>
                <a:t>valuation activités Génération Demande 2025</a:t>
              </a:r>
            </a:p>
          </p:txBody>
        </p:sp>
        <p:sp>
          <p:nvSpPr>
            <p:cNvPr id="9" name="序号"/>
            <p:cNvSpPr txBox="1"/>
            <p:nvPr>
              <p:custDataLst>
                <p:tags r:id="rId7"/>
              </p:custDataLst>
            </p:nvPr>
          </p:nvSpPr>
          <p:spPr>
            <a:xfrm>
              <a:off x="7577" y="3909"/>
              <a:ext cx="1787" cy="1162"/>
            </a:xfrm>
            <a:prstGeom prst="rect">
              <a:avLst/>
            </a:prstGeom>
            <a:noFill/>
          </p:spPr>
          <p:txBody>
            <a:bodyPr wrap="none" lIns="0" tIns="0" rIns="0" bIns="0" rtlCol="0" anchor="ctr" anchorCtr="0">
              <a:noAutofit/>
            </a:bodyPr>
            <a:lstStyle/>
            <a:p>
              <a:pPr algn="r">
                <a:lnSpc>
                  <a:spcPct val="100000"/>
                </a:lnSpc>
              </a:pPr>
              <a:r>
                <a:rPr lang="fr-FR" sz="4400" b="1" noProof="0" dirty="0">
                  <a:solidFill>
                    <a:schemeClr val="accent1">
                      <a:lumMod val="75000"/>
                    </a:schemeClr>
                  </a:solidFill>
                  <a:latin typeface="Arial" panose="020B0604020202020204" pitchFamily="34" charset="0"/>
                  <a:cs typeface="Arial" panose="020B0604020202020204" pitchFamily="34" charset="0"/>
                </a:rPr>
                <a:t>03</a:t>
              </a:r>
            </a:p>
          </p:txBody>
        </p:sp>
        <p:sp>
          <p:nvSpPr>
            <p:cNvPr id="10" name="项标题"/>
            <p:cNvSpPr txBox="1"/>
            <p:nvPr>
              <p:custDataLst>
                <p:tags r:id="rId8"/>
              </p:custDataLst>
            </p:nvPr>
          </p:nvSpPr>
          <p:spPr>
            <a:xfrm>
              <a:off x="10752" y="3661"/>
              <a:ext cx="6628" cy="1409"/>
            </a:xfrm>
            <a:prstGeom prst="rect">
              <a:avLst/>
            </a:prstGeom>
            <a:noFill/>
          </p:spPr>
          <p:txBody>
            <a:bodyPr wrap="square" lIns="0" tIns="0" rIns="0" bIns="0" rtlCol="0" anchor="ctr" anchorCtr="0">
              <a:normAutofit/>
            </a:bodyPr>
            <a:lstStyle/>
            <a:p>
              <a:pPr>
                <a:lnSpc>
                  <a:spcPct val="100000"/>
                </a:lnSpc>
              </a:pPr>
              <a:endParaRPr lang="fr-FR" sz="2400" b="1" noProof="0" dirty="0">
                <a:solidFill>
                  <a:schemeClr val="tx1">
                    <a:lumMod val="85000"/>
                    <a:lumOff val="15000"/>
                  </a:schemeClr>
                </a:solidFill>
                <a:latin typeface="Arial" panose="020B0604020202020204" pitchFamily="34" charset="0"/>
                <a:ea typeface="Calibri Light"/>
                <a:cs typeface="Arial" panose="020B0604020202020204" pitchFamily="34" charset="0"/>
              </a:endParaRPr>
            </a:p>
          </p:txBody>
        </p:sp>
        <p:sp>
          <p:nvSpPr>
            <p:cNvPr id="11" name="序号"/>
            <p:cNvSpPr txBox="1"/>
            <p:nvPr>
              <p:custDataLst>
                <p:tags r:id="rId9"/>
              </p:custDataLst>
            </p:nvPr>
          </p:nvSpPr>
          <p:spPr>
            <a:xfrm>
              <a:off x="7577" y="5218"/>
              <a:ext cx="1787" cy="1162"/>
            </a:xfrm>
            <a:prstGeom prst="rect">
              <a:avLst/>
            </a:prstGeom>
            <a:noFill/>
          </p:spPr>
          <p:txBody>
            <a:bodyPr wrap="none" lIns="0" tIns="0" rIns="0" bIns="0" rtlCol="0" anchor="ctr" anchorCtr="0">
              <a:noAutofit/>
            </a:bodyPr>
            <a:lstStyle/>
            <a:p>
              <a:pPr algn="r">
                <a:lnSpc>
                  <a:spcPct val="100000"/>
                </a:lnSpc>
              </a:pPr>
              <a:r>
                <a:rPr lang="fr-FR" sz="4400" b="1" noProof="0" dirty="0">
                  <a:solidFill>
                    <a:schemeClr val="accent1">
                      <a:lumMod val="75000"/>
                    </a:schemeClr>
                  </a:solidFill>
                  <a:latin typeface="Arial" panose="020B0604020202020204" pitchFamily="34" charset="0"/>
                  <a:cs typeface="Arial" panose="020B0604020202020204" pitchFamily="34" charset="0"/>
                </a:rPr>
                <a:t>04</a:t>
              </a:r>
            </a:p>
          </p:txBody>
        </p:sp>
        <p:sp>
          <p:nvSpPr>
            <p:cNvPr id="12" name="项标题"/>
            <p:cNvSpPr txBox="1"/>
            <p:nvPr>
              <p:custDataLst>
                <p:tags r:id="rId10"/>
              </p:custDataLst>
            </p:nvPr>
          </p:nvSpPr>
          <p:spPr>
            <a:xfrm>
              <a:off x="10049" y="3904"/>
              <a:ext cx="6628" cy="1179"/>
            </a:xfrm>
            <a:prstGeom prst="rect">
              <a:avLst/>
            </a:prstGeom>
            <a:noFill/>
          </p:spPr>
          <p:txBody>
            <a:bodyPr wrap="square" lIns="0" tIns="0" rIns="0" bIns="0" rtlCol="0" anchor="ctr" anchorCtr="0">
              <a:normAutofit/>
            </a:bodyPr>
            <a:lstStyle/>
            <a:p>
              <a:pPr>
                <a:lnSpc>
                  <a:spcPct val="100000"/>
                </a:lnSpc>
              </a:pPr>
              <a:r>
                <a:rPr lang="fr-FR" sz="2400" b="1" noProof="0" dirty="0">
                  <a:solidFill>
                    <a:schemeClr val="tx1">
                      <a:lumMod val="85000"/>
                      <a:lumOff val="15000"/>
                    </a:schemeClr>
                  </a:solidFill>
                  <a:latin typeface="Arial" panose="020B0604020202020204" pitchFamily="34" charset="0"/>
                  <a:cs typeface="Arial" panose="020B0604020202020204" pitchFamily="34" charset="0"/>
                </a:rPr>
                <a:t>Analyse FFOM</a:t>
              </a:r>
            </a:p>
          </p:txBody>
        </p:sp>
        <p:sp>
          <p:nvSpPr>
            <p:cNvPr id="13" name="序号"/>
            <p:cNvSpPr txBox="1"/>
            <p:nvPr>
              <p:custDataLst>
                <p:tags r:id="rId11"/>
              </p:custDataLst>
            </p:nvPr>
          </p:nvSpPr>
          <p:spPr>
            <a:xfrm>
              <a:off x="7577" y="6324"/>
              <a:ext cx="1787" cy="1162"/>
            </a:xfrm>
            <a:prstGeom prst="rect">
              <a:avLst/>
            </a:prstGeom>
            <a:noFill/>
          </p:spPr>
          <p:txBody>
            <a:bodyPr wrap="none" lIns="0" tIns="0" rIns="0" bIns="0" rtlCol="0" anchor="ctr" anchorCtr="0">
              <a:noAutofit/>
            </a:bodyPr>
            <a:lstStyle/>
            <a:p>
              <a:pPr algn="r">
                <a:lnSpc>
                  <a:spcPct val="100000"/>
                </a:lnSpc>
              </a:pPr>
              <a:r>
                <a:rPr lang="fr-FR" sz="4400" b="1" noProof="0" dirty="0">
                  <a:solidFill>
                    <a:schemeClr val="accent1">
                      <a:lumMod val="75000"/>
                    </a:schemeClr>
                  </a:solidFill>
                  <a:latin typeface="Arial" panose="020B0604020202020204" pitchFamily="34" charset="0"/>
                  <a:cs typeface="Arial" panose="020B0604020202020204" pitchFamily="34" charset="0"/>
                </a:rPr>
                <a:t>05</a:t>
              </a:r>
            </a:p>
          </p:txBody>
        </p:sp>
        <p:sp>
          <p:nvSpPr>
            <p:cNvPr id="14" name="项标题"/>
            <p:cNvSpPr txBox="1"/>
            <p:nvPr>
              <p:custDataLst>
                <p:tags r:id="rId12"/>
              </p:custDataLst>
            </p:nvPr>
          </p:nvSpPr>
          <p:spPr>
            <a:xfrm>
              <a:off x="10038" y="4920"/>
              <a:ext cx="6628" cy="1409"/>
            </a:xfrm>
            <a:prstGeom prst="rect">
              <a:avLst/>
            </a:prstGeom>
            <a:noFill/>
          </p:spPr>
          <p:txBody>
            <a:bodyPr wrap="square" lIns="0" tIns="0" rIns="0" bIns="0" rtlCol="0" anchor="ctr" anchorCtr="0">
              <a:normAutofit/>
            </a:bodyPr>
            <a:lstStyle/>
            <a:p>
              <a:pPr>
                <a:lnSpc>
                  <a:spcPct val="100000"/>
                </a:lnSpc>
              </a:pPr>
              <a:r>
                <a:rPr lang="fr-FR" sz="2400" b="1" noProof="0" dirty="0">
                  <a:solidFill>
                    <a:schemeClr val="tx1">
                      <a:lumMod val="85000"/>
                      <a:lumOff val="15000"/>
                    </a:schemeClr>
                  </a:solidFill>
                  <a:latin typeface="Arial" panose="020B0604020202020204" pitchFamily="34" charset="0"/>
                  <a:ea typeface="Calibri Light"/>
                  <a:cs typeface="Arial" panose="020B0604020202020204" pitchFamily="34" charset="0"/>
                </a:rPr>
                <a:t>Problèmes /Défis</a:t>
              </a:r>
            </a:p>
          </p:txBody>
        </p:sp>
        <p:sp>
          <p:nvSpPr>
            <p:cNvPr id="15" name="序号"/>
            <p:cNvSpPr txBox="1"/>
            <p:nvPr>
              <p:custDataLst>
                <p:tags r:id="rId13"/>
              </p:custDataLst>
            </p:nvPr>
          </p:nvSpPr>
          <p:spPr>
            <a:xfrm>
              <a:off x="7577" y="7623"/>
              <a:ext cx="1787" cy="1162"/>
            </a:xfrm>
            <a:prstGeom prst="rect">
              <a:avLst/>
            </a:prstGeom>
            <a:noFill/>
          </p:spPr>
          <p:txBody>
            <a:bodyPr wrap="none" lIns="0" tIns="0" rIns="0" bIns="0" rtlCol="0" anchor="ctr" anchorCtr="0">
              <a:noAutofit/>
            </a:bodyPr>
            <a:lstStyle/>
            <a:p>
              <a:pPr algn="r">
                <a:lnSpc>
                  <a:spcPct val="100000"/>
                </a:lnSpc>
              </a:pPr>
              <a:r>
                <a:rPr lang="fr-FR" sz="4400" b="1" noProof="0" dirty="0">
                  <a:solidFill>
                    <a:schemeClr val="accent1">
                      <a:lumMod val="75000"/>
                    </a:schemeClr>
                  </a:solidFill>
                  <a:latin typeface="Arial" panose="020B0604020202020204" pitchFamily="34" charset="0"/>
                  <a:cs typeface="Arial" panose="020B0604020202020204" pitchFamily="34" charset="0"/>
                </a:rPr>
                <a:t>06</a:t>
              </a:r>
            </a:p>
          </p:txBody>
        </p:sp>
        <p:sp>
          <p:nvSpPr>
            <p:cNvPr id="16" name="项标题"/>
            <p:cNvSpPr txBox="1"/>
            <p:nvPr>
              <p:custDataLst>
                <p:tags r:id="rId14"/>
              </p:custDataLst>
            </p:nvPr>
          </p:nvSpPr>
          <p:spPr>
            <a:xfrm>
              <a:off x="10043" y="6276"/>
              <a:ext cx="7109" cy="1409"/>
            </a:xfrm>
            <a:prstGeom prst="rect">
              <a:avLst/>
            </a:prstGeom>
            <a:noFill/>
          </p:spPr>
          <p:txBody>
            <a:bodyPr wrap="square" lIns="0" tIns="0" rIns="0" bIns="0" rtlCol="0" anchor="ctr" anchorCtr="0">
              <a:normAutofit fontScale="97500"/>
            </a:bodyPr>
            <a:lstStyle/>
            <a:p>
              <a:r>
                <a:rPr lang="fr-FR" sz="2500" b="1" noProof="0" dirty="0">
                  <a:solidFill>
                    <a:schemeClr val="tx1">
                      <a:lumMod val="85000"/>
                      <a:lumOff val="15000"/>
                    </a:schemeClr>
                  </a:solidFill>
                  <a:latin typeface="Arial" panose="020B0604020202020204" pitchFamily="34" charset="0"/>
                  <a:ea typeface="Calibri Light"/>
                  <a:cs typeface="Arial" panose="020B0604020202020204" pitchFamily="34" charset="0"/>
                </a:rPr>
                <a:t> Recommandations</a:t>
              </a:r>
            </a:p>
          </p:txBody>
        </p:sp>
        <p:sp>
          <p:nvSpPr>
            <p:cNvPr id="18" name="序号"/>
            <p:cNvSpPr txBox="1"/>
            <p:nvPr>
              <p:custDataLst>
                <p:tags r:id="rId15"/>
              </p:custDataLst>
            </p:nvPr>
          </p:nvSpPr>
          <p:spPr>
            <a:xfrm>
              <a:off x="7577" y="8977"/>
              <a:ext cx="1787" cy="1162"/>
            </a:xfrm>
            <a:prstGeom prst="rect">
              <a:avLst/>
            </a:prstGeom>
            <a:noFill/>
          </p:spPr>
          <p:txBody>
            <a:bodyPr wrap="none" lIns="0" tIns="0" rIns="0" bIns="0" rtlCol="0" anchor="ctr" anchorCtr="0">
              <a:noAutofit/>
            </a:bodyPr>
            <a:lstStyle/>
            <a:p>
              <a:pPr algn="r">
                <a:lnSpc>
                  <a:spcPct val="100000"/>
                </a:lnSpc>
              </a:pPr>
              <a:r>
                <a:rPr lang="fr-FR" sz="4400" b="1" noProof="0" dirty="0">
                  <a:solidFill>
                    <a:schemeClr val="accent1">
                      <a:lumMod val="75000"/>
                    </a:schemeClr>
                  </a:solidFill>
                  <a:latin typeface="Arial" panose="020B0604020202020204" pitchFamily="34" charset="0"/>
                  <a:cs typeface="Arial" panose="020B0604020202020204" pitchFamily="34" charset="0"/>
                </a:rPr>
                <a:t>07</a:t>
              </a:r>
            </a:p>
          </p:txBody>
        </p:sp>
        <p:sp>
          <p:nvSpPr>
            <p:cNvPr id="19" name="项标题"/>
            <p:cNvSpPr txBox="1"/>
            <p:nvPr>
              <p:custDataLst>
                <p:tags r:id="rId16"/>
              </p:custDataLst>
            </p:nvPr>
          </p:nvSpPr>
          <p:spPr>
            <a:xfrm>
              <a:off x="10042" y="7585"/>
              <a:ext cx="6628" cy="1409"/>
            </a:xfrm>
            <a:prstGeom prst="rect">
              <a:avLst/>
            </a:prstGeom>
            <a:noFill/>
          </p:spPr>
          <p:txBody>
            <a:bodyPr wrap="square" lIns="0" tIns="0" rIns="0" bIns="0" rtlCol="0" anchor="ctr" anchorCtr="0">
              <a:normAutofit/>
            </a:bodyPr>
            <a:lstStyle/>
            <a:p>
              <a:pPr>
                <a:lnSpc>
                  <a:spcPct val="100000"/>
                </a:lnSpc>
              </a:pPr>
              <a:r>
                <a:rPr lang="fr-FR" sz="2400" b="1" noProof="0" dirty="0">
                  <a:solidFill>
                    <a:schemeClr val="tx1">
                      <a:lumMod val="85000"/>
                      <a:lumOff val="15000"/>
                    </a:schemeClr>
                  </a:solidFill>
                  <a:latin typeface="Arial" panose="020B0604020202020204" pitchFamily="34" charset="0"/>
                  <a:cs typeface="Arial" panose="020B0604020202020204" pitchFamily="34" charset="0"/>
                </a:rPr>
                <a:t>Actions prioritaires 2026</a:t>
              </a:r>
            </a:p>
          </p:txBody>
        </p:sp>
      </p:grpSp>
      <p:sp>
        <p:nvSpPr>
          <p:cNvPr id="3" name="项标题">
            <a:extLst>
              <a:ext uri="{FF2B5EF4-FFF2-40B4-BE49-F238E27FC236}">
                <a16:creationId xmlns:a16="http://schemas.microsoft.com/office/drawing/2014/main" id="{D92EB46E-A3EC-7A1B-B162-D7B5B23DEB9D}"/>
              </a:ext>
            </a:extLst>
          </p:cNvPr>
          <p:cNvSpPr txBox="1"/>
          <p:nvPr>
            <p:custDataLst>
              <p:tags r:id="rId2"/>
            </p:custDataLst>
          </p:nvPr>
        </p:nvSpPr>
        <p:spPr>
          <a:xfrm>
            <a:off x="3064843" y="5626359"/>
            <a:ext cx="4208780" cy="894715"/>
          </a:xfrm>
          <a:prstGeom prst="rect">
            <a:avLst/>
          </a:prstGeom>
          <a:noFill/>
        </p:spPr>
        <p:txBody>
          <a:bodyPr wrap="square" lIns="0" tIns="0" rIns="0" bIns="0" rtlCol="0" anchor="ctr" anchorCtr="0">
            <a:normAutofit/>
          </a:bodyPr>
          <a:lstStyle/>
          <a:p>
            <a:r>
              <a:rPr lang="fr-FR" sz="2400" b="1" noProof="0" dirty="0">
                <a:solidFill>
                  <a:schemeClr val="tx1">
                    <a:lumMod val="85000"/>
                    <a:lumOff val="15000"/>
                  </a:schemeClr>
                </a:solidFill>
                <a:latin typeface="Arial" panose="020B0604020202020204" pitchFamily="34" charset="0"/>
                <a:ea typeface="Calibri Light"/>
                <a:cs typeface="Arial" panose="020B0604020202020204" pitchFamily="34" charset="0"/>
              </a:rPr>
              <a:t>Quelques annexes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grpSp>
        <p:nvGrpSpPr>
          <p:cNvPr id="6" name="Google Shape;199;p3">
            <a:extLst>
              <a:ext uri="{FF2B5EF4-FFF2-40B4-BE49-F238E27FC236}">
                <a16:creationId xmlns:a16="http://schemas.microsoft.com/office/drawing/2014/main" id="{19D83486-EE87-DF47-D3B7-E3C587D4461F}"/>
              </a:ext>
            </a:extLst>
          </p:cNvPr>
          <p:cNvGrpSpPr/>
          <p:nvPr/>
        </p:nvGrpSpPr>
        <p:grpSpPr>
          <a:xfrm>
            <a:off x="0" y="-148166"/>
            <a:ext cx="12167800" cy="853669"/>
            <a:chOff x="0" y="-47625"/>
            <a:chExt cx="5062896" cy="378000"/>
          </a:xfrm>
        </p:grpSpPr>
        <p:sp>
          <p:nvSpPr>
            <p:cNvPr id="10" name="Google Shape;200;p3">
              <a:extLst>
                <a:ext uri="{FF2B5EF4-FFF2-40B4-BE49-F238E27FC236}">
                  <a16:creationId xmlns:a16="http://schemas.microsoft.com/office/drawing/2014/main" id="{59DF2426-5A9A-3696-CBA7-0EFAABA8811A}"/>
                </a:ext>
              </a:extLst>
            </p:cNvPr>
            <p:cNvSpPr/>
            <p:nvPr/>
          </p:nvSpPr>
          <p:spPr>
            <a:xfrm>
              <a:off x="0" y="0"/>
              <a:ext cx="5062896" cy="330270"/>
            </a:xfrm>
            <a:custGeom>
              <a:avLst/>
              <a:gdLst/>
              <a:ahLst/>
              <a:cxnLst/>
              <a:rect l="l" t="t" r="r" b="b"/>
              <a:pathLst>
                <a:path w="5062896" h="330270" extrusionOk="0">
                  <a:moveTo>
                    <a:pt x="0" y="0"/>
                  </a:moveTo>
                  <a:lnTo>
                    <a:pt x="5062896" y="0"/>
                  </a:lnTo>
                  <a:lnTo>
                    <a:pt x="5062896" y="330270"/>
                  </a:lnTo>
                  <a:lnTo>
                    <a:pt x="0" y="330270"/>
                  </a:lnTo>
                  <a:close/>
                </a:path>
              </a:pathLst>
            </a:custGeom>
            <a:solidFill>
              <a:srgbClr val="223AA8"/>
            </a:solidFill>
            <a:ln>
              <a:noFill/>
            </a:ln>
          </p:spPr>
          <p:txBody>
            <a:bodyPr/>
            <a:lstStyle/>
            <a:p>
              <a:pPr defTabSz="1219170">
                <a:buClr>
                  <a:srgbClr val="000000"/>
                </a:buClr>
              </a:pPr>
              <a:endParaRPr lang="fr-FR" sz="1867" kern="0" noProof="0" dirty="0">
                <a:solidFill>
                  <a:srgbClr val="000000"/>
                </a:solidFill>
                <a:latin typeface="+mj-lt"/>
                <a:cs typeface="Arial" panose="020B0604020202020204"/>
                <a:sym typeface="Arial" panose="020B0604020202020204"/>
              </a:endParaRPr>
            </a:p>
          </p:txBody>
        </p:sp>
        <p:sp>
          <p:nvSpPr>
            <p:cNvPr id="12" name="Google Shape;201;p3">
              <a:extLst>
                <a:ext uri="{FF2B5EF4-FFF2-40B4-BE49-F238E27FC236}">
                  <a16:creationId xmlns:a16="http://schemas.microsoft.com/office/drawing/2014/main" id="{79BD3BB7-FD3C-FAA2-2411-314B2188ABE0}"/>
                </a:ext>
              </a:extLst>
            </p:cNvPr>
            <p:cNvSpPr txBox="1"/>
            <p:nvPr/>
          </p:nvSpPr>
          <p:spPr>
            <a:xfrm>
              <a:off x="0" y="-47625"/>
              <a:ext cx="5062800" cy="378000"/>
            </a:xfrm>
            <a:prstGeom prst="rect">
              <a:avLst/>
            </a:prstGeom>
            <a:noFill/>
            <a:ln>
              <a:noFill/>
            </a:ln>
          </p:spPr>
          <p:txBody>
            <a:bodyPr spcFirstLastPara="1" wrap="square" lIns="50800" tIns="50800" rIns="50800" bIns="50800" anchor="ctr" anchorCtr="0">
              <a:noAutofit/>
            </a:bodyPr>
            <a:lstStyle/>
            <a:p>
              <a:pPr algn="ctr" defTabSz="1219170">
                <a:lnSpc>
                  <a:spcPct val="129000"/>
                </a:lnSpc>
                <a:buClr>
                  <a:srgbClr val="000000"/>
                </a:buClr>
              </a:pPr>
              <a:endParaRPr lang="fr-FR" sz="1400" kern="0" noProof="0" dirty="0">
                <a:solidFill>
                  <a:srgbClr val="000000"/>
                </a:solidFill>
                <a:latin typeface="+mj-lt"/>
                <a:cs typeface="Arial" panose="020B0604020202020204"/>
                <a:sym typeface="Arial" panose="020B0604020202020204"/>
              </a:endParaRPr>
            </a:p>
          </p:txBody>
        </p:sp>
      </p:grpSp>
      <p:sp>
        <p:nvSpPr>
          <p:cNvPr id="221" name="Google Shape;221;p16"/>
          <p:cNvSpPr txBox="1"/>
          <p:nvPr/>
        </p:nvSpPr>
        <p:spPr>
          <a:xfrm>
            <a:off x="407700" y="88231"/>
            <a:ext cx="11274800" cy="731600"/>
          </a:xfrm>
          <a:prstGeom prst="rect">
            <a:avLst/>
          </a:prstGeom>
          <a:noFill/>
          <a:ln>
            <a:noFill/>
          </a:ln>
        </p:spPr>
        <p:txBody>
          <a:bodyPr spcFirstLastPara="1" wrap="square" lIns="0" tIns="0" rIns="0" bIns="0" anchor="t" anchorCtr="0">
            <a:noAutofit/>
          </a:bodyPr>
          <a:lstStyle/>
          <a:p>
            <a:pPr>
              <a:buSzPts val="1100"/>
            </a:pPr>
            <a:r>
              <a:rPr lang="fr-FR" sz="2700" b="1" noProof="0" dirty="0">
                <a:solidFill>
                  <a:schemeClr val="bg1"/>
                </a:solidFill>
                <a:latin typeface="+mj-lt"/>
                <a:ea typeface="Times New Roman" panose="02020603050405020304"/>
                <a:cs typeface="Times New Roman" panose="02020603050405020304"/>
                <a:sym typeface="Times New Roman" panose="02020603050405020304"/>
              </a:rPr>
              <a:t>Objectif  et cible de la génération de la demande 2025</a:t>
            </a:r>
            <a:endParaRPr lang="fr-FR" sz="3200" b="1" noProof="0" dirty="0">
              <a:solidFill>
                <a:schemeClr val="bg1"/>
              </a:solidFill>
              <a:latin typeface="+mj-lt"/>
              <a:ea typeface="Times New Roman" panose="02020603050405020304"/>
              <a:cs typeface="Times New Roman" panose="02020603050405020304"/>
              <a:sym typeface="Times New Roman" panose="02020603050405020304"/>
            </a:endParaRPr>
          </a:p>
        </p:txBody>
      </p:sp>
      <p:cxnSp>
        <p:nvCxnSpPr>
          <p:cNvPr id="223" name="Google Shape;223;p16"/>
          <p:cNvCxnSpPr/>
          <p:nvPr/>
        </p:nvCxnSpPr>
        <p:spPr>
          <a:xfrm>
            <a:off x="267700" y="6427967"/>
            <a:ext cx="11640400" cy="0"/>
          </a:xfrm>
          <a:prstGeom prst="straightConnector1">
            <a:avLst/>
          </a:prstGeom>
          <a:noFill/>
          <a:ln w="9525" cap="flat" cmpd="sng">
            <a:solidFill>
              <a:srgbClr val="9E9E9E"/>
            </a:solidFill>
            <a:prstDash val="solid"/>
            <a:round/>
            <a:headEnd type="none" w="med" len="med"/>
            <a:tailEnd type="none" w="med" len="med"/>
          </a:ln>
        </p:spPr>
      </p:cxnSp>
      <p:sp>
        <p:nvSpPr>
          <p:cNvPr id="224" name="Google Shape;224;p16"/>
          <p:cNvSpPr txBox="1"/>
          <p:nvPr/>
        </p:nvSpPr>
        <p:spPr>
          <a:xfrm>
            <a:off x="267700" y="6492847"/>
            <a:ext cx="11414800" cy="184151"/>
          </a:xfrm>
          <a:prstGeom prst="rect">
            <a:avLst/>
          </a:prstGeom>
          <a:noFill/>
          <a:ln>
            <a:noFill/>
          </a:ln>
        </p:spPr>
        <p:txBody>
          <a:bodyPr spcFirstLastPara="1" wrap="square" lIns="0" tIns="0" rIns="121889" bIns="0" anchor="t" anchorCtr="0">
            <a:spAutoFit/>
          </a:bodyPr>
          <a:lstStyle/>
          <a:p>
            <a:r>
              <a:rPr lang="fr-FR" sz="1200" b="1" noProof="0" dirty="0">
                <a:solidFill>
                  <a:srgbClr val="1155CC"/>
                </a:solidFill>
                <a:latin typeface="+mj-lt"/>
                <a:ea typeface="Times New Roman" panose="02020603050405020304"/>
                <a:cs typeface="Times New Roman" panose="02020603050405020304"/>
                <a:sym typeface="Times New Roman" panose="02020603050405020304"/>
              </a:rPr>
              <a:t>Revue annuelle PEV 2025</a:t>
            </a:r>
          </a:p>
        </p:txBody>
      </p:sp>
      <p:sp>
        <p:nvSpPr>
          <p:cNvPr id="241" name="Google Shape;241;p17"/>
          <p:cNvSpPr/>
          <p:nvPr/>
        </p:nvSpPr>
        <p:spPr>
          <a:xfrm>
            <a:off x="271987" y="1351859"/>
            <a:ext cx="3512935" cy="1831867"/>
          </a:xfrm>
          <a:prstGeom prst="roundRect">
            <a:avLst/>
          </a:prstGeom>
          <a:noFill/>
          <a:ln w="19050" cap="flat" cmpd="sng">
            <a:solidFill>
              <a:srgbClr val="1155CC"/>
            </a:solidFill>
            <a:prstDash val="dash"/>
            <a:round/>
            <a:headEnd type="none" w="sm" len="sm"/>
            <a:tailEnd type="none" w="sm" len="sm"/>
          </a:ln>
        </p:spPr>
        <p:txBody>
          <a:bodyPr spcFirstLastPara="1" wrap="square" lIns="91425" tIns="91425" rIns="91425" bIns="91425" anchor="ctr" anchorCtr="0">
            <a:noAutofit/>
          </a:bodyPr>
          <a:lstStyle/>
          <a:p>
            <a:pPr algn="ctr"/>
            <a:endParaRPr lang="fr-FR" noProof="0" dirty="0">
              <a:latin typeface="+mj-lt"/>
            </a:endParaRPr>
          </a:p>
        </p:txBody>
      </p:sp>
      <p:grpSp>
        <p:nvGrpSpPr>
          <p:cNvPr id="5" name="Grouper 4"/>
          <p:cNvGrpSpPr/>
          <p:nvPr/>
        </p:nvGrpSpPr>
        <p:grpSpPr>
          <a:xfrm>
            <a:off x="8257412" y="849643"/>
            <a:ext cx="3126860" cy="2793596"/>
            <a:chOff x="13560" y="3672"/>
            <a:chExt cx="5160" cy="6819"/>
          </a:xfrm>
        </p:grpSpPr>
        <p:sp>
          <p:nvSpPr>
            <p:cNvPr id="225" name="Google Shape;225;p16"/>
            <p:cNvSpPr txBox="1"/>
            <p:nvPr/>
          </p:nvSpPr>
          <p:spPr>
            <a:xfrm>
              <a:off x="18360" y="10230"/>
              <a:ext cx="360" cy="261"/>
            </a:xfrm>
            <a:prstGeom prst="rect">
              <a:avLst/>
            </a:prstGeom>
            <a:noFill/>
            <a:ln>
              <a:noFill/>
            </a:ln>
          </p:spPr>
          <p:txBody>
            <a:bodyPr spcFirstLastPara="1" wrap="square" lIns="0" tIns="0" rIns="0" bIns="0" anchor="ctr" anchorCtr="0">
              <a:noAutofit/>
            </a:bodyPr>
            <a:lstStyle/>
            <a:p>
              <a:pPr algn="r"/>
              <a:fld id="{00000000-1234-1234-1234-123412341234}" type="slidenum">
                <a:rPr lang="fr-FR" sz="1200" noProof="0" smtClean="0">
                  <a:solidFill>
                    <a:srgbClr val="1155CC"/>
                  </a:solidFill>
                  <a:latin typeface="+mj-lt"/>
                  <a:ea typeface="Source Serif Pro"/>
                  <a:cs typeface="Source Serif Pro"/>
                  <a:sym typeface="Source Serif Pro"/>
                </a:rPr>
                <a:pPr algn="r"/>
                <a:t>3</a:t>
              </a:fld>
              <a:endParaRPr lang="fr-FR" sz="1200" noProof="0" dirty="0">
                <a:solidFill>
                  <a:srgbClr val="1155CC"/>
                </a:solidFill>
                <a:latin typeface="+mj-lt"/>
                <a:ea typeface="Source Serif Pro"/>
                <a:cs typeface="Source Serif Pro"/>
                <a:sym typeface="Source Serif Pro"/>
              </a:endParaRPr>
            </a:p>
          </p:txBody>
        </p:sp>
        <p:sp>
          <p:nvSpPr>
            <p:cNvPr id="4" name="Google Shape;235;p17"/>
            <p:cNvSpPr/>
            <p:nvPr/>
          </p:nvSpPr>
          <p:spPr>
            <a:xfrm>
              <a:off x="13560" y="3672"/>
              <a:ext cx="4896" cy="788"/>
            </a:xfrm>
            <a:prstGeom prst="rect">
              <a:avLst/>
            </a:prstGeom>
            <a:noFill/>
            <a:ln>
              <a:noFill/>
            </a:ln>
          </p:spPr>
          <p:txBody>
            <a:bodyPr spcFirstLastPara="1" wrap="square" lIns="91425" tIns="91425" rIns="91425" bIns="91425" anchor="ctr" anchorCtr="0">
              <a:noAutofit/>
            </a:bodyPr>
            <a:lstStyle/>
            <a:p>
              <a:pPr algn="ctr"/>
              <a:r>
                <a:rPr lang="fr-FR" sz="2400" b="1" noProof="0" dirty="0">
                  <a:latin typeface="+mj-lt"/>
                  <a:ea typeface="Times New Roman" panose="02020603050405020304"/>
                  <a:cs typeface="Times New Roman" panose="02020603050405020304"/>
                  <a:sym typeface="Times New Roman" panose="02020603050405020304"/>
                </a:rPr>
                <a:t>Cibles 2025</a:t>
              </a:r>
            </a:p>
          </p:txBody>
        </p:sp>
      </p:grpSp>
      <p:sp>
        <p:nvSpPr>
          <p:cNvPr id="9" name="ZoneTexte 8"/>
          <p:cNvSpPr txBox="1"/>
          <p:nvPr/>
        </p:nvSpPr>
        <p:spPr>
          <a:xfrm>
            <a:off x="329570" y="1478059"/>
            <a:ext cx="3370623" cy="2031325"/>
          </a:xfrm>
          <a:prstGeom prst="rect">
            <a:avLst/>
          </a:prstGeom>
          <a:noFill/>
        </p:spPr>
        <p:txBody>
          <a:bodyPr wrap="square" lIns="91440" tIns="45720" rIns="91440" bIns="45720" rtlCol="0" anchor="t">
            <a:spAutoFit/>
          </a:bodyPr>
          <a:lstStyle/>
          <a:p>
            <a:r>
              <a:rPr lang="fr-FR" sz="1800" noProof="0" dirty="0">
                <a:latin typeface="+mj-lt"/>
              </a:rPr>
              <a:t>Contribuer à l'augmentation de la couverture en penta 3 de 58 à 65 %, réduire le taux d’abandon de 20 à moins de 15 %, d’ici fin 2025</a:t>
            </a:r>
            <a:endParaRPr lang="fr-FR" sz="1800" noProof="0" dirty="0">
              <a:latin typeface="+mj-lt"/>
              <a:cs typeface="Arial"/>
            </a:endParaRPr>
          </a:p>
          <a:p>
            <a:endParaRPr lang="fr-FR" sz="1800" noProof="0" dirty="0">
              <a:latin typeface="+mj-lt"/>
            </a:endParaRPr>
          </a:p>
          <a:p>
            <a:endParaRPr lang="fr-FR" sz="1800" noProof="0" dirty="0">
              <a:latin typeface="+mj-lt"/>
            </a:endParaRPr>
          </a:p>
        </p:txBody>
      </p:sp>
      <p:sp>
        <p:nvSpPr>
          <p:cNvPr id="2" name="Google Shape;241;p17">
            <a:extLst>
              <a:ext uri="{FF2B5EF4-FFF2-40B4-BE49-F238E27FC236}">
                <a16:creationId xmlns:a16="http://schemas.microsoft.com/office/drawing/2014/main" id="{D27809D0-C3E6-E2F3-735D-BD67C7422066}"/>
              </a:ext>
            </a:extLst>
          </p:cNvPr>
          <p:cNvSpPr/>
          <p:nvPr/>
        </p:nvSpPr>
        <p:spPr>
          <a:xfrm>
            <a:off x="8142023" y="1255309"/>
            <a:ext cx="3290298" cy="1667962"/>
          </a:xfrm>
          <a:prstGeom prst="roundRect">
            <a:avLst/>
          </a:prstGeom>
          <a:noFill/>
          <a:ln w="19050" cap="flat" cmpd="sng">
            <a:solidFill>
              <a:srgbClr val="1155CC"/>
            </a:solidFill>
            <a:prstDash val="dash"/>
            <a:round/>
            <a:headEnd type="none" w="sm" len="sm"/>
            <a:tailEnd type="none" w="sm" len="sm"/>
          </a:ln>
        </p:spPr>
        <p:txBody>
          <a:bodyPr spcFirstLastPara="1" wrap="square" lIns="91425" tIns="91425" rIns="91425" bIns="91425" anchor="ctr" anchorCtr="0">
            <a:noAutofit/>
          </a:bodyPr>
          <a:lstStyle/>
          <a:p>
            <a:pPr algn="ctr"/>
            <a:endParaRPr lang="fr-FR" noProof="0" dirty="0">
              <a:latin typeface="+mj-lt"/>
            </a:endParaRPr>
          </a:p>
        </p:txBody>
      </p:sp>
      <p:sp>
        <p:nvSpPr>
          <p:cNvPr id="7" name="ZoneTexte 6">
            <a:extLst>
              <a:ext uri="{FF2B5EF4-FFF2-40B4-BE49-F238E27FC236}">
                <a16:creationId xmlns:a16="http://schemas.microsoft.com/office/drawing/2014/main" id="{DADEA272-3EAC-924D-A7B9-943A4F077D7F}"/>
              </a:ext>
            </a:extLst>
          </p:cNvPr>
          <p:cNvSpPr txBox="1"/>
          <p:nvPr/>
        </p:nvSpPr>
        <p:spPr>
          <a:xfrm>
            <a:off x="8055537" y="1364727"/>
            <a:ext cx="3295884" cy="2308324"/>
          </a:xfrm>
          <a:prstGeom prst="rect">
            <a:avLst/>
          </a:prstGeom>
          <a:noFill/>
        </p:spPr>
        <p:txBody>
          <a:bodyPr wrap="square" lIns="91440" tIns="45720" rIns="91440" bIns="45720" rtlCol="0" anchor="t">
            <a:spAutoFit/>
          </a:bodyPr>
          <a:lstStyle/>
          <a:p>
            <a:pPr marL="285750" indent="-285750">
              <a:buFont typeface="Calibri"/>
              <a:buChar char="-"/>
            </a:pPr>
            <a:r>
              <a:rPr lang="fr-FR" sz="1800" noProof="0" dirty="0">
                <a:latin typeface="+mj-lt"/>
              </a:rPr>
              <a:t>Augmentation en Penta 3 de 7%</a:t>
            </a:r>
            <a:endParaRPr lang="fr-FR" sz="1800" noProof="0" dirty="0">
              <a:latin typeface="+mj-lt"/>
              <a:cs typeface="Arial"/>
            </a:endParaRPr>
          </a:p>
          <a:p>
            <a:pPr marL="285750" indent="-285750">
              <a:buFont typeface="Calibri"/>
              <a:buChar char="-"/>
            </a:pPr>
            <a:r>
              <a:rPr lang="fr-FR" sz="1800" noProof="0" dirty="0">
                <a:latin typeface="+mj-lt"/>
                <a:cs typeface="Arial"/>
              </a:rPr>
              <a:t>Reduction de taux d'abandon de 5%</a:t>
            </a:r>
          </a:p>
          <a:p>
            <a:endParaRPr lang="fr-FR" sz="1800" noProof="0" dirty="0">
              <a:latin typeface="+mj-lt"/>
              <a:cs typeface="Arial"/>
            </a:endParaRPr>
          </a:p>
          <a:p>
            <a:endParaRPr lang="fr-FR" sz="1800" noProof="0" dirty="0">
              <a:latin typeface="+mj-lt"/>
            </a:endParaRPr>
          </a:p>
          <a:p>
            <a:endParaRPr lang="fr-FR" sz="1800" noProof="0" dirty="0">
              <a:latin typeface="+mj-lt"/>
              <a:cs typeface="Arial"/>
            </a:endParaRPr>
          </a:p>
          <a:p>
            <a:endParaRPr lang="fr-FR" sz="1800" noProof="0" dirty="0">
              <a:latin typeface="+mj-lt"/>
              <a:cs typeface="Arial"/>
            </a:endParaRPr>
          </a:p>
        </p:txBody>
      </p:sp>
      <p:sp>
        <p:nvSpPr>
          <p:cNvPr id="8" name="Rectangle : coins arrondis 7">
            <a:extLst>
              <a:ext uri="{FF2B5EF4-FFF2-40B4-BE49-F238E27FC236}">
                <a16:creationId xmlns:a16="http://schemas.microsoft.com/office/drawing/2014/main" id="{E3733D97-7E2B-3999-C6D3-1B40D8E55923}"/>
              </a:ext>
            </a:extLst>
          </p:cNvPr>
          <p:cNvSpPr/>
          <p:nvPr/>
        </p:nvSpPr>
        <p:spPr>
          <a:xfrm>
            <a:off x="482832" y="3807054"/>
            <a:ext cx="3109003" cy="684547"/>
          </a:xfrm>
          <a:prstGeom prst="round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r>
              <a:rPr lang="fr-FR" sz="1400" b="1" noProof="0" dirty="0">
                <a:solidFill>
                  <a:schemeClr val="accent1">
                    <a:lumMod val="75000"/>
                  </a:schemeClr>
                </a:solidFill>
                <a:latin typeface="+mj-lt"/>
              </a:rPr>
              <a:t> 100</a:t>
            </a:r>
            <a:r>
              <a:rPr lang="fr-FR" sz="1600" b="1" noProof="0" dirty="0">
                <a:solidFill>
                  <a:schemeClr val="accent1">
                    <a:lumMod val="75000"/>
                  </a:schemeClr>
                </a:solidFill>
                <a:latin typeface="+mj-lt"/>
              </a:rPr>
              <a:t>%</a:t>
            </a:r>
            <a:endParaRPr lang="fr-FR" noProof="0" dirty="0">
              <a:latin typeface="+mj-lt"/>
            </a:endParaRPr>
          </a:p>
        </p:txBody>
      </p:sp>
      <p:sp>
        <p:nvSpPr>
          <p:cNvPr id="11" name="Rectangle : coins arrondis 10">
            <a:extLst>
              <a:ext uri="{FF2B5EF4-FFF2-40B4-BE49-F238E27FC236}">
                <a16:creationId xmlns:a16="http://schemas.microsoft.com/office/drawing/2014/main" id="{EE74A115-2AEF-94FF-550B-291946292FBD}"/>
              </a:ext>
            </a:extLst>
          </p:cNvPr>
          <p:cNvSpPr/>
          <p:nvPr/>
        </p:nvSpPr>
        <p:spPr>
          <a:xfrm>
            <a:off x="483011" y="3271674"/>
            <a:ext cx="3063632" cy="527013"/>
          </a:xfrm>
          <a:prstGeom prst="roundRect">
            <a:avLst/>
          </a:prstGeom>
          <a:solidFill>
            <a:schemeClr val="accent1">
              <a:lumMod val="75000"/>
            </a:schemeClr>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r>
              <a:rPr lang="fr-FR" sz="1400" b="1" noProof="0" dirty="0">
                <a:solidFill>
                  <a:schemeClr val="bg1"/>
                </a:solidFill>
                <a:latin typeface="+mj-lt"/>
              </a:rPr>
              <a:t>COUVERTURE EN PENTA 1 2025</a:t>
            </a:r>
          </a:p>
        </p:txBody>
      </p:sp>
      <p:sp>
        <p:nvSpPr>
          <p:cNvPr id="13" name="Rectangle : coins arrondis 12">
            <a:extLst>
              <a:ext uri="{FF2B5EF4-FFF2-40B4-BE49-F238E27FC236}">
                <a16:creationId xmlns:a16="http://schemas.microsoft.com/office/drawing/2014/main" id="{D1FBB1E1-4C75-4B13-5018-FE7906BFBA0E}"/>
              </a:ext>
            </a:extLst>
          </p:cNvPr>
          <p:cNvSpPr/>
          <p:nvPr/>
        </p:nvSpPr>
        <p:spPr>
          <a:xfrm>
            <a:off x="8145294" y="3768602"/>
            <a:ext cx="3191553" cy="608347"/>
          </a:xfrm>
          <a:prstGeom prst="round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r>
              <a:rPr lang="fr-FR" sz="1600" b="1" noProof="0" dirty="0">
                <a:solidFill>
                  <a:schemeClr val="accent1">
                    <a:lumMod val="75000"/>
                  </a:schemeClr>
                </a:solidFill>
                <a:latin typeface="+mj-lt"/>
              </a:rPr>
              <a:t>  94,7%</a:t>
            </a:r>
            <a:r>
              <a:rPr lang="fr-FR" sz="1400" noProof="0" dirty="0">
                <a:solidFill>
                  <a:schemeClr val="accent1">
                    <a:lumMod val="75000"/>
                  </a:schemeClr>
                </a:solidFill>
                <a:latin typeface="+mj-lt"/>
              </a:rPr>
              <a:t> </a:t>
            </a:r>
            <a:endParaRPr lang="fr-FR" noProof="0" dirty="0">
              <a:latin typeface="+mj-lt"/>
            </a:endParaRPr>
          </a:p>
        </p:txBody>
      </p:sp>
      <p:sp>
        <p:nvSpPr>
          <p:cNvPr id="15" name="Rectangle : coins arrondis 14">
            <a:extLst>
              <a:ext uri="{FF2B5EF4-FFF2-40B4-BE49-F238E27FC236}">
                <a16:creationId xmlns:a16="http://schemas.microsoft.com/office/drawing/2014/main" id="{9BF6342B-E205-E1D9-865B-F2A566F27286}"/>
              </a:ext>
            </a:extLst>
          </p:cNvPr>
          <p:cNvSpPr/>
          <p:nvPr/>
        </p:nvSpPr>
        <p:spPr>
          <a:xfrm>
            <a:off x="8207695" y="3142631"/>
            <a:ext cx="3130552" cy="513336"/>
          </a:xfrm>
          <a:prstGeom prst="roundRect">
            <a:avLst/>
          </a:prstGeom>
          <a:solidFill>
            <a:schemeClr val="accent1">
              <a:lumMod val="75000"/>
            </a:schemeClr>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r>
              <a:rPr lang="fr-FR" sz="1400" b="1" noProof="0" dirty="0">
                <a:solidFill>
                  <a:schemeClr val="bg1"/>
                </a:solidFill>
                <a:latin typeface="+mj-lt"/>
              </a:rPr>
              <a:t>COUVERTURE EN PENTA 3 2025</a:t>
            </a:r>
          </a:p>
          <a:p>
            <a:pPr algn="ctr"/>
            <a:endParaRPr lang="fr-FR" sz="1400" b="1" noProof="0" dirty="0">
              <a:solidFill>
                <a:schemeClr val="bg1"/>
              </a:solidFill>
              <a:latin typeface="+mj-lt"/>
            </a:endParaRPr>
          </a:p>
        </p:txBody>
      </p:sp>
      <p:sp>
        <p:nvSpPr>
          <p:cNvPr id="17" name="Rectangle : coins arrondis 9">
            <a:extLst>
              <a:ext uri="{FF2B5EF4-FFF2-40B4-BE49-F238E27FC236}">
                <a16:creationId xmlns:a16="http://schemas.microsoft.com/office/drawing/2014/main" id="{9AD71357-189A-46C1-1CBF-CE64ADC72B1D}"/>
              </a:ext>
            </a:extLst>
          </p:cNvPr>
          <p:cNvSpPr/>
          <p:nvPr/>
        </p:nvSpPr>
        <p:spPr>
          <a:xfrm>
            <a:off x="8130561" y="4770035"/>
            <a:ext cx="3276602" cy="538736"/>
          </a:xfrm>
          <a:prstGeom prst="roundRect">
            <a:avLst/>
          </a:prstGeom>
          <a:solidFill>
            <a:schemeClr val="accent1">
              <a:lumMod val="75000"/>
            </a:schemeClr>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r>
              <a:rPr lang="fr-FR" sz="1400" b="1" noProof="0" dirty="0">
                <a:solidFill>
                  <a:schemeClr val="bg1"/>
                </a:solidFill>
                <a:latin typeface="+mj-lt"/>
              </a:rPr>
              <a:t>TAUX D'ABANDON 2025</a:t>
            </a:r>
          </a:p>
        </p:txBody>
      </p:sp>
      <p:sp>
        <p:nvSpPr>
          <p:cNvPr id="19" name="Rectangle: Rounded Corners 2">
            <a:extLst>
              <a:ext uri="{FF2B5EF4-FFF2-40B4-BE49-F238E27FC236}">
                <a16:creationId xmlns:a16="http://schemas.microsoft.com/office/drawing/2014/main" id="{0955FCEA-3D7F-3363-D1C5-C351AC8EE331}"/>
              </a:ext>
            </a:extLst>
          </p:cNvPr>
          <p:cNvSpPr/>
          <p:nvPr/>
        </p:nvSpPr>
        <p:spPr>
          <a:xfrm>
            <a:off x="8146003" y="5298275"/>
            <a:ext cx="3272095" cy="630061"/>
          </a:xfrm>
          <a:prstGeom prst="roundRect">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buClr>
                <a:srgbClr val="000000"/>
              </a:buClr>
              <a:buFont typeface="Arial"/>
            </a:pPr>
            <a:r>
              <a:rPr lang="fr-FR" sz="1600" b="1" noProof="0" dirty="0">
                <a:solidFill>
                  <a:srgbClr val="0D5BDC"/>
                </a:solidFill>
                <a:latin typeface="+mj-lt"/>
              </a:rPr>
              <a:t>  </a:t>
            </a:r>
            <a:r>
              <a:rPr lang="fr-FR" sz="1600" b="1" noProof="0" dirty="0">
                <a:solidFill>
                  <a:schemeClr val="accent1">
                    <a:lumMod val="75000"/>
                  </a:schemeClr>
                </a:solidFill>
                <a:latin typeface="+mj-lt"/>
                <a:cs typeface="Arial"/>
                <a:sym typeface="Arial"/>
              </a:rPr>
              <a:t>5.3% ​</a:t>
            </a:r>
            <a:endParaRPr lang="fr-FR" sz="1600" b="1" noProof="0" dirty="0">
              <a:solidFill>
                <a:schemeClr val="accent1">
                  <a:lumMod val="75000"/>
                </a:schemeClr>
              </a:solidFill>
              <a:latin typeface="+mj-lt"/>
              <a:cs typeface="Arial"/>
            </a:endParaRPr>
          </a:p>
        </p:txBody>
      </p:sp>
      <p:sp>
        <p:nvSpPr>
          <p:cNvPr id="21" name="Rectangle: Rounded Corners 2">
            <a:extLst>
              <a:ext uri="{FF2B5EF4-FFF2-40B4-BE49-F238E27FC236}">
                <a16:creationId xmlns:a16="http://schemas.microsoft.com/office/drawing/2014/main" id="{E09B6DB7-FE3B-E79D-3542-2AF3E4E3438D}"/>
              </a:ext>
            </a:extLst>
          </p:cNvPr>
          <p:cNvSpPr/>
          <p:nvPr/>
        </p:nvSpPr>
        <p:spPr>
          <a:xfrm>
            <a:off x="529779" y="5264157"/>
            <a:ext cx="3107972" cy="630061"/>
          </a:xfrm>
          <a:prstGeom prst="roundRect">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buClr>
                <a:srgbClr val="000000"/>
              </a:buClr>
              <a:buFont typeface="Arial"/>
            </a:pPr>
            <a:r>
              <a:rPr lang="fr-FR" sz="1800" b="1" noProof="0" dirty="0">
                <a:solidFill>
                  <a:schemeClr val="tx1"/>
                </a:solidFill>
                <a:latin typeface="+mj-lt"/>
              </a:rPr>
              <a:t> 5.8%</a:t>
            </a:r>
            <a:r>
              <a:rPr lang="fr-FR" sz="1400" baseline="0" noProof="0" dirty="0">
                <a:solidFill>
                  <a:schemeClr val="tx1"/>
                </a:solidFill>
                <a:latin typeface="+mj-lt"/>
              </a:rPr>
              <a:t> </a:t>
            </a:r>
            <a:r>
              <a:rPr lang="fr-FR" sz="1400" noProof="0" dirty="0">
                <a:solidFill>
                  <a:schemeClr val="tx1"/>
                </a:solidFill>
                <a:latin typeface="+mj-lt"/>
                <a:ea typeface="Arial"/>
                <a:cs typeface="Arial"/>
              </a:rPr>
              <a:t>​</a:t>
            </a:r>
            <a:endParaRPr lang="fr-FR" sz="1400" b="1" noProof="0" dirty="0">
              <a:solidFill>
                <a:schemeClr val="tx1"/>
              </a:solidFill>
              <a:latin typeface="+mj-lt"/>
              <a:cs typeface="Arial"/>
            </a:endParaRPr>
          </a:p>
        </p:txBody>
      </p:sp>
      <p:sp>
        <p:nvSpPr>
          <p:cNvPr id="23" name="Rectangle : coins arrondis 9">
            <a:extLst>
              <a:ext uri="{FF2B5EF4-FFF2-40B4-BE49-F238E27FC236}">
                <a16:creationId xmlns:a16="http://schemas.microsoft.com/office/drawing/2014/main" id="{3B2C0FED-6D85-6AEF-2FEE-30AF0D2E09DB}"/>
              </a:ext>
            </a:extLst>
          </p:cNvPr>
          <p:cNvSpPr/>
          <p:nvPr/>
        </p:nvSpPr>
        <p:spPr>
          <a:xfrm>
            <a:off x="590372" y="4709772"/>
            <a:ext cx="3048002" cy="538736"/>
          </a:xfrm>
          <a:prstGeom prst="roundRect">
            <a:avLst/>
          </a:prstGeom>
          <a:solidFill>
            <a:schemeClr val="accent1">
              <a:lumMod val="75000"/>
            </a:schemeClr>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r>
              <a:rPr lang="fr-FR" sz="1400" b="1" noProof="0" dirty="0">
                <a:solidFill>
                  <a:schemeClr val="bg1"/>
                </a:solidFill>
                <a:latin typeface="+mj-lt"/>
              </a:rPr>
              <a:t>TAUX D'ABANDON 2024</a:t>
            </a:r>
          </a:p>
        </p:txBody>
      </p:sp>
      <p:sp>
        <p:nvSpPr>
          <p:cNvPr id="25" name="Rectangle 24">
            <a:extLst>
              <a:ext uri="{FF2B5EF4-FFF2-40B4-BE49-F238E27FC236}">
                <a16:creationId xmlns:a16="http://schemas.microsoft.com/office/drawing/2014/main" id="{CE225228-92BC-DF80-F929-520BE72C1AD4}"/>
              </a:ext>
            </a:extLst>
          </p:cNvPr>
          <p:cNvSpPr/>
          <p:nvPr/>
        </p:nvSpPr>
        <p:spPr>
          <a:xfrm>
            <a:off x="235600" y="6163352"/>
            <a:ext cx="11848370" cy="65898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fr-FR" noProof="0" dirty="0">
                <a:solidFill>
                  <a:srgbClr val="0070C0"/>
                </a:solidFill>
                <a:latin typeface="+mj-lt"/>
                <a:cs typeface="Arial"/>
              </a:rPr>
              <a:t>Commentaires : Taux d’abandon inferieur à la norme (10%)</a:t>
            </a:r>
          </a:p>
        </p:txBody>
      </p:sp>
      <p:sp>
        <p:nvSpPr>
          <p:cNvPr id="27" name="Google Shape;235;p17">
            <a:extLst>
              <a:ext uri="{FF2B5EF4-FFF2-40B4-BE49-F238E27FC236}">
                <a16:creationId xmlns:a16="http://schemas.microsoft.com/office/drawing/2014/main" id="{0B798573-9EB1-CA79-A867-BC39F128809F}"/>
              </a:ext>
            </a:extLst>
          </p:cNvPr>
          <p:cNvSpPr/>
          <p:nvPr/>
        </p:nvSpPr>
        <p:spPr>
          <a:xfrm>
            <a:off x="642331" y="846818"/>
            <a:ext cx="3057862" cy="413813"/>
          </a:xfrm>
          <a:prstGeom prst="rect">
            <a:avLst/>
          </a:prstGeom>
          <a:noFill/>
          <a:ln>
            <a:noFill/>
          </a:ln>
        </p:spPr>
        <p:txBody>
          <a:bodyPr spcFirstLastPara="1" wrap="square" lIns="91425" tIns="91425" rIns="91425" bIns="91425" anchor="ctr" anchorCtr="0">
            <a:noAutofit/>
          </a:bodyPr>
          <a:lstStyle/>
          <a:p>
            <a:pPr algn="ctr"/>
            <a:r>
              <a:rPr lang="fr-FR" sz="2400" b="1" noProof="0" dirty="0">
                <a:latin typeface="+mj-lt"/>
                <a:ea typeface="Times New Roman" panose="02020603050405020304"/>
                <a:cs typeface="Times New Roman" panose="02020603050405020304"/>
                <a:sym typeface="Times New Roman" panose="02020603050405020304"/>
              </a:rPr>
              <a:t>Objectif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oogle Shape;199;p3"/>
          <p:cNvGrpSpPr/>
          <p:nvPr/>
        </p:nvGrpSpPr>
        <p:grpSpPr>
          <a:xfrm>
            <a:off x="24201" y="-124504"/>
            <a:ext cx="12167800" cy="1004993"/>
            <a:chOff x="0" y="-47625"/>
            <a:chExt cx="5062896" cy="378000"/>
          </a:xfrm>
        </p:grpSpPr>
        <p:sp>
          <p:nvSpPr>
            <p:cNvPr id="4" name="Google Shape;200;p3"/>
            <p:cNvSpPr/>
            <p:nvPr/>
          </p:nvSpPr>
          <p:spPr>
            <a:xfrm>
              <a:off x="0" y="0"/>
              <a:ext cx="5062896" cy="330270"/>
            </a:xfrm>
            <a:custGeom>
              <a:avLst/>
              <a:gdLst/>
              <a:ahLst/>
              <a:cxnLst/>
              <a:rect l="l" t="t" r="r" b="b"/>
              <a:pathLst>
                <a:path w="5062896" h="330270" extrusionOk="0">
                  <a:moveTo>
                    <a:pt x="0" y="0"/>
                  </a:moveTo>
                  <a:lnTo>
                    <a:pt x="5062896" y="0"/>
                  </a:lnTo>
                  <a:lnTo>
                    <a:pt x="5062896" y="330270"/>
                  </a:lnTo>
                  <a:lnTo>
                    <a:pt x="0" y="330270"/>
                  </a:lnTo>
                  <a:close/>
                </a:path>
              </a:pathLst>
            </a:custGeom>
            <a:solidFill>
              <a:srgbClr val="223AA8"/>
            </a:solidFill>
            <a:ln>
              <a:noFill/>
            </a:ln>
          </p:spPr>
          <p:txBody>
            <a:bodyPr/>
            <a:lstStyle/>
            <a:p>
              <a:pPr defTabSz="1219170">
                <a:buClr>
                  <a:srgbClr val="000000"/>
                </a:buClr>
              </a:pPr>
              <a:endParaRPr lang="fr-FR" sz="1867" kern="0" noProof="0" dirty="0">
                <a:solidFill>
                  <a:srgbClr val="000000"/>
                </a:solidFill>
                <a:latin typeface="+mj-lt"/>
                <a:cs typeface="Arial" panose="020B0604020202020204"/>
                <a:sym typeface="Arial" panose="020B0604020202020204"/>
              </a:endParaRPr>
            </a:p>
          </p:txBody>
        </p:sp>
        <p:sp>
          <p:nvSpPr>
            <p:cNvPr id="6" name="Google Shape;201;p3"/>
            <p:cNvSpPr txBox="1"/>
            <p:nvPr/>
          </p:nvSpPr>
          <p:spPr>
            <a:xfrm>
              <a:off x="0" y="-47625"/>
              <a:ext cx="5062800" cy="378000"/>
            </a:xfrm>
            <a:prstGeom prst="rect">
              <a:avLst/>
            </a:prstGeom>
            <a:noFill/>
            <a:ln>
              <a:noFill/>
            </a:ln>
          </p:spPr>
          <p:txBody>
            <a:bodyPr spcFirstLastPara="1" wrap="square" lIns="50800" tIns="50800" rIns="50800" bIns="50800" anchor="ctr" anchorCtr="0">
              <a:noAutofit/>
            </a:bodyPr>
            <a:lstStyle/>
            <a:p>
              <a:pPr algn="ctr" defTabSz="1219170">
                <a:lnSpc>
                  <a:spcPct val="129000"/>
                </a:lnSpc>
                <a:buClr>
                  <a:srgbClr val="000000"/>
                </a:buClr>
              </a:pPr>
              <a:endParaRPr lang="fr-FR" sz="1400" kern="0" noProof="0" dirty="0">
                <a:solidFill>
                  <a:srgbClr val="000000"/>
                </a:solidFill>
                <a:latin typeface="+mj-lt"/>
                <a:cs typeface="Arial" panose="020B0604020202020204"/>
                <a:sym typeface="Arial" panose="020B0604020202020204"/>
              </a:endParaRPr>
            </a:p>
          </p:txBody>
        </p:sp>
      </p:grpSp>
      <p:sp>
        <p:nvSpPr>
          <p:cNvPr id="7" name="Google Shape;202;p3"/>
          <p:cNvSpPr txBox="1"/>
          <p:nvPr/>
        </p:nvSpPr>
        <p:spPr>
          <a:xfrm>
            <a:off x="106031" y="91776"/>
            <a:ext cx="11979938" cy="572434"/>
          </a:xfrm>
          <a:prstGeom prst="rect">
            <a:avLst/>
          </a:prstGeom>
          <a:noFill/>
          <a:ln>
            <a:noFill/>
          </a:ln>
        </p:spPr>
        <p:txBody>
          <a:bodyPr spcFirstLastPara="1" wrap="square" lIns="91425" tIns="91425" rIns="91425" bIns="91425" anchor="t" anchorCtr="0">
            <a:spAutoFit/>
          </a:bodyPr>
          <a:lstStyle/>
          <a:p>
            <a:pPr defTabSz="1219170">
              <a:lnSpc>
                <a:spcPct val="90000"/>
              </a:lnSpc>
              <a:buClr>
                <a:srgbClr val="000000"/>
              </a:buClr>
            </a:pPr>
            <a:r>
              <a:rPr lang="fr-FR" sz="2800" b="1" kern="0" noProof="0" dirty="0">
                <a:solidFill>
                  <a:srgbClr val="FFFFFF"/>
                </a:solidFill>
                <a:latin typeface="+mj-lt"/>
                <a:ea typeface="Arimo"/>
                <a:cs typeface="Arimo"/>
                <a:sym typeface="Arimo"/>
              </a:rPr>
              <a:t>3. Evaluation activités Génération Demande 2025 : Synthèse ( 1/10)</a:t>
            </a:r>
            <a:endParaRPr lang="fr-FR" sz="2800" kern="0" noProof="0" dirty="0">
              <a:solidFill>
                <a:srgbClr val="FFFFFF"/>
              </a:solidFill>
              <a:latin typeface="+mj-lt"/>
              <a:cs typeface="Arial" panose="020B0604020202020204"/>
              <a:sym typeface="Arial" panose="020B0604020202020204"/>
            </a:endParaRPr>
          </a:p>
        </p:txBody>
      </p:sp>
      <p:graphicFrame>
        <p:nvGraphicFramePr>
          <p:cNvPr id="3" name="Google Shape;164;p3"/>
          <p:cNvGraphicFramePr/>
          <p:nvPr>
            <p:custDataLst>
              <p:tags r:id="rId1"/>
            </p:custDataLst>
            <p:extLst>
              <p:ext uri="{D42A27DB-BD31-4B8C-83A1-F6EECF244321}">
                <p14:modId xmlns:p14="http://schemas.microsoft.com/office/powerpoint/2010/main" val="3322494723"/>
              </p:ext>
            </p:extLst>
          </p:nvPr>
        </p:nvGraphicFramePr>
        <p:xfrm>
          <a:off x="520861" y="2396704"/>
          <a:ext cx="11159212" cy="2553147"/>
        </p:xfrm>
        <a:graphic>
          <a:graphicData uri="http://schemas.openxmlformats.org/drawingml/2006/table">
            <a:tbl>
              <a:tblPr>
                <a:noFill/>
              </a:tblPr>
              <a:tblGrid>
                <a:gridCol w="2460929">
                  <a:extLst>
                    <a:ext uri="{9D8B030D-6E8A-4147-A177-3AD203B41FA5}">
                      <a16:colId xmlns:a16="http://schemas.microsoft.com/office/drawing/2014/main" val="20000"/>
                    </a:ext>
                  </a:extLst>
                </a:gridCol>
                <a:gridCol w="1630264">
                  <a:extLst>
                    <a:ext uri="{9D8B030D-6E8A-4147-A177-3AD203B41FA5}">
                      <a16:colId xmlns:a16="http://schemas.microsoft.com/office/drawing/2014/main" val="20001"/>
                    </a:ext>
                  </a:extLst>
                </a:gridCol>
                <a:gridCol w="1332663">
                  <a:extLst>
                    <a:ext uri="{9D8B030D-6E8A-4147-A177-3AD203B41FA5}">
                      <a16:colId xmlns:a16="http://schemas.microsoft.com/office/drawing/2014/main" val="20003"/>
                    </a:ext>
                  </a:extLst>
                </a:gridCol>
                <a:gridCol w="1433226">
                  <a:extLst>
                    <a:ext uri="{9D8B030D-6E8A-4147-A177-3AD203B41FA5}">
                      <a16:colId xmlns:a16="http://schemas.microsoft.com/office/drawing/2014/main" val="20004"/>
                    </a:ext>
                  </a:extLst>
                </a:gridCol>
                <a:gridCol w="1075124">
                  <a:extLst>
                    <a:ext uri="{9D8B030D-6E8A-4147-A177-3AD203B41FA5}">
                      <a16:colId xmlns:a16="http://schemas.microsoft.com/office/drawing/2014/main" val="20005"/>
                    </a:ext>
                  </a:extLst>
                </a:gridCol>
                <a:gridCol w="1076759">
                  <a:extLst>
                    <a:ext uri="{9D8B030D-6E8A-4147-A177-3AD203B41FA5}">
                      <a16:colId xmlns:a16="http://schemas.microsoft.com/office/drawing/2014/main" val="20006"/>
                    </a:ext>
                  </a:extLst>
                </a:gridCol>
                <a:gridCol w="1074306">
                  <a:extLst>
                    <a:ext uri="{9D8B030D-6E8A-4147-A177-3AD203B41FA5}">
                      <a16:colId xmlns:a16="http://schemas.microsoft.com/office/drawing/2014/main" val="20007"/>
                    </a:ext>
                  </a:extLst>
                </a:gridCol>
                <a:gridCol w="1075941">
                  <a:extLst>
                    <a:ext uri="{9D8B030D-6E8A-4147-A177-3AD203B41FA5}">
                      <a16:colId xmlns:a16="http://schemas.microsoft.com/office/drawing/2014/main" val="20008"/>
                    </a:ext>
                  </a:extLst>
                </a:gridCol>
              </a:tblGrid>
              <a:tr h="669713">
                <a:tc rowSpan="2">
                  <a:txBody>
                    <a:bodyPr/>
                    <a:lstStyle/>
                    <a:p>
                      <a:pPr marL="0" marR="0" lvl="0" indent="0" algn="ctr" rtl="0">
                        <a:spcBef>
                          <a:spcPts val="0"/>
                        </a:spcBef>
                        <a:spcAft>
                          <a:spcPts val="0"/>
                        </a:spcAft>
                        <a:buNone/>
                      </a:pPr>
                      <a:r>
                        <a:rPr lang="fr-FR" sz="1900" b="1" u="none" strike="noStrike" cap="none" noProof="0" dirty="0">
                          <a:latin typeface="+mj-lt"/>
                          <a:ea typeface="Times New Roman" panose="02020603050405020304"/>
                          <a:cs typeface="Times New Roman" panose="02020603050405020304"/>
                          <a:sym typeface="Times New Roman" panose="02020603050405020304"/>
                        </a:rPr>
                        <a:t>Domaines </a:t>
                      </a:r>
                      <a:endParaRPr lang="fr-FR" sz="1900" b="1" i="0" u="none" strike="noStrike" cap="none" noProof="0" dirty="0">
                        <a:solidFill>
                          <a:srgbClr val="000000"/>
                        </a:solidFill>
                        <a:latin typeface="+mj-lt"/>
                        <a:ea typeface="Times New Roman" panose="02020603050405020304"/>
                        <a:cs typeface="Times New Roman" panose="02020603050405020304"/>
                        <a:sym typeface="Times New Roman" panose="02020603050405020304"/>
                      </a:endParaRPr>
                    </a:p>
                  </a:txBody>
                  <a:tcPr marL="8067" marR="8067" marT="8067"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fr-FR" sz="1900" b="1" u="none" strike="noStrike" cap="none" noProof="0" dirty="0">
                          <a:latin typeface="+mj-lt"/>
                          <a:ea typeface="Times New Roman" panose="02020603050405020304"/>
                          <a:cs typeface="Times New Roman" panose="02020603050405020304"/>
                          <a:sym typeface="Times New Roman" panose="02020603050405020304"/>
                        </a:rPr>
                        <a:t>Planifiées année 2025</a:t>
                      </a:r>
                      <a:endParaRPr lang="fr-FR" sz="1900" b="1" i="0" u="none" strike="noStrike" cap="none" noProof="0" dirty="0">
                        <a:solidFill>
                          <a:srgbClr val="000000"/>
                        </a:solidFill>
                        <a:latin typeface="+mj-lt"/>
                        <a:ea typeface="Times New Roman" panose="02020603050405020304"/>
                        <a:cs typeface="Times New Roman" panose="02020603050405020304"/>
                        <a:sym typeface="Times New Roman" panose="02020603050405020304"/>
                      </a:endParaRPr>
                    </a:p>
                  </a:txBody>
                  <a:tcPr marL="8067" marR="8067" marT="8067"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gridSpan="2">
                  <a:txBody>
                    <a:bodyPr/>
                    <a:lstStyle/>
                    <a:p>
                      <a:pPr marL="0" marR="0" lvl="0" indent="0" algn="ctr" rtl="0">
                        <a:spcBef>
                          <a:spcPts val="0"/>
                        </a:spcBef>
                        <a:spcAft>
                          <a:spcPts val="0"/>
                        </a:spcAft>
                        <a:buNone/>
                      </a:pPr>
                      <a:r>
                        <a:rPr lang="fr-FR" sz="1900" b="1" u="none" strike="noStrike" cap="none" noProof="0" dirty="0">
                          <a:latin typeface="+mj-lt"/>
                          <a:ea typeface="Times New Roman" panose="02020603050405020304"/>
                          <a:cs typeface="Times New Roman" panose="02020603050405020304"/>
                          <a:sym typeface="Times New Roman" panose="02020603050405020304"/>
                        </a:rPr>
                        <a:t>Réalisées</a:t>
                      </a:r>
                      <a:endParaRPr lang="fr-FR" sz="1900" b="1" i="0" u="none" strike="noStrike" cap="none" noProof="0" dirty="0">
                        <a:solidFill>
                          <a:srgbClr val="000000"/>
                        </a:solidFill>
                        <a:latin typeface="+mj-lt"/>
                        <a:ea typeface="Times New Roman" panose="02020603050405020304"/>
                        <a:cs typeface="Times New Roman" panose="02020603050405020304"/>
                        <a:sym typeface="Times New Roman" panose="02020603050405020304"/>
                      </a:endParaRPr>
                    </a:p>
                  </a:txBody>
                  <a:tcPr marL="8067" marR="8067" marT="8067"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solidFill>
                      <a:srgbClr val="92D050"/>
                    </a:solidFill>
                  </a:tcPr>
                </a:tc>
                <a:tc hMerge="1">
                  <a:txBody>
                    <a:bodyPr/>
                    <a:lstStyle/>
                    <a:p>
                      <a:endParaRPr lang="fr-FR"/>
                    </a:p>
                  </a:txBody>
                  <a:tcPr/>
                </a:tc>
                <a:tc gridSpan="2">
                  <a:txBody>
                    <a:bodyPr/>
                    <a:lstStyle/>
                    <a:p>
                      <a:pPr marL="0" marR="0" lvl="0" indent="0" algn="ctr" rtl="0">
                        <a:spcBef>
                          <a:spcPts val="0"/>
                        </a:spcBef>
                        <a:spcAft>
                          <a:spcPts val="0"/>
                        </a:spcAft>
                        <a:buNone/>
                      </a:pPr>
                      <a:r>
                        <a:rPr lang="fr-FR" sz="1900" b="1" u="none" strike="noStrike" cap="none" noProof="0" dirty="0">
                          <a:latin typeface="+mj-lt"/>
                          <a:ea typeface="Times New Roman" panose="02020603050405020304"/>
                          <a:cs typeface="Times New Roman" panose="02020603050405020304"/>
                          <a:sym typeface="Times New Roman" panose="02020603050405020304"/>
                        </a:rPr>
                        <a:t>Partiellement réalisées</a:t>
                      </a:r>
                      <a:endParaRPr lang="fr-FR" sz="1900" b="1" i="0" u="none" strike="noStrike" cap="none" noProof="0" dirty="0">
                        <a:solidFill>
                          <a:srgbClr val="000000"/>
                        </a:solidFill>
                        <a:latin typeface="+mj-lt"/>
                        <a:ea typeface="Times New Roman" panose="02020603050405020304"/>
                        <a:cs typeface="Times New Roman" panose="02020603050405020304"/>
                        <a:sym typeface="Times New Roman" panose="02020603050405020304"/>
                      </a:endParaRPr>
                    </a:p>
                  </a:txBody>
                  <a:tcPr marL="8067" marR="8067" marT="8067"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tc hMerge="1">
                  <a:txBody>
                    <a:bodyPr/>
                    <a:lstStyle/>
                    <a:p>
                      <a:endParaRPr lang="fr-FR"/>
                    </a:p>
                  </a:txBody>
                  <a:tcPr/>
                </a:tc>
                <a:tc gridSpan="2">
                  <a:txBody>
                    <a:bodyPr/>
                    <a:lstStyle/>
                    <a:p>
                      <a:pPr marL="0" marR="0" lvl="0" indent="0" algn="ctr" rtl="0">
                        <a:spcBef>
                          <a:spcPts val="0"/>
                        </a:spcBef>
                        <a:spcAft>
                          <a:spcPts val="0"/>
                        </a:spcAft>
                        <a:buNone/>
                      </a:pPr>
                      <a:r>
                        <a:rPr lang="fr-FR" sz="1900" b="1" u="none" strike="noStrike" cap="none" noProof="0" dirty="0">
                          <a:latin typeface="+mj-lt"/>
                          <a:ea typeface="Times New Roman" panose="02020603050405020304"/>
                          <a:cs typeface="Times New Roman" panose="02020603050405020304"/>
                          <a:sym typeface="Times New Roman" panose="02020603050405020304"/>
                        </a:rPr>
                        <a:t>Non réalisées </a:t>
                      </a:r>
                      <a:endParaRPr lang="fr-FR" sz="1900" b="1" i="0" u="none" strike="noStrike" cap="none" noProof="0" dirty="0">
                        <a:solidFill>
                          <a:srgbClr val="000000"/>
                        </a:solidFill>
                        <a:latin typeface="+mj-lt"/>
                        <a:ea typeface="Times New Roman" panose="02020603050405020304"/>
                        <a:cs typeface="Times New Roman" panose="02020603050405020304"/>
                        <a:sym typeface="Times New Roman" panose="02020603050405020304"/>
                      </a:endParaRPr>
                    </a:p>
                  </a:txBody>
                  <a:tcPr marL="8067" marR="8067" marT="8067"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0000"/>
                    </a:solidFill>
                  </a:tcPr>
                </a:tc>
                <a:tc hMerge="1">
                  <a:txBody>
                    <a:bodyPr/>
                    <a:lstStyle/>
                    <a:p>
                      <a:endParaRPr lang="fr-FR"/>
                    </a:p>
                  </a:txBody>
                  <a:tcPr/>
                </a:tc>
                <a:extLst>
                  <a:ext uri="{0D108BD9-81ED-4DB2-BD59-A6C34878D82A}">
                    <a16:rowId xmlns:a16="http://schemas.microsoft.com/office/drawing/2014/main" val="10000"/>
                  </a:ext>
                </a:extLst>
              </a:tr>
              <a:tr h="577427">
                <a:tc vMerge="1">
                  <a:txBody>
                    <a:bodyPr/>
                    <a:lstStyle/>
                    <a:p>
                      <a:endParaRPr lang="fr-FR"/>
                    </a:p>
                  </a:txBody>
                  <a:tcPr/>
                </a:tc>
                <a:tc>
                  <a:txBody>
                    <a:bodyPr/>
                    <a:lstStyle/>
                    <a:p>
                      <a:pPr marL="0" marR="0" lvl="0" indent="0" algn="ctr" rtl="0">
                        <a:spcBef>
                          <a:spcPts val="0"/>
                        </a:spcBef>
                        <a:spcAft>
                          <a:spcPts val="0"/>
                        </a:spcAft>
                        <a:buNone/>
                      </a:pPr>
                      <a:r>
                        <a:rPr lang="fr-FR" sz="1900" b="1" noProof="0" dirty="0">
                          <a:latin typeface="+mj-lt"/>
                          <a:cs typeface="Times New Roman" panose="02020603050405020304"/>
                          <a:sym typeface="Times New Roman" panose="02020603050405020304"/>
                        </a:rPr>
                        <a:t>Nombre</a:t>
                      </a:r>
                      <a:endParaRPr lang="fr-FR" sz="1900" b="1" i="0" u="none" strike="noStrike" noProof="0" dirty="0">
                        <a:solidFill>
                          <a:srgbClr val="000000"/>
                        </a:solidFill>
                        <a:latin typeface="+mj-lt"/>
                        <a:cs typeface="Times New Roman" panose="02020603050405020304"/>
                        <a:sym typeface="Times New Roman" panose="02020603050405020304"/>
                      </a:endParaRPr>
                    </a:p>
                    <a:p>
                      <a:pPr marL="0" marR="0" lvl="0" indent="0" algn="ctr" rtl="0">
                        <a:spcBef>
                          <a:spcPts val="0"/>
                        </a:spcBef>
                        <a:spcAft>
                          <a:spcPts val="0"/>
                        </a:spcAft>
                        <a:buNone/>
                      </a:pPr>
                      <a:endParaRPr lang="fr-FR" sz="1900" b="1" i="0" u="none" strike="noStrike" noProof="0" dirty="0">
                        <a:solidFill>
                          <a:srgbClr val="000000"/>
                        </a:solidFill>
                        <a:latin typeface="+mj-lt"/>
                        <a:cs typeface="Times New Roman" panose="02020603050405020304"/>
                        <a:sym typeface="Times New Roman" panose="02020603050405020304"/>
                      </a:endParaRPr>
                    </a:p>
                  </a:txBody>
                  <a:tcPr marL="8067" marR="8067" marT="8067"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fr-FR" sz="1900" b="1" noProof="0" dirty="0">
                          <a:latin typeface="+mj-lt"/>
                          <a:ea typeface="Times New Roman" panose="02020603050405020304"/>
                          <a:cs typeface="Times New Roman" panose="02020603050405020304"/>
                          <a:sym typeface="Times New Roman" panose="02020603050405020304"/>
                        </a:rPr>
                        <a:t>Nombre</a:t>
                      </a:r>
                      <a:endParaRPr lang="fr-FR" sz="1900" b="1" i="0" u="none" strike="noStrike" noProof="0" dirty="0">
                        <a:solidFill>
                          <a:srgbClr val="000000"/>
                        </a:solidFill>
                        <a:latin typeface="+mj-lt"/>
                        <a:ea typeface="Times New Roman" panose="02020603050405020304"/>
                        <a:cs typeface="Times New Roman" panose="02020603050405020304"/>
                        <a:sym typeface="Times New Roman" panose="02020603050405020304"/>
                      </a:endParaRPr>
                    </a:p>
                  </a:txBody>
                  <a:tcPr marL="8067" marR="8067" marT="8067"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solidFill>
                      <a:srgbClr val="92D050"/>
                    </a:solidFill>
                  </a:tcPr>
                </a:tc>
                <a:tc>
                  <a:txBody>
                    <a:bodyPr/>
                    <a:lstStyle/>
                    <a:p>
                      <a:pPr marL="0" marR="0" lvl="0" indent="0" algn="ctr" rtl="0">
                        <a:spcBef>
                          <a:spcPts val="0"/>
                        </a:spcBef>
                        <a:spcAft>
                          <a:spcPts val="0"/>
                        </a:spcAft>
                        <a:buNone/>
                      </a:pPr>
                      <a:r>
                        <a:rPr lang="fr-FR" sz="1900" b="1" u="none" strike="noStrike" noProof="0" dirty="0">
                          <a:latin typeface="+mj-lt"/>
                          <a:ea typeface="Times New Roman" panose="02020603050405020304"/>
                          <a:cs typeface="Times New Roman" panose="02020603050405020304"/>
                          <a:sym typeface="Times New Roman" panose="02020603050405020304"/>
                        </a:rPr>
                        <a:t>%</a:t>
                      </a:r>
                      <a:endParaRPr lang="fr-FR" sz="1900" b="1" i="0" u="none" strike="noStrike" noProof="0" dirty="0">
                        <a:solidFill>
                          <a:srgbClr val="000000"/>
                        </a:solidFill>
                        <a:latin typeface="+mj-lt"/>
                        <a:ea typeface="Times New Roman" panose="02020603050405020304"/>
                        <a:cs typeface="Times New Roman" panose="02020603050405020304"/>
                        <a:sym typeface="Times New Roman" panose="02020603050405020304"/>
                      </a:endParaRPr>
                    </a:p>
                  </a:txBody>
                  <a:tcPr marL="8067" marR="8067" marT="8067"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2D050"/>
                    </a:solidFill>
                  </a:tcPr>
                </a:tc>
                <a:tc>
                  <a:txBody>
                    <a:bodyPr/>
                    <a:lstStyle/>
                    <a:p>
                      <a:pPr marL="0" marR="0" lvl="0" indent="0" algn="ctr" rtl="0">
                        <a:spcBef>
                          <a:spcPts val="0"/>
                        </a:spcBef>
                        <a:spcAft>
                          <a:spcPts val="0"/>
                        </a:spcAft>
                        <a:buNone/>
                      </a:pPr>
                      <a:r>
                        <a:rPr lang="fr-FR" sz="1900" b="1" u="none" strike="noStrike" noProof="0" dirty="0">
                          <a:latin typeface="+mj-lt"/>
                          <a:ea typeface="Times New Roman" panose="02020603050405020304"/>
                          <a:cs typeface="Times New Roman" panose="02020603050405020304"/>
                          <a:sym typeface="Times New Roman" panose="02020603050405020304"/>
                        </a:rPr>
                        <a:t>Nombre</a:t>
                      </a:r>
                      <a:endParaRPr lang="fr-FR" sz="1900" b="1" i="0" u="none" strike="noStrike" noProof="0" dirty="0">
                        <a:solidFill>
                          <a:srgbClr val="000000"/>
                        </a:solidFill>
                        <a:latin typeface="+mj-lt"/>
                        <a:ea typeface="Times New Roman" panose="02020603050405020304"/>
                        <a:cs typeface="Times New Roman" panose="02020603050405020304"/>
                        <a:sym typeface="Times New Roman" panose="02020603050405020304"/>
                      </a:endParaRPr>
                    </a:p>
                  </a:txBody>
                  <a:tcPr marL="8067" marR="8067" marT="8067"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tc>
                  <a:txBody>
                    <a:bodyPr/>
                    <a:lstStyle/>
                    <a:p>
                      <a:pPr marL="0" marR="0" lvl="0" indent="0" algn="ctr" rtl="0">
                        <a:spcBef>
                          <a:spcPts val="0"/>
                        </a:spcBef>
                        <a:spcAft>
                          <a:spcPts val="0"/>
                        </a:spcAft>
                        <a:buNone/>
                      </a:pPr>
                      <a:r>
                        <a:rPr lang="fr-FR" sz="1900" b="1" u="none" strike="noStrike" noProof="0" dirty="0">
                          <a:latin typeface="+mj-lt"/>
                          <a:ea typeface="Times New Roman" panose="02020603050405020304"/>
                          <a:cs typeface="Times New Roman" panose="02020603050405020304"/>
                          <a:sym typeface="Times New Roman" panose="02020603050405020304"/>
                        </a:rPr>
                        <a:t>%</a:t>
                      </a:r>
                      <a:endParaRPr lang="fr-FR" sz="1900" b="1" i="0" u="none" strike="noStrike" noProof="0" dirty="0">
                        <a:solidFill>
                          <a:srgbClr val="000000"/>
                        </a:solidFill>
                        <a:latin typeface="+mj-lt"/>
                        <a:ea typeface="Times New Roman" panose="02020603050405020304"/>
                        <a:cs typeface="Times New Roman" panose="02020603050405020304"/>
                        <a:sym typeface="Times New Roman" panose="02020603050405020304"/>
                      </a:endParaRPr>
                    </a:p>
                  </a:txBody>
                  <a:tcPr marL="8067" marR="8067" marT="8067"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tc>
                  <a:txBody>
                    <a:bodyPr/>
                    <a:lstStyle/>
                    <a:p>
                      <a:pPr marL="0" marR="0" lvl="0" indent="0" algn="ctr" rtl="0">
                        <a:spcBef>
                          <a:spcPts val="0"/>
                        </a:spcBef>
                        <a:spcAft>
                          <a:spcPts val="0"/>
                        </a:spcAft>
                        <a:buNone/>
                      </a:pPr>
                      <a:r>
                        <a:rPr lang="fr-FR" sz="1900" b="1" u="none" strike="noStrike" noProof="0" dirty="0">
                          <a:latin typeface="+mj-lt"/>
                          <a:ea typeface="Times New Roman" panose="02020603050405020304"/>
                          <a:cs typeface="Times New Roman" panose="02020603050405020304"/>
                          <a:sym typeface="Times New Roman" panose="02020603050405020304"/>
                        </a:rPr>
                        <a:t>Nombre</a:t>
                      </a:r>
                      <a:endParaRPr lang="fr-FR" sz="1900" b="1" i="0" u="none" strike="noStrike" noProof="0" dirty="0">
                        <a:solidFill>
                          <a:srgbClr val="000000"/>
                        </a:solidFill>
                        <a:latin typeface="+mj-lt"/>
                        <a:ea typeface="Times New Roman" panose="02020603050405020304"/>
                        <a:cs typeface="Times New Roman" panose="02020603050405020304"/>
                        <a:sym typeface="Times New Roman" panose="02020603050405020304"/>
                      </a:endParaRPr>
                    </a:p>
                  </a:txBody>
                  <a:tcPr marL="8067" marR="8067" marT="8067"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0000"/>
                    </a:solidFill>
                  </a:tcPr>
                </a:tc>
                <a:tc>
                  <a:txBody>
                    <a:bodyPr/>
                    <a:lstStyle/>
                    <a:p>
                      <a:pPr marL="0" marR="0" lvl="0" indent="0" algn="ctr" rtl="0">
                        <a:spcBef>
                          <a:spcPts val="0"/>
                        </a:spcBef>
                        <a:spcAft>
                          <a:spcPts val="0"/>
                        </a:spcAft>
                        <a:buNone/>
                      </a:pPr>
                      <a:r>
                        <a:rPr lang="fr-FR" sz="1900" b="1" u="none" strike="noStrike" noProof="0" dirty="0">
                          <a:latin typeface="+mj-lt"/>
                          <a:ea typeface="Times New Roman" panose="02020603050405020304"/>
                          <a:cs typeface="Times New Roman" panose="02020603050405020304"/>
                          <a:sym typeface="Times New Roman" panose="02020603050405020304"/>
                        </a:rPr>
                        <a:t>%</a:t>
                      </a:r>
                      <a:endParaRPr lang="fr-FR" sz="1900" b="1" i="0" u="none" strike="noStrike" noProof="0" dirty="0">
                        <a:solidFill>
                          <a:srgbClr val="000000"/>
                        </a:solidFill>
                        <a:latin typeface="+mj-lt"/>
                        <a:ea typeface="Times New Roman" panose="02020603050405020304"/>
                        <a:cs typeface="Times New Roman" panose="02020603050405020304"/>
                        <a:sym typeface="Times New Roman" panose="02020603050405020304"/>
                      </a:endParaRPr>
                    </a:p>
                  </a:txBody>
                  <a:tcPr marL="8067" marR="8067" marT="8067"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0000"/>
                    </a:solidFill>
                  </a:tcPr>
                </a:tc>
                <a:extLst>
                  <a:ext uri="{0D108BD9-81ED-4DB2-BD59-A6C34878D82A}">
                    <a16:rowId xmlns:a16="http://schemas.microsoft.com/office/drawing/2014/main" val="10001"/>
                  </a:ext>
                </a:extLst>
              </a:tr>
              <a:tr h="502920">
                <a:tc>
                  <a:txBody>
                    <a:bodyPr/>
                    <a:lstStyle/>
                    <a:p>
                      <a:pPr marL="0" marR="0" lvl="0" indent="0" algn="ctr" rtl="0">
                        <a:spcBef>
                          <a:spcPts val="0"/>
                        </a:spcBef>
                        <a:spcAft>
                          <a:spcPts val="0"/>
                        </a:spcAft>
                        <a:buNone/>
                      </a:pPr>
                      <a:r>
                        <a:rPr lang="fr-FR" sz="2100" b="1" u="none" strike="noStrike" noProof="0" dirty="0">
                          <a:latin typeface="+mj-lt"/>
                          <a:ea typeface="Times New Roman" panose="02020603050405020304"/>
                          <a:cs typeface="Times New Roman" panose="02020603050405020304"/>
                          <a:sym typeface="Times New Roman" panose="02020603050405020304"/>
                        </a:rPr>
                        <a:t>Communication</a:t>
                      </a:r>
                      <a:endParaRPr lang="fr-FR" sz="2100" b="1" i="0" u="none" strike="noStrike" noProof="0" dirty="0">
                        <a:solidFill>
                          <a:srgbClr val="000000"/>
                        </a:solidFill>
                        <a:latin typeface="+mj-lt"/>
                        <a:ea typeface="Times New Roman" panose="02020603050405020304"/>
                        <a:cs typeface="Times New Roman" panose="02020603050405020304"/>
                        <a:sym typeface="Times New Roman" panose="02020603050405020304"/>
                      </a:endParaRPr>
                    </a:p>
                  </a:txBody>
                  <a:tcPr marL="72533" marR="8067" marT="8067"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fr-FR" sz="2100" b="1" i="0" u="none" strike="noStrike" noProof="0" dirty="0">
                          <a:solidFill>
                            <a:schemeClr val="dk1"/>
                          </a:solidFill>
                          <a:latin typeface="+mj-lt"/>
                          <a:cs typeface="Times New Roman" panose="02020603050405020304"/>
                          <a:sym typeface="Times New Roman" panose="02020603050405020304"/>
                        </a:rPr>
                        <a:t>16</a:t>
                      </a:r>
                    </a:p>
                  </a:txBody>
                  <a:tcPr marL="8067" marR="8067" marT="8067"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fr-FR" sz="2100" b="1" i="0" u="none" strike="noStrike" noProof="0" dirty="0">
                          <a:solidFill>
                            <a:schemeClr val="dk1"/>
                          </a:solidFill>
                          <a:latin typeface="+mj-lt"/>
                          <a:ea typeface="Times New Roman" panose="02020603050405020304"/>
                          <a:cs typeface="Times New Roman"/>
                        </a:rPr>
                        <a:t>13</a:t>
                      </a:r>
                      <a:endParaRPr lang="fr-FR" sz="2100" b="1" i="0" u="none" strike="noStrike" noProof="0" dirty="0">
                        <a:solidFill>
                          <a:schemeClr val="dk1"/>
                        </a:solidFill>
                        <a:latin typeface="+mj-lt"/>
                        <a:ea typeface="Times New Roman" panose="02020603050405020304"/>
                        <a:cs typeface="Times New Roman"/>
                        <a:sym typeface="Times New Roman" panose="02020603050405020304"/>
                      </a:endParaRPr>
                    </a:p>
                  </a:txBody>
                  <a:tcPr marL="8067" marR="8067" marT="8067"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solidFill>
                      <a:srgbClr val="92D050"/>
                    </a:solidFill>
                  </a:tcPr>
                </a:tc>
                <a:tc>
                  <a:txBody>
                    <a:bodyPr/>
                    <a:lstStyle/>
                    <a:p>
                      <a:pPr marL="0" marR="0" lvl="0" indent="0" algn="ctr" rtl="0">
                        <a:spcBef>
                          <a:spcPts val="0"/>
                        </a:spcBef>
                        <a:spcAft>
                          <a:spcPts val="0"/>
                        </a:spcAft>
                        <a:buNone/>
                      </a:pPr>
                      <a:r>
                        <a:rPr lang="fr-FR" sz="2100" b="1" i="0" u="none" strike="noStrike" noProof="0" dirty="0">
                          <a:solidFill>
                            <a:schemeClr val="dk1"/>
                          </a:solidFill>
                          <a:latin typeface="+mj-lt"/>
                          <a:ea typeface="Times New Roman" panose="02020603050405020304"/>
                          <a:cs typeface="Times New Roman" panose="02020603050405020304"/>
                          <a:sym typeface="Times New Roman" panose="02020603050405020304"/>
                        </a:rPr>
                        <a:t>81%</a:t>
                      </a:r>
                    </a:p>
                  </a:txBody>
                  <a:tcPr marL="8067" marR="8067" marT="8067"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2D050"/>
                    </a:solidFill>
                  </a:tcPr>
                </a:tc>
                <a:tc>
                  <a:txBody>
                    <a:bodyPr/>
                    <a:lstStyle/>
                    <a:p>
                      <a:pPr marL="0" marR="0" lvl="0" indent="0" algn="ctr" rtl="0">
                        <a:spcBef>
                          <a:spcPts val="0"/>
                        </a:spcBef>
                        <a:spcAft>
                          <a:spcPts val="0"/>
                        </a:spcAft>
                        <a:buNone/>
                      </a:pPr>
                      <a:r>
                        <a:rPr lang="fr-FR" sz="2100" b="1" i="0" u="none" strike="noStrike" noProof="0" dirty="0">
                          <a:solidFill>
                            <a:schemeClr val="dk1"/>
                          </a:solidFill>
                          <a:latin typeface="+mj-lt"/>
                          <a:cs typeface="Times New Roman"/>
                        </a:rPr>
                        <a:t>2</a:t>
                      </a:r>
                    </a:p>
                  </a:txBody>
                  <a:tcPr marL="8067" marR="8067" marT="8067"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tc>
                  <a:txBody>
                    <a:bodyPr/>
                    <a:lstStyle/>
                    <a:p>
                      <a:pPr marL="0" marR="0" lvl="0" indent="0" algn="ctr" rtl="0">
                        <a:spcBef>
                          <a:spcPts val="0"/>
                        </a:spcBef>
                        <a:spcAft>
                          <a:spcPts val="0"/>
                        </a:spcAft>
                        <a:buNone/>
                      </a:pPr>
                      <a:r>
                        <a:rPr lang="fr-FR" sz="2100" b="1" i="0" u="none" strike="noStrike" noProof="0" dirty="0">
                          <a:solidFill>
                            <a:schemeClr val="dk1"/>
                          </a:solidFill>
                          <a:latin typeface="+mj-lt"/>
                          <a:cs typeface="Times New Roman" panose="02020603050405020304"/>
                        </a:rPr>
                        <a:t>13%</a:t>
                      </a:r>
                    </a:p>
                  </a:txBody>
                  <a:tcPr marL="8067" marR="8067" marT="8067"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tc>
                  <a:txBody>
                    <a:bodyPr/>
                    <a:lstStyle/>
                    <a:p>
                      <a:pPr marL="0" marR="0" lvl="0" indent="0" algn="ctr" rtl="0">
                        <a:spcBef>
                          <a:spcPts val="0"/>
                        </a:spcBef>
                        <a:spcAft>
                          <a:spcPts val="0"/>
                        </a:spcAft>
                        <a:buNone/>
                      </a:pPr>
                      <a:r>
                        <a:rPr lang="fr-FR" sz="2100" b="1" i="0" u="none" strike="noStrike" noProof="0" dirty="0">
                          <a:solidFill>
                            <a:schemeClr val="dk1"/>
                          </a:solidFill>
                          <a:latin typeface="+mj-lt"/>
                          <a:cs typeface="Times New Roman"/>
                        </a:rPr>
                        <a:t>1</a:t>
                      </a:r>
                    </a:p>
                  </a:txBody>
                  <a:tcPr marL="8067" marR="8067" marT="8067"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0000"/>
                    </a:solidFill>
                  </a:tcPr>
                </a:tc>
                <a:tc>
                  <a:txBody>
                    <a:bodyPr/>
                    <a:lstStyle/>
                    <a:p>
                      <a:pPr marL="0" marR="0" lvl="0" indent="0" algn="ctr" rtl="0">
                        <a:spcBef>
                          <a:spcPts val="0"/>
                        </a:spcBef>
                        <a:spcAft>
                          <a:spcPts val="0"/>
                        </a:spcAft>
                        <a:buNone/>
                      </a:pPr>
                      <a:r>
                        <a:rPr lang="fr-FR" sz="2100" b="1" i="0" u="none" strike="noStrike" noProof="0" dirty="0">
                          <a:solidFill>
                            <a:schemeClr val="dk1"/>
                          </a:solidFill>
                          <a:latin typeface="+mj-lt"/>
                          <a:cs typeface="Times New Roman" panose="02020603050405020304"/>
                        </a:rPr>
                        <a:t>6%</a:t>
                      </a:r>
                    </a:p>
                  </a:txBody>
                  <a:tcPr marL="8067" marR="8067" marT="8067"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0000"/>
                    </a:solidFill>
                  </a:tcPr>
                </a:tc>
                <a:extLst>
                  <a:ext uri="{0D108BD9-81ED-4DB2-BD59-A6C34878D82A}">
                    <a16:rowId xmlns:a16="http://schemas.microsoft.com/office/drawing/2014/main" val="10002"/>
                  </a:ext>
                </a:extLst>
              </a:tr>
              <a:tr h="793327">
                <a:tc>
                  <a:txBody>
                    <a:bodyPr/>
                    <a:lstStyle/>
                    <a:p>
                      <a:pPr marL="0" marR="0" lvl="0" indent="0" algn="ctr" rtl="0">
                        <a:spcBef>
                          <a:spcPts val="0"/>
                        </a:spcBef>
                        <a:spcAft>
                          <a:spcPts val="0"/>
                        </a:spcAft>
                        <a:buNone/>
                      </a:pPr>
                      <a:r>
                        <a:rPr lang="fr-FR" sz="2100" b="1" u="none" strike="noStrike" noProof="0" dirty="0">
                          <a:latin typeface="+mj-lt"/>
                          <a:ea typeface="Times New Roman" panose="02020603050405020304"/>
                          <a:cs typeface="Times New Roman" panose="02020603050405020304"/>
                          <a:sym typeface="Times New Roman" panose="02020603050405020304"/>
                        </a:rPr>
                        <a:t>TOTAL </a:t>
                      </a:r>
                      <a:endParaRPr lang="fr-FR" sz="2100" b="1" i="0" u="none" strike="noStrike" noProof="0" dirty="0">
                        <a:solidFill>
                          <a:srgbClr val="000000"/>
                        </a:solidFill>
                        <a:latin typeface="+mj-lt"/>
                        <a:ea typeface="Times New Roman" panose="02020603050405020304"/>
                        <a:cs typeface="Times New Roman" panose="02020603050405020304"/>
                        <a:sym typeface="Times New Roman" panose="02020603050405020304"/>
                      </a:endParaRPr>
                    </a:p>
                  </a:txBody>
                  <a:tcPr marL="72533" marR="8067" marT="8067"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None/>
                      </a:pPr>
                      <a:endParaRPr lang="fr-FR" sz="2400" noProof="0" dirty="0">
                        <a:latin typeface="+mj-lt"/>
                      </a:endParaRPr>
                    </a:p>
                  </a:txBody>
                  <a:tcPr marL="8067" marR="8067" marT="8067"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endParaRPr lang="fr-FR" sz="2100" b="1" i="0" u="none" strike="noStrike" noProof="0" dirty="0">
                        <a:solidFill>
                          <a:schemeClr val="dk1"/>
                        </a:solidFill>
                        <a:latin typeface="+mj-lt"/>
                        <a:ea typeface="Times New Roman" panose="02020603050405020304"/>
                        <a:cs typeface="Times New Roman" panose="02020603050405020304"/>
                        <a:sym typeface="Times New Roman" panose="02020603050405020304"/>
                      </a:endParaRPr>
                    </a:p>
                  </a:txBody>
                  <a:tcPr marL="8067" marR="8067" marT="8067"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2D050"/>
                    </a:solidFill>
                  </a:tcPr>
                </a:tc>
                <a:tc>
                  <a:txBody>
                    <a:bodyPr/>
                    <a:lstStyle/>
                    <a:p>
                      <a:pPr marL="0" marR="0" lvl="0" indent="0" algn="ctr" rtl="0">
                        <a:spcBef>
                          <a:spcPts val="0"/>
                        </a:spcBef>
                        <a:spcAft>
                          <a:spcPts val="0"/>
                        </a:spcAft>
                        <a:buNone/>
                      </a:pPr>
                      <a:endParaRPr lang="fr-FR" sz="2100" b="1" i="0" u="none" strike="noStrike" noProof="0" dirty="0">
                        <a:solidFill>
                          <a:schemeClr val="dk1"/>
                        </a:solidFill>
                        <a:latin typeface="+mj-lt"/>
                        <a:ea typeface="Times New Roman" panose="02020603050405020304"/>
                        <a:cs typeface="Times New Roman" panose="02020603050405020304"/>
                        <a:sym typeface="Times New Roman" panose="02020603050405020304"/>
                      </a:endParaRPr>
                    </a:p>
                  </a:txBody>
                  <a:tcPr marL="8067" marR="8067" marT="8067"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2D050"/>
                    </a:solidFill>
                  </a:tcPr>
                </a:tc>
                <a:tc>
                  <a:txBody>
                    <a:bodyPr/>
                    <a:lstStyle/>
                    <a:p>
                      <a:pPr marL="0" marR="0" lvl="0" indent="0" algn="ctr" rtl="0">
                        <a:spcBef>
                          <a:spcPts val="0"/>
                        </a:spcBef>
                        <a:spcAft>
                          <a:spcPts val="0"/>
                        </a:spcAft>
                        <a:buNone/>
                      </a:pPr>
                      <a:endParaRPr lang="fr-FR" sz="2100" b="1" i="0" u="none" strike="noStrike" noProof="0" dirty="0">
                        <a:solidFill>
                          <a:schemeClr val="dk1"/>
                        </a:solidFill>
                        <a:latin typeface="+mj-lt"/>
                        <a:ea typeface="Times New Roman" panose="02020603050405020304"/>
                        <a:cs typeface="Times New Roman" panose="02020603050405020304"/>
                        <a:sym typeface="Times New Roman" panose="02020603050405020304"/>
                      </a:endParaRPr>
                    </a:p>
                  </a:txBody>
                  <a:tcPr marL="8067" marR="8067" marT="8067"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tc>
                  <a:txBody>
                    <a:bodyPr/>
                    <a:lstStyle/>
                    <a:p>
                      <a:pPr marL="0" marR="0" lvl="0" indent="0" algn="ctr" rtl="0">
                        <a:spcBef>
                          <a:spcPts val="0"/>
                        </a:spcBef>
                        <a:spcAft>
                          <a:spcPts val="0"/>
                        </a:spcAft>
                        <a:buNone/>
                      </a:pPr>
                      <a:endParaRPr lang="fr-FR" sz="2100" b="1" i="0" u="none" strike="noStrike" noProof="0" dirty="0">
                        <a:solidFill>
                          <a:schemeClr val="dk1"/>
                        </a:solidFill>
                        <a:latin typeface="+mj-lt"/>
                        <a:ea typeface="Times New Roman" panose="02020603050405020304"/>
                        <a:cs typeface="Times New Roman" panose="02020603050405020304"/>
                        <a:sym typeface="Times New Roman" panose="02020603050405020304"/>
                      </a:endParaRPr>
                    </a:p>
                  </a:txBody>
                  <a:tcPr marL="8067" marR="8067" marT="8067"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tc>
                  <a:txBody>
                    <a:bodyPr/>
                    <a:lstStyle/>
                    <a:p>
                      <a:pPr marL="0" marR="0" lvl="0" indent="0" algn="ctr" rtl="0">
                        <a:spcBef>
                          <a:spcPts val="0"/>
                        </a:spcBef>
                        <a:spcAft>
                          <a:spcPts val="0"/>
                        </a:spcAft>
                        <a:buNone/>
                      </a:pPr>
                      <a:endParaRPr lang="fr-FR" sz="2100" b="1" i="0" u="none" strike="noStrike" noProof="0" dirty="0">
                        <a:solidFill>
                          <a:schemeClr val="dk1"/>
                        </a:solidFill>
                        <a:latin typeface="+mj-lt"/>
                        <a:ea typeface="Times New Roman" panose="02020603050405020304"/>
                        <a:cs typeface="Times New Roman" panose="02020603050405020304"/>
                        <a:sym typeface="Times New Roman" panose="02020603050405020304"/>
                      </a:endParaRPr>
                    </a:p>
                  </a:txBody>
                  <a:tcPr marL="8067" marR="8067" marT="8067"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0000"/>
                    </a:solidFill>
                  </a:tcPr>
                </a:tc>
                <a:tc>
                  <a:txBody>
                    <a:bodyPr/>
                    <a:lstStyle/>
                    <a:p>
                      <a:pPr marL="0" marR="0" lvl="0" indent="0" algn="ctr" rtl="0">
                        <a:spcBef>
                          <a:spcPts val="0"/>
                        </a:spcBef>
                        <a:spcAft>
                          <a:spcPts val="0"/>
                        </a:spcAft>
                        <a:buNone/>
                      </a:pPr>
                      <a:endParaRPr lang="fr-FR" sz="2100" b="1" i="0" u="none" strike="noStrike" noProof="0" dirty="0">
                        <a:solidFill>
                          <a:schemeClr val="dk1"/>
                        </a:solidFill>
                        <a:latin typeface="+mj-lt"/>
                        <a:ea typeface="Times New Roman" panose="02020603050405020304"/>
                        <a:cs typeface="Times New Roman" panose="02020603050405020304"/>
                        <a:sym typeface="Times New Roman" panose="02020603050405020304"/>
                      </a:endParaRPr>
                    </a:p>
                  </a:txBody>
                  <a:tcPr marL="8067" marR="8067" marT="8067"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0000"/>
                    </a:solidFill>
                  </a:tcPr>
                </a:tc>
                <a:extLst>
                  <a:ext uri="{0D108BD9-81ED-4DB2-BD59-A6C34878D82A}">
                    <a16:rowId xmlns:a16="http://schemas.microsoft.com/office/drawing/2014/main" val="10003"/>
                  </a:ext>
                </a:extLst>
              </a:tr>
            </a:tbl>
          </a:graphicData>
        </a:graphic>
      </p:graphicFrame>
      <p:sp>
        <p:nvSpPr>
          <p:cNvPr id="5" name="Google Shape;165;p3"/>
          <p:cNvSpPr txBox="1"/>
          <p:nvPr/>
        </p:nvSpPr>
        <p:spPr>
          <a:xfrm flipH="1">
            <a:off x="123917" y="5645755"/>
            <a:ext cx="11962052" cy="1004993"/>
          </a:xfrm>
          <a:prstGeom prst="rect">
            <a:avLst/>
          </a:prstGeom>
          <a:noFill/>
          <a:ln>
            <a:noFill/>
          </a:ln>
        </p:spPr>
        <p:txBody>
          <a:bodyPr spcFirstLastPara="1" wrap="square" lIns="121900" tIns="60933" rIns="121900" bIns="60933" anchor="ctr" anchorCtr="0">
            <a:normAutofit fontScale="97500"/>
          </a:bodyPr>
          <a:lstStyle/>
          <a:p>
            <a:pPr defTabSz="1219170">
              <a:buClr>
                <a:srgbClr val="000000"/>
              </a:buClr>
            </a:pPr>
            <a:r>
              <a:rPr lang="fr-FR" sz="2400" b="1" kern="0" noProof="0" dirty="0">
                <a:solidFill>
                  <a:srgbClr val="000000"/>
                </a:solidFill>
                <a:latin typeface="+mj-lt"/>
                <a:ea typeface="Arial" panose="020B0604020202020204"/>
                <a:cs typeface="Arial" panose="020B0604020202020204"/>
                <a:sym typeface="Arial" panose="020B0604020202020204"/>
              </a:rPr>
              <a:t>Co</a:t>
            </a:r>
            <a:r>
              <a:rPr lang="fr-FR" sz="2400" b="1" kern="0" noProof="0" dirty="0">
                <a:solidFill>
                  <a:srgbClr val="202020"/>
                </a:solidFill>
                <a:latin typeface="+mj-lt"/>
                <a:ea typeface="Arial" panose="020B0604020202020204"/>
                <a:cs typeface="Arial" panose="020B0604020202020204"/>
                <a:sym typeface="Arial" panose="020B0604020202020204"/>
              </a:rPr>
              <a:t>mmenta</a:t>
            </a:r>
            <a:r>
              <a:rPr lang="fr-FR" sz="2400" b="1" kern="0" noProof="0" dirty="0">
                <a:latin typeface="+mj-lt"/>
                <a:ea typeface="Arial" panose="020B0604020202020204"/>
                <a:cs typeface="Arial" panose="020B0604020202020204"/>
                <a:sym typeface="Arial" panose="020B0604020202020204"/>
              </a:rPr>
              <a:t>ire</a:t>
            </a:r>
            <a:r>
              <a:rPr lang="fr-FR" sz="2400" kern="0" noProof="0" dirty="0">
                <a:latin typeface="+mj-lt"/>
                <a:ea typeface="Arial" panose="020B0604020202020204"/>
                <a:cs typeface="Arial" panose="020B0604020202020204"/>
                <a:sym typeface="Arial" panose="020B0604020202020204"/>
              </a:rPr>
              <a:t>s : </a:t>
            </a:r>
            <a:r>
              <a:rPr lang="fr-FR" sz="2400" kern="0" noProof="0" dirty="0">
                <a:latin typeface="+mj-lt"/>
                <a:ea typeface="Times New Roman" panose="02020603050405020304"/>
                <a:cs typeface="Times New Roman" panose="02020603050405020304"/>
                <a:sym typeface="Times New Roman" panose="02020603050405020304"/>
              </a:rPr>
              <a:t>Sur  16 activités planifiées, 13 réalisées soit 81%, 2 partiellement : </a:t>
            </a:r>
            <a:br>
              <a:rPr lang="fr-FR" sz="2400" kern="0" noProof="0" dirty="0">
                <a:latin typeface="+mj-lt"/>
                <a:ea typeface="Times New Roman" panose="02020603050405020304"/>
                <a:cs typeface="Times New Roman" panose="02020603050405020304"/>
                <a:sym typeface="Times New Roman" panose="02020603050405020304"/>
              </a:rPr>
            </a:br>
            <a:r>
              <a:rPr lang="fr-FR" sz="2400" kern="0" noProof="0" dirty="0">
                <a:latin typeface="+mj-lt"/>
                <a:ea typeface="Times New Roman" panose="02020603050405020304"/>
                <a:cs typeface="Times New Roman" panose="02020603050405020304"/>
                <a:sym typeface="Times New Roman" panose="02020603050405020304"/>
              </a:rPr>
              <a:t>                            réalisée soit 12,5% et 1 non réalisée soit 6,5%</a:t>
            </a:r>
            <a:endParaRPr lang="fr-FR" sz="2400" kern="0" noProof="0" dirty="0">
              <a:latin typeface="+mj-lt"/>
              <a:cs typeface="Arial" panose="020B0604020202020204"/>
            </a:endParaRPr>
          </a:p>
        </p:txBody>
      </p:sp>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6"/>
          <p:cNvSpPr txBox="1">
            <a:spLocks noGrp="1"/>
          </p:cNvSpPr>
          <p:nvPr>
            <p:ph type="title"/>
          </p:nvPr>
        </p:nvSpPr>
        <p:spPr>
          <a:xfrm>
            <a:off x="48381" y="9907"/>
            <a:ext cx="12143619" cy="630766"/>
          </a:xfrm>
          <a:prstGeom prst="rect">
            <a:avLst/>
          </a:prstGeom>
          <a:solidFill>
            <a:schemeClr val="accent1">
              <a:lumMod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r>
              <a:rPr lang="fr-FR" sz="2800" b="1" noProof="0" dirty="0">
                <a:solidFill>
                  <a:schemeClr val="bg1"/>
                </a:solidFill>
                <a:ea typeface="Times New Roman" panose="02020603050405020304"/>
              </a:rPr>
              <a:t>3. Evaluation activités Génération Demande 2025 : Plaidoyer ( 2/10) </a:t>
            </a:r>
            <a:endParaRPr lang="fr-FR" sz="2800" noProof="0" dirty="0">
              <a:solidFill>
                <a:schemeClr val="bg1"/>
              </a:solidFill>
              <a:latin typeface="Times New Roman" panose="02020603050405020304"/>
              <a:ea typeface="Times New Roman" panose="02020603050405020304"/>
              <a:cs typeface="Times New Roman" panose="02020603050405020304"/>
            </a:endParaRPr>
          </a:p>
        </p:txBody>
      </p:sp>
      <p:graphicFrame>
        <p:nvGraphicFramePr>
          <p:cNvPr id="187" name="Google Shape;187;p6"/>
          <p:cNvGraphicFramePr/>
          <p:nvPr>
            <p:custDataLst>
              <p:tags r:id="rId1"/>
            </p:custDataLst>
            <p:extLst>
              <p:ext uri="{D42A27DB-BD31-4B8C-83A1-F6EECF244321}">
                <p14:modId xmlns:p14="http://schemas.microsoft.com/office/powerpoint/2010/main" val="1458333552"/>
              </p:ext>
            </p:extLst>
          </p:nvPr>
        </p:nvGraphicFramePr>
        <p:xfrm>
          <a:off x="0" y="636693"/>
          <a:ext cx="12192002" cy="6211399"/>
        </p:xfrm>
        <a:graphic>
          <a:graphicData uri="http://schemas.openxmlformats.org/drawingml/2006/table">
            <a:tbl>
              <a:tblPr>
                <a:noFill/>
              </a:tblPr>
              <a:tblGrid>
                <a:gridCol w="511348">
                  <a:extLst>
                    <a:ext uri="{9D8B030D-6E8A-4147-A177-3AD203B41FA5}">
                      <a16:colId xmlns:a16="http://schemas.microsoft.com/office/drawing/2014/main" val="20000"/>
                    </a:ext>
                  </a:extLst>
                </a:gridCol>
                <a:gridCol w="2938519">
                  <a:extLst>
                    <a:ext uri="{9D8B030D-6E8A-4147-A177-3AD203B41FA5}">
                      <a16:colId xmlns:a16="http://schemas.microsoft.com/office/drawing/2014/main" val="20001"/>
                    </a:ext>
                  </a:extLst>
                </a:gridCol>
                <a:gridCol w="2783040">
                  <a:extLst>
                    <a:ext uri="{9D8B030D-6E8A-4147-A177-3AD203B41FA5}">
                      <a16:colId xmlns:a16="http://schemas.microsoft.com/office/drawing/2014/main" val="20002"/>
                    </a:ext>
                  </a:extLst>
                </a:gridCol>
                <a:gridCol w="1770712">
                  <a:extLst>
                    <a:ext uri="{9D8B030D-6E8A-4147-A177-3AD203B41FA5}">
                      <a16:colId xmlns:a16="http://schemas.microsoft.com/office/drawing/2014/main" val="20003"/>
                    </a:ext>
                  </a:extLst>
                </a:gridCol>
                <a:gridCol w="1531244">
                  <a:extLst>
                    <a:ext uri="{9D8B030D-6E8A-4147-A177-3AD203B41FA5}">
                      <a16:colId xmlns:a16="http://schemas.microsoft.com/office/drawing/2014/main" val="20004"/>
                    </a:ext>
                  </a:extLst>
                </a:gridCol>
                <a:gridCol w="2657139">
                  <a:extLst>
                    <a:ext uri="{9D8B030D-6E8A-4147-A177-3AD203B41FA5}">
                      <a16:colId xmlns:a16="http://schemas.microsoft.com/office/drawing/2014/main" val="20005"/>
                    </a:ext>
                  </a:extLst>
                </a:gridCol>
              </a:tblGrid>
              <a:tr h="791997">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fr-FR" sz="1600" b="1" u="none" strike="noStrike" cap="none" noProof="0" dirty="0">
                          <a:latin typeface="+mj-lt"/>
                          <a:ea typeface="Times New Roman" panose="02020603050405020304"/>
                          <a:cs typeface="Times New Roman" panose="02020603050405020304"/>
                          <a:sym typeface="Times New Roman" panose="02020603050405020304"/>
                        </a:rPr>
                        <a:t>N°</a:t>
                      </a:r>
                    </a:p>
                  </a:txBody>
                  <a:tcPr marL="91451" marR="91451" marT="45725" marB="45725">
                    <a:solidFill>
                      <a:srgbClr val="92D050"/>
                    </a:solidFill>
                  </a:tcPr>
                </a:tc>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fr-FR" sz="1600" b="1" noProof="0" dirty="0">
                          <a:latin typeface="+mj-lt"/>
                          <a:ea typeface="Times New Roman" panose="02020603050405020304"/>
                          <a:cs typeface="Times New Roman" panose="02020603050405020304"/>
                          <a:sym typeface="Times New Roman" panose="02020603050405020304"/>
                        </a:rPr>
                        <a:t>ACTIVITÉS</a:t>
                      </a:r>
                      <a:endParaRPr lang="fr-FR" sz="1600" b="1" u="none" strike="noStrike" cap="none" noProof="0" dirty="0">
                        <a:latin typeface="+mj-lt"/>
                        <a:ea typeface="Times New Roman" panose="02020603050405020304"/>
                        <a:cs typeface="Times New Roman" panose="02020603050405020304"/>
                        <a:sym typeface="Times New Roman" panose="02020603050405020304"/>
                      </a:endParaRPr>
                    </a:p>
                  </a:txBody>
                  <a:tcPr marL="91451" marR="91451" marT="45725" marB="45725">
                    <a:solidFill>
                      <a:srgbClr val="92D050"/>
                    </a:solidFill>
                  </a:tcPr>
                </a:tc>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fr-FR" sz="1600" b="1" u="none" strike="noStrike" cap="none" noProof="0" dirty="0">
                          <a:latin typeface="+mj-lt"/>
                          <a:ea typeface="Times New Roman" panose="02020603050405020304"/>
                          <a:cs typeface="Times New Roman" panose="02020603050405020304"/>
                          <a:sym typeface="Times New Roman" panose="02020603050405020304"/>
                        </a:rPr>
                        <a:t>INDICATEURS</a:t>
                      </a:r>
                    </a:p>
                  </a:txBody>
                  <a:tcPr marL="91451" marR="91451" marT="45725" marB="45725">
                    <a:solidFill>
                      <a:srgbClr val="92D050"/>
                    </a:solidFill>
                  </a:tcPr>
                </a:tc>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fr-FR" sz="1600" b="1" u="none" strike="noStrike" cap="none" noProof="0" dirty="0">
                          <a:latin typeface="+mj-lt"/>
                          <a:ea typeface="Times New Roman" panose="02020603050405020304"/>
                          <a:cs typeface="Times New Roman" panose="02020603050405020304"/>
                          <a:sym typeface="Times New Roman" panose="02020603050405020304"/>
                        </a:rPr>
                        <a:t>NIVEAU RÉALISATION </a:t>
                      </a:r>
                    </a:p>
                  </a:txBody>
                  <a:tcPr marL="91451" marR="91451" marT="45725" marB="45725">
                    <a:solidFill>
                      <a:srgbClr val="92D050"/>
                    </a:solidFill>
                  </a:tcPr>
                </a:tc>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fr-FR" sz="1600" b="1" noProof="0" dirty="0">
                          <a:latin typeface="+mj-lt"/>
                          <a:ea typeface="Times New Roman" panose="02020603050405020304"/>
                          <a:cs typeface="Times New Roman" panose="02020603050405020304"/>
                          <a:sym typeface="Times New Roman" panose="02020603050405020304"/>
                        </a:rPr>
                        <a:t>RÉSULTATS</a:t>
                      </a:r>
                      <a:r>
                        <a:rPr lang="fr-FR" sz="1600" b="1" u="none" strike="noStrike" cap="none" noProof="0" dirty="0">
                          <a:latin typeface="+mj-lt"/>
                          <a:ea typeface="Times New Roman" panose="02020603050405020304"/>
                          <a:cs typeface="Times New Roman" panose="02020603050405020304"/>
                          <a:sym typeface="Times New Roman" panose="02020603050405020304"/>
                        </a:rPr>
                        <a:t> OBTENUS</a:t>
                      </a:r>
                    </a:p>
                  </a:txBody>
                  <a:tcPr marL="91451" marR="91451" marT="45725" marB="45725">
                    <a:solidFill>
                      <a:srgbClr val="92D050"/>
                    </a:solidFill>
                  </a:tcPr>
                </a:tc>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fr-FR" sz="1600" b="1" u="none" strike="noStrike" cap="none" noProof="0" dirty="0">
                          <a:latin typeface="+mj-lt"/>
                          <a:ea typeface="Times New Roman" panose="02020603050405020304"/>
                          <a:cs typeface="Times New Roman" panose="02020603050405020304"/>
                        </a:rPr>
                        <a:t>OBSERVATIONS</a:t>
                      </a:r>
                      <a:endParaRPr lang="fr-FR" sz="1600" b="1" u="none" strike="noStrike" cap="none" noProof="0" dirty="0">
                        <a:latin typeface="+mj-lt"/>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800"/>
                        <a:buFont typeface="Calibri" panose="020F0502020204030204"/>
                        <a:buNone/>
                      </a:pPr>
                      <a:endParaRPr lang="fr-FR" sz="1600" b="1" u="none" strike="noStrike" cap="none" noProof="0" dirty="0">
                        <a:latin typeface="+mj-lt"/>
                        <a:ea typeface="Times New Roman" panose="02020603050405020304"/>
                        <a:cs typeface="Times New Roman" panose="02020603050405020304"/>
                        <a:sym typeface="Times New Roman" panose="02020603050405020304"/>
                      </a:endParaRPr>
                    </a:p>
                  </a:txBody>
                  <a:tcPr marL="91451" marR="91451" marT="45725" marB="45725">
                    <a:solidFill>
                      <a:srgbClr val="92D050"/>
                    </a:solidFill>
                  </a:tcPr>
                </a:tc>
                <a:extLst>
                  <a:ext uri="{0D108BD9-81ED-4DB2-BD59-A6C34878D82A}">
                    <a16:rowId xmlns:a16="http://schemas.microsoft.com/office/drawing/2014/main" val="10000"/>
                  </a:ext>
                </a:extLst>
              </a:tr>
              <a:tr h="2630592">
                <a:tc>
                  <a:txBody>
                    <a:bodyPr/>
                    <a:lstStyle/>
                    <a:p>
                      <a:pPr marL="0" marR="0" lvl="0" indent="0" algn="l" rtl="0">
                        <a:lnSpc>
                          <a:spcPct val="100000"/>
                        </a:lnSpc>
                        <a:spcBef>
                          <a:spcPts val="0"/>
                        </a:spcBef>
                        <a:spcAft>
                          <a:spcPts val="0"/>
                        </a:spcAft>
                        <a:buClr>
                          <a:schemeClr val="dk1"/>
                        </a:buClr>
                        <a:buSzPts val="2000"/>
                        <a:buFont typeface="Calibri" panose="020F0502020204030204"/>
                        <a:buNone/>
                      </a:pPr>
                      <a:endParaRPr lang="fr-FR" sz="1600" u="none" strike="noStrike" cap="none" noProof="0" dirty="0">
                        <a:latin typeface="+mj-lt"/>
                        <a:ea typeface="Times New Roman" panose="02020603050405020304"/>
                        <a:cs typeface="Times New Roman" panose="02020603050405020304"/>
                      </a:endParaRPr>
                    </a:p>
                    <a:p>
                      <a:pPr marL="0" marR="0" lvl="0" indent="0" algn="l">
                        <a:lnSpc>
                          <a:spcPct val="100000"/>
                        </a:lnSpc>
                        <a:spcBef>
                          <a:spcPts val="0"/>
                        </a:spcBef>
                        <a:spcAft>
                          <a:spcPts val="0"/>
                        </a:spcAft>
                        <a:buSzPts val="2000"/>
                        <a:buFont typeface="Calibri" panose="020F0502020204030204"/>
                        <a:buNone/>
                      </a:pPr>
                      <a:endParaRPr lang="fr-FR" sz="1600" u="none" strike="noStrike" cap="none" noProof="0" dirty="0">
                        <a:latin typeface="+mj-lt"/>
                        <a:ea typeface="Times New Roman" panose="02020603050405020304"/>
                        <a:cs typeface="Times New Roman" panose="02020603050405020304"/>
                      </a:endParaRPr>
                    </a:p>
                    <a:p>
                      <a:pPr marL="0" marR="0" lvl="0" indent="0" algn="l">
                        <a:lnSpc>
                          <a:spcPct val="100000"/>
                        </a:lnSpc>
                        <a:spcBef>
                          <a:spcPts val="0"/>
                        </a:spcBef>
                        <a:spcAft>
                          <a:spcPts val="0"/>
                        </a:spcAft>
                        <a:buSzPts val="2000"/>
                        <a:buFont typeface="Calibri" panose="020F0502020204030204"/>
                        <a:buNone/>
                      </a:pPr>
                      <a:endParaRPr lang="fr-FR" sz="1600" u="none" strike="noStrike" cap="none" noProof="0" dirty="0">
                        <a:latin typeface="+mj-lt"/>
                        <a:ea typeface="Times New Roman" panose="02020603050405020304"/>
                        <a:cs typeface="Times New Roman" panose="02020603050405020304"/>
                      </a:endParaRPr>
                    </a:p>
                    <a:p>
                      <a:pPr marL="0" marR="0" lvl="0" indent="0" algn="l">
                        <a:lnSpc>
                          <a:spcPct val="100000"/>
                        </a:lnSpc>
                        <a:spcBef>
                          <a:spcPts val="0"/>
                        </a:spcBef>
                        <a:spcAft>
                          <a:spcPts val="0"/>
                        </a:spcAft>
                        <a:buSzPts val="2000"/>
                        <a:buFont typeface="Calibri" panose="020F0502020204030204"/>
                        <a:buNone/>
                      </a:pPr>
                      <a:endParaRPr lang="fr-FR" sz="1600" u="none" strike="noStrike" cap="none" noProof="0" dirty="0">
                        <a:latin typeface="+mj-lt"/>
                        <a:ea typeface="Times New Roman" panose="02020603050405020304"/>
                        <a:cs typeface="Times New Roman" panose="02020603050405020304"/>
                      </a:endParaRPr>
                    </a:p>
                    <a:p>
                      <a:pPr marL="0" marR="0" lvl="0" indent="0" algn="l">
                        <a:lnSpc>
                          <a:spcPct val="100000"/>
                        </a:lnSpc>
                        <a:spcBef>
                          <a:spcPts val="0"/>
                        </a:spcBef>
                        <a:spcAft>
                          <a:spcPts val="0"/>
                        </a:spcAft>
                        <a:buSzPts val="2000"/>
                        <a:buFont typeface="Calibri" panose="020F0502020204030204"/>
                        <a:buNone/>
                      </a:pPr>
                      <a:r>
                        <a:rPr lang="fr-FR" sz="1600" u="none" strike="noStrike" cap="none" noProof="0" dirty="0">
                          <a:latin typeface="+mj-lt"/>
                          <a:ea typeface="Times New Roman" panose="02020603050405020304"/>
                          <a:cs typeface="Times New Roman" panose="02020603050405020304"/>
                          <a:sym typeface="Times New Roman" panose="02020603050405020304"/>
                        </a:rPr>
                        <a:t>1</a:t>
                      </a:r>
                    </a:p>
                  </a:txBody>
                  <a:tcPr marL="91451" marR="91451" marT="45725" marB="45725"/>
                </a:tc>
                <a:tc>
                  <a:txBody>
                    <a:bodyPr/>
                    <a:lstStyle/>
                    <a:p>
                      <a:pPr algn="l" fontAlgn="ctr"/>
                      <a:r>
                        <a:rPr lang="fr-FR" sz="1600" kern="1200" noProof="0" dirty="0">
                          <a:solidFill>
                            <a:schemeClr val="tx1"/>
                          </a:solidFill>
                          <a:latin typeface="+mj-lt"/>
                          <a:ea typeface="+mn-ea"/>
                          <a:cs typeface="+mn-cs"/>
                        </a:rPr>
                        <a:t>Mener le plaidoyer </a:t>
                      </a:r>
                      <a:r>
                        <a:rPr lang="fr-FR" sz="1600" kern="1200" noProof="0" dirty="0" err="1">
                          <a:solidFill>
                            <a:schemeClr val="tx1"/>
                          </a:solidFill>
                          <a:latin typeface="+mj-lt"/>
                          <a:ea typeface="+mn-ea"/>
                          <a:cs typeface="+mn-cs"/>
                        </a:rPr>
                        <a:t>aupres</a:t>
                      </a:r>
                      <a:r>
                        <a:rPr lang="fr-FR" sz="1600" kern="1200" noProof="0" dirty="0">
                          <a:solidFill>
                            <a:schemeClr val="tx1"/>
                          </a:solidFill>
                          <a:latin typeface="+mj-lt"/>
                          <a:ea typeface="+mn-ea"/>
                          <a:cs typeface="+mn-cs"/>
                        </a:rPr>
                        <a:t> des 9 ministères ( Education, </a:t>
                      </a:r>
                      <a:r>
                        <a:rPr lang="fr-FR" sz="1600" kern="1200" noProof="0" dirty="0" err="1">
                          <a:solidFill>
                            <a:schemeClr val="tx1"/>
                          </a:solidFill>
                          <a:latin typeface="+mj-lt"/>
                          <a:ea typeface="+mn-ea"/>
                          <a:cs typeface="+mn-cs"/>
                        </a:rPr>
                        <a:t>Interieur</a:t>
                      </a:r>
                      <a:r>
                        <a:rPr lang="fr-FR" sz="1600" kern="1200" noProof="0" dirty="0">
                          <a:solidFill>
                            <a:schemeClr val="tx1"/>
                          </a:solidFill>
                          <a:latin typeface="+mj-lt"/>
                          <a:ea typeface="+mn-ea"/>
                          <a:cs typeface="+mn-cs"/>
                        </a:rPr>
                        <a:t>, Agriculture, Genre et Famille, </a:t>
                      </a:r>
                      <a:r>
                        <a:rPr lang="fr-FR" sz="1600" kern="1200" noProof="0" dirty="0" err="1">
                          <a:solidFill>
                            <a:schemeClr val="tx1"/>
                          </a:solidFill>
                          <a:latin typeface="+mj-lt"/>
                          <a:ea typeface="+mn-ea"/>
                          <a:cs typeface="+mn-cs"/>
                        </a:rPr>
                        <a:t>Developpement</a:t>
                      </a:r>
                      <a:r>
                        <a:rPr lang="fr-FR" sz="1600" kern="1200" noProof="0" dirty="0">
                          <a:solidFill>
                            <a:schemeClr val="tx1"/>
                          </a:solidFill>
                          <a:latin typeface="+mj-lt"/>
                          <a:ea typeface="+mn-ea"/>
                          <a:cs typeface="+mn-cs"/>
                        </a:rPr>
                        <a:t> Rural,  Finances, Budget, Communication et </a:t>
                      </a:r>
                      <a:r>
                        <a:rPr lang="fr-FR" sz="1600" kern="1200" noProof="0" dirty="0" err="1">
                          <a:solidFill>
                            <a:schemeClr val="tx1"/>
                          </a:solidFill>
                          <a:latin typeface="+mj-lt"/>
                          <a:ea typeface="+mn-ea"/>
                          <a:cs typeface="+mn-cs"/>
                        </a:rPr>
                        <a:t>medias</a:t>
                      </a:r>
                      <a:r>
                        <a:rPr lang="fr-FR" sz="1600" kern="1200" noProof="0" dirty="0">
                          <a:solidFill>
                            <a:schemeClr val="tx1"/>
                          </a:solidFill>
                          <a:latin typeface="+mj-lt"/>
                          <a:ea typeface="+mn-ea"/>
                          <a:cs typeface="+mn-cs"/>
                        </a:rPr>
                        <a:t> ) pour leur engagement dans la promotion de la vaccination et l'éradication de la polio</a:t>
                      </a:r>
                    </a:p>
                  </a:txBody>
                  <a:tcPr marL="10583" marR="10583" marT="10583" marB="0" anchor="ctr"/>
                </a:tc>
                <a:tc>
                  <a:txBody>
                    <a:bodyPr/>
                    <a:lstStyle/>
                    <a:p>
                      <a:pPr marL="0" marR="0" lvl="0" indent="0" algn="l" rtl="0">
                        <a:lnSpc>
                          <a:spcPct val="100000"/>
                        </a:lnSpc>
                        <a:spcBef>
                          <a:spcPts val="0"/>
                        </a:spcBef>
                        <a:spcAft>
                          <a:spcPts val="0"/>
                        </a:spcAft>
                        <a:buNone/>
                      </a:pPr>
                      <a:r>
                        <a:rPr lang="fr-FR" sz="1600" kern="1200" noProof="0" dirty="0">
                          <a:solidFill>
                            <a:schemeClr val="tx1"/>
                          </a:solidFill>
                          <a:latin typeface="+mj-lt"/>
                          <a:ea typeface="+mn-ea"/>
                          <a:cs typeface="+mn-cs"/>
                          <a:sym typeface="Times New Roman" panose="02020603050405020304"/>
                        </a:rPr>
                        <a:t> </a:t>
                      </a:r>
                      <a:r>
                        <a:rPr lang="fr-FR" sz="1600" kern="1200" noProof="0" dirty="0">
                          <a:solidFill>
                            <a:schemeClr val="tx1"/>
                          </a:solidFill>
                          <a:latin typeface="+mj-lt"/>
                          <a:ea typeface="+mn-ea"/>
                          <a:cs typeface="+mn-cs"/>
                        </a:rPr>
                        <a:t>Proportion d'ac</a:t>
                      </a:r>
                      <a:r>
                        <a:rPr lang="fr-FR" sz="1600" b="0" i="0" u="none" strike="noStrike" kern="1200" cap="none" noProof="0" dirty="0">
                          <a:solidFill>
                            <a:schemeClr val="tx1"/>
                          </a:solidFill>
                          <a:latin typeface="+mj-lt"/>
                          <a:ea typeface="+mn-ea"/>
                          <a:cs typeface="+mn-cs"/>
                        </a:rPr>
                        <a:t>tions</a:t>
                      </a:r>
                      <a:r>
                        <a:rPr lang="fr-FR" sz="1600" b="0" i="0" u="none" strike="noStrike" kern="1200" cap="none" noProof="0" dirty="0">
                          <a:solidFill>
                            <a:schemeClr val="tx1"/>
                          </a:solidFill>
                          <a:latin typeface="+mj-lt"/>
                          <a:ea typeface="+mn-ea"/>
                          <a:cs typeface="+mn-cs"/>
                          <a:sym typeface="Times New Roman" panose="02020603050405020304"/>
                        </a:rPr>
                        <a:t>/Engagements </a:t>
                      </a:r>
                      <a:r>
                        <a:rPr lang="fr-FR" sz="1600" b="0" i="0" u="none" strike="noStrike" kern="1200" cap="none" noProof="0" dirty="0" err="1">
                          <a:solidFill>
                            <a:schemeClr val="tx1"/>
                          </a:solidFill>
                          <a:latin typeface="+mj-lt"/>
                          <a:ea typeface="+mn-ea"/>
                          <a:cs typeface="+mn-cs"/>
                          <a:sym typeface="Times New Roman" panose="02020603050405020304"/>
                        </a:rPr>
                        <a:t>realises</a:t>
                      </a:r>
                      <a:r>
                        <a:rPr lang="fr-FR" sz="1600" b="0" i="0" u="none" strike="noStrike" kern="1200" cap="none" noProof="0" dirty="0">
                          <a:solidFill>
                            <a:schemeClr val="tx1"/>
                          </a:solidFill>
                          <a:latin typeface="+mj-lt"/>
                          <a:ea typeface="+mn-ea"/>
                          <a:cs typeface="+mn-cs"/>
                          <a:sym typeface="Times New Roman" panose="02020603050405020304"/>
                        </a:rPr>
                        <a:t> dans la promotion de la vaccination, de l'</a:t>
                      </a:r>
                      <a:r>
                        <a:rPr lang="fr-FR" sz="1600" b="0" i="0" u="none" strike="noStrike" kern="1200" cap="none" noProof="0" dirty="0" err="1">
                          <a:solidFill>
                            <a:schemeClr val="tx1"/>
                          </a:solidFill>
                          <a:latin typeface="+mj-lt"/>
                          <a:ea typeface="+mn-ea"/>
                          <a:cs typeface="+mn-cs"/>
                          <a:sym typeface="Times New Roman" panose="02020603050405020304"/>
                        </a:rPr>
                        <a:t>eradication</a:t>
                      </a:r>
                      <a:r>
                        <a:rPr lang="fr-FR" sz="1600" b="0" i="0" u="none" strike="noStrike" kern="1200" cap="none" noProof="0" dirty="0">
                          <a:solidFill>
                            <a:schemeClr val="tx1"/>
                          </a:solidFill>
                          <a:latin typeface="+mj-lt"/>
                          <a:ea typeface="+mn-ea"/>
                          <a:cs typeface="+mn-cs"/>
                          <a:sym typeface="Times New Roman" panose="02020603050405020304"/>
                        </a:rPr>
                        <a:t> de la Polio par les 9 </a:t>
                      </a:r>
                      <a:r>
                        <a:rPr lang="fr-FR" sz="1600" b="0" i="0" u="none" strike="noStrike" kern="1200" cap="none" noProof="0" dirty="0" err="1">
                          <a:solidFill>
                            <a:schemeClr val="tx1"/>
                          </a:solidFill>
                          <a:latin typeface="+mj-lt"/>
                          <a:ea typeface="+mn-ea"/>
                          <a:cs typeface="+mn-cs"/>
                          <a:sym typeface="Times New Roman" panose="02020603050405020304"/>
                        </a:rPr>
                        <a:t>ministeres</a:t>
                      </a:r>
                      <a:r>
                        <a:rPr lang="fr-FR" sz="1600" b="0" i="0" u="none" strike="noStrike" kern="1200" cap="none" noProof="0" dirty="0">
                          <a:solidFill>
                            <a:schemeClr val="tx1"/>
                          </a:solidFill>
                          <a:latin typeface="+mj-lt"/>
                          <a:ea typeface="+mn-ea"/>
                          <a:cs typeface="+mn-cs"/>
                          <a:sym typeface="Times New Roman" panose="02020603050405020304"/>
                        </a:rPr>
                        <a:t>.</a:t>
                      </a:r>
                    </a:p>
                  </a:txBody>
                  <a:tcPr marL="0" marR="0" marT="0" marB="0" anchor="ctr"/>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fr-FR" sz="1600" kern="1200" noProof="0" dirty="0">
                          <a:solidFill>
                            <a:schemeClr val="tx1"/>
                          </a:solidFill>
                          <a:latin typeface="+mj-lt"/>
                          <a:ea typeface="+mn-ea"/>
                          <a:cs typeface="+mn-cs"/>
                        </a:rPr>
                        <a:t>Réalisée</a:t>
                      </a:r>
                    </a:p>
                  </a:txBody>
                  <a:tcPr marL="91451" marR="91451" marT="45725" marB="45725">
                    <a:solidFill>
                      <a:srgbClr val="00B050"/>
                    </a:solidFill>
                  </a:tcPr>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fr-FR" sz="1600" kern="1200" noProof="0" dirty="0">
                          <a:solidFill>
                            <a:schemeClr val="tx1"/>
                          </a:solidFill>
                          <a:latin typeface="+mj-lt"/>
                          <a:ea typeface="+mn-ea"/>
                          <a:cs typeface="+mn-cs"/>
                        </a:rPr>
                        <a:t>9 ministères sur 9</a:t>
                      </a:r>
                    </a:p>
                    <a:p>
                      <a:pPr marL="0" marR="0" lvl="0" indent="0" algn="l" rtl="0">
                        <a:lnSpc>
                          <a:spcPct val="100000"/>
                        </a:lnSpc>
                        <a:spcBef>
                          <a:spcPts val="0"/>
                        </a:spcBef>
                        <a:spcAft>
                          <a:spcPts val="0"/>
                        </a:spcAft>
                        <a:buClr>
                          <a:srgbClr val="000000"/>
                        </a:buClr>
                        <a:buSzPts val="1400"/>
                        <a:buFont typeface="Arial" panose="020B0604020202020204"/>
                        <a:buNone/>
                      </a:pPr>
                      <a:endParaRPr lang="fr-FR" sz="1600" kern="1200" noProof="0" dirty="0">
                        <a:solidFill>
                          <a:schemeClr val="tx1"/>
                        </a:solidFill>
                        <a:latin typeface="+mj-lt"/>
                        <a:ea typeface="+mn-ea"/>
                        <a:cs typeface="+mn-cs"/>
                      </a:endParaRPr>
                    </a:p>
                  </a:txBody>
                  <a:tcPr marL="91451" marR="91451" marT="45725" marB="45725"/>
                </a:tc>
                <a:tc>
                  <a:txBody>
                    <a:bodyPr/>
                    <a:lstStyle/>
                    <a:p>
                      <a:pPr marL="0" marR="0" lvl="0" indent="0" algn="l">
                        <a:lnSpc>
                          <a:spcPct val="100000"/>
                        </a:lnSpc>
                        <a:spcBef>
                          <a:spcPts val="0"/>
                        </a:spcBef>
                        <a:spcAft>
                          <a:spcPts val="0"/>
                        </a:spcAft>
                        <a:buNone/>
                      </a:pPr>
                      <a:r>
                        <a:rPr lang="fr-FR" sz="1600" kern="1200" noProof="0" dirty="0">
                          <a:solidFill>
                            <a:schemeClr val="tx1"/>
                          </a:solidFill>
                          <a:latin typeface="+mj-lt"/>
                          <a:ea typeface="+mn-ea"/>
                          <a:cs typeface="+mn-cs"/>
                        </a:rPr>
                        <a:t>Le plaidoyer a </a:t>
                      </a:r>
                      <a:r>
                        <a:rPr lang="fr-FR" sz="1600" kern="1200" noProof="0" dirty="0" err="1">
                          <a:solidFill>
                            <a:schemeClr val="tx1"/>
                          </a:solidFill>
                          <a:latin typeface="+mj-lt"/>
                          <a:ea typeface="+mn-ea"/>
                          <a:cs typeface="+mn-cs"/>
                        </a:rPr>
                        <a:t>ete</a:t>
                      </a:r>
                      <a:r>
                        <a:rPr lang="fr-FR" sz="1600" kern="1200" noProof="0" dirty="0">
                          <a:solidFill>
                            <a:schemeClr val="tx1"/>
                          </a:solidFill>
                          <a:latin typeface="+mj-lt"/>
                          <a:ea typeface="+mn-ea"/>
                          <a:cs typeface="+mn-cs"/>
                        </a:rPr>
                        <a:t> mené pendant la matin</a:t>
                      </a:r>
                      <a:r>
                        <a:rPr lang="fr-FR" sz="1600" b="0" i="0" u="none" strike="noStrike" kern="1200" noProof="0" dirty="0">
                          <a:solidFill>
                            <a:schemeClr val="tx1"/>
                          </a:solidFill>
                          <a:latin typeface="+mj-lt"/>
                        </a:rPr>
                        <a:t>é</a:t>
                      </a:r>
                      <a:r>
                        <a:rPr lang="fr-FR" sz="1600" kern="1200" noProof="0" dirty="0">
                          <a:solidFill>
                            <a:schemeClr val="tx1"/>
                          </a:solidFill>
                          <a:latin typeface="+mj-lt"/>
                          <a:ea typeface="+mn-ea"/>
                          <a:cs typeface="+mn-cs"/>
                        </a:rPr>
                        <a:t>e avec le REPACAV le 15 mai 2025 et le suivi des engagements dans les provinces par le REPACAV national</a:t>
                      </a:r>
                    </a:p>
                  </a:txBody>
                  <a:tcPr marL="91451" marR="91451" marT="45725" marB="45725"/>
                </a:tc>
                <a:extLst>
                  <a:ext uri="{0D108BD9-81ED-4DB2-BD59-A6C34878D82A}">
                    <a16:rowId xmlns:a16="http://schemas.microsoft.com/office/drawing/2014/main" val="10001"/>
                  </a:ext>
                </a:extLst>
              </a:tr>
              <a:tr h="2788810">
                <a:tc>
                  <a:txBody>
                    <a:bodyPr/>
                    <a:lstStyle/>
                    <a:p>
                      <a:pPr marL="0" marR="0" lvl="0" indent="0" algn="l" rtl="0">
                        <a:lnSpc>
                          <a:spcPct val="100000"/>
                        </a:lnSpc>
                        <a:spcBef>
                          <a:spcPts val="0"/>
                        </a:spcBef>
                        <a:spcAft>
                          <a:spcPts val="0"/>
                        </a:spcAft>
                        <a:buClr>
                          <a:schemeClr val="dk1"/>
                        </a:buClr>
                        <a:buSzPts val="2000"/>
                        <a:buFont typeface="Calibri" panose="020F0502020204030204"/>
                        <a:buNone/>
                      </a:pPr>
                      <a:endParaRPr lang="fr-FR" sz="1600" u="none" strike="noStrike" cap="none" noProof="0" dirty="0">
                        <a:latin typeface="+mj-lt"/>
                        <a:ea typeface="Times New Roman" panose="02020603050405020304"/>
                        <a:cs typeface="Times New Roman" panose="02020603050405020304"/>
                      </a:endParaRPr>
                    </a:p>
                    <a:p>
                      <a:pPr marL="0" marR="0" lvl="0" indent="0" algn="l">
                        <a:lnSpc>
                          <a:spcPct val="100000"/>
                        </a:lnSpc>
                        <a:spcBef>
                          <a:spcPts val="0"/>
                        </a:spcBef>
                        <a:spcAft>
                          <a:spcPts val="0"/>
                        </a:spcAft>
                        <a:buSzPts val="2000"/>
                        <a:buFont typeface="Calibri" panose="020F0502020204030204"/>
                        <a:buNone/>
                      </a:pPr>
                      <a:endParaRPr lang="fr-FR" sz="1600" u="none" strike="noStrike" cap="none" noProof="0" dirty="0">
                        <a:latin typeface="+mj-lt"/>
                        <a:ea typeface="Times New Roman" panose="02020603050405020304"/>
                        <a:cs typeface="Times New Roman" panose="02020603050405020304"/>
                      </a:endParaRPr>
                    </a:p>
                    <a:p>
                      <a:pPr marL="0" marR="0" lvl="0" indent="0" algn="l">
                        <a:lnSpc>
                          <a:spcPct val="100000"/>
                        </a:lnSpc>
                        <a:spcBef>
                          <a:spcPts val="0"/>
                        </a:spcBef>
                        <a:spcAft>
                          <a:spcPts val="0"/>
                        </a:spcAft>
                        <a:buSzPts val="2000"/>
                        <a:buFont typeface="Calibri" panose="020F0502020204030204"/>
                        <a:buNone/>
                      </a:pPr>
                      <a:endParaRPr lang="fr-FR" sz="1600" u="none" strike="noStrike" cap="none" noProof="0" dirty="0">
                        <a:latin typeface="+mj-lt"/>
                        <a:ea typeface="Times New Roman" panose="02020603050405020304"/>
                        <a:cs typeface="Times New Roman" panose="02020603050405020304"/>
                      </a:endParaRPr>
                    </a:p>
                    <a:p>
                      <a:pPr marL="0" marR="0" lvl="0" indent="0" algn="l">
                        <a:lnSpc>
                          <a:spcPct val="100000"/>
                        </a:lnSpc>
                        <a:spcBef>
                          <a:spcPts val="0"/>
                        </a:spcBef>
                        <a:spcAft>
                          <a:spcPts val="0"/>
                        </a:spcAft>
                        <a:buSzPts val="2000"/>
                        <a:buFont typeface="Calibri" panose="020F0502020204030204"/>
                        <a:buNone/>
                      </a:pPr>
                      <a:endParaRPr lang="fr-FR" sz="1600" u="none" strike="noStrike" cap="none" noProof="0" dirty="0">
                        <a:latin typeface="+mj-lt"/>
                        <a:ea typeface="Times New Roman" panose="02020603050405020304"/>
                        <a:cs typeface="Times New Roman" panose="02020603050405020304"/>
                      </a:endParaRPr>
                    </a:p>
                    <a:p>
                      <a:pPr marL="0" marR="0" lvl="0" indent="0" algn="l">
                        <a:lnSpc>
                          <a:spcPct val="100000"/>
                        </a:lnSpc>
                        <a:spcBef>
                          <a:spcPts val="0"/>
                        </a:spcBef>
                        <a:spcAft>
                          <a:spcPts val="0"/>
                        </a:spcAft>
                        <a:buSzPts val="2000"/>
                        <a:buFont typeface="Calibri" panose="020F0502020204030204"/>
                        <a:buNone/>
                      </a:pPr>
                      <a:r>
                        <a:rPr lang="fr-FR" sz="1600" u="none" strike="noStrike" cap="none" noProof="0" dirty="0">
                          <a:latin typeface="+mj-lt"/>
                          <a:ea typeface="Times New Roman" panose="02020603050405020304"/>
                          <a:cs typeface="Times New Roman" panose="02020603050405020304"/>
                          <a:sym typeface="Times New Roman" panose="02020603050405020304"/>
                        </a:rPr>
                        <a:t>2</a:t>
                      </a:r>
                    </a:p>
                  </a:txBody>
                  <a:tcPr marL="91451" marR="91451" marT="45725" marB="45725"/>
                </a:tc>
                <a:tc>
                  <a:txBody>
                    <a:bodyPr/>
                    <a:lstStyle/>
                    <a:p>
                      <a:pPr algn="l" fontAlgn="ctr"/>
                      <a:r>
                        <a:rPr lang="fr-FR" sz="1600" kern="1200" noProof="0" dirty="0">
                          <a:solidFill>
                            <a:schemeClr val="tx1"/>
                          </a:solidFill>
                          <a:latin typeface="+mj-lt"/>
                          <a:ea typeface="+mn-ea"/>
                          <a:cs typeface="+mn-cs"/>
                        </a:rPr>
                        <a:t>Organiser le plaidoyer </a:t>
                      </a:r>
                      <a:r>
                        <a:rPr lang="fr-FR" sz="1600" kern="1200" noProof="0" dirty="0" err="1">
                          <a:solidFill>
                            <a:schemeClr val="tx1"/>
                          </a:solidFill>
                          <a:latin typeface="+mj-lt"/>
                          <a:ea typeface="+mn-ea"/>
                          <a:cs typeface="+mn-cs"/>
                        </a:rPr>
                        <a:t>aupres</a:t>
                      </a:r>
                      <a:r>
                        <a:rPr lang="fr-FR" sz="1600" kern="1200" noProof="0" dirty="0">
                          <a:solidFill>
                            <a:schemeClr val="tx1"/>
                          </a:solidFill>
                          <a:latin typeface="+mj-lt"/>
                          <a:ea typeface="+mn-ea"/>
                          <a:cs typeface="+mn-cs"/>
                        </a:rPr>
                        <a:t> des épouses des gouverneurs des provinces pour leur engagement en faveur de la vaccination dans les provinces de Tanganyika et Haut-</a:t>
                      </a:r>
                      <a:r>
                        <a:rPr lang="fr-FR" sz="1600" kern="1200" noProof="0" dirty="0" err="1">
                          <a:solidFill>
                            <a:schemeClr val="tx1"/>
                          </a:solidFill>
                          <a:latin typeface="+mj-lt"/>
                          <a:ea typeface="+mn-ea"/>
                          <a:cs typeface="+mn-cs"/>
                        </a:rPr>
                        <a:t>Lomami</a:t>
                      </a:r>
                      <a:r>
                        <a:rPr lang="fr-FR" sz="1600" kern="1200" noProof="0" dirty="0">
                          <a:solidFill>
                            <a:schemeClr val="tx1"/>
                          </a:solidFill>
                          <a:latin typeface="+mj-lt"/>
                          <a:ea typeface="+mn-ea"/>
                          <a:cs typeface="+mn-cs"/>
                        </a:rPr>
                        <a:t>) </a:t>
                      </a:r>
                    </a:p>
                  </a:txBody>
                  <a:tcPr marL="10583" marR="10583" marT="10583" marB="0" anchor="ctr"/>
                </a:tc>
                <a:tc>
                  <a:txBody>
                    <a:bodyPr/>
                    <a:lstStyle/>
                    <a:p>
                      <a:pPr marL="0" marR="0" lvl="0" indent="0" algn="l" rtl="0">
                        <a:lnSpc>
                          <a:spcPct val="100000"/>
                        </a:lnSpc>
                        <a:spcBef>
                          <a:spcPts val="0"/>
                        </a:spcBef>
                        <a:spcAft>
                          <a:spcPts val="0"/>
                        </a:spcAft>
                        <a:buNone/>
                      </a:pPr>
                      <a:r>
                        <a:rPr lang="fr-FR" sz="1600" kern="1200" noProof="0" dirty="0">
                          <a:solidFill>
                            <a:schemeClr val="tx1"/>
                          </a:solidFill>
                          <a:latin typeface="+mj-lt"/>
                          <a:ea typeface="+mn-ea"/>
                          <a:cs typeface="+mn-cs"/>
                          <a:sym typeface="Times New Roman" panose="02020603050405020304"/>
                        </a:rPr>
                        <a:t> Nombre d'épouse des </a:t>
                      </a:r>
                      <a:r>
                        <a:rPr lang="fr-FR" sz="1600" kern="1200" noProof="0" dirty="0" err="1">
                          <a:solidFill>
                            <a:schemeClr val="tx1"/>
                          </a:solidFill>
                          <a:latin typeface="+mj-lt"/>
                          <a:ea typeface="+mn-ea"/>
                          <a:cs typeface="+mn-cs"/>
                          <a:sym typeface="Times New Roman" panose="02020603050405020304"/>
                        </a:rPr>
                        <a:t>Gouveneurs</a:t>
                      </a:r>
                      <a:r>
                        <a:rPr lang="fr-FR" sz="1600" kern="1200" noProof="0" dirty="0">
                          <a:solidFill>
                            <a:schemeClr val="tx1"/>
                          </a:solidFill>
                          <a:latin typeface="+mj-lt"/>
                          <a:ea typeface="+mn-ea"/>
                          <a:cs typeface="+mn-cs"/>
                          <a:sym typeface="Times New Roman" panose="02020603050405020304"/>
                        </a:rPr>
                        <a:t> engagées</a:t>
                      </a:r>
                    </a:p>
                  </a:txBody>
                  <a:tcPr marL="0" marR="0" marT="0" marB="0" anchor="ctr"/>
                </a:tc>
                <a:tc>
                  <a:txBody>
                    <a:bodyPr/>
                    <a:lstStyle/>
                    <a:p>
                      <a:pPr marL="0" marR="0" lvl="0" algn="l" rtl="0">
                        <a:lnSpc>
                          <a:spcPct val="100000"/>
                        </a:lnSpc>
                        <a:spcBef>
                          <a:spcPts val="0"/>
                        </a:spcBef>
                        <a:spcAft>
                          <a:spcPts val="0"/>
                        </a:spcAft>
                        <a:buClr>
                          <a:srgbClr val="000000"/>
                        </a:buClr>
                        <a:buSzPts val="1400"/>
                        <a:buFont typeface="Arial" panose="020B0604020202020204"/>
                        <a:buNone/>
                      </a:pPr>
                      <a:endParaRPr lang="fr-FR" sz="1600" kern="1200" noProof="0" dirty="0">
                        <a:solidFill>
                          <a:schemeClr val="tx1"/>
                        </a:solidFill>
                        <a:latin typeface="+mj-lt"/>
                        <a:ea typeface="+mn-ea"/>
                        <a:cs typeface="+mn-cs"/>
                      </a:endParaRPr>
                    </a:p>
                    <a:p>
                      <a:pPr marL="0" marR="0" lvl="0" algn="l">
                        <a:lnSpc>
                          <a:spcPct val="100000"/>
                        </a:lnSpc>
                        <a:spcBef>
                          <a:spcPts val="0"/>
                        </a:spcBef>
                        <a:spcAft>
                          <a:spcPts val="0"/>
                        </a:spcAft>
                        <a:buSzPts val="1400"/>
                        <a:buFont typeface="Arial" panose="020B0604020202020204"/>
                        <a:buNone/>
                      </a:pPr>
                      <a:endParaRPr lang="fr-FR" sz="1600" kern="1200" noProof="0" dirty="0">
                        <a:solidFill>
                          <a:schemeClr val="tx1"/>
                        </a:solidFill>
                        <a:latin typeface="+mj-lt"/>
                        <a:ea typeface="+mn-ea"/>
                        <a:cs typeface="+mn-cs"/>
                      </a:endParaRPr>
                    </a:p>
                    <a:p>
                      <a:pPr marL="0" marR="0" lvl="0" algn="l">
                        <a:lnSpc>
                          <a:spcPct val="100000"/>
                        </a:lnSpc>
                        <a:spcBef>
                          <a:spcPts val="0"/>
                        </a:spcBef>
                        <a:spcAft>
                          <a:spcPts val="0"/>
                        </a:spcAft>
                        <a:buSzPts val="1400"/>
                        <a:buFont typeface="Arial" panose="020B0604020202020204"/>
                        <a:buNone/>
                      </a:pPr>
                      <a:endParaRPr lang="fr-FR" sz="1600" kern="1200" noProof="0" dirty="0">
                        <a:solidFill>
                          <a:schemeClr val="tx1"/>
                        </a:solidFill>
                        <a:latin typeface="+mj-lt"/>
                        <a:ea typeface="+mn-ea"/>
                        <a:cs typeface="+mn-cs"/>
                      </a:endParaRPr>
                    </a:p>
                    <a:p>
                      <a:pPr marL="0" marR="0" lvl="0" algn="l">
                        <a:lnSpc>
                          <a:spcPct val="100000"/>
                        </a:lnSpc>
                        <a:spcBef>
                          <a:spcPts val="0"/>
                        </a:spcBef>
                        <a:spcAft>
                          <a:spcPts val="0"/>
                        </a:spcAft>
                        <a:buSzPts val="1400"/>
                        <a:buFont typeface="Arial" panose="020B0604020202020204"/>
                        <a:buNone/>
                      </a:pPr>
                      <a:endParaRPr lang="fr-FR" sz="1600" kern="1200" noProof="0" dirty="0">
                        <a:solidFill>
                          <a:schemeClr val="tx1"/>
                        </a:solidFill>
                        <a:latin typeface="+mj-lt"/>
                        <a:ea typeface="+mn-ea"/>
                        <a:cs typeface="+mn-cs"/>
                      </a:endParaRPr>
                    </a:p>
                    <a:p>
                      <a:pPr marL="0" marR="0" lvl="0" algn="l">
                        <a:lnSpc>
                          <a:spcPct val="100000"/>
                        </a:lnSpc>
                        <a:spcBef>
                          <a:spcPts val="0"/>
                        </a:spcBef>
                        <a:spcAft>
                          <a:spcPts val="0"/>
                        </a:spcAft>
                        <a:buSzPts val="1400"/>
                        <a:buFont typeface="Arial" panose="020B0604020202020204"/>
                        <a:buNone/>
                      </a:pPr>
                      <a:r>
                        <a:rPr lang="fr-FR" sz="1600" kern="1200" noProof="0" dirty="0">
                          <a:solidFill>
                            <a:schemeClr val="tx1"/>
                          </a:solidFill>
                          <a:latin typeface="+mj-lt"/>
                          <a:ea typeface="+mn-ea"/>
                          <a:cs typeface="+mn-cs"/>
                        </a:rPr>
                        <a:t>Non réalisée</a:t>
                      </a:r>
                      <a:endParaRPr lang="fr-FR" noProof="0" dirty="0">
                        <a:latin typeface="+mj-lt"/>
                      </a:endParaRPr>
                    </a:p>
                  </a:txBody>
                  <a:tcPr marL="91451" marR="91451" marT="45725" marB="45725">
                    <a:solidFill>
                      <a:srgbClr val="FF0000"/>
                    </a:solidFill>
                  </a:tcPr>
                </a:tc>
                <a:tc>
                  <a:txBody>
                    <a:bodyPr/>
                    <a:lstStyle/>
                    <a:p>
                      <a:pPr marL="0" marR="0" lvl="0" indent="0" algn="l" rtl="0">
                        <a:lnSpc>
                          <a:spcPct val="100000"/>
                        </a:lnSpc>
                        <a:spcBef>
                          <a:spcPts val="0"/>
                        </a:spcBef>
                        <a:spcAft>
                          <a:spcPts val="0"/>
                        </a:spcAft>
                        <a:buClr>
                          <a:schemeClr val="dk1"/>
                        </a:buClr>
                        <a:buSzPts val="1400"/>
                        <a:buFont typeface="Arial" panose="020B0604020202020204"/>
                        <a:buNone/>
                      </a:pPr>
                      <a:endParaRPr lang="fr-FR" sz="1600" kern="1200" noProof="0" dirty="0">
                        <a:solidFill>
                          <a:schemeClr val="tx1"/>
                        </a:solidFill>
                        <a:latin typeface="+mj-lt"/>
                        <a:ea typeface="+mn-ea"/>
                        <a:cs typeface="+mn-cs"/>
                      </a:endParaRPr>
                    </a:p>
                  </a:txBody>
                  <a:tcPr marL="91451" marR="91451" marT="45725" marB="45725"/>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endParaRPr lang="fr-FR" sz="1600" kern="1200" noProof="0" dirty="0">
                        <a:solidFill>
                          <a:schemeClr val="tx1"/>
                        </a:solidFill>
                        <a:latin typeface="+mj-lt"/>
                        <a:ea typeface="+mn-ea"/>
                        <a:cs typeface="+mn-cs"/>
                      </a:endParaRPr>
                    </a:p>
                    <a:p>
                      <a:pPr marL="0" marR="0" lvl="0" indent="0" algn="l">
                        <a:lnSpc>
                          <a:spcPct val="100000"/>
                        </a:lnSpc>
                        <a:spcBef>
                          <a:spcPts val="0"/>
                        </a:spcBef>
                        <a:spcAft>
                          <a:spcPts val="0"/>
                        </a:spcAft>
                        <a:buSzPts val="1400"/>
                        <a:buFont typeface="Arial" panose="020B0604020202020204"/>
                        <a:buNone/>
                      </a:pPr>
                      <a:endParaRPr lang="fr-FR" sz="1600" kern="1200" noProof="0" dirty="0">
                        <a:solidFill>
                          <a:schemeClr val="tx1"/>
                        </a:solidFill>
                        <a:latin typeface="+mj-lt"/>
                        <a:ea typeface="+mn-ea"/>
                        <a:cs typeface="+mn-cs"/>
                      </a:endParaRPr>
                    </a:p>
                    <a:p>
                      <a:pPr marL="0" marR="0" lvl="0" indent="0" algn="l">
                        <a:lnSpc>
                          <a:spcPct val="100000"/>
                        </a:lnSpc>
                        <a:spcBef>
                          <a:spcPts val="0"/>
                        </a:spcBef>
                        <a:spcAft>
                          <a:spcPts val="0"/>
                        </a:spcAft>
                        <a:buSzPts val="1400"/>
                        <a:buFont typeface="Arial" panose="020B0604020202020204"/>
                        <a:buNone/>
                      </a:pPr>
                      <a:endParaRPr lang="fr-FR" sz="1600" kern="1200" noProof="0" dirty="0">
                        <a:solidFill>
                          <a:schemeClr val="tx1"/>
                        </a:solidFill>
                        <a:latin typeface="+mj-lt"/>
                        <a:ea typeface="+mn-ea"/>
                        <a:cs typeface="+mn-cs"/>
                      </a:endParaRPr>
                    </a:p>
                    <a:p>
                      <a:pPr marL="0" marR="0" lvl="0" indent="0" algn="l">
                        <a:lnSpc>
                          <a:spcPct val="100000"/>
                        </a:lnSpc>
                        <a:spcBef>
                          <a:spcPts val="0"/>
                        </a:spcBef>
                        <a:spcAft>
                          <a:spcPts val="0"/>
                        </a:spcAft>
                        <a:buSzPts val="1400"/>
                        <a:buFont typeface="Arial" panose="020B0604020202020204"/>
                        <a:buNone/>
                      </a:pPr>
                      <a:r>
                        <a:rPr lang="fr-FR" sz="1600" kern="1200" noProof="0" dirty="0">
                          <a:solidFill>
                            <a:schemeClr val="tx1"/>
                          </a:solidFill>
                          <a:latin typeface="+mj-lt"/>
                          <a:ea typeface="+mn-ea"/>
                          <a:cs typeface="+mn-cs"/>
                          <a:sym typeface="Arial" panose="020B0604020202020204"/>
                        </a:rPr>
                        <a:t>Non disponibilité de </a:t>
                      </a:r>
                      <a:r>
                        <a:rPr lang="fr-FR" sz="1600" kern="1200" noProof="0" dirty="0">
                          <a:solidFill>
                            <a:schemeClr val="tx1"/>
                          </a:solidFill>
                          <a:latin typeface="+mj-lt"/>
                          <a:ea typeface="+mn-ea"/>
                          <a:cs typeface="+mn-cs"/>
                        </a:rPr>
                        <a:t>fonds. Fonds réalloué pour l'organisation du Forum.</a:t>
                      </a:r>
                    </a:p>
                  </a:txBody>
                  <a:tcPr marL="91451" marR="91451" marT="45725" marB="45725"/>
                </a:tc>
                <a:extLst>
                  <a:ext uri="{0D108BD9-81ED-4DB2-BD59-A6C34878D82A}">
                    <a16:rowId xmlns:a16="http://schemas.microsoft.com/office/drawing/2014/main" val="10002"/>
                  </a:ext>
                </a:extLst>
              </a:tr>
            </a:tbl>
          </a:graphicData>
        </a:graphic>
      </p:graphicFrame>
    </p:spTree>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graphicFrame>
        <p:nvGraphicFramePr>
          <p:cNvPr id="187" name="Google Shape;187;p6"/>
          <p:cNvGraphicFramePr/>
          <p:nvPr>
            <p:custDataLst>
              <p:tags r:id="rId1"/>
            </p:custDataLst>
            <p:extLst>
              <p:ext uri="{D42A27DB-BD31-4B8C-83A1-F6EECF244321}">
                <p14:modId xmlns:p14="http://schemas.microsoft.com/office/powerpoint/2010/main" val="344689733"/>
              </p:ext>
            </p:extLst>
          </p:nvPr>
        </p:nvGraphicFramePr>
        <p:xfrm>
          <a:off x="19050" y="676275"/>
          <a:ext cx="12158584" cy="6202683"/>
        </p:xfrm>
        <a:graphic>
          <a:graphicData uri="http://schemas.openxmlformats.org/drawingml/2006/table">
            <a:tbl>
              <a:tblPr>
                <a:tableStyleId>{5940675A-B579-460E-94D1-54222C63F5DA}</a:tableStyleId>
              </a:tblPr>
              <a:tblGrid>
                <a:gridCol w="509944">
                  <a:extLst>
                    <a:ext uri="{9D8B030D-6E8A-4147-A177-3AD203B41FA5}">
                      <a16:colId xmlns:a16="http://schemas.microsoft.com/office/drawing/2014/main" val="20000"/>
                    </a:ext>
                  </a:extLst>
                </a:gridCol>
                <a:gridCol w="2248246">
                  <a:extLst>
                    <a:ext uri="{9D8B030D-6E8A-4147-A177-3AD203B41FA5}">
                      <a16:colId xmlns:a16="http://schemas.microsoft.com/office/drawing/2014/main" val="20001"/>
                    </a:ext>
                  </a:extLst>
                </a:gridCol>
                <a:gridCol w="1426470">
                  <a:extLst>
                    <a:ext uri="{9D8B030D-6E8A-4147-A177-3AD203B41FA5}">
                      <a16:colId xmlns:a16="http://schemas.microsoft.com/office/drawing/2014/main" val="20002"/>
                    </a:ext>
                  </a:extLst>
                </a:gridCol>
                <a:gridCol w="1535004">
                  <a:extLst>
                    <a:ext uri="{9D8B030D-6E8A-4147-A177-3AD203B41FA5}">
                      <a16:colId xmlns:a16="http://schemas.microsoft.com/office/drawing/2014/main" val="20003"/>
                    </a:ext>
                  </a:extLst>
                </a:gridCol>
                <a:gridCol w="1411919">
                  <a:extLst>
                    <a:ext uri="{9D8B030D-6E8A-4147-A177-3AD203B41FA5}">
                      <a16:colId xmlns:a16="http://schemas.microsoft.com/office/drawing/2014/main" val="20004"/>
                    </a:ext>
                  </a:extLst>
                </a:gridCol>
                <a:gridCol w="5027001">
                  <a:extLst>
                    <a:ext uri="{9D8B030D-6E8A-4147-A177-3AD203B41FA5}">
                      <a16:colId xmlns:a16="http://schemas.microsoft.com/office/drawing/2014/main" val="20005"/>
                    </a:ext>
                  </a:extLst>
                </a:gridCol>
              </a:tblGrid>
              <a:tr h="592215">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fr-FR" b="1" noProof="0" dirty="0">
                          <a:latin typeface="+mj-lt"/>
                          <a:sym typeface="Times New Roman" panose="02020603050405020304"/>
                        </a:rPr>
                        <a:t>N°</a:t>
                      </a:r>
                    </a:p>
                  </a:txBody>
                  <a:tcPr marL="91451" marR="91451" marT="45725" marB="45725">
                    <a:solidFill>
                      <a:srgbClr val="92D050"/>
                    </a:solidFill>
                  </a:tcPr>
                </a:tc>
                <a:tc>
                  <a:txBody>
                    <a:bodyPr/>
                    <a:lstStyle/>
                    <a:p>
                      <a:pPr marL="0" marR="0" lvl="0" indent="0" algn="ctr" rtl="0">
                        <a:lnSpc>
                          <a:spcPct val="100000"/>
                        </a:lnSpc>
                        <a:spcBef>
                          <a:spcPts val="0"/>
                        </a:spcBef>
                        <a:spcAft>
                          <a:spcPts val="0"/>
                        </a:spcAft>
                        <a:buClr>
                          <a:schemeClr val="dk1"/>
                        </a:buClr>
                        <a:buSzPts val="1800"/>
                        <a:buFont typeface="Calibri" panose="020F0502020204030204"/>
                        <a:buNone/>
                      </a:pPr>
                      <a:r>
                        <a:rPr lang="fr-FR" sz="1200" b="1" noProof="0" dirty="0">
                          <a:latin typeface="+mj-lt"/>
                          <a:sym typeface="Times New Roman" panose="02020603050405020304"/>
                        </a:rPr>
                        <a:t>ACTIVITÉS</a:t>
                      </a:r>
                      <a:endParaRPr lang="fr-FR" sz="1200" b="1" u="none" strike="noStrike" cap="none" noProof="0" dirty="0">
                        <a:latin typeface="+mj-lt"/>
                        <a:sym typeface="Times New Roman" panose="02020603050405020304"/>
                      </a:endParaRPr>
                    </a:p>
                  </a:txBody>
                  <a:tcPr marL="91451" marR="91451" marT="45725" marB="45725">
                    <a:solidFill>
                      <a:srgbClr val="92D050"/>
                    </a:solidFill>
                  </a:tcPr>
                </a:tc>
                <a:tc>
                  <a:txBody>
                    <a:bodyPr/>
                    <a:lstStyle/>
                    <a:p>
                      <a:pPr marL="0" marR="0" lvl="0" indent="0" algn="ctr" rtl="0">
                        <a:lnSpc>
                          <a:spcPct val="100000"/>
                        </a:lnSpc>
                        <a:spcBef>
                          <a:spcPts val="0"/>
                        </a:spcBef>
                        <a:spcAft>
                          <a:spcPts val="0"/>
                        </a:spcAft>
                        <a:buClr>
                          <a:schemeClr val="dk1"/>
                        </a:buClr>
                        <a:buSzPts val="1800"/>
                        <a:buFont typeface="Calibri" panose="020F0502020204030204"/>
                        <a:buNone/>
                      </a:pPr>
                      <a:r>
                        <a:rPr lang="fr-FR" sz="1200" b="1" u="none" strike="noStrike" cap="none" noProof="0" dirty="0">
                          <a:latin typeface="+mj-lt"/>
                          <a:sym typeface="Times New Roman" panose="02020603050405020304"/>
                        </a:rPr>
                        <a:t>INDICATEURS</a:t>
                      </a:r>
                    </a:p>
                  </a:txBody>
                  <a:tcPr marL="91451" marR="91451" marT="45725" marB="45725">
                    <a:solidFill>
                      <a:srgbClr val="92D050"/>
                    </a:solidFill>
                  </a:tcPr>
                </a:tc>
                <a:tc>
                  <a:txBody>
                    <a:bodyPr/>
                    <a:lstStyle/>
                    <a:p>
                      <a:pPr marL="0" marR="0" lvl="0" indent="0" algn="ctr" rtl="0">
                        <a:lnSpc>
                          <a:spcPct val="100000"/>
                        </a:lnSpc>
                        <a:spcBef>
                          <a:spcPts val="0"/>
                        </a:spcBef>
                        <a:spcAft>
                          <a:spcPts val="0"/>
                        </a:spcAft>
                        <a:buClr>
                          <a:schemeClr val="dk1"/>
                        </a:buClr>
                        <a:buSzPts val="1800"/>
                        <a:buFont typeface="Calibri" panose="020F0502020204030204"/>
                        <a:buNone/>
                      </a:pPr>
                      <a:r>
                        <a:rPr lang="fr-FR" sz="1200" b="1" u="none" strike="noStrike" cap="none" noProof="0" dirty="0">
                          <a:latin typeface="+mj-lt"/>
                          <a:sym typeface="Times New Roman" panose="02020603050405020304"/>
                        </a:rPr>
                        <a:t>NIVEAU RÉALISATION </a:t>
                      </a:r>
                    </a:p>
                  </a:txBody>
                  <a:tcPr marL="91451" marR="91451" marT="45725" marB="45725">
                    <a:solidFill>
                      <a:srgbClr val="92D050"/>
                    </a:solidFill>
                  </a:tcPr>
                </a:tc>
                <a:tc>
                  <a:txBody>
                    <a:bodyPr/>
                    <a:lstStyle/>
                    <a:p>
                      <a:pPr marL="0" marR="0" lvl="0" indent="0" algn="ctr" rtl="0">
                        <a:lnSpc>
                          <a:spcPct val="100000"/>
                        </a:lnSpc>
                        <a:spcBef>
                          <a:spcPts val="0"/>
                        </a:spcBef>
                        <a:spcAft>
                          <a:spcPts val="0"/>
                        </a:spcAft>
                        <a:buClr>
                          <a:schemeClr val="dk1"/>
                        </a:buClr>
                        <a:buSzPts val="1800"/>
                        <a:buFont typeface="Calibri" panose="020F0502020204030204"/>
                        <a:buNone/>
                      </a:pPr>
                      <a:r>
                        <a:rPr lang="fr-FR" sz="1200" b="1" noProof="0" dirty="0">
                          <a:latin typeface="+mj-lt"/>
                          <a:sym typeface="Times New Roman" panose="02020603050405020304"/>
                        </a:rPr>
                        <a:t>RÉSULTATS</a:t>
                      </a:r>
                      <a:r>
                        <a:rPr lang="fr-FR" sz="1200" b="1" u="none" strike="noStrike" cap="none" noProof="0" dirty="0">
                          <a:latin typeface="+mj-lt"/>
                          <a:sym typeface="Times New Roman" panose="02020603050405020304"/>
                        </a:rPr>
                        <a:t> OBTENUS</a:t>
                      </a:r>
                    </a:p>
                  </a:txBody>
                  <a:tcPr marL="91451" marR="91451" marT="45725" marB="45725">
                    <a:solidFill>
                      <a:srgbClr val="92D050"/>
                    </a:solidFill>
                  </a:tcPr>
                </a:tc>
                <a:tc>
                  <a:txBody>
                    <a:bodyPr/>
                    <a:lstStyle/>
                    <a:p>
                      <a:pPr marL="0" marR="0" lvl="0" indent="0" algn="ctr" rtl="0">
                        <a:lnSpc>
                          <a:spcPct val="100000"/>
                        </a:lnSpc>
                        <a:spcBef>
                          <a:spcPts val="0"/>
                        </a:spcBef>
                        <a:spcAft>
                          <a:spcPts val="0"/>
                        </a:spcAft>
                        <a:buClr>
                          <a:schemeClr val="dk1"/>
                        </a:buClr>
                        <a:buSzPts val="1800"/>
                        <a:buFont typeface="Calibri" panose="020F0502020204030204"/>
                        <a:buNone/>
                      </a:pPr>
                      <a:r>
                        <a:rPr lang="fr-FR" sz="1200" b="1" u="none" strike="noStrike" cap="none" noProof="0" dirty="0">
                          <a:latin typeface="+mj-lt"/>
                        </a:rPr>
                        <a:t>OBSERVATIONS</a:t>
                      </a:r>
                      <a:endParaRPr lang="fr-FR" sz="1200" b="1" u="none" strike="noStrike" cap="none" noProof="0" dirty="0">
                        <a:latin typeface="+mj-lt"/>
                        <a:sym typeface="Times New Roman" panose="02020603050405020304"/>
                      </a:endParaRPr>
                    </a:p>
                    <a:p>
                      <a:pPr marL="0" marR="0" lvl="0" indent="0" algn="ctr" rtl="0">
                        <a:lnSpc>
                          <a:spcPct val="100000"/>
                        </a:lnSpc>
                        <a:spcBef>
                          <a:spcPts val="0"/>
                        </a:spcBef>
                        <a:spcAft>
                          <a:spcPts val="0"/>
                        </a:spcAft>
                        <a:buClr>
                          <a:schemeClr val="dk1"/>
                        </a:buClr>
                        <a:buSzPts val="1800"/>
                        <a:buFont typeface="Calibri" panose="020F0502020204030204"/>
                        <a:buNone/>
                      </a:pPr>
                      <a:endParaRPr lang="fr-FR" sz="1200" b="1" u="none" strike="noStrike" cap="none" noProof="0" dirty="0">
                        <a:latin typeface="+mj-lt"/>
                        <a:sym typeface="Times New Roman" panose="02020603050405020304"/>
                      </a:endParaRPr>
                    </a:p>
                  </a:txBody>
                  <a:tcPr marL="91451" marR="91451" marT="45725" marB="45725">
                    <a:solidFill>
                      <a:srgbClr val="92D050"/>
                    </a:solidFill>
                  </a:tcPr>
                </a:tc>
                <a:extLst>
                  <a:ext uri="{0D108BD9-81ED-4DB2-BD59-A6C34878D82A}">
                    <a16:rowId xmlns:a16="http://schemas.microsoft.com/office/drawing/2014/main" val="10000"/>
                  </a:ext>
                </a:extLst>
              </a:tr>
              <a:tr h="5610468">
                <a:tc>
                  <a:txBody>
                    <a:bodyPr/>
                    <a:lstStyle/>
                    <a:p>
                      <a:pPr marL="0" marR="0" lvl="0" indent="0" algn="l" rtl="0">
                        <a:lnSpc>
                          <a:spcPct val="100000"/>
                        </a:lnSpc>
                        <a:spcBef>
                          <a:spcPts val="0"/>
                        </a:spcBef>
                        <a:spcAft>
                          <a:spcPts val="0"/>
                        </a:spcAft>
                        <a:buClr>
                          <a:schemeClr val="dk1"/>
                        </a:buClr>
                        <a:buSzPts val="2000"/>
                        <a:buFont typeface="Calibri" panose="020F0502020204030204"/>
                        <a:buNone/>
                      </a:pPr>
                      <a:endParaRPr lang="fr-FR" sz="1600" b="0" i="0" u="none" strike="noStrike" kern="1200" cap="none" noProof="0" dirty="0">
                        <a:solidFill>
                          <a:schemeClr val="tx1"/>
                        </a:solidFill>
                        <a:latin typeface="+mj-lt"/>
                        <a:ea typeface="+mn-ea"/>
                        <a:cs typeface="+mn-cs"/>
                      </a:endParaRPr>
                    </a:p>
                    <a:p>
                      <a:pPr marL="0" marR="0" lvl="0" indent="0" algn="l">
                        <a:lnSpc>
                          <a:spcPct val="100000"/>
                        </a:lnSpc>
                        <a:spcBef>
                          <a:spcPts val="0"/>
                        </a:spcBef>
                        <a:spcAft>
                          <a:spcPts val="0"/>
                        </a:spcAft>
                        <a:buSzPts val="2000"/>
                        <a:buFont typeface="Calibri" panose="020F0502020204030204"/>
                        <a:buNone/>
                      </a:pPr>
                      <a:endParaRPr lang="fr-FR" sz="1600" b="0" i="0" u="none" strike="noStrike" kern="1200" cap="none" noProof="0" dirty="0">
                        <a:solidFill>
                          <a:schemeClr val="tx1"/>
                        </a:solidFill>
                        <a:latin typeface="+mj-lt"/>
                        <a:ea typeface="+mn-ea"/>
                        <a:cs typeface="+mn-cs"/>
                      </a:endParaRPr>
                    </a:p>
                    <a:p>
                      <a:pPr marL="0" marR="0" lvl="0" indent="0" algn="l">
                        <a:lnSpc>
                          <a:spcPct val="100000"/>
                        </a:lnSpc>
                        <a:spcBef>
                          <a:spcPts val="0"/>
                        </a:spcBef>
                        <a:spcAft>
                          <a:spcPts val="0"/>
                        </a:spcAft>
                        <a:buSzPts val="2000"/>
                        <a:buFont typeface="Calibri" panose="020F0502020204030204"/>
                        <a:buNone/>
                      </a:pPr>
                      <a:endParaRPr lang="fr-FR" sz="1600" b="0" i="0" u="none" strike="noStrike" kern="1200" cap="none" noProof="0" dirty="0">
                        <a:solidFill>
                          <a:schemeClr val="tx1"/>
                        </a:solidFill>
                        <a:latin typeface="+mj-lt"/>
                        <a:ea typeface="+mn-ea"/>
                        <a:cs typeface="+mn-cs"/>
                      </a:endParaRPr>
                    </a:p>
                    <a:p>
                      <a:pPr marL="0" marR="0" lvl="0" indent="0" algn="l">
                        <a:lnSpc>
                          <a:spcPct val="100000"/>
                        </a:lnSpc>
                        <a:spcBef>
                          <a:spcPts val="0"/>
                        </a:spcBef>
                        <a:spcAft>
                          <a:spcPts val="0"/>
                        </a:spcAft>
                        <a:buSzPts val="2000"/>
                        <a:buFont typeface="Calibri" panose="020F0502020204030204"/>
                        <a:buNone/>
                      </a:pPr>
                      <a:endParaRPr lang="fr-FR" sz="1600" b="0" i="0" u="none" strike="noStrike" kern="1200" cap="none" noProof="0" dirty="0">
                        <a:solidFill>
                          <a:schemeClr val="tx1"/>
                        </a:solidFill>
                        <a:latin typeface="+mj-lt"/>
                        <a:ea typeface="+mn-ea"/>
                        <a:cs typeface="+mn-cs"/>
                      </a:endParaRPr>
                    </a:p>
                    <a:p>
                      <a:pPr marL="0" marR="0" lvl="0" indent="0" algn="l">
                        <a:lnSpc>
                          <a:spcPct val="100000"/>
                        </a:lnSpc>
                        <a:spcBef>
                          <a:spcPts val="0"/>
                        </a:spcBef>
                        <a:spcAft>
                          <a:spcPts val="0"/>
                        </a:spcAft>
                        <a:buSzPts val="2000"/>
                        <a:buFont typeface="Calibri" panose="020F0502020204030204"/>
                        <a:buNone/>
                      </a:pPr>
                      <a:endParaRPr lang="fr-FR" sz="1600" b="0" i="0" u="none" strike="noStrike" kern="1200" cap="none" noProof="0" dirty="0">
                        <a:solidFill>
                          <a:schemeClr val="tx1"/>
                        </a:solidFill>
                        <a:latin typeface="+mj-lt"/>
                        <a:ea typeface="+mn-ea"/>
                        <a:cs typeface="+mn-cs"/>
                      </a:endParaRPr>
                    </a:p>
                    <a:p>
                      <a:pPr marL="0" marR="0" lvl="0" indent="0" algn="l">
                        <a:lnSpc>
                          <a:spcPct val="100000"/>
                        </a:lnSpc>
                        <a:spcBef>
                          <a:spcPts val="0"/>
                        </a:spcBef>
                        <a:spcAft>
                          <a:spcPts val="0"/>
                        </a:spcAft>
                        <a:buSzPts val="2000"/>
                        <a:buFont typeface="Calibri" panose="020F0502020204030204"/>
                        <a:buNone/>
                      </a:pPr>
                      <a:endParaRPr lang="fr-FR" sz="1600" b="0" i="0" u="none" strike="noStrike" kern="1200" cap="none" noProof="0" dirty="0">
                        <a:solidFill>
                          <a:schemeClr val="tx1"/>
                        </a:solidFill>
                        <a:latin typeface="+mj-lt"/>
                        <a:ea typeface="+mn-ea"/>
                        <a:cs typeface="+mn-cs"/>
                      </a:endParaRPr>
                    </a:p>
                    <a:p>
                      <a:pPr marL="0" marR="0" lvl="0" indent="0" algn="l">
                        <a:lnSpc>
                          <a:spcPct val="100000"/>
                        </a:lnSpc>
                        <a:spcBef>
                          <a:spcPts val="0"/>
                        </a:spcBef>
                        <a:spcAft>
                          <a:spcPts val="0"/>
                        </a:spcAft>
                        <a:buSzPts val="2000"/>
                        <a:buFont typeface="Calibri" panose="020F0502020204030204"/>
                        <a:buNone/>
                      </a:pPr>
                      <a:endParaRPr lang="fr-FR" sz="1600" b="0" i="0" u="none" strike="noStrike" kern="1200" cap="none" noProof="0" dirty="0">
                        <a:solidFill>
                          <a:schemeClr val="tx1"/>
                        </a:solidFill>
                        <a:latin typeface="+mj-lt"/>
                        <a:ea typeface="+mn-ea"/>
                        <a:cs typeface="+mn-cs"/>
                      </a:endParaRPr>
                    </a:p>
                    <a:p>
                      <a:pPr marL="0" marR="0" lvl="0" indent="0" algn="l">
                        <a:lnSpc>
                          <a:spcPct val="100000"/>
                        </a:lnSpc>
                        <a:spcBef>
                          <a:spcPts val="0"/>
                        </a:spcBef>
                        <a:spcAft>
                          <a:spcPts val="0"/>
                        </a:spcAft>
                        <a:buSzPts val="2000"/>
                        <a:buFont typeface="Calibri" panose="020F0502020204030204"/>
                        <a:buNone/>
                      </a:pPr>
                      <a:endParaRPr lang="fr-FR" sz="1600" b="0" i="0" u="none" strike="noStrike" kern="1200" cap="none" noProof="0" dirty="0">
                        <a:solidFill>
                          <a:schemeClr val="tx1"/>
                        </a:solidFill>
                        <a:latin typeface="+mj-lt"/>
                        <a:ea typeface="+mn-ea"/>
                        <a:cs typeface="+mn-cs"/>
                      </a:endParaRPr>
                    </a:p>
                    <a:p>
                      <a:pPr marL="0" marR="0" lvl="0" indent="0" algn="l">
                        <a:lnSpc>
                          <a:spcPct val="100000"/>
                        </a:lnSpc>
                        <a:spcBef>
                          <a:spcPts val="0"/>
                        </a:spcBef>
                        <a:spcAft>
                          <a:spcPts val="0"/>
                        </a:spcAft>
                        <a:buSzPts val="2000"/>
                        <a:buFont typeface="Calibri" panose="020F0502020204030204"/>
                        <a:buNone/>
                      </a:pPr>
                      <a:endParaRPr lang="fr-FR" sz="1600" b="0" i="0" u="none" strike="noStrike" kern="1200" cap="none" noProof="0" dirty="0">
                        <a:solidFill>
                          <a:schemeClr val="tx1"/>
                        </a:solidFill>
                        <a:latin typeface="+mj-lt"/>
                        <a:ea typeface="+mn-ea"/>
                        <a:cs typeface="+mn-cs"/>
                      </a:endParaRPr>
                    </a:p>
                    <a:p>
                      <a:pPr marL="0" marR="0" lvl="0" indent="0" algn="l">
                        <a:lnSpc>
                          <a:spcPct val="100000"/>
                        </a:lnSpc>
                        <a:spcBef>
                          <a:spcPts val="0"/>
                        </a:spcBef>
                        <a:spcAft>
                          <a:spcPts val="0"/>
                        </a:spcAft>
                        <a:buSzPts val="2000"/>
                        <a:buFont typeface="Calibri" panose="020F0502020204030204"/>
                        <a:buNone/>
                      </a:pPr>
                      <a:r>
                        <a:rPr lang="fr-FR" sz="1600" b="0" i="0" u="none" strike="noStrike" kern="1200" cap="none" noProof="0" dirty="0">
                          <a:solidFill>
                            <a:schemeClr val="tx1"/>
                          </a:solidFill>
                          <a:latin typeface="+mj-lt"/>
                          <a:ea typeface="+mn-ea"/>
                          <a:cs typeface="+mn-cs"/>
                          <a:sym typeface="Times New Roman" panose="02020603050405020304"/>
                        </a:rPr>
                        <a:t>3</a:t>
                      </a:r>
                    </a:p>
                  </a:txBody>
                  <a:tcPr marL="91451" marR="91451" marT="45725" marB="45725"/>
                </a:tc>
                <a:tc>
                  <a:txBody>
                    <a:bodyPr/>
                    <a:lstStyle/>
                    <a:p>
                      <a:pPr algn="l" fontAlgn="ctr"/>
                      <a:r>
                        <a:rPr lang="fr-FR" sz="1600" b="0" i="0" u="none" strike="noStrike" kern="1200" cap="none" noProof="0" dirty="0">
                          <a:solidFill>
                            <a:schemeClr val="tx1"/>
                          </a:solidFill>
                          <a:latin typeface="+mj-lt"/>
                          <a:ea typeface="+mn-ea"/>
                          <a:cs typeface="+mn-cs"/>
                          <a:sym typeface="Arial" panose="020B0604020202020204"/>
                        </a:rPr>
                        <a:t>Produire, rendre disponibles et diffuser les outils, supports/matériels de communication par les acteurs communautaires en faveur de la vaccination ​(Produire les spots, </a:t>
                      </a:r>
                      <a:r>
                        <a:rPr lang="fr-FR" sz="1600" b="0" i="0" u="none" strike="noStrike" kern="1200" cap="none" noProof="0" dirty="0" err="1">
                          <a:solidFill>
                            <a:schemeClr val="tx1"/>
                          </a:solidFill>
                          <a:latin typeface="+mj-lt"/>
                          <a:ea typeface="+mn-ea"/>
                          <a:cs typeface="+mn-cs"/>
                          <a:sym typeface="Arial" panose="020B0604020202020204"/>
                        </a:rPr>
                        <a:t>pod-cast</a:t>
                      </a:r>
                      <a:r>
                        <a:rPr lang="fr-FR" sz="1600" b="0" i="0" u="none" strike="noStrike" kern="1200" cap="none" noProof="0" dirty="0">
                          <a:solidFill>
                            <a:schemeClr val="tx1"/>
                          </a:solidFill>
                          <a:latin typeface="+mj-lt"/>
                          <a:ea typeface="+mn-ea"/>
                          <a:cs typeface="+mn-cs"/>
                          <a:sym typeface="Arial" panose="020B0604020202020204"/>
                        </a:rPr>
                        <a:t>, les histoires à </a:t>
                      </a:r>
                      <a:r>
                        <a:rPr lang="fr-FR" sz="1600" b="0" i="0" u="none" strike="noStrike" kern="1200" cap="none" noProof="0" dirty="0" err="1">
                          <a:solidFill>
                            <a:schemeClr val="tx1"/>
                          </a:solidFill>
                          <a:latin typeface="+mj-lt"/>
                          <a:ea typeface="+mn-ea"/>
                          <a:cs typeface="+mn-cs"/>
                          <a:sym typeface="Arial" panose="020B0604020202020204"/>
                        </a:rPr>
                        <a:t>succes</a:t>
                      </a:r>
                      <a:r>
                        <a:rPr lang="fr-FR" sz="1600" b="0" i="0" u="none" strike="noStrike" kern="1200" cap="none" noProof="0" dirty="0">
                          <a:solidFill>
                            <a:schemeClr val="tx1"/>
                          </a:solidFill>
                          <a:latin typeface="+mj-lt"/>
                          <a:ea typeface="+mn-ea"/>
                          <a:cs typeface="+mn-cs"/>
                          <a:sym typeface="Arial" panose="020B0604020202020204"/>
                        </a:rPr>
                        <a:t> et émissions  radio-télévisées à audience nationale ​)</a:t>
                      </a:r>
                    </a:p>
                  </a:txBody>
                  <a:tcPr marL="10583" marR="10583" marT="10583" marB="0" anchor="ctr"/>
                </a:tc>
                <a:tc>
                  <a:txBody>
                    <a:bodyPr/>
                    <a:lstStyle/>
                    <a:p>
                      <a:pPr marL="0" marR="0" lvl="0" algn="l" rtl="0" fontAlgn="ctr">
                        <a:lnSpc>
                          <a:spcPct val="100000"/>
                        </a:lnSpc>
                        <a:spcBef>
                          <a:spcPts val="0"/>
                        </a:spcBef>
                        <a:spcAft>
                          <a:spcPts val="0"/>
                        </a:spcAft>
                        <a:buSzTx/>
                        <a:buNone/>
                      </a:pPr>
                      <a:r>
                        <a:rPr lang="fr-FR" sz="1600" b="0" i="0" u="none" strike="noStrike" kern="1200" cap="none" noProof="0" dirty="0">
                          <a:solidFill>
                            <a:schemeClr val="tx1"/>
                          </a:solidFill>
                          <a:latin typeface="+mj-lt"/>
                          <a:ea typeface="+mn-ea"/>
                          <a:cs typeface="+mn-cs"/>
                          <a:sym typeface="Times New Roman" panose="02020603050405020304"/>
                        </a:rPr>
                        <a:t>% des supports de communication ayant été produits et diffusés</a:t>
                      </a:r>
                    </a:p>
                  </a:txBody>
                  <a:tcPr marL="0" marR="0" marT="0" marB="0" anchor="ctr"/>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endParaRPr lang="fr-FR" sz="1600" b="0" i="0" u="none" strike="noStrike" kern="1200" cap="none" noProof="0" dirty="0">
                        <a:solidFill>
                          <a:schemeClr val="tx1"/>
                        </a:solidFill>
                        <a:latin typeface="+mj-lt"/>
                        <a:ea typeface="+mn-ea"/>
                        <a:cs typeface="+mn-cs"/>
                      </a:endParaRPr>
                    </a:p>
                    <a:p>
                      <a:pPr marL="0" marR="0" lvl="0" indent="0" algn="l">
                        <a:lnSpc>
                          <a:spcPct val="100000"/>
                        </a:lnSpc>
                        <a:spcBef>
                          <a:spcPts val="0"/>
                        </a:spcBef>
                        <a:spcAft>
                          <a:spcPts val="0"/>
                        </a:spcAft>
                        <a:buSzPts val="1400"/>
                        <a:buFont typeface="Arial" panose="020B0604020202020204"/>
                        <a:buNone/>
                      </a:pPr>
                      <a:endParaRPr lang="fr-FR" sz="1600" b="0" i="0" u="none" strike="noStrike" kern="1200" cap="none" noProof="0" dirty="0">
                        <a:solidFill>
                          <a:schemeClr val="tx1"/>
                        </a:solidFill>
                        <a:latin typeface="+mj-lt"/>
                        <a:ea typeface="+mn-ea"/>
                        <a:cs typeface="+mn-cs"/>
                      </a:endParaRPr>
                    </a:p>
                    <a:p>
                      <a:pPr marL="0" marR="0" lvl="0" indent="0" algn="l">
                        <a:lnSpc>
                          <a:spcPct val="100000"/>
                        </a:lnSpc>
                        <a:spcBef>
                          <a:spcPts val="0"/>
                        </a:spcBef>
                        <a:spcAft>
                          <a:spcPts val="0"/>
                        </a:spcAft>
                        <a:buSzPts val="1400"/>
                        <a:buFont typeface="Arial" panose="020B0604020202020204"/>
                        <a:buNone/>
                      </a:pPr>
                      <a:endParaRPr lang="fr-FR" sz="1600" b="0" i="0" u="none" strike="noStrike" kern="1200" cap="none" noProof="0" dirty="0">
                        <a:solidFill>
                          <a:schemeClr val="tx1"/>
                        </a:solidFill>
                        <a:latin typeface="+mj-lt"/>
                        <a:ea typeface="+mn-ea"/>
                        <a:cs typeface="+mn-cs"/>
                      </a:endParaRPr>
                    </a:p>
                    <a:p>
                      <a:pPr marL="0" marR="0" lvl="0" indent="0" algn="l">
                        <a:lnSpc>
                          <a:spcPct val="100000"/>
                        </a:lnSpc>
                        <a:spcBef>
                          <a:spcPts val="0"/>
                        </a:spcBef>
                        <a:spcAft>
                          <a:spcPts val="0"/>
                        </a:spcAft>
                        <a:buSzPts val="1400"/>
                        <a:buFont typeface="Arial" panose="020B0604020202020204"/>
                        <a:buNone/>
                      </a:pPr>
                      <a:endParaRPr lang="fr-FR" sz="1600" b="0" i="0" u="none" strike="noStrike" kern="1200" cap="none" noProof="0" dirty="0">
                        <a:solidFill>
                          <a:schemeClr val="tx1"/>
                        </a:solidFill>
                        <a:latin typeface="+mj-lt"/>
                        <a:ea typeface="+mn-ea"/>
                        <a:cs typeface="+mn-cs"/>
                      </a:endParaRPr>
                    </a:p>
                    <a:p>
                      <a:pPr marL="0" marR="0" lvl="0" indent="0" algn="l">
                        <a:lnSpc>
                          <a:spcPct val="100000"/>
                        </a:lnSpc>
                        <a:spcBef>
                          <a:spcPts val="0"/>
                        </a:spcBef>
                        <a:spcAft>
                          <a:spcPts val="0"/>
                        </a:spcAft>
                        <a:buSzPts val="1400"/>
                        <a:buFont typeface="Arial" panose="020B0604020202020204"/>
                        <a:buNone/>
                      </a:pPr>
                      <a:endParaRPr lang="fr-FR" sz="1600" b="0" i="0" u="none" strike="noStrike" kern="1200" cap="none" noProof="0" dirty="0">
                        <a:solidFill>
                          <a:schemeClr val="tx1"/>
                        </a:solidFill>
                        <a:latin typeface="+mj-lt"/>
                        <a:ea typeface="+mn-ea"/>
                        <a:cs typeface="+mn-cs"/>
                      </a:endParaRPr>
                    </a:p>
                    <a:p>
                      <a:pPr marL="0" marR="0" lvl="0" indent="0" algn="l">
                        <a:lnSpc>
                          <a:spcPct val="100000"/>
                        </a:lnSpc>
                        <a:spcBef>
                          <a:spcPts val="0"/>
                        </a:spcBef>
                        <a:spcAft>
                          <a:spcPts val="0"/>
                        </a:spcAft>
                        <a:buSzPts val="1400"/>
                        <a:buFont typeface="Arial" panose="020B0604020202020204"/>
                        <a:buNone/>
                      </a:pPr>
                      <a:endParaRPr lang="fr-FR" sz="1600" b="0" i="0" u="none" strike="noStrike" kern="1200" cap="none" noProof="0" dirty="0">
                        <a:solidFill>
                          <a:schemeClr val="tx1"/>
                        </a:solidFill>
                        <a:latin typeface="+mj-lt"/>
                        <a:ea typeface="+mn-ea"/>
                        <a:cs typeface="+mn-cs"/>
                      </a:endParaRPr>
                    </a:p>
                    <a:p>
                      <a:pPr marL="0" marR="0" lvl="0" indent="0" algn="l">
                        <a:lnSpc>
                          <a:spcPct val="100000"/>
                        </a:lnSpc>
                        <a:spcBef>
                          <a:spcPts val="0"/>
                        </a:spcBef>
                        <a:spcAft>
                          <a:spcPts val="0"/>
                        </a:spcAft>
                        <a:buSzPts val="1400"/>
                        <a:buFont typeface="Arial" panose="020B0604020202020204"/>
                        <a:buNone/>
                      </a:pPr>
                      <a:endParaRPr lang="fr-FR" sz="1600" b="0" i="0" u="none" strike="noStrike" kern="1200" cap="none" noProof="0" dirty="0">
                        <a:solidFill>
                          <a:schemeClr val="tx1"/>
                        </a:solidFill>
                        <a:latin typeface="+mj-lt"/>
                        <a:ea typeface="+mn-ea"/>
                        <a:cs typeface="+mn-cs"/>
                      </a:endParaRPr>
                    </a:p>
                    <a:p>
                      <a:pPr marL="0" marR="0" lvl="0" indent="0" algn="l">
                        <a:lnSpc>
                          <a:spcPct val="100000"/>
                        </a:lnSpc>
                        <a:spcBef>
                          <a:spcPts val="0"/>
                        </a:spcBef>
                        <a:spcAft>
                          <a:spcPts val="0"/>
                        </a:spcAft>
                        <a:buSzPts val="1400"/>
                        <a:buFont typeface="Arial" panose="020B0604020202020204"/>
                        <a:buNone/>
                      </a:pPr>
                      <a:endParaRPr lang="fr-FR" sz="1600" b="0" i="0" u="none" strike="noStrike" kern="1200" cap="none" noProof="0" dirty="0">
                        <a:solidFill>
                          <a:schemeClr val="tx1"/>
                        </a:solidFill>
                        <a:latin typeface="+mj-lt"/>
                        <a:ea typeface="+mn-ea"/>
                        <a:cs typeface="+mn-cs"/>
                      </a:endParaRPr>
                    </a:p>
                    <a:p>
                      <a:pPr marL="0" marR="0" lvl="0" indent="0" algn="l">
                        <a:lnSpc>
                          <a:spcPct val="100000"/>
                        </a:lnSpc>
                        <a:spcBef>
                          <a:spcPts val="0"/>
                        </a:spcBef>
                        <a:spcAft>
                          <a:spcPts val="0"/>
                        </a:spcAft>
                        <a:buSzPts val="1400"/>
                        <a:buFont typeface="Arial" panose="020B0604020202020204"/>
                        <a:buNone/>
                      </a:pPr>
                      <a:r>
                        <a:rPr lang="fr-FR" sz="1600" b="0" i="0" u="none" strike="noStrike" kern="1200" cap="none" noProof="0" dirty="0">
                          <a:solidFill>
                            <a:schemeClr val="tx1"/>
                          </a:solidFill>
                          <a:latin typeface="+mj-lt"/>
                          <a:ea typeface="+mn-ea"/>
                          <a:cs typeface="+mn-cs"/>
                          <a:sym typeface="Arial" panose="020B0604020202020204"/>
                        </a:rPr>
                        <a:t>Réalisée</a:t>
                      </a:r>
                      <a:endParaRPr lang="fr-FR" noProof="0" dirty="0">
                        <a:latin typeface="+mj-lt"/>
                        <a:sym typeface="Arial" panose="020B0604020202020204"/>
                      </a:endParaRPr>
                    </a:p>
                  </a:txBody>
                  <a:tcPr marL="91451" marR="91451" marT="45725" marB="45725">
                    <a:solidFill>
                      <a:srgbClr val="00B050"/>
                    </a:solidFill>
                  </a:tcPr>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endParaRPr lang="fr-FR" sz="1600" b="0" i="0" u="none" strike="noStrike" kern="1200" cap="none" noProof="0" dirty="0">
                        <a:solidFill>
                          <a:schemeClr val="tx1"/>
                        </a:solidFill>
                        <a:latin typeface="+mj-lt"/>
                        <a:ea typeface="+mn-ea"/>
                        <a:cs typeface="+mn-cs"/>
                      </a:endParaRPr>
                    </a:p>
                    <a:p>
                      <a:pPr marL="0" marR="0" lvl="0" indent="0" algn="l">
                        <a:lnSpc>
                          <a:spcPct val="100000"/>
                        </a:lnSpc>
                        <a:spcBef>
                          <a:spcPts val="0"/>
                        </a:spcBef>
                        <a:spcAft>
                          <a:spcPts val="0"/>
                        </a:spcAft>
                        <a:buSzPts val="1400"/>
                        <a:buFont typeface="Arial" panose="020B0604020202020204"/>
                        <a:buNone/>
                      </a:pPr>
                      <a:endParaRPr lang="fr-FR" sz="1600" b="0" i="0" u="none" strike="noStrike" kern="1200" cap="none" noProof="0" dirty="0">
                        <a:solidFill>
                          <a:schemeClr val="tx1"/>
                        </a:solidFill>
                        <a:latin typeface="+mj-lt"/>
                        <a:ea typeface="+mn-ea"/>
                        <a:cs typeface="+mn-cs"/>
                      </a:endParaRPr>
                    </a:p>
                    <a:p>
                      <a:pPr marL="0" marR="0" lvl="0" indent="0" algn="l">
                        <a:lnSpc>
                          <a:spcPct val="100000"/>
                        </a:lnSpc>
                        <a:spcBef>
                          <a:spcPts val="0"/>
                        </a:spcBef>
                        <a:spcAft>
                          <a:spcPts val="0"/>
                        </a:spcAft>
                        <a:buSzPts val="1400"/>
                        <a:buFont typeface="Arial" panose="020B0604020202020204"/>
                        <a:buNone/>
                      </a:pPr>
                      <a:endParaRPr lang="fr-FR" sz="1600" b="0" i="0" u="none" strike="noStrike" kern="1200" cap="none" noProof="0" dirty="0">
                        <a:solidFill>
                          <a:schemeClr val="tx1"/>
                        </a:solidFill>
                        <a:latin typeface="+mj-lt"/>
                        <a:ea typeface="+mn-ea"/>
                        <a:cs typeface="+mn-cs"/>
                      </a:endParaRPr>
                    </a:p>
                    <a:p>
                      <a:pPr marL="0" marR="0" lvl="0" indent="0" algn="l">
                        <a:lnSpc>
                          <a:spcPct val="100000"/>
                        </a:lnSpc>
                        <a:spcBef>
                          <a:spcPts val="0"/>
                        </a:spcBef>
                        <a:spcAft>
                          <a:spcPts val="0"/>
                        </a:spcAft>
                        <a:buSzPts val="1400"/>
                        <a:buFont typeface="Arial" panose="020B0604020202020204"/>
                        <a:buNone/>
                      </a:pPr>
                      <a:endParaRPr lang="fr-FR" sz="1600" b="0" i="0" u="none" strike="noStrike" kern="1200" cap="none" noProof="0" dirty="0">
                        <a:solidFill>
                          <a:schemeClr val="tx1"/>
                        </a:solidFill>
                        <a:latin typeface="+mj-lt"/>
                        <a:ea typeface="+mn-ea"/>
                        <a:cs typeface="+mn-cs"/>
                      </a:endParaRPr>
                    </a:p>
                    <a:p>
                      <a:pPr marL="0" marR="0" lvl="0" indent="0" algn="l">
                        <a:lnSpc>
                          <a:spcPct val="100000"/>
                        </a:lnSpc>
                        <a:spcBef>
                          <a:spcPts val="0"/>
                        </a:spcBef>
                        <a:spcAft>
                          <a:spcPts val="0"/>
                        </a:spcAft>
                        <a:buSzPts val="1400"/>
                        <a:buFont typeface="Arial" panose="020B0604020202020204"/>
                        <a:buNone/>
                      </a:pPr>
                      <a:endParaRPr lang="fr-FR" sz="1600" b="0" i="0" u="none" strike="noStrike" kern="1200" cap="none" noProof="0" dirty="0">
                        <a:solidFill>
                          <a:schemeClr val="tx1"/>
                        </a:solidFill>
                        <a:latin typeface="+mj-lt"/>
                        <a:ea typeface="+mn-ea"/>
                        <a:cs typeface="+mn-cs"/>
                      </a:endParaRPr>
                    </a:p>
                    <a:p>
                      <a:pPr marL="0" marR="0" lvl="0" indent="0" algn="l">
                        <a:lnSpc>
                          <a:spcPct val="100000"/>
                        </a:lnSpc>
                        <a:spcBef>
                          <a:spcPts val="0"/>
                        </a:spcBef>
                        <a:spcAft>
                          <a:spcPts val="0"/>
                        </a:spcAft>
                        <a:buSzPts val="1400"/>
                        <a:buFont typeface="Arial" panose="020B0604020202020204"/>
                        <a:buNone/>
                      </a:pPr>
                      <a:endParaRPr lang="fr-FR" sz="1600" b="0" i="0" u="none" strike="noStrike" kern="1200" cap="none" noProof="0" dirty="0">
                        <a:solidFill>
                          <a:schemeClr val="tx1"/>
                        </a:solidFill>
                        <a:latin typeface="+mj-lt"/>
                        <a:ea typeface="+mn-ea"/>
                        <a:cs typeface="+mn-cs"/>
                      </a:endParaRPr>
                    </a:p>
                    <a:p>
                      <a:pPr marL="0" marR="0" lvl="0" indent="0" algn="l">
                        <a:lnSpc>
                          <a:spcPct val="100000"/>
                        </a:lnSpc>
                        <a:spcBef>
                          <a:spcPts val="0"/>
                        </a:spcBef>
                        <a:spcAft>
                          <a:spcPts val="0"/>
                        </a:spcAft>
                        <a:buSzPts val="1400"/>
                        <a:buFont typeface="Arial" panose="020B0604020202020204"/>
                        <a:buNone/>
                      </a:pPr>
                      <a:endParaRPr lang="fr-FR" sz="1600" b="0" i="0" u="none" strike="noStrike" kern="1200" cap="none" noProof="0" dirty="0">
                        <a:solidFill>
                          <a:schemeClr val="tx1"/>
                        </a:solidFill>
                        <a:latin typeface="+mj-lt"/>
                        <a:ea typeface="+mn-ea"/>
                        <a:cs typeface="+mn-cs"/>
                      </a:endParaRPr>
                    </a:p>
                    <a:p>
                      <a:pPr marL="0" marR="0" lvl="0" indent="0" algn="l">
                        <a:lnSpc>
                          <a:spcPct val="100000"/>
                        </a:lnSpc>
                        <a:spcBef>
                          <a:spcPts val="0"/>
                        </a:spcBef>
                        <a:spcAft>
                          <a:spcPts val="0"/>
                        </a:spcAft>
                        <a:buSzPts val="1400"/>
                        <a:buFont typeface="Arial" panose="020B0604020202020204"/>
                        <a:buNone/>
                      </a:pPr>
                      <a:endParaRPr lang="fr-FR" sz="1600" b="0" i="0" u="none" strike="noStrike" kern="1200" cap="none" noProof="0" dirty="0">
                        <a:solidFill>
                          <a:schemeClr val="tx1"/>
                        </a:solidFill>
                        <a:latin typeface="+mj-lt"/>
                        <a:ea typeface="+mn-ea"/>
                        <a:cs typeface="+mn-cs"/>
                      </a:endParaRPr>
                    </a:p>
                    <a:p>
                      <a:pPr marL="0" marR="0" lvl="0" indent="0" algn="l">
                        <a:lnSpc>
                          <a:spcPct val="100000"/>
                        </a:lnSpc>
                        <a:spcBef>
                          <a:spcPts val="0"/>
                        </a:spcBef>
                        <a:spcAft>
                          <a:spcPts val="0"/>
                        </a:spcAft>
                        <a:buSzPts val="1400"/>
                        <a:buFont typeface="Arial" panose="020B0604020202020204"/>
                        <a:buNone/>
                      </a:pPr>
                      <a:r>
                        <a:rPr lang="fr-FR" sz="1600" b="0" i="0" u="none" strike="noStrike" kern="1200" cap="none" noProof="0" dirty="0">
                          <a:solidFill>
                            <a:schemeClr val="tx1"/>
                          </a:solidFill>
                          <a:latin typeface="+mj-lt"/>
                          <a:ea typeface="+mn-ea"/>
                          <a:cs typeface="+mn-cs"/>
                        </a:rPr>
                        <a:t>100%</a:t>
                      </a:r>
                      <a:endParaRPr lang="fr-FR" sz="1600" b="0" i="0" u="none" strike="noStrike" kern="1200" cap="none" noProof="0" dirty="0">
                        <a:solidFill>
                          <a:schemeClr val="tx1"/>
                        </a:solidFill>
                        <a:latin typeface="+mj-lt"/>
                        <a:ea typeface="+mn-ea"/>
                        <a:cs typeface="+mn-cs"/>
                        <a:sym typeface="Arial" panose="020B0604020202020204"/>
                      </a:endParaRPr>
                    </a:p>
                  </a:txBody>
                  <a:tcPr marL="91451" marR="91451" marT="45725" marB="45725"/>
                </a:tc>
                <a:tc>
                  <a:txBody>
                    <a:bodyPr/>
                    <a:lstStyle/>
                    <a:p>
                      <a:pPr marL="0" marR="0" lvl="0" indent="0" algn="l">
                        <a:lnSpc>
                          <a:spcPct val="100000"/>
                        </a:lnSpc>
                        <a:spcBef>
                          <a:spcPts val="0"/>
                        </a:spcBef>
                        <a:spcAft>
                          <a:spcPts val="0"/>
                        </a:spcAft>
                        <a:buSzPts val="1400"/>
                        <a:buNone/>
                      </a:pPr>
                      <a:r>
                        <a:rPr lang="fr-FR" sz="1300" b="1" u="none" strike="noStrike" cap="none" noProof="0" dirty="0">
                          <a:solidFill>
                            <a:srgbClr val="000000"/>
                          </a:solidFill>
                          <a:latin typeface="+mj-lt"/>
                        </a:rPr>
                        <a:t>Introduction nouveaux vaccins (RR et VAP)</a:t>
                      </a:r>
                      <a:endParaRPr lang="fr-FR" sz="1300" b="0" u="none" strike="noStrike" cap="none" noProof="0" dirty="0">
                        <a:solidFill>
                          <a:srgbClr val="000000"/>
                        </a:solidFill>
                        <a:latin typeface="+mj-lt"/>
                      </a:endParaRPr>
                    </a:p>
                    <a:p>
                      <a:pPr marL="0" marR="0" lvl="0" indent="0" algn="l">
                        <a:lnSpc>
                          <a:spcPct val="100000"/>
                        </a:lnSpc>
                        <a:spcBef>
                          <a:spcPts val="0"/>
                        </a:spcBef>
                        <a:spcAft>
                          <a:spcPts val="0"/>
                        </a:spcAft>
                        <a:buSzPts val="1400"/>
                        <a:buNone/>
                      </a:pPr>
                      <a:endParaRPr lang="fr-FR" sz="1300" b="1" i="0" u="none" strike="noStrike" cap="none" noProof="0" dirty="0">
                        <a:solidFill>
                          <a:schemeClr val="tx1"/>
                        </a:solidFill>
                        <a:latin typeface="+mj-lt"/>
                      </a:endParaRPr>
                    </a:p>
                    <a:p>
                      <a:pPr marL="0" marR="0" lvl="0" indent="0" algn="l">
                        <a:lnSpc>
                          <a:spcPct val="100000"/>
                        </a:lnSpc>
                        <a:spcBef>
                          <a:spcPts val="0"/>
                        </a:spcBef>
                        <a:spcAft>
                          <a:spcPts val="0"/>
                        </a:spcAft>
                        <a:buSzPts val="1400"/>
                        <a:buNone/>
                      </a:pPr>
                      <a:r>
                        <a:rPr lang="fr-FR" sz="1300" b="1" i="0" u="none" strike="noStrike" cap="none" noProof="0" dirty="0">
                          <a:solidFill>
                            <a:schemeClr val="tx1"/>
                          </a:solidFill>
                          <a:latin typeface="+mj-lt"/>
                        </a:rPr>
                        <a:t>VAP: </a:t>
                      </a:r>
                      <a:endParaRPr lang="fr-FR" sz="1300" b="0" i="0" u="none" strike="noStrike" cap="none" noProof="0" dirty="0">
                        <a:solidFill>
                          <a:schemeClr val="tx1"/>
                        </a:solidFill>
                        <a:latin typeface="+mj-lt"/>
                      </a:endParaRPr>
                    </a:p>
                    <a:p>
                      <a:pPr marL="285750" marR="0" lvl="0" indent="-285750" algn="l" rtl="0">
                        <a:lnSpc>
                          <a:spcPct val="100000"/>
                        </a:lnSpc>
                        <a:spcBef>
                          <a:spcPts val="0"/>
                        </a:spcBef>
                        <a:spcAft>
                          <a:spcPts val="0"/>
                        </a:spcAft>
                        <a:buSzPts val="1400"/>
                        <a:buFont typeface="Arial" panose="020B0604020202020204"/>
                        <a:buChar char="•"/>
                      </a:pPr>
                      <a:r>
                        <a:rPr lang="fr-FR" sz="1300" b="0" i="0" u="none" strike="noStrike" cap="none" noProof="0" dirty="0">
                          <a:solidFill>
                            <a:srgbClr val="000000"/>
                          </a:solidFill>
                          <a:latin typeface="+mj-lt"/>
                          <a:ea typeface="+mn-ea"/>
                          <a:cs typeface="+mn-cs"/>
                        </a:rPr>
                        <a:t>Production, traduction et reproduction des messages, </a:t>
                      </a:r>
                      <a:r>
                        <a:rPr lang="fr-FR" sz="1300" b="0" i="0" u="none" strike="noStrike" cap="none" noProof="0" dirty="0" err="1">
                          <a:solidFill>
                            <a:srgbClr val="000000"/>
                          </a:solidFill>
                          <a:latin typeface="+mj-lt"/>
                          <a:ea typeface="+mn-ea"/>
                          <a:cs typeface="+mn-cs"/>
                        </a:rPr>
                        <a:t>aide-memoires</a:t>
                      </a:r>
                      <a:r>
                        <a:rPr lang="fr-FR" sz="1300" b="0" i="0" u="none" strike="noStrike" cap="none" noProof="0" dirty="0">
                          <a:solidFill>
                            <a:srgbClr val="000000"/>
                          </a:solidFill>
                          <a:latin typeface="+mj-lt"/>
                          <a:ea typeface="+mn-ea"/>
                          <a:cs typeface="+mn-cs"/>
                        </a:rPr>
                        <a:t>, et </a:t>
                      </a:r>
                      <a:r>
                        <a:rPr lang="fr-FR" sz="1300" b="0" i="0" u="none" strike="noStrike" cap="none" noProof="0" dirty="0" err="1">
                          <a:solidFill>
                            <a:srgbClr val="000000"/>
                          </a:solidFill>
                          <a:latin typeface="+mj-lt"/>
                          <a:ea typeface="+mn-ea"/>
                          <a:cs typeface="+mn-cs"/>
                        </a:rPr>
                        <a:t>videos</a:t>
                      </a:r>
                      <a:r>
                        <a:rPr lang="fr-FR" sz="1300" b="0" i="0" u="none" strike="noStrike" cap="none" noProof="0" dirty="0">
                          <a:solidFill>
                            <a:srgbClr val="000000"/>
                          </a:solidFill>
                          <a:latin typeface="+mj-lt"/>
                          <a:ea typeface="+mn-ea"/>
                          <a:cs typeface="+mn-cs"/>
                        </a:rPr>
                        <a:t> en 7 langues ; mise a disposition des outils aux DPS et acteurs locaux de l'engagement communautaire de 16 provinces ayant introduit le VAP, </a:t>
                      </a:r>
                    </a:p>
                    <a:p>
                      <a:pPr marL="285750" marR="0" lvl="0" indent="-285750" algn="l" rtl="0">
                        <a:lnSpc>
                          <a:spcPct val="100000"/>
                        </a:lnSpc>
                        <a:spcBef>
                          <a:spcPts val="0"/>
                        </a:spcBef>
                        <a:spcAft>
                          <a:spcPts val="0"/>
                        </a:spcAft>
                        <a:buSzPts val="1400"/>
                        <a:buFont typeface="Arial" panose="020B0604020202020204"/>
                        <a:buChar char="•"/>
                      </a:pPr>
                      <a:r>
                        <a:rPr lang="fr-FR" sz="1300" b="0" i="0" u="none" strike="noStrike" cap="none" noProof="0" dirty="0" err="1">
                          <a:solidFill>
                            <a:srgbClr val="000000"/>
                          </a:solidFill>
                          <a:latin typeface="+mj-lt"/>
                          <a:ea typeface="+mn-ea"/>
                          <a:cs typeface="+mn-cs"/>
                        </a:rPr>
                        <a:t>Presentation</a:t>
                      </a:r>
                      <a:r>
                        <a:rPr lang="fr-FR" sz="1300" b="0" i="0" u="none" strike="noStrike" cap="none" noProof="0" dirty="0">
                          <a:solidFill>
                            <a:srgbClr val="000000"/>
                          </a:solidFill>
                          <a:latin typeface="+mj-lt"/>
                          <a:ea typeface="+mn-ea"/>
                          <a:cs typeface="+mn-cs"/>
                        </a:rPr>
                        <a:t> de 4 posters sur les </a:t>
                      </a:r>
                      <a:r>
                        <a:rPr lang="fr-FR" sz="1300" b="0" i="0" u="none" strike="noStrike" cap="none" noProof="0" dirty="0" err="1">
                          <a:solidFill>
                            <a:srgbClr val="000000"/>
                          </a:solidFill>
                          <a:latin typeface="+mj-lt"/>
                          <a:ea typeface="+mn-ea"/>
                          <a:cs typeface="+mn-cs"/>
                        </a:rPr>
                        <a:t>lecons</a:t>
                      </a:r>
                      <a:r>
                        <a:rPr lang="fr-FR" sz="1300" b="0" i="0" u="none" strike="noStrike" cap="none" noProof="0" dirty="0">
                          <a:solidFill>
                            <a:srgbClr val="000000"/>
                          </a:solidFill>
                          <a:latin typeface="+mj-lt"/>
                          <a:ea typeface="+mn-ea"/>
                          <a:cs typeface="+mn-cs"/>
                        </a:rPr>
                        <a:t> apprises lors de la </a:t>
                      </a:r>
                      <a:r>
                        <a:rPr lang="fr-FR" sz="1300" b="0" i="0" u="none" strike="noStrike" cap="none" noProof="0" dirty="0" err="1">
                          <a:solidFill>
                            <a:srgbClr val="000000"/>
                          </a:solidFill>
                          <a:latin typeface="+mj-lt"/>
                          <a:ea typeface="+mn-ea"/>
                          <a:cs typeface="+mn-cs"/>
                        </a:rPr>
                        <a:t>Conference</a:t>
                      </a:r>
                      <a:r>
                        <a:rPr lang="fr-FR" sz="1300" b="0" i="0" u="none" strike="noStrike" cap="none" noProof="0" dirty="0">
                          <a:solidFill>
                            <a:srgbClr val="000000"/>
                          </a:solidFill>
                          <a:latin typeface="+mj-lt"/>
                          <a:ea typeface="+mn-ea"/>
                          <a:cs typeface="+mn-cs"/>
                        </a:rPr>
                        <a:t> internationale ASTMH en novembre 2025 (Canada</a:t>
                      </a:r>
                      <a:r>
                        <a:rPr lang="fr-FR" sz="1300" b="0" i="0" u="none" strike="noStrike" cap="none" noProof="0" dirty="0">
                          <a:solidFill>
                            <a:srgbClr val="000000"/>
                          </a:solidFill>
                          <a:latin typeface="+mj-lt"/>
                        </a:rPr>
                        <a:t>).</a:t>
                      </a:r>
                      <a:endParaRPr lang="fr-FR" sz="1300" noProof="0" dirty="0">
                        <a:latin typeface="+mj-lt"/>
                      </a:endParaRPr>
                    </a:p>
                    <a:p>
                      <a:pPr marL="285750" marR="0" lvl="0" indent="-285750" algn="l">
                        <a:lnSpc>
                          <a:spcPct val="100000"/>
                        </a:lnSpc>
                        <a:spcBef>
                          <a:spcPts val="0"/>
                        </a:spcBef>
                        <a:spcAft>
                          <a:spcPts val="0"/>
                        </a:spcAft>
                        <a:buSzPts val="1400"/>
                        <a:buFont typeface="Arial" panose="020B0604020202020204"/>
                        <a:buChar char="•"/>
                      </a:pPr>
                      <a:endParaRPr lang="fr-FR" sz="1300" b="0" i="0" u="none" strike="noStrike" cap="none" noProof="0" dirty="0">
                        <a:solidFill>
                          <a:srgbClr val="000000"/>
                        </a:solidFill>
                        <a:latin typeface="+mj-lt"/>
                      </a:endParaRPr>
                    </a:p>
                    <a:p>
                      <a:pPr marL="0" marR="0" lvl="0" indent="0" algn="l">
                        <a:lnSpc>
                          <a:spcPct val="100000"/>
                        </a:lnSpc>
                        <a:spcBef>
                          <a:spcPts val="0"/>
                        </a:spcBef>
                        <a:spcAft>
                          <a:spcPts val="0"/>
                        </a:spcAft>
                        <a:buSzPts val="1400"/>
                        <a:buNone/>
                      </a:pPr>
                      <a:r>
                        <a:rPr lang="fr-FR" sz="1300" b="1" i="0" u="none" strike="noStrike" cap="none" noProof="0" dirty="0">
                          <a:solidFill>
                            <a:srgbClr val="000000"/>
                          </a:solidFill>
                          <a:latin typeface="+mj-lt"/>
                        </a:rPr>
                        <a:t>RR</a:t>
                      </a:r>
                      <a:endParaRPr lang="fr-FR" sz="1300" b="0" i="0" u="none" strike="noStrike" cap="none" noProof="0" dirty="0">
                        <a:solidFill>
                          <a:srgbClr val="000000"/>
                        </a:solidFill>
                        <a:latin typeface="+mj-lt"/>
                        <a:ea typeface="+mn-ea"/>
                        <a:cs typeface="+mn-cs"/>
                      </a:endParaRPr>
                    </a:p>
                    <a:p>
                      <a:pPr marL="0" marR="0" lvl="0" indent="0" algn="l">
                        <a:lnSpc>
                          <a:spcPct val="100000"/>
                        </a:lnSpc>
                        <a:spcBef>
                          <a:spcPts val="0"/>
                        </a:spcBef>
                        <a:spcAft>
                          <a:spcPts val="0"/>
                        </a:spcAft>
                        <a:buSzPts val="1400"/>
                        <a:buNone/>
                      </a:pPr>
                      <a:r>
                        <a:rPr lang="fr-FR" sz="1300" b="0" i="0" u="none" strike="noStrike" cap="none" noProof="0" dirty="0">
                          <a:solidFill>
                            <a:srgbClr val="000000"/>
                          </a:solidFill>
                          <a:latin typeface="+mj-lt"/>
                          <a:ea typeface="+mn-ea"/>
                          <a:cs typeface="+mn-cs"/>
                        </a:rPr>
                        <a:t>207,634 affiches, </a:t>
                      </a:r>
                      <a:r>
                        <a:rPr lang="fr-FR" sz="1300" b="0" i="0" u="none" strike="noStrike" cap="none" noProof="0" dirty="0">
                          <a:solidFill>
                            <a:srgbClr val="000000"/>
                          </a:solidFill>
                          <a:latin typeface="+mj-lt"/>
                        </a:rPr>
                        <a:t>3840 banderoles, 26,492 calendriers vaccinal et 14,938 dossards</a:t>
                      </a:r>
                      <a:endParaRPr lang="fr-FR" sz="1300" noProof="0" dirty="0">
                        <a:latin typeface="+mj-lt"/>
                      </a:endParaRPr>
                    </a:p>
                    <a:p>
                      <a:pPr marL="0" marR="0" lvl="0" indent="0" algn="l">
                        <a:lnSpc>
                          <a:spcPct val="100000"/>
                        </a:lnSpc>
                        <a:spcBef>
                          <a:spcPts val="0"/>
                        </a:spcBef>
                        <a:spcAft>
                          <a:spcPts val="0"/>
                        </a:spcAft>
                        <a:buSzPts val="1400"/>
                        <a:buNone/>
                      </a:pPr>
                      <a:endParaRPr lang="fr-FR" sz="1300" b="0" i="0" u="none" strike="noStrike" cap="none" noProof="0" dirty="0">
                        <a:solidFill>
                          <a:srgbClr val="000000"/>
                        </a:solidFill>
                        <a:latin typeface="+mj-lt"/>
                      </a:endParaRPr>
                    </a:p>
                    <a:p>
                      <a:pPr marL="0" marR="0" lvl="0" indent="0" algn="l">
                        <a:lnSpc>
                          <a:spcPct val="100000"/>
                        </a:lnSpc>
                        <a:spcBef>
                          <a:spcPts val="0"/>
                        </a:spcBef>
                        <a:spcAft>
                          <a:spcPts val="0"/>
                        </a:spcAft>
                        <a:buSzPts val="1400"/>
                        <a:buNone/>
                      </a:pPr>
                      <a:r>
                        <a:rPr lang="fr-FR" sz="1300" b="1" i="0" u="none" strike="noStrike" cap="none" noProof="0" dirty="0">
                          <a:solidFill>
                            <a:srgbClr val="000000"/>
                          </a:solidFill>
                          <a:latin typeface="+mj-lt"/>
                          <a:ea typeface="+mn-ea"/>
                          <a:cs typeface="+mn-cs"/>
                        </a:rPr>
                        <a:t>Autres outils/supports de routine</a:t>
                      </a:r>
                      <a:endParaRPr lang="fr-FR" sz="1300" noProof="0" dirty="0">
                        <a:latin typeface="+mj-lt"/>
                      </a:endParaRPr>
                    </a:p>
                    <a:p>
                      <a:pPr marL="171450" marR="0" lvl="0" indent="-171450" algn="l">
                        <a:lnSpc>
                          <a:spcPct val="100000"/>
                        </a:lnSpc>
                        <a:spcBef>
                          <a:spcPts val="0"/>
                        </a:spcBef>
                        <a:spcAft>
                          <a:spcPts val="0"/>
                        </a:spcAft>
                        <a:buClr>
                          <a:srgbClr val="000000"/>
                        </a:buClr>
                        <a:buSzPts val="1400"/>
                        <a:buFont typeface="Arial" panose="020B0604020202020204"/>
                        <a:buChar char="•"/>
                      </a:pPr>
                      <a:r>
                        <a:rPr lang="fr-FR" sz="1300" b="0" i="0" u="none" strike="noStrike" cap="none" noProof="0" dirty="0">
                          <a:solidFill>
                            <a:srgbClr val="000000"/>
                          </a:solidFill>
                          <a:latin typeface="+mj-lt"/>
                        </a:rPr>
                        <a:t>5 spot TV, 4 spot radio, 2 spots vidéos animatique, 75,000 flyers, 29,632 dossards, 15,000 stickers, 28,000 posters et 13 tentes </a:t>
                      </a:r>
                      <a:endParaRPr lang="fr-FR" sz="1300" noProof="0" dirty="0">
                        <a:latin typeface="+mj-lt"/>
                      </a:endParaRPr>
                    </a:p>
                    <a:p>
                      <a:pPr marL="171450" marR="0" lvl="0" indent="-171450" algn="l">
                        <a:lnSpc>
                          <a:spcPct val="100000"/>
                        </a:lnSpc>
                        <a:spcBef>
                          <a:spcPts val="0"/>
                        </a:spcBef>
                        <a:spcAft>
                          <a:spcPts val="0"/>
                        </a:spcAft>
                        <a:buClr>
                          <a:srgbClr val="000000"/>
                        </a:buClr>
                        <a:buSzPts val="1400"/>
                        <a:buFont typeface="Arial" panose="020B0604020202020204"/>
                        <a:buChar char="•"/>
                      </a:pPr>
                      <a:endParaRPr lang="fr-FR" sz="1300" b="0" i="0" u="none" strike="noStrike" cap="none" noProof="0" dirty="0">
                        <a:solidFill>
                          <a:srgbClr val="000000"/>
                        </a:solidFill>
                        <a:latin typeface="+mj-lt"/>
                      </a:endParaRPr>
                    </a:p>
                    <a:p>
                      <a:pPr marL="0" marR="0" lvl="0" indent="0" algn="l">
                        <a:lnSpc>
                          <a:spcPct val="100000"/>
                        </a:lnSpc>
                        <a:spcBef>
                          <a:spcPts val="0"/>
                        </a:spcBef>
                        <a:spcAft>
                          <a:spcPts val="0"/>
                        </a:spcAft>
                        <a:buClr>
                          <a:srgbClr val="000000"/>
                        </a:buClr>
                        <a:buSzPts val="1400"/>
                        <a:buNone/>
                      </a:pPr>
                      <a:r>
                        <a:rPr lang="fr-FR" sz="1300" b="1" i="0" u="none" strike="noStrike" cap="none" noProof="0" dirty="0">
                          <a:solidFill>
                            <a:srgbClr val="000000"/>
                          </a:solidFill>
                          <a:latin typeface="+mj-lt"/>
                        </a:rPr>
                        <a:t>V</a:t>
                      </a:r>
                      <a:r>
                        <a:rPr lang="fr-FR" sz="1300" b="1" i="0" u="none" strike="noStrike" cap="none" noProof="0" dirty="0">
                          <a:solidFill>
                            <a:srgbClr val="000000"/>
                          </a:solidFill>
                          <a:latin typeface="+mj-lt"/>
                          <a:ea typeface="+mn-ea"/>
                          <a:cs typeface="+mn-cs"/>
                        </a:rPr>
                        <a:t>accination en urgence (cholera, </a:t>
                      </a:r>
                      <a:r>
                        <a:rPr lang="fr-FR" sz="1300" b="1" i="0" u="none" strike="noStrike" cap="none" noProof="0" dirty="0" err="1">
                          <a:solidFill>
                            <a:srgbClr val="000000"/>
                          </a:solidFill>
                          <a:latin typeface="+mj-lt"/>
                          <a:ea typeface="+mn-ea"/>
                          <a:cs typeface="+mn-cs"/>
                        </a:rPr>
                        <a:t>Mpox</a:t>
                      </a:r>
                      <a:r>
                        <a:rPr lang="fr-FR" sz="1300" b="1" i="0" u="none" strike="noStrike" cap="none" noProof="0" dirty="0">
                          <a:solidFill>
                            <a:srgbClr val="000000"/>
                          </a:solidFill>
                          <a:latin typeface="+mj-lt"/>
                          <a:ea typeface="+mn-ea"/>
                          <a:cs typeface="+mn-cs"/>
                        </a:rPr>
                        <a:t>, rougeole et MVE</a:t>
                      </a:r>
                      <a:r>
                        <a:rPr lang="fr-FR" sz="1300" b="0" i="0" u="none" strike="noStrike" cap="none" noProof="0" dirty="0">
                          <a:solidFill>
                            <a:srgbClr val="000000"/>
                          </a:solidFill>
                          <a:latin typeface="+mj-lt"/>
                        </a:rPr>
                        <a:t>)</a:t>
                      </a:r>
                      <a:endParaRPr lang="fr-FR" sz="1300" b="0" noProof="0" dirty="0">
                        <a:latin typeface="+mj-lt"/>
                      </a:endParaRPr>
                    </a:p>
                    <a:p>
                      <a:pPr marL="171450" marR="0" lvl="0" indent="-171450" algn="l">
                        <a:lnSpc>
                          <a:spcPct val="100000"/>
                        </a:lnSpc>
                        <a:spcBef>
                          <a:spcPts val="0"/>
                        </a:spcBef>
                        <a:spcAft>
                          <a:spcPts val="0"/>
                        </a:spcAft>
                        <a:buClr>
                          <a:srgbClr val="000000"/>
                        </a:buClr>
                        <a:buSzPts val="1400"/>
                        <a:buFont typeface="Arial" panose="020B0604020202020204"/>
                        <a:buChar char="•"/>
                      </a:pPr>
                      <a:r>
                        <a:rPr lang="fr-FR" sz="1300" b="0" i="0" u="none" strike="noStrike" cap="none" noProof="0" dirty="0">
                          <a:solidFill>
                            <a:srgbClr val="000000"/>
                          </a:solidFill>
                          <a:latin typeface="+mj-lt"/>
                        </a:rPr>
                        <a:t>4 spots vidéos, 4 spots audios, 606,000 affiches, 45,000 dépliants, 7,000 stickers et 407 banderoles, etc.</a:t>
                      </a:r>
                      <a:endParaRPr lang="fr-FR" sz="1300" b="0" noProof="0" dirty="0">
                        <a:latin typeface="+mj-lt"/>
                      </a:endParaRPr>
                    </a:p>
                    <a:p>
                      <a:pPr marL="0" marR="0" lvl="0" indent="0" algn="l">
                        <a:lnSpc>
                          <a:spcPct val="100000"/>
                        </a:lnSpc>
                        <a:spcBef>
                          <a:spcPts val="0"/>
                        </a:spcBef>
                        <a:spcAft>
                          <a:spcPts val="0"/>
                        </a:spcAft>
                        <a:buSzPts val="1400"/>
                        <a:buNone/>
                      </a:pPr>
                      <a:endParaRPr lang="fr-FR" sz="1300" b="1" i="0" u="none" strike="noStrike" cap="none" noProof="0" dirty="0">
                        <a:solidFill>
                          <a:srgbClr val="000000"/>
                        </a:solidFill>
                        <a:latin typeface="+mj-lt"/>
                        <a:ea typeface="+mn-ea"/>
                        <a:cs typeface="+mn-cs"/>
                      </a:endParaRPr>
                    </a:p>
                    <a:p>
                      <a:pPr marL="0" marR="0" lvl="0" indent="0" algn="l">
                        <a:lnSpc>
                          <a:spcPct val="100000"/>
                        </a:lnSpc>
                        <a:spcBef>
                          <a:spcPts val="0"/>
                        </a:spcBef>
                        <a:spcAft>
                          <a:spcPts val="0"/>
                        </a:spcAft>
                        <a:buSzPts val="1400"/>
                        <a:buNone/>
                      </a:pPr>
                      <a:r>
                        <a:rPr lang="fr-FR" sz="1300" b="1" i="0" u="none" strike="noStrike" cap="none" noProof="0" dirty="0">
                          <a:solidFill>
                            <a:srgbClr val="000000"/>
                          </a:solidFill>
                          <a:latin typeface="+mj-lt"/>
                          <a:ea typeface="+mn-ea"/>
                          <a:cs typeface="+mn-cs"/>
                        </a:rPr>
                        <a:t>AVS</a:t>
                      </a:r>
                      <a:endParaRPr lang="fr-FR" sz="1300" noProof="0" dirty="0">
                        <a:latin typeface="+mj-lt"/>
                      </a:endParaRPr>
                    </a:p>
                    <a:p>
                      <a:pPr marL="0" marR="0" lvl="0" indent="0" algn="l">
                        <a:lnSpc>
                          <a:spcPct val="100000"/>
                        </a:lnSpc>
                        <a:spcBef>
                          <a:spcPts val="0"/>
                        </a:spcBef>
                        <a:spcAft>
                          <a:spcPts val="0"/>
                        </a:spcAft>
                        <a:buClr>
                          <a:srgbClr val="000000"/>
                        </a:buClr>
                        <a:buSzPts val="1400"/>
                        <a:buNone/>
                      </a:pPr>
                      <a:r>
                        <a:rPr lang="fr-FR" sz="1300" b="0" i="0" u="none" strike="noStrike" cap="none" noProof="0" dirty="0">
                          <a:solidFill>
                            <a:srgbClr val="000000"/>
                          </a:solidFill>
                          <a:latin typeface="+mj-lt"/>
                          <a:ea typeface="+mn-ea"/>
                          <a:cs typeface="+mn-cs"/>
                        </a:rPr>
                        <a:t>Plus de 1.745.000 affiches, 68.000  banderoles, 150000 dossards</a:t>
                      </a:r>
                    </a:p>
                  </a:txBody>
                  <a:tcPr marL="91451" marR="91451" marT="45725" marB="45725"/>
                </a:tc>
                <a:extLst>
                  <a:ext uri="{0D108BD9-81ED-4DB2-BD59-A6C34878D82A}">
                    <a16:rowId xmlns:a16="http://schemas.microsoft.com/office/drawing/2014/main" val="10001"/>
                  </a:ext>
                </a:extLst>
              </a:tr>
            </a:tbl>
          </a:graphicData>
        </a:graphic>
      </p:graphicFrame>
      <p:sp>
        <p:nvSpPr>
          <p:cNvPr id="7" name="Google Shape;186;p6">
            <a:extLst>
              <a:ext uri="{FF2B5EF4-FFF2-40B4-BE49-F238E27FC236}">
                <a16:creationId xmlns:a16="http://schemas.microsoft.com/office/drawing/2014/main" id="{118B079A-EC20-D650-0F3D-A9EE987AFA4D}"/>
              </a:ext>
            </a:extLst>
          </p:cNvPr>
          <p:cNvSpPr txBox="1">
            <a:spLocks/>
          </p:cNvSpPr>
          <p:nvPr/>
        </p:nvSpPr>
        <p:spPr>
          <a:xfrm>
            <a:off x="-27819" y="382"/>
            <a:ext cx="12200769" cy="659341"/>
          </a:xfrm>
          <a:prstGeom prst="rect">
            <a:avLst/>
          </a:prstGeom>
          <a:solidFill>
            <a:schemeClr val="accent1">
              <a:lumMod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defTabSz="914400"/>
            <a:r>
              <a:rPr lang="fr-FR" sz="2800" b="1" kern="0" noProof="0" dirty="0">
                <a:solidFill>
                  <a:schemeClr val="bg1"/>
                </a:solidFill>
                <a:ea typeface="Times New Roman" panose="02020603050405020304"/>
              </a:rPr>
              <a:t>3. Evaluation activités Génération Demande 2025 : MOSO( 3/10) </a:t>
            </a:r>
            <a:endParaRPr lang="fr-FR" sz="2800" kern="0" noProof="0" dirty="0">
              <a:solidFill>
                <a:schemeClr val="bg1"/>
              </a:solidFill>
              <a:latin typeface="Times New Roman" panose="02020603050405020304"/>
              <a:ea typeface="Times New Roman" panose="02020603050405020304"/>
              <a:cs typeface="Times New Roman" panose="02020603050405020304"/>
            </a:endParaRPr>
          </a:p>
        </p:txBody>
      </p:sp>
    </p:spTree>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5">
          <a:extLst>
            <a:ext uri="{FF2B5EF4-FFF2-40B4-BE49-F238E27FC236}">
              <a16:creationId xmlns:a16="http://schemas.microsoft.com/office/drawing/2014/main" id="{AC5BF858-D65D-4FA1-BB6E-55A4034848E9}"/>
            </a:ext>
          </a:extLst>
        </p:cNvPr>
        <p:cNvGrpSpPr/>
        <p:nvPr/>
      </p:nvGrpSpPr>
      <p:grpSpPr>
        <a:xfrm>
          <a:off x="0" y="0"/>
          <a:ext cx="0" cy="0"/>
          <a:chOff x="0" y="0"/>
          <a:chExt cx="0" cy="0"/>
        </a:xfrm>
      </p:grpSpPr>
      <p:graphicFrame>
        <p:nvGraphicFramePr>
          <p:cNvPr id="187" name="Google Shape;187;p6">
            <a:extLst>
              <a:ext uri="{FF2B5EF4-FFF2-40B4-BE49-F238E27FC236}">
                <a16:creationId xmlns:a16="http://schemas.microsoft.com/office/drawing/2014/main" id="{687B5766-A49D-9EA8-C04A-221D462EDE51}"/>
              </a:ext>
            </a:extLst>
          </p:cNvPr>
          <p:cNvGraphicFramePr/>
          <p:nvPr>
            <p:custDataLst>
              <p:tags r:id="rId1"/>
            </p:custDataLst>
            <p:extLst>
              <p:ext uri="{D42A27DB-BD31-4B8C-83A1-F6EECF244321}">
                <p14:modId xmlns:p14="http://schemas.microsoft.com/office/powerpoint/2010/main" val="3082721079"/>
              </p:ext>
            </p:extLst>
          </p:nvPr>
        </p:nvGraphicFramePr>
        <p:xfrm>
          <a:off x="0" y="640673"/>
          <a:ext cx="12192000" cy="6217327"/>
        </p:xfrm>
        <a:graphic>
          <a:graphicData uri="http://schemas.openxmlformats.org/drawingml/2006/table">
            <a:tbl>
              <a:tblPr>
                <a:tableStyleId>{5940675A-B579-460E-94D1-54222C63F5DA}</a:tableStyleId>
              </a:tblPr>
              <a:tblGrid>
                <a:gridCol w="511348">
                  <a:extLst>
                    <a:ext uri="{9D8B030D-6E8A-4147-A177-3AD203B41FA5}">
                      <a16:colId xmlns:a16="http://schemas.microsoft.com/office/drawing/2014/main" val="20000"/>
                    </a:ext>
                  </a:extLst>
                </a:gridCol>
                <a:gridCol w="3664078">
                  <a:extLst>
                    <a:ext uri="{9D8B030D-6E8A-4147-A177-3AD203B41FA5}">
                      <a16:colId xmlns:a16="http://schemas.microsoft.com/office/drawing/2014/main" val="20001"/>
                    </a:ext>
                  </a:extLst>
                </a:gridCol>
                <a:gridCol w="1572911">
                  <a:extLst>
                    <a:ext uri="{9D8B030D-6E8A-4147-A177-3AD203B41FA5}">
                      <a16:colId xmlns:a16="http://schemas.microsoft.com/office/drawing/2014/main" val="20002"/>
                    </a:ext>
                  </a:extLst>
                </a:gridCol>
                <a:gridCol w="1601415">
                  <a:extLst>
                    <a:ext uri="{9D8B030D-6E8A-4147-A177-3AD203B41FA5}">
                      <a16:colId xmlns:a16="http://schemas.microsoft.com/office/drawing/2014/main" val="20003"/>
                    </a:ext>
                  </a:extLst>
                </a:gridCol>
                <a:gridCol w="2269967">
                  <a:extLst>
                    <a:ext uri="{9D8B030D-6E8A-4147-A177-3AD203B41FA5}">
                      <a16:colId xmlns:a16="http://schemas.microsoft.com/office/drawing/2014/main" val="20004"/>
                    </a:ext>
                  </a:extLst>
                </a:gridCol>
                <a:gridCol w="2572281">
                  <a:extLst>
                    <a:ext uri="{9D8B030D-6E8A-4147-A177-3AD203B41FA5}">
                      <a16:colId xmlns:a16="http://schemas.microsoft.com/office/drawing/2014/main" val="20005"/>
                    </a:ext>
                  </a:extLst>
                </a:gridCol>
              </a:tblGrid>
              <a:tr h="643181">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fr-FR" sz="1500" b="1" u="none" strike="noStrike" cap="none" noProof="0" dirty="0">
                          <a:latin typeface="+mj-lt"/>
                          <a:sym typeface="Times New Roman" panose="02020603050405020304"/>
                        </a:rPr>
                        <a:t>N°</a:t>
                      </a:r>
                    </a:p>
                  </a:txBody>
                  <a:tcPr marL="91451" marR="91451" marT="45725" marB="45725">
                    <a:solidFill>
                      <a:srgbClr val="92D050"/>
                    </a:solidFill>
                  </a:tcPr>
                </a:tc>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fr-FR" sz="1500" b="1" noProof="0" dirty="0">
                          <a:latin typeface="+mj-lt"/>
                          <a:sym typeface="Times New Roman" panose="02020603050405020304"/>
                        </a:rPr>
                        <a:t>ACTIVITÉS</a:t>
                      </a:r>
                      <a:endParaRPr lang="fr-FR" sz="1500" b="1" u="none" strike="noStrike" cap="none" noProof="0" dirty="0">
                        <a:latin typeface="+mj-lt"/>
                        <a:sym typeface="Times New Roman" panose="02020603050405020304"/>
                      </a:endParaRPr>
                    </a:p>
                  </a:txBody>
                  <a:tcPr marL="91451" marR="91451" marT="45725" marB="45725">
                    <a:solidFill>
                      <a:srgbClr val="92D050"/>
                    </a:solidFill>
                  </a:tcPr>
                </a:tc>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fr-FR" sz="1500" b="1" u="none" strike="noStrike" cap="none" noProof="0" dirty="0">
                          <a:latin typeface="+mj-lt"/>
                          <a:sym typeface="Times New Roman" panose="02020603050405020304"/>
                        </a:rPr>
                        <a:t>INDICATEURS</a:t>
                      </a:r>
                    </a:p>
                  </a:txBody>
                  <a:tcPr marL="91451" marR="91451" marT="45725" marB="45725">
                    <a:solidFill>
                      <a:srgbClr val="92D050"/>
                    </a:solidFill>
                  </a:tcPr>
                </a:tc>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fr-FR" sz="1500" b="1" u="none" strike="noStrike" cap="none" noProof="0" dirty="0">
                          <a:latin typeface="+mj-lt"/>
                          <a:sym typeface="Times New Roman" panose="02020603050405020304"/>
                        </a:rPr>
                        <a:t>NIVEAU RÉALISATION </a:t>
                      </a:r>
                    </a:p>
                  </a:txBody>
                  <a:tcPr marL="91451" marR="91451" marT="45725" marB="45725">
                    <a:solidFill>
                      <a:srgbClr val="92D050"/>
                    </a:solidFill>
                  </a:tcPr>
                </a:tc>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fr-FR" sz="1500" b="1" noProof="0" dirty="0">
                          <a:latin typeface="+mj-lt"/>
                          <a:sym typeface="Times New Roman" panose="02020603050405020304"/>
                        </a:rPr>
                        <a:t>RÉSULTATS</a:t>
                      </a:r>
                      <a:r>
                        <a:rPr lang="fr-FR" sz="1500" b="1" u="none" strike="noStrike" cap="none" noProof="0" dirty="0">
                          <a:latin typeface="+mj-lt"/>
                          <a:sym typeface="Times New Roman" panose="02020603050405020304"/>
                        </a:rPr>
                        <a:t> OBTENUS</a:t>
                      </a:r>
                    </a:p>
                  </a:txBody>
                  <a:tcPr marL="91451" marR="91451" marT="45725" marB="45725">
                    <a:solidFill>
                      <a:srgbClr val="92D050"/>
                    </a:solidFill>
                  </a:tcPr>
                </a:tc>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fr-FR" sz="1500" b="1" u="none" strike="noStrike" cap="none" noProof="0" dirty="0">
                          <a:latin typeface="+mj-lt"/>
                        </a:rPr>
                        <a:t>OBSERVATIONS</a:t>
                      </a:r>
                      <a:endParaRPr lang="fr-FR" sz="1500" b="1" u="none" strike="noStrike" cap="none" noProof="0" dirty="0">
                        <a:latin typeface="+mj-lt"/>
                        <a:sym typeface="Times New Roman" panose="02020603050405020304"/>
                      </a:endParaRPr>
                    </a:p>
                    <a:p>
                      <a:pPr marL="0" marR="0" lvl="0" indent="0" algn="l" rtl="0">
                        <a:lnSpc>
                          <a:spcPct val="100000"/>
                        </a:lnSpc>
                        <a:spcBef>
                          <a:spcPts val="0"/>
                        </a:spcBef>
                        <a:spcAft>
                          <a:spcPts val="0"/>
                        </a:spcAft>
                        <a:buClr>
                          <a:schemeClr val="dk1"/>
                        </a:buClr>
                        <a:buSzPts val="1800"/>
                        <a:buFont typeface="Calibri" panose="020F0502020204030204"/>
                        <a:buNone/>
                      </a:pPr>
                      <a:endParaRPr lang="fr-FR" sz="1500" b="1" u="none" strike="noStrike" cap="none" noProof="0" dirty="0">
                        <a:latin typeface="+mj-lt"/>
                        <a:sym typeface="Times New Roman" panose="02020603050405020304"/>
                      </a:endParaRPr>
                    </a:p>
                  </a:txBody>
                  <a:tcPr marL="91451" marR="91451" marT="45725" marB="45725">
                    <a:solidFill>
                      <a:srgbClr val="92D050"/>
                    </a:solidFill>
                  </a:tcPr>
                </a:tc>
                <a:extLst>
                  <a:ext uri="{0D108BD9-81ED-4DB2-BD59-A6C34878D82A}">
                    <a16:rowId xmlns:a16="http://schemas.microsoft.com/office/drawing/2014/main" val="10000"/>
                  </a:ext>
                </a:extLst>
              </a:tr>
              <a:tr h="5574146">
                <a:tc>
                  <a:txBody>
                    <a:bodyPr/>
                    <a:lstStyle/>
                    <a:p>
                      <a:pPr marL="0" marR="0" lvl="0" indent="0" algn="l" rtl="0">
                        <a:lnSpc>
                          <a:spcPct val="100000"/>
                        </a:lnSpc>
                        <a:spcBef>
                          <a:spcPts val="0"/>
                        </a:spcBef>
                        <a:spcAft>
                          <a:spcPts val="0"/>
                        </a:spcAft>
                        <a:buClr>
                          <a:schemeClr val="dk1"/>
                        </a:buClr>
                        <a:buSzPts val="2000"/>
                        <a:buFont typeface="Calibri" panose="020F0502020204030204"/>
                        <a:buNone/>
                      </a:pPr>
                      <a:endParaRPr lang="fr-FR" sz="1600" u="none" strike="noStrike" cap="none" noProof="0" dirty="0">
                        <a:latin typeface="+mj-lt"/>
                      </a:endParaRPr>
                    </a:p>
                    <a:p>
                      <a:pPr marL="0" marR="0" lvl="0" indent="0" algn="l">
                        <a:lnSpc>
                          <a:spcPct val="100000"/>
                        </a:lnSpc>
                        <a:spcBef>
                          <a:spcPts val="0"/>
                        </a:spcBef>
                        <a:spcAft>
                          <a:spcPts val="0"/>
                        </a:spcAft>
                        <a:buSzPts val="2000"/>
                        <a:buFont typeface="Calibri" panose="020F0502020204030204"/>
                        <a:buNone/>
                      </a:pPr>
                      <a:endParaRPr lang="fr-FR" sz="1600" u="none" strike="noStrike" cap="none" noProof="0" dirty="0">
                        <a:latin typeface="+mj-lt"/>
                      </a:endParaRPr>
                    </a:p>
                    <a:p>
                      <a:pPr marL="0" marR="0" lvl="0" indent="0" algn="l">
                        <a:lnSpc>
                          <a:spcPct val="100000"/>
                        </a:lnSpc>
                        <a:spcBef>
                          <a:spcPts val="0"/>
                        </a:spcBef>
                        <a:spcAft>
                          <a:spcPts val="0"/>
                        </a:spcAft>
                        <a:buSzPts val="2000"/>
                        <a:buFont typeface="Calibri" panose="020F0502020204030204"/>
                        <a:buNone/>
                      </a:pPr>
                      <a:endParaRPr lang="fr-FR" sz="1600" u="none" strike="noStrike" cap="none" noProof="0" dirty="0">
                        <a:latin typeface="+mj-lt"/>
                      </a:endParaRPr>
                    </a:p>
                    <a:p>
                      <a:pPr marL="0" marR="0" lvl="0" indent="0" algn="l">
                        <a:lnSpc>
                          <a:spcPct val="100000"/>
                        </a:lnSpc>
                        <a:spcBef>
                          <a:spcPts val="0"/>
                        </a:spcBef>
                        <a:spcAft>
                          <a:spcPts val="0"/>
                        </a:spcAft>
                        <a:buSzPts val="2000"/>
                        <a:buFont typeface="Calibri" panose="020F0502020204030204"/>
                        <a:buNone/>
                      </a:pPr>
                      <a:endParaRPr lang="fr-FR" sz="1600" u="none" strike="noStrike" cap="none" noProof="0" dirty="0">
                        <a:latin typeface="+mj-lt"/>
                      </a:endParaRPr>
                    </a:p>
                    <a:p>
                      <a:pPr marL="0" marR="0" lvl="0" indent="0" algn="l">
                        <a:lnSpc>
                          <a:spcPct val="100000"/>
                        </a:lnSpc>
                        <a:spcBef>
                          <a:spcPts val="0"/>
                        </a:spcBef>
                        <a:spcAft>
                          <a:spcPts val="0"/>
                        </a:spcAft>
                        <a:buSzPts val="2000"/>
                        <a:buFont typeface="Calibri" panose="020F0502020204030204"/>
                        <a:buNone/>
                      </a:pPr>
                      <a:endParaRPr lang="fr-FR" sz="1600" u="none" strike="noStrike" cap="none" noProof="0" dirty="0">
                        <a:latin typeface="+mj-lt"/>
                      </a:endParaRPr>
                    </a:p>
                    <a:p>
                      <a:pPr marL="0" marR="0" lvl="0" indent="0" algn="l">
                        <a:lnSpc>
                          <a:spcPct val="100000"/>
                        </a:lnSpc>
                        <a:spcBef>
                          <a:spcPts val="0"/>
                        </a:spcBef>
                        <a:spcAft>
                          <a:spcPts val="0"/>
                        </a:spcAft>
                        <a:buSzPts val="2000"/>
                        <a:buFont typeface="Calibri" panose="020F0502020204030204"/>
                        <a:buNone/>
                      </a:pPr>
                      <a:endParaRPr lang="fr-FR" sz="1600" u="none" strike="noStrike" cap="none" noProof="0" dirty="0">
                        <a:latin typeface="+mj-lt"/>
                      </a:endParaRPr>
                    </a:p>
                    <a:p>
                      <a:pPr marL="0" marR="0" lvl="0" indent="0" algn="l">
                        <a:lnSpc>
                          <a:spcPct val="100000"/>
                        </a:lnSpc>
                        <a:spcBef>
                          <a:spcPts val="0"/>
                        </a:spcBef>
                        <a:spcAft>
                          <a:spcPts val="0"/>
                        </a:spcAft>
                        <a:buSzPts val="2000"/>
                        <a:buFont typeface="Calibri" panose="020F0502020204030204"/>
                        <a:buNone/>
                      </a:pPr>
                      <a:endParaRPr lang="fr-FR" sz="1600" u="none" strike="noStrike" cap="none" noProof="0" dirty="0">
                        <a:latin typeface="+mj-lt"/>
                      </a:endParaRPr>
                    </a:p>
                    <a:p>
                      <a:pPr marL="0" marR="0" lvl="0" indent="0" algn="l">
                        <a:lnSpc>
                          <a:spcPct val="100000"/>
                        </a:lnSpc>
                        <a:spcBef>
                          <a:spcPts val="0"/>
                        </a:spcBef>
                        <a:spcAft>
                          <a:spcPts val="0"/>
                        </a:spcAft>
                        <a:buSzPts val="2000"/>
                        <a:buFont typeface="Calibri" panose="020F0502020204030204"/>
                        <a:buNone/>
                      </a:pPr>
                      <a:endParaRPr lang="fr-FR" sz="1600" u="none" strike="noStrike" cap="none" noProof="0" dirty="0">
                        <a:latin typeface="+mj-lt"/>
                      </a:endParaRPr>
                    </a:p>
                    <a:p>
                      <a:pPr marL="0" marR="0" lvl="0" indent="0" algn="l">
                        <a:lnSpc>
                          <a:spcPct val="100000"/>
                        </a:lnSpc>
                        <a:spcBef>
                          <a:spcPts val="0"/>
                        </a:spcBef>
                        <a:spcAft>
                          <a:spcPts val="0"/>
                        </a:spcAft>
                        <a:buSzPts val="2000"/>
                        <a:buFont typeface="Calibri" panose="020F0502020204030204"/>
                        <a:buNone/>
                      </a:pPr>
                      <a:endParaRPr lang="fr-FR" sz="1600" u="none" strike="noStrike" cap="none" noProof="0" dirty="0">
                        <a:latin typeface="+mj-lt"/>
                      </a:endParaRPr>
                    </a:p>
                    <a:p>
                      <a:pPr marL="0" marR="0" lvl="0" indent="0" algn="l">
                        <a:lnSpc>
                          <a:spcPct val="100000"/>
                        </a:lnSpc>
                        <a:spcBef>
                          <a:spcPts val="0"/>
                        </a:spcBef>
                        <a:spcAft>
                          <a:spcPts val="0"/>
                        </a:spcAft>
                        <a:buSzPts val="2000"/>
                        <a:buFont typeface="Calibri" panose="020F0502020204030204"/>
                        <a:buNone/>
                      </a:pPr>
                      <a:r>
                        <a:rPr lang="fr-FR" sz="1600" u="none" strike="noStrike" cap="none" noProof="0" dirty="0">
                          <a:latin typeface="+mj-lt"/>
                          <a:sym typeface="Times New Roman" panose="02020603050405020304"/>
                        </a:rPr>
                        <a:t>4</a:t>
                      </a:r>
                      <a:endParaRPr lang="fr-FR" noProof="0" dirty="0">
                        <a:latin typeface="+mj-lt"/>
                        <a:sym typeface="Times New Roman" panose="02020603050405020304"/>
                      </a:endParaRPr>
                    </a:p>
                  </a:txBody>
                  <a:tcPr marL="91451" marR="91451" marT="45725" marB="45725"/>
                </a:tc>
                <a:tc>
                  <a:txBody>
                    <a:bodyPr/>
                    <a:lstStyle/>
                    <a:p>
                      <a:pPr marL="0" marR="0" lvl="0" indent="0" algn="l" rtl="0">
                        <a:lnSpc>
                          <a:spcPct val="100000"/>
                        </a:lnSpc>
                        <a:spcBef>
                          <a:spcPts val="0"/>
                        </a:spcBef>
                        <a:spcAft>
                          <a:spcPts val="0"/>
                        </a:spcAft>
                        <a:buClr>
                          <a:schemeClr val="dk1"/>
                        </a:buClr>
                        <a:buSzPts val="1800"/>
                        <a:buFont typeface="Calibri" panose="020F0502020204030204"/>
                        <a:buNone/>
                      </a:pPr>
                      <a:endParaRPr lang="fr-FR" sz="1600" noProof="0" dirty="0">
                        <a:solidFill>
                          <a:srgbClr val="000000"/>
                        </a:solidFill>
                        <a:latin typeface="+mj-lt"/>
                      </a:endParaRPr>
                    </a:p>
                    <a:p>
                      <a:pPr marL="0" marR="0" lvl="0" indent="0" algn="l">
                        <a:lnSpc>
                          <a:spcPct val="100000"/>
                        </a:lnSpc>
                        <a:spcBef>
                          <a:spcPts val="0"/>
                        </a:spcBef>
                        <a:spcAft>
                          <a:spcPts val="0"/>
                        </a:spcAft>
                        <a:buSzPts val="1800"/>
                        <a:buFont typeface="Calibri" panose="020F0502020204030204"/>
                        <a:buNone/>
                      </a:pPr>
                      <a:endParaRPr lang="fr-FR" sz="1600" noProof="0" dirty="0">
                        <a:solidFill>
                          <a:srgbClr val="000000"/>
                        </a:solidFill>
                        <a:latin typeface="+mj-lt"/>
                      </a:endParaRPr>
                    </a:p>
                    <a:p>
                      <a:pPr marL="0" marR="0" lvl="0" indent="0" algn="l">
                        <a:lnSpc>
                          <a:spcPct val="100000"/>
                        </a:lnSpc>
                        <a:spcBef>
                          <a:spcPts val="0"/>
                        </a:spcBef>
                        <a:spcAft>
                          <a:spcPts val="0"/>
                        </a:spcAft>
                        <a:buSzPts val="1800"/>
                        <a:buFont typeface="Calibri" panose="020F0502020204030204"/>
                        <a:buNone/>
                      </a:pPr>
                      <a:endParaRPr lang="fr-FR" sz="1600" noProof="0" dirty="0">
                        <a:solidFill>
                          <a:srgbClr val="000000"/>
                        </a:solidFill>
                        <a:latin typeface="+mj-lt"/>
                      </a:endParaRPr>
                    </a:p>
                    <a:p>
                      <a:pPr marL="0" marR="0" lvl="0" indent="0" algn="l">
                        <a:lnSpc>
                          <a:spcPct val="100000"/>
                        </a:lnSpc>
                        <a:spcBef>
                          <a:spcPts val="0"/>
                        </a:spcBef>
                        <a:spcAft>
                          <a:spcPts val="0"/>
                        </a:spcAft>
                        <a:buSzPts val="1800"/>
                        <a:buFont typeface="Calibri" panose="020F0502020204030204"/>
                        <a:buNone/>
                      </a:pPr>
                      <a:endParaRPr lang="fr-FR" sz="1600" noProof="0" dirty="0">
                        <a:solidFill>
                          <a:srgbClr val="000000"/>
                        </a:solidFill>
                        <a:latin typeface="+mj-lt"/>
                      </a:endParaRPr>
                    </a:p>
                    <a:p>
                      <a:pPr marL="0" marR="0" lvl="0" indent="0" algn="l">
                        <a:lnSpc>
                          <a:spcPct val="100000"/>
                        </a:lnSpc>
                        <a:spcBef>
                          <a:spcPts val="0"/>
                        </a:spcBef>
                        <a:spcAft>
                          <a:spcPts val="0"/>
                        </a:spcAft>
                        <a:buSzPts val="1800"/>
                        <a:buFont typeface="Calibri" panose="020F0502020204030204"/>
                        <a:buNone/>
                      </a:pPr>
                      <a:endParaRPr lang="fr-FR" sz="1600" noProof="0" dirty="0">
                        <a:solidFill>
                          <a:srgbClr val="000000"/>
                        </a:solidFill>
                        <a:latin typeface="+mj-lt"/>
                      </a:endParaRPr>
                    </a:p>
                    <a:p>
                      <a:pPr marL="0" marR="0" lvl="0" indent="0" algn="l">
                        <a:lnSpc>
                          <a:spcPct val="100000"/>
                        </a:lnSpc>
                        <a:spcBef>
                          <a:spcPts val="0"/>
                        </a:spcBef>
                        <a:spcAft>
                          <a:spcPts val="0"/>
                        </a:spcAft>
                        <a:buSzPts val="1800"/>
                        <a:buFont typeface="Calibri" panose="020F0502020204030204"/>
                        <a:buNone/>
                      </a:pPr>
                      <a:endParaRPr lang="fr-FR" sz="1600" noProof="0" dirty="0">
                        <a:solidFill>
                          <a:srgbClr val="000000"/>
                        </a:solidFill>
                        <a:latin typeface="+mj-lt"/>
                      </a:endParaRPr>
                    </a:p>
                    <a:p>
                      <a:pPr marL="0" marR="0" lvl="0" indent="0" algn="l">
                        <a:lnSpc>
                          <a:spcPct val="100000"/>
                        </a:lnSpc>
                        <a:spcBef>
                          <a:spcPts val="0"/>
                        </a:spcBef>
                        <a:spcAft>
                          <a:spcPts val="0"/>
                        </a:spcAft>
                        <a:buSzPts val="1800"/>
                        <a:buFont typeface="Calibri" panose="020F0502020204030204"/>
                        <a:buNone/>
                      </a:pPr>
                      <a:r>
                        <a:rPr lang="fr-FR" sz="1600" noProof="0" dirty="0">
                          <a:solidFill>
                            <a:srgbClr val="000000"/>
                          </a:solidFill>
                          <a:latin typeface="+mj-lt"/>
                          <a:sym typeface="+mn-ea"/>
                        </a:rPr>
                        <a:t>Appuyer les acteurs communautaires au niveau provincial pour renforcer la surveillance a base communautaire  des maladies à prévention vaccinale (MPV) et des MAPI​</a:t>
                      </a:r>
                      <a:endParaRPr lang="fr-FR" sz="1600" noProof="0" dirty="0">
                        <a:solidFill>
                          <a:srgbClr val="000000"/>
                        </a:solidFill>
                        <a:latin typeface="+mj-lt"/>
                      </a:endParaRPr>
                    </a:p>
                    <a:p>
                      <a:pPr marL="0" marR="0" lvl="0" indent="0" algn="l" rtl="0">
                        <a:lnSpc>
                          <a:spcPct val="100000"/>
                        </a:lnSpc>
                        <a:spcBef>
                          <a:spcPts val="0"/>
                        </a:spcBef>
                        <a:spcAft>
                          <a:spcPts val="0"/>
                        </a:spcAft>
                        <a:buClr>
                          <a:schemeClr val="dk1"/>
                        </a:buClr>
                        <a:buSzPts val="1800"/>
                        <a:buFont typeface="Calibri" panose="020F0502020204030204"/>
                        <a:buNone/>
                      </a:pPr>
                      <a:endParaRPr lang="fr-FR" sz="1600" u="none" strike="noStrike" cap="none" noProof="0" dirty="0">
                        <a:latin typeface="+mj-lt"/>
                        <a:sym typeface="Times New Roman" panose="02020603050405020304"/>
                      </a:endParaRPr>
                    </a:p>
                  </a:txBody>
                  <a:tcPr marL="91451" marR="91451" marT="45725" marB="45725"/>
                </a:tc>
                <a:tc>
                  <a:txBody>
                    <a:bodyPr/>
                    <a:lstStyle/>
                    <a:p>
                      <a:pPr algn="l" fontAlgn="ctr"/>
                      <a:r>
                        <a:rPr lang="fr-FR" sz="1600" noProof="0" dirty="0">
                          <a:solidFill>
                            <a:srgbClr val="000000"/>
                          </a:solidFill>
                          <a:latin typeface="+mj-lt"/>
                        </a:rPr>
                        <a:t>Nbre d'acteurs form</a:t>
                      </a:r>
                      <a:r>
                        <a:rPr lang="fr-FR" sz="1600" b="0" i="0" u="none" strike="noStrike" noProof="0" dirty="0">
                          <a:solidFill>
                            <a:srgbClr val="000000"/>
                          </a:solidFill>
                          <a:latin typeface="+mj-lt"/>
                        </a:rPr>
                        <a:t>é</a:t>
                      </a:r>
                      <a:r>
                        <a:rPr lang="fr-FR" sz="1600" noProof="0" dirty="0">
                          <a:solidFill>
                            <a:srgbClr val="000000"/>
                          </a:solidFill>
                          <a:latin typeface="+mj-lt"/>
                        </a:rPr>
                        <a:t>s</a:t>
                      </a:r>
                    </a:p>
                  </a:txBody>
                  <a:tcPr marL="10583" marR="10583" marT="10583" marB="0" anchor="ctr"/>
                </a:tc>
                <a:tc>
                  <a:txBody>
                    <a:bodyPr/>
                    <a:lstStyle/>
                    <a:p>
                      <a:pPr marL="0" marR="0" lvl="0" indent="0" algn="l" rtl="0" eaLnBrk="1" fontAlgn="ctr" latinLnBrk="0" hangingPunct="1">
                        <a:lnSpc>
                          <a:spcPct val="100000"/>
                        </a:lnSpc>
                        <a:spcBef>
                          <a:spcPts val="0"/>
                        </a:spcBef>
                        <a:spcAft>
                          <a:spcPts val="0"/>
                        </a:spcAft>
                        <a:buClr>
                          <a:srgbClr val="000000"/>
                        </a:buClr>
                        <a:buSzTx/>
                        <a:buFont typeface="Arial" panose="020B0604020202020204"/>
                        <a:buNone/>
                      </a:pPr>
                      <a:r>
                        <a:rPr lang="fr-FR" sz="1600" u="none" strike="noStrike" cap="none" noProof="0" dirty="0">
                          <a:solidFill>
                            <a:srgbClr val="000000"/>
                          </a:solidFill>
                          <a:latin typeface="+mj-lt"/>
                        </a:rPr>
                        <a:t>      Réalisée</a:t>
                      </a:r>
                    </a:p>
                    <a:p>
                      <a:pPr algn="l" fontAlgn="ctr"/>
                      <a:endParaRPr lang="fr-FR" sz="1600" noProof="0" dirty="0">
                        <a:solidFill>
                          <a:srgbClr val="FF0000"/>
                        </a:solidFill>
                        <a:latin typeface="+mj-lt"/>
                      </a:endParaRPr>
                    </a:p>
                  </a:txBody>
                  <a:tcPr marL="10583" marR="10583" marT="10583" marB="0" anchor="ctr">
                    <a:solidFill>
                      <a:srgbClr val="00B050"/>
                    </a:solidFill>
                  </a:tcPr>
                </a:tc>
                <a:tc>
                  <a:txBody>
                    <a:bodyPr/>
                    <a:lstStyle/>
                    <a:p>
                      <a:pPr marL="285750" marR="0" lvl="0" indent="-285750" algn="l">
                        <a:lnSpc>
                          <a:spcPct val="100000"/>
                        </a:lnSpc>
                        <a:spcBef>
                          <a:spcPts val="0"/>
                        </a:spcBef>
                        <a:spcAft>
                          <a:spcPts val="0"/>
                        </a:spcAft>
                        <a:buFont typeface="Arial"/>
                        <a:buChar char="•"/>
                      </a:pPr>
                      <a:r>
                        <a:rPr lang="fr-FR" sz="1500" b="0" i="0" u="none" strike="noStrike" cap="none" noProof="0" dirty="0">
                          <a:solidFill>
                            <a:schemeClr val="tx1"/>
                          </a:solidFill>
                          <a:latin typeface="+mj-lt"/>
                        </a:rPr>
                        <a:t>125 membres des </a:t>
                      </a:r>
                      <a:r>
                        <a:rPr lang="fr-FR" sz="1500" b="0" i="0" u="none" strike="noStrike" cap="none" noProof="0" dirty="0" err="1">
                          <a:solidFill>
                            <a:schemeClr val="tx1"/>
                          </a:solidFill>
                          <a:latin typeface="+mj-lt"/>
                        </a:rPr>
                        <a:t>Task</a:t>
                      </a:r>
                      <a:r>
                        <a:rPr lang="fr-FR" sz="1500" b="0" i="0" u="none" strike="noStrike" cap="none" noProof="0" dirty="0">
                          <a:solidFill>
                            <a:schemeClr val="tx1"/>
                          </a:solidFill>
                          <a:latin typeface="+mj-lt"/>
                        </a:rPr>
                        <a:t> force communication provinciales et 185 animateurs communautaires des zones de sant</a:t>
                      </a:r>
                      <a:r>
                        <a:rPr lang="fr-FR" sz="1600" b="0" i="0" u="none" strike="noStrike" cap="none" noProof="0" dirty="0">
                          <a:solidFill>
                            <a:srgbClr val="000000"/>
                          </a:solidFill>
                          <a:latin typeface="+mj-lt"/>
                        </a:rPr>
                        <a:t>é</a:t>
                      </a:r>
                    </a:p>
                    <a:p>
                      <a:pPr marL="0" marR="0" lvl="0" indent="0" algn="l">
                        <a:lnSpc>
                          <a:spcPct val="100000"/>
                        </a:lnSpc>
                        <a:spcBef>
                          <a:spcPts val="0"/>
                        </a:spcBef>
                        <a:spcAft>
                          <a:spcPts val="0"/>
                        </a:spcAft>
                        <a:buNone/>
                      </a:pPr>
                      <a:endParaRPr lang="fr-FR" sz="1600" b="0" i="0" u="none" strike="noStrike" cap="none" noProof="0" dirty="0">
                        <a:solidFill>
                          <a:srgbClr val="000000"/>
                        </a:solidFill>
                        <a:latin typeface="+mj-lt"/>
                      </a:endParaRPr>
                    </a:p>
                    <a:p>
                      <a:pPr marL="285750" marR="0" lvl="0" indent="-285750" algn="l">
                        <a:lnSpc>
                          <a:spcPct val="100000"/>
                        </a:lnSpc>
                        <a:spcBef>
                          <a:spcPts val="0"/>
                        </a:spcBef>
                        <a:spcAft>
                          <a:spcPts val="0"/>
                        </a:spcAft>
                        <a:buFont typeface="Arial"/>
                        <a:buChar char="•"/>
                      </a:pPr>
                      <a:r>
                        <a:rPr lang="fr-FR" sz="1600" b="0" i="0" u="none" strike="noStrike" cap="none" noProof="0" dirty="0">
                          <a:solidFill>
                            <a:srgbClr val="000000"/>
                          </a:solidFill>
                          <a:latin typeface="+mj-lt"/>
                        </a:rPr>
                        <a:t>Plus de 7000 jeunes formes aux messages VAP et engages dans des </a:t>
                      </a:r>
                      <a:r>
                        <a:rPr lang="fr-FR" sz="1600" b="0" i="0" u="none" strike="noStrike" cap="none" noProof="0" dirty="0" err="1">
                          <a:solidFill>
                            <a:srgbClr val="000000"/>
                          </a:solidFill>
                          <a:latin typeface="+mj-lt"/>
                        </a:rPr>
                        <a:t>activites</a:t>
                      </a:r>
                      <a:r>
                        <a:rPr lang="fr-FR" sz="1600" b="0" i="0" u="none" strike="noStrike" cap="none" noProof="0" dirty="0">
                          <a:solidFill>
                            <a:srgbClr val="000000"/>
                          </a:solidFill>
                          <a:latin typeface="+mj-lt"/>
                        </a:rPr>
                        <a:t> de mobilisation sociale et gestion des rumeurs</a:t>
                      </a:r>
                    </a:p>
                    <a:p>
                      <a:pPr marL="285750" marR="0" lvl="0" indent="-285750" algn="l">
                        <a:lnSpc>
                          <a:spcPct val="100000"/>
                        </a:lnSpc>
                        <a:spcBef>
                          <a:spcPts val="0"/>
                        </a:spcBef>
                        <a:spcAft>
                          <a:spcPts val="0"/>
                        </a:spcAft>
                        <a:buFont typeface="Arial"/>
                        <a:buChar char="•"/>
                      </a:pPr>
                      <a:r>
                        <a:rPr lang="fr-FR" sz="1400" b="0" i="1" u="none" strike="noStrike" cap="none" noProof="0" dirty="0">
                          <a:solidFill>
                            <a:srgbClr val="374050"/>
                          </a:solidFill>
                          <a:latin typeface="+mj-lt"/>
                        </a:rPr>
                        <a:t>L'amélioration des systèmes de gestion des MAPI (28%)</a:t>
                      </a:r>
                    </a:p>
                    <a:p>
                      <a:pPr marL="285750" marR="0" lvl="0" indent="-285750" algn="l">
                        <a:lnSpc>
                          <a:spcPct val="100000"/>
                        </a:lnSpc>
                        <a:spcBef>
                          <a:spcPts val="0"/>
                        </a:spcBef>
                        <a:spcAft>
                          <a:spcPts val="0"/>
                        </a:spcAft>
                        <a:buFont typeface="Arial"/>
                        <a:buChar char="•"/>
                      </a:pPr>
                      <a:endParaRPr lang="fr-FR" sz="1400" b="0" i="1" u="none" strike="noStrike" cap="none" noProof="0" dirty="0">
                        <a:solidFill>
                          <a:srgbClr val="374050"/>
                        </a:solidFill>
                        <a:latin typeface="+mj-lt"/>
                      </a:endParaRPr>
                    </a:p>
                  </a:txBody>
                  <a:tcPr marL="91451" marR="91451" marT="45725" marB="45725"/>
                </a:tc>
                <a:tc>
                  <a:txBody>
                    <a:bodyPr/>
                    <a:lstStyle/>
                    <a:p>
                      <a:pPr marL="0" marR="0" lvl="0" indent="0" algn="l">
                        <a:lnSpc>
                          <a:spcPct val="100000"/>
                        </a:lnSpc>
                        <a:spcBef>
                          <a:spcPts val="0"/>
                        </a:spcBef>
                        <a:spcAft>
                          <a:spcPts val="0"/>
                        </a:spcAft>
                        <a:buClr>
                          <a:srgbClr val="000000"/>
                        </a:buClr>
                        <a:buNone/>
                      </a:pPr>
                      <a:r>
                        <a:rPr lang="fr-FR" sz="1500" b="0" i="0" u="none" strike="noStrike" cap="none" noProof="0" dirty="0">
                          <a:solidFill>
                            <a:schemeClr val="tx1"/>
                          </a:solidFill>
                          <a:latin typeface="+mj-lt"/>
                          <a:ea typeface="+mn-ea"/>
                          <a:cs typeface="+mn-cs"/>
                        </a:rPr>
                        <a:t>125</a:t>
                      </a:r>
                      <a:r>
                        <a:rPr lang="fr-FR" sz="1500" b="0" i="0" u="none" strike="noStrike" cap="none" noProof="0" dirty="0">
                          <a:solidFill>
                            <a:schemeClr val="tx1"/>
                          </a:solidFill>
                          <a:latin typeface="+mj-lt"/>
                          <a:ea typeface="+mn-ea"/>
                          <a:cs typeface="+mn-cs"/>
                          <a:sym typeface="Arial" panose="020B0604020202020204"/>
                        </a:rPr>
                        <a:t> membres des </a:t>
                      </a:r>
                      <a:r>
                        <a:rPr lang="fr-FR" sz="1500" b="0" i="0" u="none" strike="noStrike" cap="none" noProof="0" dirty="0" err="1">
                          <a:solidFill>
                            <a:schemeClr val="tx1"/>
                          </a:solidFill>
                          <a:latin typeface="+mj-lt"/>
                          <a:ea typeface="+mn-ea"/>
                          <a:cs typeface="+mn-cs"/>
                          <a:sym typeface="Arial" panose="020B0604020202020204"/>
                        </a:rPr>
                        <a:t>Task</a:t>
                      </a:r>
                      <a:r>
                        <a:rPr lang="fr-FR" sz="1500" b="0" i="0" u="none" strike="noStrike" cap="none" noProof="0" dirty="0">
                          <a:solidFill>
                            <a:schemeClr val="tx1"/>
                          </a:solidFill>
                          <a:latin typeface="+mj-lt"/>
                          <a:ea typeface="+mn-ea"/>
                          <a:cs typeface="+mn-cs"/>
                          <a:sym typeface="Arial" panose="020B0604020202020204"/>
                        </a:rPr>
                        <a:t> force communication provinciales et 185 animateurs communautaires des zones de </a:t>
                      </a:r>
                      <a:r>
                        <a:rPr lang="fr-FR" sz="1500" b="0" i="0" u="none" strike="noStrike" cap="none" noProof="0" dirty="0">
                          <a:solidFill>
                            <a:schemeClr val="tx1"/>
                          </a:solidFill>
                          <a:latin typeface="+mj-lt"/>
                          <a:ea typeface="+mn-ea"/>
                          <a:cs typeface="+mn-cs"/>
                        </a:rPr>
                        <a:t>sant</a:t>
                      </a:r>
                      <a:r>
                        <a:rPr lang="fr-FR" sz="1600" b="0" i="0" u="none" strike="noStrike" cap="none" noProof="0" dirty="0">
                          <a:solidFill>
                            <a:srgbClr val="000000"/>
                          </a:solidFill>
                          <a:latin typeface="+mj-lt"/>
                        </a:rPr>
                        <a:t>é</a:t>
                      </a:r>
                      <a:r>
                        <a:rPr lang="fr-FR" sz="1500" b="0" i="0" u="none" strike="noStrike" cap="none" noProof="0" dirty="0">
                          <a:solidFill>
                            <a:schemeClr val="tx1"/>
                          </a:solidFill>
                          <a:latin typeface="+mj-lt"/>
                          <a:ea typeface="+mn-ea"/>
                          <a:cs typeface="+mn-cs"/>
                        </a:rPr>
                        <a:t> </a:t>
                      </a:r>
                      <a:endParaRPr lang="fr-FR" sz="1500" b="0" i="0" u="none" strike="noStrike" cap="none" noProof="0" dirty="0">
                        <a:solidFill>
                          <a:schemeClr val="tx1"/>
                        </a:solidFill>
                        <a:latin typeface="+mj-lt"/>
                        <a:ea typeface="+mn-ea"/>
                        <a:cs typeface="+mn-cs"/>
                        <a:sym typeface="Arial" panose="020B0604020202020204"/>
                      </a:endParaRPr>
                    </a:p>
                    <a:p>
                      <a:pPr marL="0" marR="0" lvl="0" indent="0" algn="l">
                        <a:lnSpc>
                          <a:spcPct val="100000"/>
                        </a:lnSpc>
                        <a:spcBef>
                          <a:spcPts val="0"/>
                        </a:spcBef>
                        <a:spcAft>
                          <a:spcPts val="0"/>
                        </a:spcAft>
                        <a:buNone/>
                      </a:pPr>
                      <a:endParaRPr lang="fr-FR" sz="1500" b="0" i="0" u="none" strike="noStrike" cap="none" noProof="0" dirty="0">
                        <a:solidFill>
                          <a:schemeClr val="tx1"/>
                        </a:solidFill>
                        <a:latin typeface="+mj-lt"/>
                        <a:ea typeface="+mn-ea"/>
                        <a:cs typeface="+mn-cs"/>
                      </a:endParaRPr>
                    </a:p>
                    <a:p>
                      <a:pPr marL="0" marR="0" lvl="0" indent="0" algn="l">
                        <a:lnSpc>
                          <a:spcPct val="100000"/>
                        </a:lnSpc>
                        <a:spcBef>
                          <a:spcPts val="0"/>
                        </a:spcBef>
                        <a:spcAft>
                          <a:spcPts val="0"/>
                        </a:spcAft>
                        <a:buNone/>
                      </a:pPr>
                      <a:endParaRPr lang="fr-FR" sz="1500" b="0" i="0" u="none" strike="noStrike" cap="none" noProof="0" dirty="0">
                        <a:solidFill>
                          <a:schemeClr val="tx1"/>
                        </a:solidFill>
                        <a:latin typeface="+mj-lt"/>
                        <a:ea typeface="+mn-ea"/>
                        <a:cs typeface="+mn-cs"/>
                      </a:endParaRPr>
                    </a:p>
                    <a:p>
                      <a:pPr marL="0" marR="0" lvl="0" indent="0" algn="l">
                        <a:lnSpc>
                          <a:spcPct val="100000"/>
                        </a:lnSpc>
                        <a:spcBef>
                          <a:spcPts val="0"/>
                        </a:spcBef>
                        <a:spcAft>
                          <a:spcPts val="0"/>
                        </a:spcAft>
                        <a:buNone/>
                      </a:pPr>
                      <a:r>
                        <a:rPr lang="fr-FR" sz="1500" b="0" i="0" u="none" strike="noStrike" cap="none" noProof="0" dirty="0">
                          <a:solidFill>
                            <a:schemeClr val="tx1"/>
                          </a:solidFill>
                          <a:latin typeface="+mj-lt"/>
                          <a:ea typeface="+mn-ea"/>
                          <a:cs typeface="+mn-cs"/>
                        </a:rPr>
                        <a:t>Coordination DPS/Antennes en partenariat avec PATH et UNICEF</a:t>
                      </a:r>
                    </a:p>
                    <a:p>
                      <a:pPr marL="0" marR="0" lvl="0" indent="0" algn="l">
                        <a:lnSpc>
                          <a:spcPct val="100000"/>
                        </a:lnSpc>
                        <a:spcBef>
                          <a:spcPts val="0"/>
                        </a:spcBef>
                        <a:spcAft>
                          <a:spcPts val="0"/>
                        </a:spcAft>
                        <a:buClr>
                          <a:srgbClr val="000000"/>
                        </a:buClr>
                        <a:buSzPts val="1400"/>
                        <a:buNone/>
                      </a:pPr>
                      <a:endParaRPr lang="fr-FR" sz="1500" u="none" strike="noStrike" cap="none" noProof="0" dirty="0">
                        <a:solidFill>
                          <a:srgbClr val="FF0000"/>
                        </a:solidFill>
                        <a:latin typeface="+mj-lt"/>
                      </a:endParaRPr>
                    </a:p>
                    <a:p>
                      <a:pPr marL="0" marR="0" lvl="0" indent="0" algn="l">
                        <a:lnSpc>
                          <a:spcPct val="100000"/>
                        </a:lnSpc>
                        <a:spcBef>
                          <a:spcPts val="0"/>
                        </a:spcBef>
                        <a:spcAft>
                          <a:spcPts val="0"/>
                        </a:spcAft>
                        <a:buClr>
                          <a:srgbClr val="000000"/>
                        </a:buClr>
                        <a:buSzPts val="1400"/>
                        <a:buNone/>
                      </a:pPr>
                      <a:endParaRPr lang="fr-FR" sz="1500" u="none" strike="noStrike" cap="none" noProof="0" dirty="0">
                        <a:solidFill>
                          <a:srgbClr val="FF0000"/>
                        </a:solidFill>
                        <a:latin typeface="+mj-lt"/>
                      </a:endParaRPr>
                    </a:p>
                  </a:txBody>
                  <a:tcPr marL="91451" marR="91451" marT="45725" marB="45725"/>
                </a:tc>
                <a:extLst>
                  <a:ext uri="{0D108BD9-81ED-4DB2-BD59-A6C34878D82A}">
                    <a16:rowId xmlns:a16="http://schemas.microsoft.com/office/drawing/2014/main" val="10002"/>
                  </a:ext>
                </a:extLst>
              </a:tr>
            </a:tbl>
          </a:graphicData>
        </a:graphic>
      </p:graphicFrame>
      <p:sp>
        <p:nvSpPr>
          <p:cNvPr id="5" name="Google Shape;186;p6">
            <a:extLst>
              <a:ext uri="{FF2B5EF4-FFF2-40B4-BE49-F238E27FC236}">
                <a16:creationId xmlns:a16="http://schemas.microsoft.com/office/drawing/2014/main" id="{2E12AE13-E3AA-6EC0-530E-6DB1E5B99CC5}"/>
              </a:ext>
            </a:extLst>
          </p:cNvPr>
          <p:cNvSpPr txBox="1">
            <a:spLocks/>
          </p:cNvSpPr>
          <p:nvPr/>
        </p:nvSpPr>
        <p:spPr>
          <a:xfrm>
            <a:off x="48381" y="9907"/>
            <a:ext cx="12143619" cy="630766"/>
          </a:xfrm>
          <a:prstGeom prst="rect">
            <a:avLst/>
          </a:prstGeom>
          <a:solidFill>
            <a:schemeClr val="accent1">
              <a:lumMod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defTabSz="914400"/>
            <a:r>
              <a:rPr lang="fr-FR" sz="2800" b="1" kern="0" noProof="0" dirty="0">
                <a:solidFill>
                  <a:schemeClr val="bg1"/>
                </a:solidFill>
                <a:ea typeface="Times New Roman" panose="02020603050405020304"/>
              </a:rPr>
              <a:t>3. Evaluation activités Génération Demande 2025 : MOSO( 4/10) </a:t>
            </a:r>
            <a:endParaRPr lang="fr-FR" sz="2800" kern="0" noProof="0" dirty="0">
              <a:solidFill>
                <a:schemeClr val="bg1"/>
              </a:solidFill>
              <a:latin typeface="Times New Roman" panose="02020603050405020304"/>
              <a:ea typeface="Times New Roman" panose="02020603050405020304"/>
              <a:cs typeface="Times New Roman" panose="02020603050405020304"/>
            </a:endParaRPr>
          </a:p>
        </p:txBody>
      </p:sp>
    </p:spTree>
    <p:extLst>
      <p:ext uri="{BB962C8B-B14F-4D97-AF65-F5344CB8AC3E}">
        <p14:creationId xmlns:p14="http://schemas.microsoft.com/office/powerpoint/2010/main" val="656626699"/>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graphicFrame>
        <p:nvGraphicFramePr>
          <p:cNvPr id="193" name="Google Shape;193;p7"/>
          <p:cNvGraphicFramePr/>
          <p:nvPr>
            <p:custDataLst>
              <p:tags r:id="rId1"/>
            </p:custDataLst>
            <p:extLst>
              <p:ext uri="{D42A27DB-BD31-4B8C-83A1-F6EECF244321}">
                <p14:modId xmlns:p14="http://schemas.microsoft.com/office/powerpoint/2010/main" val="1796591120"/>
              </p:ext>
            </p:extLst>
          </p:nvPr>
        </p:nvGraphicFramePr>
        <p:xfrm>
          <a:off x="46358" y="669526"/>
          <a:ext cx="11957353" cy="6054611"/>
        </p:xfrm>
        <a:graphic>
          <a:graphicData uri="http://schemas.openxmlformats.org/drawingml/2006/table">
            <a:tbl>
              <a:tblPr>
                <a:noFill/>
              </a:tblPr>
              <a:tblGrid>
                <a:gridCol w="413986">
                  <a:extLst>
                    <a:ext uri="{9D8B030D-6E8A-4147-A177-3AD203B41FA5}">
                      <a16:colId xmlns:a16="http://schemas.microsoft.com/office/drawing/2014/main" val="20000"/>
                    </a:ext>
                  </a:extLst>
                </a:gridCol>
                <a:gridCol w="2975795">
                  <a:extLst>
                    <a:ext uri="{9D8B030D-6E8A-4147-A177-3AD203B41FA5}">
                      <a16:colId xmlns:a16="http://schemas.microsoft.com/office/drawing/2014/main" val="20001"/>
                    </a:ext>
                  </a:extLst>
                </a:gridCol>
                <a:gridCol w="1535372">
                  <a:extLst>
                    <a:ext uri="{9D8B030D-6E8A-4147-A177-3AD203B41FA5}">
                      <a16:colId xmlns:a16="http://schemas.microsoft.com/office/drawing/2014/main" val="20002"/>
                    </a:ext>
                  </a:extLst>
                </a:gridCol>
                <a:gridCol w="1654790">
                  <a:extLst>
                    <a:ext uri="{9D8B030D-6E8A-4147-A177-3AD203B41FA5}">
                      <a16:colId xmlns:a16="http://schemas.microsoft.com/office/drawing/2014/main" val="20003"/>
                    </a:ext>
                  </a:extLst>
                </a:gridCol>
                <a:gridCol w="2040245">
                  <a:extLst>
                    <a:ext uri="{9D8B030D-6E8A-4147-A177-3AD203B41FA5}">
                      <a16:colId xmlns:a16="http://schemas.microsoft.com/office/drawing/2014/main" val="20004"/>
                    </a:ext>
                  </a:extLst>
                </a:gridCol>
                <a:gridCol w="3337165">
                  <a:extLst>
                    <a:ext uri="{9D8B030D-6E8A-4147-A177-3AD203B41FA5}">
                      <a16:colId xmlns:a16="http://schemas.microsoft.com/office/drawing/2014/main" val="20005"/>
                    </a:ext>
                  </a:extLst>
                </a:gridCol>
              </a:tblGrid>
              <a:tr h="512809">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fr-FR" sz="1600" b="1" u="none" strike="noStrike" cap="none" noProof="0" dirty="0">
                          <a:latin typeface="Arial"/>
                          <a:ea typeface="Times New Roman" panose="02020603050405020304"/>
                          <a:cs typeface="Times New Roman" panose="02020603050405020304"/>
                          <a:sym typeface="Times New Roman" panose="02020603050405020304"/>
                        </a:rPr>
                        <a:t>N°</a:t>
                      </a:r>
                    </a:p>
                  </a:txBody>
                  <a:tcPr marL="91451" marR="91451" marT="45725" marB="45725">
                    <a:solidFill>
                      <a:srgbClr val="92D050"/>
                    </a:solidFill>
                  </a:tcPr>
                </a:tc>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fr-FR" sz="1600" b="1" u="none" strike="noStrike" cap="none" noProof="0" dirty="0">
                          <a:latin typeface="Arial"/>
                          <a:ea typeface="Times New Roman" panose="02020603050405020304"/>
                          <a:cs typeface="Times New Roman" panose="02020603050405020304"/>
                          <a:sym typeface="Times New Roman" panose="02020603050405020304"/>
                        </a:rPr>
                        <a:t>ACTIVITES</a:t>
                      </a:r>
                    </a:p>
                  </a:txBody>
                  <a:tcPr marL="91451" marR="91451" marT="45725" marB="45725">
                    <a:solidFill>
                      <a:srgbClr val="92D050"/>
                    </a:solidFill>
                  </a:tcPr>
                </a:tc>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fr-FR" sz="1600" b="1" u="none" strike="noStrike" cap="none" noProof="0" dirty="0">
                          <a:latin typeface="Arial"/>
                          <a:ea typeface="Times New Roman" panose="02020603050405020304"/>
                          <a:cs typeface="Times New Roman" panose="02020603050405020304"/>
                          <a:sym typeface="Times New Roman" panose="02020603050405020304"/>
                        </a:rPr>
                        <a:t>INDICATEURS</a:t>
                      </a:r>
                    </a:p>
                  </a:txBody>
                  <a:tcPr marL="91451" marR="91451" marT="45725" marB="45725">
                    <a:solidFill>
                      <a:srgbClr val="92D050"/>
                    </a:solidFill>
                  </a:tcPr>
                </a:tc>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fr-FR" sz="1600" b="1" u="none" strike="noStrike" cap="none" noProof="0" dirty="0">
                          <a:latin typeface="Arial"/>
                          <a:ea typeface="Times New Roman" panose="02020603050405020304"/>
                          <a:cs typeface="Times New Roman" panose="02020603050405020304"/>
                          <a:sym typeface="Times New Roman" panose="02020603050405020304"/>
                        </a:rPr>
                        <a:t>NIVEAU REALISATION </a:t>
                      </a:r>
                    </a:p>
                  </a:txBody>
                  <a:tcPr marL="91451" marR="91451" marT="45725" marB="45725">
                    <a:solidFill>
                      <a:srgbClr val="92D050"/>
                    </a:solidFill>
                  </a:tcPr>
                </a:tc>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fr-FR" sz="1600" b="1" u="none" strike="noStrike" cap="none" noProof="0" dirty="0">
                          <a:latin typeface="Arial"/>
                          <a:ea typeface="Times New Roman" panose="02020603050405020304"/>
                          <a:cs typeface="Times New Roman" panose="02020603050405020304"/>
                          <a:sym typeface="Times New Roman" panose="02020603050405020304"/>
                        </a:rPr>
                        <a:t>RESULTATS OBTENUS</a:t>
                      </a:r>
                    </a:p>
                  </a:txBody>
                  <a:tcPr marL="91451" marR="91451" marT="45725" marB="45725">
                    <a:solidFill>
                      <a:srgbClr val="92D050"/>
                    </a:solidFill>
                  </a:tcPr>
                </a:tc>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fr-FR" sz="1600" b="1" u="none" strike="noStrike" cap="none" noProof="0" dirty="0">
                          <a:latin typeface="Arial"/>
                          <a:ea typeface="Times New Roman" panose="02020603050405020304"/>
                          <a:cs typeface="Times New Roman" panose="02020603050405020304"/>
                        </a:rPr>
                        <a:t>OBSERVATIONS</a:t>
                      </a:r>
                      <a:endParaRPr lang="fr-FR" sz="1600" b="1" u="none" strike="noStrike" cap="none" noProof="0" dirty="0">
                        <a:latin typeface="Arial"/>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800"/>
                        <a:buFont typeface="Calibri" panose="020F0502020204030204"/>
                        <a:buNone/>
                      </a:pPr>
                      <a:endParaRPr lang="fr-FR" sz="1600" b="1" u="none" strike="noStrike" cap="none" noProof="0" dirty="0">
                        <a:latin typeface="Arial"/>
                        <a:ea typeface="Times New Roman" panose="02020603050405020304"/>
                        <a:cs typeface="Times New Roman" panose="02020603050405020304"/>
                        <a:sym typeface="Times New Roman" panose="02020603050405020304"/>
                      </a:endParaRPr>
                    </a:p>
                  </a:txBody>
                  <a:tcPr marL="91451" marR="91451" marT="45725" marB="45725">
                    <a:solidFill>
                      <a:srgbClr val="92D050"/>
                    </a:solidFill>
                  </a:tcPr>
                </a:tc>
                <a:extLst>
                  <a:ext uri="{0D108BD9-81ED-4DB2-BD59-A6C34878D82A}">
                    <a16:rowId xmlns:a16="http://schemas.microsoft.com/office/drawing/2014/main" val="10000"/>
                  </a:ext>
                </a:extLst>
              </a:tr>
              <a:tr h="5475481">
                <a:tc>
                  <a:txBody>
                    <a:bodyPr/>
                    <a:lstStyle/>
                    <a:p>
                      <a:pPr marL="0" marR="0" lvl="0" indent="0" algn="l" rtl="0">
                        <a:lnSpc>
                          <a:spcPct val="100000"/>
                        </a:lnSpc>
                        <a:spcBef>
                          <a:spcPts val="0"/>
                        </a:spcBef>
                        <a:spcAft>
                          <a:spcPts val="0"/>
                        </a:spcAft>
                        <a:buClr>
                          <a:schemeClr val="dk1"/>
                        </a:buClr>
                        <a:buSzPts val="1800"/>
                        <a:buFont typeface="Calibri" panose="020F0502020204030204"/>
                        <a:buNone/>
                      </a:pPr>
                      <a:endParaRPr lang="fr-FR" sz="1600" u="none" strike="noStrike" cap="none" noProof="0" dirty="0">
                        <a:latin typeface="Arial"/>
                        <a:ea typeface="Times New Roman" panose="02020603050405020304"/>
                        <a:cs typeface="Times New Roman"/>
                      </a:endParaRPr>
                    </a:p>
                    <a:p>
                      <a:pPr marL="0" marR="0" lvl="0" indent="0" algn="l">
                        <a:lnSpc>
                          <a:spcPct val="100000"/>
                        </a:lnSpc>
                        <a:spcBef>
                          <a:spcPts val="0"/>
                        </a:spcBef>
                        <a:spcAft>
                          <a:spcPts val="0"/>
                        </a:spcAft>
                        <a:buSzPts val="1800"/>
                        <a:buFont typeface="Calibri" panose="020F0502020204030204"/>
                        <a:buNone/>
                      </a:pPr>
                      <a:endParaRPr lang="fr-FR" sz="1600" u="none" strike="noStrike" cap="none" noProof="0" dirty="0">
                        <a:latin typeface="Arial"/>
                        <a:ea typeface="Times New Roman" panose="02020603050405020304"/>
                        <a:cs typeface="Times New Roman"/>
                      </a:endParaRPr>
                    </a:p>
                    <a:p>
                      <a:pPr marL="0" marR="0" lvl="0" indent="0" algn="l">
                        <a:lnSpc>
                          <a:spcPct val="100000"/>
                        </a:lnSpc>
                        <a:spcBef>
                          <a:spcPts val="0"/>
                        </a:spcBef>
                        <a:spcAft>
                          <a:spcPts val="0"/>
                        </a:spcAft>
                        <a:buSzPts val="1800"/>
                        <a:buFont typeface="Calibri" panose="020F0502020204030204"/>
                        <a:buNone/>
                      </a:pPr>
                      <a:endParaRPr lang="fr-FR" sz="1600" u="none" strike="noStrike" cap="none" noProof="0" dirty="0">
                        <a:latin typeface="Arial"/>
                        <a:ea typeface="Times New Roman" panose="02020603050405020304"/>
                        <a:cs typeface="Times New Roman"/>
                      </a:endParaRPr>
                    </a:p>
                    <a:p>
                      <a:pPr marL="0" marR="0" lvl="0" indent="0" algn="l">
                        <a:lnSpc>
                          <a:spcPct val="100000"/>
                        </a:lnSpc>
                        <a:spcBef>
                          <a:spcPts val="0"/>
                        </a:spcBef>
                        <a:spcAft>
                          <a:spcPts val="0"/>
                        </a:spcAft>
                        <a:buSzPts val="1800"/>
                        <a:buFont typeface="Calibri" panose="020F0502020204030204"/>
                        <a:buNone/>
                      </a:pPr>
                      <a:endParaRPr lang="fr-FR" sz="1600" u="none" strike="noStrike" cap="none" noProof="0" dirty="0">
                        <a:latin typeface="Arial"/>
                        <a:ea typeface="Times New Roman" panose="02020603050405020304"/>
                        <a:cs typeface="Times New Roman"/>
                      </a:endParaRPr>
                    </a:p>
                    <a:p>
                      <a:pPr marL="0" marR="0" lvl="0" indent="0" algn="l">
                        <a:lnSpc>
                          <a:spcPct val="100000"/>
                        </a:lnSpc>
                        <a:spcBef>
                          <a:spcPts val="0"/>
                        </a:spcBef>
                        <a:spcAft>
                          <a:spcPts val="0"/>
                        </a:spcAft>
                        <a:buSzPts val="1800"/>
                        <a:buFont typeface="Calibri" panose="020F0502020204030204"/>
                        <a:buNone/>
                      </a:pPr>
                      <a:endParaRPr lang="fr-FR" sz="1600" u="none" strike="noStrike" cap="none" noProof="0" dirty="0">
                        <a:latin typeface="Arial"/>
                        <a:ea typeface="Times New Roman" panose="02020603050405020304"/>
                        <a:cs typeface="Times New Roman"/>
                      </a:endParaRPr>
                    </a:p>
                    <a:p>
                      <a:pPr marL="0" marR="0" lvl="0" indent="0" algn="l">
                        <a:lnSpc>
                          <a:spcPct val="100000"/>
                        </a:lnSpc>
                        <a:spcBef>
                          <a:spcPts val="0"/>
                        </a:spcBef>
                        <a:spcAft>
                          <a:spcPts val="0"/>
                        </a:spcAft>
                        <a:buSzPts val="1800"/>
                        <a:buFont typeface="Calibri" panose="020F0502020204030204"/>
                        <a:buNone/>
                      </a:pPr>
                      <a:endParaRPr lang="fr-FR" sz="1600" u="none" strike="noStrike" cap="none" noProof="0" dirty="0">
                        <a:latin typeface="Arial"/>
                        <a:ea typeface="Times New Roman" panose="02020603050405020304"/>
                        <a:cs typeface="Times New Roman"/>
                      </a:endParaRPr>
                    </a:p>
                    <a:p>
                      <a:pPr marL="0" marR="0" lvl="0" indent="0" algn="l">
                        <a:lnSpc>
                          <a:spcPct val="100000"/>
                        </a:lnSpc>
                        <a:spcBef>
                          <a:spcPts val="0"/>
                        </a:spcBef>
                        <a:spcAft>
                          <a:spcPts val="0"/>
                        </a:spcAft>
                        <a:buSzPts val="1800"/>
                        <a:buFont typeface="Calibri" panose="020F0502020204030204"/>
                        <a:buNone/>
                      </a:pPr>
                      <a:endParaRPr lang="fr-FR" sz="1600" u="none" strike="noStrike" cap="none" noProof="0" dirty="0">
                        <a:latin typeface="Arial"/>
                        <a:ea typeface="Times New Roman" panose="02020603050405020304"/>
                        <a:cs typeface="Times New Roman"/>
                      </a:endParaRPr>
                    </a:p>
                    <a:p>
                      <a:pPr marL="0" marR="0" lvl="0" indent="0" algn="l">
                        <a:lnSpc>
                          <a:spcPct val="100000"/>
                        </a:lnSpc>
                        <a:spcBef>
                          <a:spcPts val="0"/>
                        </a:spcBef>
                        <a:spcAft>
                          <a:spcPts val="0"/>
                        </a:spcAft>
                        <a:buSzPts val="1800"/>
                        <a:buFont typeface="Calibri" panose="020F0502020204030204"/>
                        <a:buNone/>
                      </a:pPr>
                      <a:endParaRPr lang="fr-FR" sz="1600" u="none" strike="noStrike" cap="none" noProof="0" dirty="0">
                        <a:latin typeface="Arial"/>
                        <a:ea typeface="Times New Roman" panose="02020603050405020304"/>
                        <a:cs typeface="Times New Roman"/>
                      </a:endParaRPr>
                    </a:p>
                    <a:p>
                      <a:pPr marL="0" marR="0" lvl="0" indent="0" algn="l">
                        <a:lnSpc>
                          <a:spcPct val="100000"/>
                        </a:lnSpc>
                        <a:spcBef>
                          <a:spcPts val="0"/>
                        </a:spcBef>
                        <a:spcAft>
                          <a:spcPts val="0"/>
                        </a:spcAft>
                        <a:buSzPts val="1800"/>
                        <a:buFont typeface="Calibri" panose="020F0502020204030204"/>
                        <a:buNone/>
                      </a:pPr>
                      <a:endParaRPr lang="fr-FR" sz="1600" u="none" strike="noStrike" cap="none" noProof="0" dirty="0">
                        <a:latin typeface="Arial"/>
                        <a:ea typeface="Times New Roman" panose="02020603050405020304"/>
                        <a:cs typeface="Times New Roman"/>
                      </a:endParaRPr>
                    </a:p>
                    <a:p>
                      <a:pPr marL="0" marR="0" lvl="0" indent="0" algn="l">
                        <a:lnSpc>
                          <a:spcPct val="100000"/>
                        </a:lnSpc>
                        <a:spcBef>
                          <a:spcPts val="0"/>
                        </a:spcBef>
                        <a:spcAft>
                          <a:spcPts val="0"/>
                        </a:spcAft>
                        <a:buSzPts val="1800"/>
                        <a:buFont typeface="Calibri" panose="020F0502020204030204"/>
                        <a:buNone/>
                      </a:pPr>
                      <a:endParaRPr lang="fr-FR" sz="1600" u="none" strike="noStrike" cap="none" noProof="0" dirty="0">
                        <a:latin typeface="Arial"/>
                        <a:ea typeface="Times New Roman" panose="02020603050405020304"/>
                        <a:cs typeface="Times New Roman"/>
                      </a:endParaRPr>
                    </a:p>
                    <a:p>
                      <a:pPr marL="0" marR="0" lvl="0" indent="0" algn="l">
                        <a:lnSpc>
                          <a:spcPct val="100000"/>
                        </a:lnSpc>
                        <a:spcBef>
                          <a:spcPts val="0"/>
                        </a:spcBef>
                        <a:spcAft>
                          <a:spcPts val="0"/>
                        </a:spcAft>
                        <a:buSzPts val="1800"/>
                        <a:buFont typeface="Calibri" panose="020F0502020204030204"/>
                        <a:buNone/>
                      </a:pPr>
                      <a:r>
                        <a:rPr lang="fr-FR" sz="1600" u="none" strike="noStrike" cap="none" noProof="0" dirty="0">
                          <a:latin typeface="Arial"/>
                          <a:ea typeface="Times New Roman" panose="02020603050405020304"/>
                          <a:cs typeface="Times New Roman"/>
                          <a:sym typeface="Times New Roman" panose="02020603050405020304"/>
                        </a:rPr>
                        <a:t>5</a:t>
                      </a:r>
                      <a:endParaRPr lang="fr-FR" noProof="0" dirty="0">
                        <a:sym typeface="Times New Roman" panose="02020603050405020304"/>
                      </a:endParaRPr>
                    </a:p>
                  </a:txBody>
                  <a:tcPr marL="91451" marR="91451" marT="45725" marB="45725"/>
                </a:tc>
                <a:tc>
                  <a:txBody>
                    <a:bodyPr/>
                    <a:lstStyle/>
                    <a:p>
                      <a:pPr algn="l" fontAlgn="ctr"/>
                      <a:r>
                        <a:rPr lang="fr-FR" sz="1600" b="0" i="0" u="none" strike="noStrike" cap="none" noProof="0" dirty="0">
                          <a:solidFill>
                            <a:srgbClr val="000000"/>
                          </a:solidFill>
                          <a:latin typeface="Arial" panose="020B0604020202020204"/>
                          <a:ea typeface="Arial" panose="020B0604020202020204"/>
                          <a:cs typeface="+mn-cs"/>
                          <a:sym typeface="Arial" panose="020B0604020202020204"/>
                        </a:rPr>
                        <a:t>Apporter un appui technique et financier dans l'organisation de la 15 </a:t>
                      </a:r>
                      <a:r>
                        <a:rPr lang="fr-FR" sz="1600" b="0" i="0" u="none" strike="noStrike" cap="none" noProof="0" dirty="0" err="1">
                          <a:solidFill>
                            <a:srgbClr val="000000"/>
                          </a:solidFill>
                          <a:latin typeface="Arial" panose="020B0604020202020204"/>
                          <a:ea typeface="Arial" panose="020B0604020202020204"/>
                          <a:cs typeface="+mn-cs"/>
                          <a:sym typeface="Arial" panose="020B0604020202020204"/>
                        </a:rPr>
                        <a:t>ème</a:t>
                      </a:r>
                      <a:r>
                        <a:rPr lang="fr-FR" sz="1600" b="0" i="0" u="none" strike="noStrike" cap="none" noProof="0" dirty="0">
                          <a:solidFill>
                            <a:srgbClr val="000000"/>
                          </a:solidFill>
                          <a:latin typeface="Arial" panose="020B0604020202020204"/>
                          <a:ea typeface="Arial" panose="020B0604020202020204"/>
                          <a:cs typeface="+mn-cs"/>
                          <a:sym typeface="Arial" panose="020B0604020202020204"/>
                        </a:rPr>
                        <a:t> édition de la SAV,  la célébration des journées spéciales  liées aux MPV ( Polio).</a:t>
                      </a:r>
                    </a:p>
                  </a:txBody>
                  <a:tcPr marL="10583" marR="10583" marT="10583" marB="0" anchor="ctr"/>
                </a:tc>
                <a:tc>
                  <a:txBody>
                    <a:bodyPr/>
                    <a:lstStyle/>
                    <a:p>
                      <a:pPr marL="0" marR="0" lvl="0" algn="l" rtl="0">
                        <a:lnSpc>
                          <a:spcPct val="100000"/>
                        </a:lnSpc>
                        <a:spcBef>
                          <a:spcPts val="0"/>
                        </a:spcBef>
                        <a:spcAft>
                          <a:spcPts val="0"/>
                        </a:spcAft>
                        <a:buSzPts val="1100"/>
                        <a:buNone/>
                      </a:pPr>
                      <a:r>
                        <a:rPr lang="fr-FR" sz="1600" b="0" i="0" u="none" strike="noStrike" cap="none" noProof="0" dirty="0">
                          <a:solidFill>
                            <a:srgbClr val="000000"/>
                          </a:solidFill>
                          <a:latin typeface="Arial" panose="020B0604020202020204"/>
                          <a:cs typeface="+mn-cs"/>
                          <a:sym typeface="Times New Roman" panose="02020603050405020304"/>
                        </a:rPr>
                        <a:t>Nombre d’activités réalisées </a:t>
                      </a:r>
                    </a:p>
                  </a:txBody>
                  <a:tcPr marL="0" marR="0" marT="0" marB="0" anchor="ctr"/>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endParaRPr lang="fr-FR" sz="1600" b="0" i="0" u="none" strike="noStrike" cap="none" noProof="0" dirty="0">
                        <a:solidFill>
                          <a:srgbClr val="000000"/>
                        </a:solidFill>
                        <a:latin typeface="Arial"/>
                        <a:ea typeface="Times New Roman" panose="02020603050405020304"/>
                        <a:cs typeface="+mn-cs"/>
                      </a:endParaRPr>
                    </a:p>
                    <a:p>
                      <a:pPr marL="0" marR="0" lvl="0" indent="0" algn="l">
                        <a:lnSpc>
                          <a:spcPct val="100000"/>
                        </a:lnSpc>
                        <a:spcBef>
                          <a:spcPts val="0"/>
                        </a:spcBef>
                        <a:spcAft>
                          <a:spcPts val="0"/>
                        </a:spcAft>
                        <a:buSzPts val="1400"/>
                        <a:buFont typeface="Arial" panose="020B0604020202020204"/>
                        <a:buNone/>
                      </a:pPr>
                      <a:endParaRPr lang="fr-FR" sz="1600" b="0" i="0" u="none" strike="noStrike" cap="none" noProof="0" dirty="0">
                        <a:solidFill>
                          <a:srgbClr val="000000"/>
                        </a:solidFill>
                        <a:latin typeface="Arial"/>
                        <a:ea typeface="Times New Roman" panose="02020603050405020304"/>
                        <a:cs typeface="+mn-cs"/>
                      </a:endParaRPr>
                    </a:p>
                    <a:p>
                      <a:pPr marL="0" marR="0" lvl="0" indent="0" algn="l">
                        <a:lnSpc>
                          <a:spcPct val="100000"/>
                        </a:lnSpc>
                        <a:spcBef>
                          <a:spcPts val="0"/>
                        </a:spcBef>
                        <a:spcAft>
                          <a:spcPts val="0"/>
                        </a:spcAft>
                        <a:buSzPts val="1400"/>
                        <a:buFont typeface="Arial" panose="020B0604020202020204"/>
                        <a:buNone/>
                      </a:pPr>
                      <a:endParaRPr lang="fr-FR" sz="1600" b="0" i="0" u="none" strike="noStrike" cap="none" noProof="0" dirty="0">
                        <a:solidFill>
                          <a:srgbClr val="000000"/>
                        </a:solidFill>
                        <a:latin typeface="Arial"/>
                        <a:ea typeface="Times New Roman" panose="02020603050405020304"/>
                        <a:cs typeface="+mn-cs"/>
                      </a:endParaRPr>
                    </a:p>
                    <a:p>
                      <a:pPr marL="0" marR="0" lvl="0" indent="0" algn="l">
                        <a:lnSpc>
                          <a:spcPct val="100000"/>
                        </a:lnSpc>
                        <a:spcBef>
                          <a:spcPts val="0"/>
                        </a:spcBef>
                        <a:spcAft>
                          <a:spcPts val="0"/>
                        </a:spcAft>
                        <a:buSzPts val="1400"/>
                        <a:buFont typeface="Arial" panose="020B0604020202020204"/>
                        <a:buNone/>
                      </a:pPr>
                      <a:endParaRPr lang="fr-FR" sz="1600" b="0" i="0" u="none" strike="noStrike" cap="none" noProof="0" dirty="0">
                        <a:solidFill>
                          <a:srgbClr val="000000"/>
                        </a:solidFill>
                        <a:latin typeface="Arial"/>
                        <a:ea typeface="Times New Roman" panose="02020603050405020304"/>
                        <a:cs typeface="+mn-cs"/>
                      </a:endParaRPr>
                    </a:p>
                    <a:p>
                      <a:pPr marL="0" marR="0" lvl="0" indent="0" algn="l">
                        <a:lnSpc>
                          <a:spcPct val="100000"/>
                        </a:lnSpc>
                        <a:spcBef>
                          <a:spcPts val="0"/>
                        </a:spcBef>
                        <a:spcAft>
                          <a:spcPts val="0"/>
                        </a:spcAft>
                        <a:buSzPts val="1400"/>
                        <a:buFont typeface="Arial" panose="020B0604020202020204"/>
                        <a:buNone/>
                      </a:pPr>
                      <a:endParaRPr lang="fr-FR" sz="1600" b="0" i="0" u="none" strike="noStrike" cap="none" noProof="0" dirty="0">
                        <a:solidFill>
                          <a:srgbClr val="000000"/>
                        </a:solidFill>
                        <a:latin typeface="Arial"/>
                        <a:ea typeface="Times New Roman" panose="02020603050405020304"/>
                        <a:cs typeface="+mn-cs"/>
                      </a:endParaRPr>
                    </a:p>
                    <a:p>
                      <a:pPr marL="0" marR="0" lvl="0" indent="0" algn="l">
                        <a:lnSpc>
                          <a:spcPct val="100000"/>
                        </a:lnSpc>
                        <a:spcBef>
                          <a:spcPts val="0"/>
                        </a:spcBef>
                        <a:spcAft>
                          <a:spcPts val="0"/>
                        </a:spcAft>
                        <a:buSzPts val="1400"/>
                        <a:buFont typeface="Arial" panose="020B0604020202020204"/>
                        <a:buNone/>
                      </a:pPr>
                      <a:endParaRPr lang="fr-FR" sz="1600" b="0" i="0" u="none" strike="noStrike" cap="none" noProof="0" dirty="0">
                        <a:solidFill>
                          <a:srgbClr val="000000"/>
                        </a:solidFill>
                        <a:latin typeface="Arial"/>
                        <a:ea typeface="Times New Roman" panose="02020603050405020304"/>
                        <a:cs typeface="+mn-cs"/>
                      </a:endParaRPr>
                    </a:p>
                    <a:p>
                      <a:pPr marL="0" marR="0" lvl="0" indent="0" algn="l">
                        <a:lnSpc>
                          <a:spcPct val="100000"/>
                        </a:lnSpc>
                        <a:spcBef>
                          <a:spcPts val="0"/>
                        </a:spcBef>
                        <a:spcAft>
                          <a:spcPts val="0"/>
                        </a:spcAft>
                        <a:buSzPts val="1400"/>
                        <a:buFont typeface="Arial" panose="020B0604020202020204"/>
                        <a:buNone/>
                      </a:pPr>
                      <a:endParaRPr lang="fr-FR" sz="1600" b="0" i="0" u="none" strike="noStrike" cap="none" noProof="0" dirty="0">
                        <a:solidFill>
                          <a:srgbClr val="000000"/>
                        </a:solidFill>
                        <a:latin typeface="Arial"/>
                        <a:ea typeface="Times New Roman" panose="02020603050405020304"/>
                        <a:cs typeface="+mn-cs"/>
                      </a:endParaRPr>
                    </a:p>
                    <a:p>
                      <a:pPr marL="0" marR="0" lvl="0" indent="0" algn="l">
                        <a:lnSpc>
                          <a:spcPct val="100000"/>
                        </a:lnSpc>
                        <a:spcBef>
                          <a:spcPts val="0"/>
                        </a:spcBef>
                        <a:spcAft>
                          <a:spcPts val="0"/>
                        </a:spcAft>
                        <a:buSzPts val="1400"/>
                        <a:buFont typeface="Arial" panose="020B0604020202020204"/>
                        <a:buNone/>
                      </a:pPr>
                      <a:endParaRPr lang="fr-FR" sz="1600" b="0" i="0" u="none" strike="noStrike" cap="none" noProof="0" dirty="0">
                        <a:solidFill>
                          <a:srgbClr val="000000"/>
                        </a:solidFill>
                        <a:latin typeface="Arial"/>
                        <a:ea typeface="Times New Roman" panose="02020603050405020304"/>
                        <a:cs typeface="+mn-cs"/>
                      </a:endParaRPr>
                    </a:p>
                    <a:p>
                      <a:pPr marL="0" marR="0" lvl="0" indent="0" algn="l">
                        <a:lnSpc>
                          <a:spcPct val="100000"/>
                        </a:lnSpc>
                        <a:spcBef>
                          <a:spcPts val="0"/>
                        </a:spcBef>
                        <a:spcAft>
                          <a:spcPts val="0"/>
                        </a:spcAft>
                        <a:buSzPts val="1400"/>
                        <a:buFont typeface="Arial" panose="020B0604020202020204"/>
                        <a:buNone/>
                      </a:pPr>
                      <a:endParaRPr lang="fr-FR" sz="1600" b="0" i="0" u="none" strike="noStrike" cap="none" noProof="0" dirty="0">
                        <a:solidFill>
                          <a:srgbClr val="000000"/>
                        </a:solidFill>
                        <a:latin typeface="Arial"/>
                        <a:ea typeface="Times New Roman" panose="02020603050405020304"/>
                        <a:cs typeface="+mn-cs"/>
                      </a:endParaRPr>
                    </a:p>
                    <a:p>
                      <a:pPr marL="0" marR="0" lvl="0" indent="0" algn="l">
                        <a:lnSpc>
                          <a:spcPct val="100000"/>
                        </a:lnSpc>
                        <a:spcBef>
                          <a:spcPts val="0"/>
                        </a:spcBef>
                        <a:spcAft>
                          <a:spcPts val="0"/>
                        </a:spcAft>
                        <a:buSzPts val="1400"/>
                        <a:buFont typeface="Arial" panose="020B0604020202020204"/>
                        <a:buNone/>
                      </a:pPr>
                      <a:endParaRPr lang="fr-FR" sz="1600" b="0" i="0" u="none" strike="noStrike" cap="none" noProof="0" dirty="0">
                        <a:solidFill>
                          <a:srgbClr val="000000"/>
                        </a:solidFill>
                        <a:latin typeface="Arial"/>
                        <a:ea typeface="Times New Roman" panose="02020603050405020304"/>
                        <a:cs typeface="+mn-cs"/>
                      </a:endParaRPr>
                    </a:p>
                    <a:p>
                      <a:pPr marL="0" marR="0" lvl="0" indent="0" algn="l">
                        <a:lnSpc>
                          <a:spcPct val="100000"/>
                        </a:lnSpc>
                        <a:spcBef>
                          <a:spcPts val="0"/>
                        </a:spcBef>
                        <a:spcAft>
                          <a:spcPts val="0"/>
                        </a:spcAft>
                        <a:buSzPts val="1400"/>
                        <a:buFont typeface="Arial" panose="020B0604020202020204"/>
                        <a:buNone/>
                      </a:pPr>
                      <a:r>
                        <a:rPr lang="fr-FR" sz="1600" b="0" i="0" u="none" strike="noStrike" cap="none" noProof="0" dirty="0">
                          <a:solidFill>
                            <a:srgbClr val="000000"/>
                          </a:solidFill>
                          <a:latin typeface="Arial"/>
                          <a:ea typeface="Times New Roman" panose="02020603050405020304"/>
                          <a:cs typeface="+mn-cs"/>
                          <a:sym typeface="Times New Roman" panose="02020603050405020304"/>
                        </a:rPr>
                        <a:t>Réalisée</a:t>
                      </a:r>
                      <a:endParaRPr lang="fr-FR" noProof="0" dirty="0">
                        <a:sym typeface="Times New Roman" panose="02020603050405020304"/>
                      </a:endParaRPr>
                    </a:p>
                  </a:txBody>
                  <a:tcPr marL="91451" marR="91451" marT="45725" marB="45725">
                    <a:solidFill>
                      <a:srgbClr val="00B050"/>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lang="fr-FR" sz="1600" b="0" i="0" u="none" strike="noStrike" cap="none" noProof="0" dirty="0">
                        <a:solidFill>
                          <a:schemeClr val="tx1"/>
                        </a:solidFill>
                        <a:latin typeface="Arial"/>
                        <a:cs typeface="+mn-cs"/>
                        <a:sym typeface="Arial" panose="020B0604020202020204"/>
                      </a:endParaRPr>
                    </a:p>
                    <a:p>
                      <a:pPr marL="0" marR="0" lvl="0" indent="0" algn="l">
                        <a:lnSpc>
                          <a:spcPct val="100000"/>
                        </a:lnSpc>
                        <a:spcBef>
                          <a:spcPts val="0"/>
                        </a:spcBef>
                        <a:spcAft>
                          <a:spcPts val="0"/>
                        </a:spcAft>
                        <a:buSzPts val="1100"/>
                        <a:buFont typeface="Arial" panose="020B0604020202020204"/>
                        <a:buNone/>
                      </a:pPr>
                      <a:endParaRPr lang="fr-FR" sz="1600" b="0" i="0" u="none" strike="noStrike" cap="none" noProof="0" dirty="0">
                        <a:solidFill>
                          <a:schemeClr val="tx1"/>
                        </a:solidFill>
                        <a:latin typeface="Arial"/>
                        <a:cs typeface="+mn-cs"/>
                      </a:endParaRPr>
                    </a:p>
                    <a:p>
                      <a:pPr marL="0" marR="0" lvl="0" indent="0" algn="l">
                        <a:lnSpc>
                          <a:spcPct val="100000"/>
                        </a:lnSpc>
                        <a:spcBef>
                          <a:spcPts val="0"/>
                        </a:spcBef>
                        <a:spcAft>
                          <a:spcPts val="0"/>
                        </a:spcAft>
                        <a:buSzPts val="1100"/>
                        <a:buFont typeface="Arial" panose="020B0604020202020204"/>
                        <a:buNone/>
                      </a:pPr>
                      <a:endParaRPr lang="fr-FR" sz="1600" b="0" i="0" u="none" strike="noStrike" cap="none" noProof="0" dirty="0">
                        <a:solidFill>
                          <a:schemeClr val="tx1"/>
                        </a:solidFill>
                        <a:latin typeface="Arial"/>
                        <a:cs typeface="+mn-cs"/>
                      </a:endParaRPr>
                    </a:p>
                    <a:p>
                      <a:pPr marL="0" marR="0" lvl="0" indent="0" algn="l">
                        <a:lnSpc>
                          <a:spcPct val="100000"/>
                        </a:lnSpc>
                        <a:spcBef>
                          <a:spcPts val="0"/>
                        </a:spcBef>
                        <a:spcAft>
                          <a:spcPts val="0"/>
                        </a:spcAft>
                        <a:buSzPts val="1100"/>
                        <a:buFont typeface="Arial" panose="020B0604020202020204"/>
                        <a:buNone/>
                      </a:pPr>
                      <a:endParaRPr lang="fr-FR" sz="1600" b="0" i="0" u="none" strike="noStrike" cap="none" noProof="0" dirty="0">
                        <a:solidFill>
                          <a:schemeClr val="tx1"/>
                        </a:solidFill>
                        <a:latin typeface="Arial"/>
                        <a:cs typeface="+mn-cs"/>
                      </a:endParaRPr>
                    </a:p>
                    <a:p>
                      <a:pPr marL="0" marR="0" lvl="0" indent="0" algn="l">
                        <a:lnSpc>
                          <a:spcPct val="100000"/>
                        </a:lnSpc>
                        <a:spcBef>
                          <a:spcPts val="0"/>
                        </a:spcBef>
                        <a:spcAft>
                          <a:spcPts val="0"/>
                        </a:spcAft>
                        <a:buSzPts val="1100"/>
                        <a:buFont typeface="Arial" panose="020B0604020202020204"/>
                        <a:buNone/>
                      </a:pPr>
                      <a:endParaRPr lang="fr-FR" sz="1600" b="0" i="0" u="none" strike="noStrike" cap="none" noProof="0" dirty="0">
                        <a:solidFill>
                          <a:schemeClr val="tx1"/>
                        </a:solidFill>
                        <a:latin typeface="Arial"/>
                        <a:cs typeface="+mn-cs"/>
                      </a:endParaRPr>
                    </a:p>
                    <a:p>
                      <a:pPr marL="0" marR="0" lvl="0" indent="0" algn="l">
                        <a:lnSpc>
                          <a:spcPct val="100000"/>
                        </a:lnSpc>
                        <a:spcBef>
                          <a:spcPts val="0"/>
                        </a:spcBef>
                        <a:spcAft>
                          <a:spcPts val="0"/>
                        </a:spcAft>
                        <a:buSzPts val="1100"/>
                        <a:buFont typeface="Arial" panose="020B0604020202020204"/>
                        <a:buNone/>
                      </a:pPr>
                      <a:endParaRPr lang="fr-FR" sz="1600" b="0" i="0" u="none" strike="noStrike" cap="none" noProof="0" dirty="0">
                        <a:solidFill>
                          <a:schemeClr val="tx1"/>
                        </a:solidFill>
                        <a:latin typeface="Arial"/>
                        <a:cs typeface="+mn-cs"/>
                      </a:endParaRPr>
                    </a:p>
                    <a:p>
                      <a:pPr marL="0" marR="0" lvl="0" indent="0" algn="l">
                        <a:lnSpc>
                          <a:spcPct val="100000"/>
                        </a:lnSpc>
                        <a:spcBef>
                          <a:spcPts val="0"/>
                        </a:spcBef>
                        <a:spcAft>
                          <a:spcPts val="0"/>
                        </a:spcAft>
                        <a:buSzPts val="1100"/>
                        <a:buFont typeface="Arial" panose="020B0604020202020204"/>
                        <a:buNone/>
                      </a:pPr>
                      <a:endParaRPr lang="fr-FR" sz="1600" b="0" i="0" u="none" strike="noStrike" cap="none" noProof="0" dirty="0">
                        <a:solidFill>
                          <a:schemeClr val="tx1"/>
                        </a:solidFill>
                        <a:latin typeface="Arial"/>
                        <a:cs typeface="+mn-cs"/>
                      </a:endParaRPr>
                    </a:p>
                    <a:p>
                      <a:pPr marL="0" marR="0" lvl="0" indent="0" algn="l">
                        <a:lnSpc>
                          <a:spcPct val="100000"/>
                        </a:lnSpc>
                        <a:spcBef>
                          <a:spcPts val="0"/>
                        </a:spcBef>
                        <a:spcAft>
                          <a:spcPts val="0"/>
                        </a:spcAft>
                        <a:buSzPts val="1100"/>
                        <a:buFont typeface="Arial" panose="020B0604020202020204"/>
                        <a:buNone/>
                      </a:pPr>
                      <a:endParaRPr lang="fr-FR" sz="1600" b="0" i="0" u="none" strike="noStrike" cap="none" noProof="0" dirty="0">
                        <a:solidFill>
                          <a:schemeClr val="tx1"/>
                        </a:solidFill>
                        <a:latin typeface="Arial"/>
                        <a:cs typeface="+mn-cs"/>
                      </a:endParaRPr>
                    </a:p>
                    <a:p>
                      <a:pPr marL="0" marR="0" lvl="0" indent="0" algn="l">
                        <a:lnSpc>
                          <a:spcPct val="100000"/>
                        </a:lnSpc>
                        <a:spcBef>
                          <a:spcPts val="0"/>
                        </a:spcBef>
                        <a:spcAft>
                          <a:spcPts val="0"/>
                        </a:spcAft>
                        <a:buSzPts val="1100"/>
                        <a:buFont typeface="Arial" panose="020B0604020202020204"/>
                        <a:buNone/>
                      </a:pPr>
                      <a:endParaRPr lang="fr-FR" sz="1600" b="0" i="0" u="none" strike="noStrike" cap="none" noProof="0" dirty="0">
                        <a:solidFill>
                          <a:schemeClr val="tx1"/>
                        </a:solidFill>
                        <a:latin typeface="Arial"/>
                        <a:cs typeface="+mn-cs"/>
                      </a:endParaRPr>
                    </a:p>
                    <a:p>
                      <a:pPr marL="0" marR="0" lvl="0" indent="0" algn="l">
                        <a:lnSpc>
                          <a:spcPct val="100000"/>
                        </a:lnSpc>
                        <a:spcBef>
                          <a:spcPts val="0"/>
                        </a:spcBef>
                        <a:spcAft>
                          <a:spcPts val="0"/>
                        </a:spcAft>
                        <a:buSzPts val="1100"/>
                        <a:buFont typeface="Arial" panose="020B0604020202020204"/>
                        <a:buNone/>
                      </a:pPr>
                      <a:endParaRPr lang="fr-FR" sz="1600" b="0" i="0" u="none" strike="noStrike" cap="none" noProof="0" dirty="0">
                        <a:solidFill>
                          <a:schemeClr val="tx1"/>
                        </a:solidFill>
                        <a:latin typeface="Arial"/>
                        <a:cs typeface="+mn-cs"/>
                      </a:endParaRPr>
                    </a:p>
                    <a:p>
                      <a:pPr marL="0" marR="0" lvl="0" indent="0" algn="l">
                        <a:lnSpc>
                          <a:spcPct val="100000"/>
                        </a:lnSpc>
                        <a:spcBef>
                          <a:spcPts val="0"/>
                        </a:spcBef>
                        <a:spcAft>
                          <a:spcPts val="0"/>
                        </a:spcAft>
                        <a:buSzPts val="1100"/>
                        <a:buFont typeface="Arial" panose="020B0604020202020204"/>
                        <a:buNone/>
                      </a:pPr>
                      <a:endParaRPr lang="fr-FR" sz="1600" b="0" i="0" u="none" strike="noStrike" cap="none" noProof="0" dirty="0">
                        <a:solidFill>
                          <a:schemeClr val="tx1"/>
                        </a:solidFill>
                        <a:latin typeface="Arial"/>
                        <a:cs typeface="+mn-cs"/>
                      </a:endParaRPr>
                    </a:p>
                    <a:p>
                      <a:pPr marL="0" marR="0" lvl="0" indent="0" algn="l">
                        <a:lnSpc>
                          <a:spcPct val="100000"/>
                        </a:lnSpc>
                        <a:spcBef>
                          <a:spcPts val="0"/>
                        </a:spcBef>
                        <a:spcAft>
                          <a:spcPts val="0"/>
                        </a:spcAft>
                        <a:buSzPts val="1100"/>
                        <a:buFont typeface="Arial" panose="020B0604020202020204"/>
                        <a:buNone/>
                      </a:pPr>
                      <a:r>
                        <a:rPr lang="fr-FR" sz="1600" b="0" i="0" u="none" strike="noStrike" cap="none" noProof="0" dirty="0">
                          <a:solidFill>
                            <a:schemeClr val="tx1"/>
                          </a:solidFill>
                          <a:latin typeface="Arial"/>
                          <a:cs typeface="+mn-cs"/>
                        </a:rPr>
                        <a:t>21 sur 23 activit</a:t>
                      </a:r>
                      <a:r>
                        <a:rPr lang="fr-FR" sz="1600" b="0" i="0" u="none" strike="noStrike" cap="none" noProof="0" dirty="0">
                          <a:solidFill>
                            <a:schemeClr val="tx1"/>
                          </a:solidFill>
                          <a:latin typeface="Arial"/>
                        </a:rPr>
                        <a:t>é</a:t>
                      </a:r>
                      <a:r>
                        <a:rPr lang="fr-FR" sz="1600" b="0" i="0" u="none" strike="noStrike" cap="none" noProof="0" dirty="0">
                          <a:solidFill>
                            <a:schemeClr val="tx1"/>
                          </a:solidFill>
                          <a:latin typeface="Arial"/>
                          <a:cs typeface="+mn-cs"/>
                        </a:rPr>
                        <a:t>s r</a:t>
                      </a:r>
                      <a:r>
                        <a:rPr lang="fr-FR" sz="1600" b="0" i="0" u="none" strike="noStrike" cap="none" noProof="0" dirty="0">
                          <a:solidFill>
                            <a:schemeClr val="tx1"/>
                          </a:solidFill>
                          <a:latin typeface="Arial"/>
                        </a:rPr>
                        <a:t>é</a:t>
                      </a:r>
                      <a:r>
                        <a:rPr lang="fr-FR" sz="1600" b="0" i="0" u="none" strike="noStrike" cap="none" noProof="0" dirty="0">
                          <a:solidFill>
                            <a:schemeClr val="tx1"/>
                          </a:solidFill>
                          <a:latin typeface="Arial"/>
                          <a:cs typeface="+mn-cs"/>
                        </a:rPr>
                        <a:t>alis</a:t>
                      </a:r>
                      <a:r>
                        <a:rPr lang="fr-FR" sz="1600" b="0" i="0" u="none" strike="noStrike" cap="none" noProof="0" dirty="0">
                          <a:solidFill>
                            <a:schemeClr val="tx1"/>
                          </a:solidFill>
                          <a:latin typeface="Arial"/>
                        </a:rPr>
                        <a:t>é</a:t>
                      </a:r>
                      <a:r>
                        <a:rPr lang="fr-FR" sz="1600" b="0" i="0" u="none" strike="noStrike" cap="none" noProof="0" dirty="0">
                          <a:solidFill>
                            <a:schemeClr val="tx1"/>
                          </a:solidFill>
                          <a:latin typeface="Arial"/>
                          <a:cs typeface="+mn-cs"/>
                        </a:rPr>
                        <a:t>es</a:t>
                      </a:r>
                    </a:p>
                  </a:txBody>
                  <a:tcPr marL="91451" marR="91451" marT="45725" marB="45725"/>
                </a:tc>
                <a:tc>
                  <a:txBody>
                    <a:bodyPr/>
                    <a:lstStyle/>
                    <a:p>
                      <a:pPr marL="0" marR="0" lvl="0" indent="0" algn="l">
                        <a:lnSpc>
                          <a:spcPct val="100000"/>
                        </a:lnSpc>
                        <a:spcBef>
                          <a:spcPts val="0"/>
                        </a:spcBef>
                        <a:spcAft>
                          <a:spcPts val="0"/>
                        </a:spcAft>
                        <a:buNone/>
                      </a:pPr>
                      <a:r>
                        <a:rPr lang="fr-FR" sz="1600" b="0" i="0" u="none" strike="noStrike" cap="none" noProof="0" dirty="0">
                          <a:solidFill>
                            <a:schemeClr val="tx1"/>
                          </a:solidFill>
                          <a:latin typeface="Arial"/>
                        </a:rPr>
                        <a:t>- 12 réunions de coordination tenues</a:t>
                      </a:r>
                      <a:endParaRPr lang="fr-FR" sz="1600" noProof="0" dirty="0">
                        <a:latin typeface="Arial"/>
                      </a:endParaRPr>
                    </a:p>
                    <a:p>
                      <a:pPr marL="0" marR="0" lvl="0" indent="0" algn="l">
                        <a:lnSpc>
                          <a:spcPct val="100000"/>
                        </a:lnSpc>
                        <a:spcBef>
                          <a:spcPts val="0"/>
                        </a:spcBef>
                        <a:spcAft>
                          <a:spcPts val="0"/>
                        </a:spcAft>
                        <a:buNone/>
                      </a:pPr>
                      <a:r>
                        <a:rPr lang="fr-FR" sz="1600" b="0" i="0" u="none" strike="noStrike" cap="none" noProof="0" dirty="0">
                          <a:solidFill>
                            <a:schemeClr val="tx1"/>
                          </a:solidFill>
                          <a:latin typeface="Arial"/>
                        </a:rPr>
                        <a:t>- 40 journalistes et </a:t>
                      </a:r>
                    </a:p>
                    <a:p>
                      <a:pPr marL="0" marR="0" lvl="0" indent="0" algn="l">
                        <a:lnSpc>
                          <a:spcPct val="100000"/>
                        </a:lnSpc>
                        <a:spcBef>
                          <a:spcPts val="0"/>
                        </a:spcBef>
                        <a:spcAft>
                          <a:spcPts val="0"/>
                        </a:spcAft>
                        <a:buNone/>
                      </a:pPr>
                      <a:r>
                        <a:rPr lang="fr-FR" sz="1600" b="0" i="0" u="none" strike="noStrike" cap="none" noProof="0" dirty="0" err="1">
                          <a:solidFill>
                            <a:schemeClr val="tx1"/>
                          </a:solidFill>
                          <a:latin typeface="Arial"/>
                        </a:rPr>
                        <a:t>cameramens</a:t>
                      </a:r>
                      <a:r>
                        <a:rPr lang="fr-FR" sz="1600" b="0" i="0" u="none" strike="noStrike" cap="none" noProof="0" dirty="0">
                          <a:solidFill>
                            <a:schemeClr val="tx1"/>
                          </a:solidFill>
                          <a:latin typeface="Arial"/>
                        </a:rPr>
                        <a:t> briefés sur la vaccination de routine </a:t>
                      </a:r>
                    </a:p>
                    <a:p>
                      <a:pPr marL="0" marR="0" lvl="0" indent="0" algn="l">
                        <a:lnSpc>
                          <a:spcPct val="100000"/>
                        </a:lnSpc>
                        <a:spcBef>
                          <a:spcPts val="0"/>
                        </a:spcBef>
                        <a:spcAft>
                          <a:spcPts val="0"/>
                        </a:spcAft>
                        <a:buNone/>
                      </a:pPr>
                      <a:r>
                        <a:rPr lang="fr-FR" sz="1600" b="0" i="0" u="none" strike="noStrike" cap="none" noProof="0" dirty="0">
                          <a:solidFill>
                            <a:schemeClr val="tx1"/>
                          </a:solidFill>
                          <a:latin typeface="Arial"/>
                        </a:rPr>
                        <a:t>- Point de presse avec SEM</a:t>
                      </a:r>
                      <a:endParaRPr lang="fr-FR" sz="1600" noProof="0" dirty="0">
                        <a:latin typeface="Arial"/>
                      </a:endParaRPr>
                    </a:p>
                    <a:p>
                      <a:pPr marL="0" marR="0" lvl="0" indent="0" algn="l">
                        <a:lnSpc>
                          <a:spcPct val="100000"/>
                        </a:lnSpc>
                        <a:spcBef>
                          <a:spcPts val="0"/>
                        </a:spcBef>
                        <a:spcAft>
                          <a:spcPts val="0"/>
                        </a:spcAft>
                        <a:buNone/>
                      </a:pPr>
                      <a:r>
                        <a:rPr lang="fr-FR" sz="1600" b="0" i="0" u="none" strike="noStrike" cap="none" noProof="0" dirty="0">
                          <a:solidFill>
                            <a:schemeClr val="tx1"/>
                          </a:solidFill>
                          <a:latin typeface="Arial"/>
                        </a:rPr>
                        <a:t>- Matinée de sensibilisation avec 30 parlementaires dont 25 députés et 5 sénateurs ont participé à cette grande manifestation </a:t>
                      </a:r>
                    </a:p>
                    <a:p>
                      <a:pPr marL="0" marR="0" lvl="0" indent="0" algn="l">
                        <a:lnSpc>
                          <a:spcPct val="100000"/>
                        </a:lnSpc>
                        <a:spcBef>
                          <a:spcPts val="0"/>
                        </a:spcBef>
                        <a:spcAft>
                          <a:spcPts val="0"/>
                        </a:spcAft>
                        <a:buNone/>
                      </a:pPr>
                      <a:r>
                        <a:rPr lang="fr-FR" sz="1600" b="0" i="0" u="none" strike="noStrike" cap="none" noProof="0" dirty="0">
                          <a:solidFill>
                            <a:schemeClr val="tx1"/>
                          </a:solidFill>
                          <a:latin typeface="Arial"/>
                        </a:rPr>
                        <a:t>- Outils revisités par le REPACAV à </a:t>
                      </a:r>
                      <a:r>
                        <a:rPr lang="fr-FR" sz="1600" b="0" i="0" u="none" strike="noStrike" cap="none" noProof="0" dirty="0" err="1">
                          <a:solidFill>
                            <a:schemeClr val="tx1"/>
                          </a:solidFill>
                          <a:latin typeface="Arial"/>
                        </a:rPr>
                        <a:t>Kisantu</a:t>
                      </a:r>
                      <a:endParaRPr lang="fr-FR" sz="1600" noProof="0" dirty="0">
                        <a:latin typeface="Arial"/>
                      </a:endParaRPr>
                    </a:p>
                    <a:p>
                      <a:pPr marL="0" marR="0" lvl="0" indent="0" algn="l">
                        <a:lnSpc>
                          <a:spcPct val="100000"/>
                        </a:lnSpc>
                        <a:spcBef>
                          <a:spcPts val="0"/>
                        </a:spcBef>
                        <a:spcAft>
                          <a:spcPts val="0"/>
                        </a:spcAft>
                        <a:buNone/>
                      </a:pPr>
                      <a:r>
                        <a:rPr lang="fr-FR" sz="1600" b="0" i="0" u="none" strike="noStrike" cap="none" noProof="0" dirty="0">
                          <a:solidFill>
                            <a:schemeClr val="tx1"/>
                          </a:solidFill>
                          <a:latin typeface="Arial"/>
                        </a:rPr>
                        <a:t>- missions de suivi des engagements auprès des gouverneurs des provinces pour obtenir leur implication </a:t>
                      </a:r>
                      <a:endParaRPr lang="fr-FR" sz="1600" noProof="0" dirty="0">
                        <a:latin typeface="Arial"/>
                      </a:endParaRPr>
                    </a:p>
                    <a:p>
                      <a:pPr marL="0" marR="0" lvl="0" indent="0" algn="l">
                        <a:lnSpc>
                          <a:spcPct val="100000"/>
                        </a:lnSpc>
                        <a:spcBef>
                          <a:spcPts val="0"/>
                        </a:spcBef>
                        <a:spcAft>
                          <a:spcPts val="0"/>
                        </a:spcAft>
                        <a:buNone/>
                      </a:pPr>
                      <a:r>
                        <a:rPr lang="fr-FR" sz="1600" b="0" i="0" u="none" strike="noStrike" cap="none" noProof="0" dirty="0">
                          <a:solidFill>
                            <a:schemeClr val="tx1"/>
                          </a:solidFill>
                          <a:latin typeface="Arial"/>
                        </a:rPr>
                        <a:t>- 70 leaders de différentes associations ont été briefées</a:t>
                      </a:r>
                      <a:endParaRPr lang="fr-FR" sz="1600" noProof="0" dirty="0">
                        <a:latin typeface="Arial"/>
                      </a:endParaRPr>
                    </a:p>
                    <a:p>
                      <a:pPr marL="0" marR="0" lvl="0" indent="0" algn="l">
                        <a:lnSpc>
                          <a:spcPct val="100000"/>
                        </a:lnSpc>
                        <a:spcBef>
                          <a:spcPts val="0"/>
                        </a:spcBef>
                        <a:spcAft>
                          <a:spcPts val="0"/>
                        </a:spcAft>
                        <a:buNone/>
                      </a:pPr>
                      <a:endParaRPr lang="fr-FR" sz="1600" b="0" i="0" u="none" strike="noStrike" cap="none" noProof="0" dirty="0">
                        <a:solidFill>
                          <a:schemeClr val="tx1"/>
                        </a:solidFill>
                        <a:latin typeface="Arial"/>
                      </a:endParaRPr>
                    </a:p>
                  </a:txBody>
                  <a:tcPr marL="0" marR="0" marT="0" marB="0"/>
                </a:tc>
                <a:extLst>
                  <a:ext uri="{0D108BD9-81ED-4DB2-BD59-A6C34878D82A}">
                    <a16:rowId xmlns:a16="http://schemas.microsoft.com/office/drawing/2014/main" val="10001"/>
                  </a:ext>
                </a:extLst>
              </a:tr>
            </a:tbl>
          </a:graphicData>
        </a:graphic>
      </p:graphicFrame>
      <p:sp>
        <p:nvSpPr>
          <p:cNvPr id="8" name="Google Shape;186;p6">
            <a:extLst>
              <a:ext uri="{FF2B5EF4-FFF2-40B4-BE49-F238E27FC236}">
                <a16:creationId xmlns:a16="http://schemas.microsoft.com/office/drawing/2014/main" id="{4A0F2993-06AB-E9D6-1F41-DB3FDD4645B2}"/>
              </a:ext>
            </a:extLst>
          </p:cNvPr>
          <p:cNvSpPr txBox="1">
            <a:spLocks/>
          </p:cNvSpPr>
          <p:nvPr/>
        </p:nvSpPr>
        <p:spPr>
          <a:xfrm>
            <a:off x="48381" y="9907"/>
            <a:ext cx="12143619" cy="630766"/>
          </a:xfrm>
          <a:prstGeom prst="rect">
            <a:avLst/>
          </a:prstGeom>
          <a:solidFill>
            <a:schemeClr val="accent1">
              <a:lumMod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defTabSz="914400"/>
            <a:r>
              <a:rPr lang="fr-FR" sz="2800" b="1" kern="0" noProof="0" dirty="0">
                <a:solidFill>
                  <a:schemeClr val="bg1"/>
                </a:solidFill>
                <a:ea typeface="Times New Roman" panose="02020603050405020304"/>
              </a:rPr>
              <a:t>3. Evaluation activités Génération Demande 2025 : MOSO( 5/10) </a:t>
            </a:r>
            <a:endParaRPr lang="fr-FR" sz="2800" kern="0" noProof="0" dirty="0">
              <a:solidFill>
                <a:schemeClr val="bg1"/>
              </a:solidFill>
              <a:latin typeface="Times New Roman" panose="02020603050405020304"/>
              <a:ea typeface="Times New Roman" panose="02020603050405020304"/>
              <a:cs typeface="Times New Roman" panose="02020603050405020304"/>
            </a:endParaRPr>
          </a:p>
        </p:txBody>
      </p:sp>
    </p:spTree>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graphicFrame>
        <p:nvGraphicFramePr>
          <p:cNvPr id="193" name="Google Shape;193;p7"/>
          <p:cNvGraphicFramePr/>
          <p:nvPr>
            <p:extLst>
              <p:ext uri="{D42A27DB-BD31-4B8C-83A1-F6EECF244321}">
                <p14:modId xmlns:p14="http://schemas.microsoft.com/office/powerpoint/2010/main" val="3898265659"/>
              </p:ext>
            </p:extLst>
          </p:nvPr>
        </p:nvGraphicFramePr>
        <p:xfrm>
          <a:off x="89238" y="773505"/>
          <a:ext cx="12050786" cy="6187460"/>
        </p:xfrm>
        <a:graphic>
          <a:graphicData uri="http://schemas.openxmlformats.org/drawingml/2006/table">
            <a:tbl>
              <a:tblPr>
                <a:noFill/>
              </a:tblPr>
              <a:tblGrid>
                <a:gridCol w="461916">
                  <a:extLst>
                    <a:ext uri="{9D8B030D-6E8A-4147-A177-3AD203B41FA5}">
                      <a16:colId xmlns:a16="http://schemas.microsoft.com/office/drawing/2014/main" val="20000"/>
                    </a:ext>
                  </a:extLst>
                </a:gridCol>
                <a:gridCol w="2245492">
                  <a:extLst>
                    <a:ext uri="{9D8B030D-6E8A-4147-A177-3AD203B41FA5}">
                      <a16:colId xmlns:a16="http://schemas.microsoft.com/office/drawing/2014/main" val="20001"/>
                    </a:ext>
                  </a:extLst>
                </a:gridCol>
                <a:gridCol w="1788733">
                  <a:extLst>
                    <a:ext uri="{9D8B030D-6E8A-4147-A177-3AD203B41FA5}">
                      <a16:colId xmlns:a16="http://schemas.microsoft.com/office/drawing/2014/main" val="20002"/>
                    </a:ext>
                  </a:extLst>
                </a:gridCol>
                <a:gridCol w="1635414">
                  <a:extLst>
                    <a:ext uri="{9D8B030D-6E8A-4147-A177-3AD203B41FA5}">
                      <a16:colId xmlns:a16="http://schemas.microsoft.com/office/drawing/2014/main" val="20003"/>
                    </a:ext>
                  </a:extLst>
                </a:gridCol>
                <a:gridCol w="2708657">
                  <a:extLst>
                    <a:ext uri="{9D8B030D-6E8A-4147-A177-3AD203B41FA5}">
                      <a16:colId xmlns:a16="http://schemas.microsoft.com/office/drawing/2014/main" val="20004"/>
                    </a:ext>
                  </a:extLst>
                </a:gridCol>
                <a:gridCol w="3210574">
                  <a:extLst>
                    <a:ext uri="{9D8B030D-6E8A-4147-A177-3AD203B41FA5}">
                      <a16:colId xmlns:a16="http://schemas.microsoft.com/office/drawing/2014/main" val="20005"/>
                    </a:ext>
                  </a:extLst>
                </a:gridCol>
              </a:tblGrid>
              <a:tr h="542800">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fr-FR" sz="1600" b="1" u="none" strike="noStrike" cap="none" noProof="0" dirty="0">
                          <a:latin typeface="Arial"/>
                          <a:ea typeface="Times New Roman" panose="02020603050405020304"/>
                          <a:cs typeface="Times New Roman" panose="02020603050405020304"/>
                          <a:sym typeface="Times New Roman" panose="02020603050405020304"/>
                        </a:rPr>
                        <a:t>N°</a:t>
                      </a:r>
                    </a:p>
                  </a:txBody>
                  <a:tcPr marL="91451" marR="91451" marT="45725" marB="45725">
                    <a:solidFill>
                      <a:srgbClr val="92D050"/>
                    </a:solidFill>
                  </a:tcPr>
                </a:tc>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fr-FR" sz="1600" b="1" u="none" strike="noStrike" cap="none" noProof="0" dirty="0">
                          <a:latin typeface="Arial"/>
                          <a:ea typeface="Times New Roman" panose="02020603050405020304"/>
                          <a:cs typeface="Times New Roman" panose="02020603050405020304"/>
                          <a:sym typeface="Times New Roman" panose="02020603050405020304"/>
                        </a:rPr>
                        <a:t>ACTIVITES</a:t>
                      </a:r>
                    </a:p>
                  </a:txBody>
                  <a:tcPr marL="91451" marR="91451" marT="45725" marB="45725">
                    <a:solidFill>
                      <a:srgbClr val="92D050"/>
                    </a:solidFill>
                  </a:tcPr>
                </a:tc>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fr-FR" sz="1600" b="1" u="none" strike="noStrike" cap="none" noProof="0" dirty="0">
                          <a:latin typeface="Arial"/>
                          <a:ea typeface="Times New Roman" panose="02020603050405020304"/>
                          <a:cs typeface="Times New Roman" panose="02020603050405020304"/>
                          <a:sym typeface="Times New Roman" panose="02020603050405020304"/>
                        </a:rPr>
                        <a:t>INDICATEURS</a:t>
                      </a:r>
                    </a:p>
                  </a:txBody>
                  <a:tcPr marL="91451" marR="91451" marT="45725" marB="45725">
                    <a:solidFill>
                      <a:srgbClr val="92D050"/>
                    </a:solidFill>
                  </a:tcPr>
                </a:tc>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fr-FR" sz="1600" b="1" u="none" strike="noStrike" cap="none" noProof="0" dirty="0">
                          <a:latin typeface="Arial"/>
                          <a:ea typeface="Times New Roman" panose="02020603050405020304"/>
                          <a:cs typeface="Times New Roman" panose="02020603050405020304"/>
                          <a:sym typeface="Times New Roman" panose="02020603050405020304"/>
                        </a:rPr>
                        <a:t>NIVEAU REALISATION </a:t>
                      </a:r>
                    </a:p>
                  </a:txBody>
                  <a:tcPr marL="91451" marR="91451" marT="45725" marB="45725">
                    <a:solidFill>
                      <a:srgbClr val="92D050"/>
                    </a:solidFill>
                  </a:tcPr>
                </a:tc>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fr-FR" sz="1600" b="1" u="none" strike="noStrike" cap="none" noProof="0" dirty="0">
                          <a:latin typeface="Arial"/>
                          <a:ea typeface="Times New Roman" panose="02020603050405020304"/>
                          <a:cs typeface="Times New Roman" panose="02020603050405020304"/>
                          <a:sym typeface="Times New Roman" panose="02020603050405020304"/>
                        </a:rPr>
                        <a:t>RESULTATS OBTENUS</a:t>
                      </a:r>
                    </a:p>
                  </a:txBody>
                  <a:tcPr marL="91451" marR="91451" marT="45725" marB="45725">
                    <a:solidFill>
                      <a:srgbClr val="92D050"/>
                    </a:solidFill>
                  </a:tcPr>
                </a:tc>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fr-FR" sz="1600" b="1" u="none" strike="noStrike" cap="none" noProof="0" dirty="0">
                          <a:latin typeface="Arial"/>
                          <a:ea typeface="Times New Roman" panose="02020603050405020304"/>
                          <a:cs typeface="Times New Roman" panose="02020603050405020304"/>
                        </a:rPr>
                        <a:t>OBSERVATIONS</a:t>
                      </a:r>
                      <a:endParaRPr lang="fr-FR" sz="1600" b="1" u="none" strike="noStrike" cap="none" noProof="0" dirty="0">
                        <a:latin typeface="Arial"/>
                        <a:ea typeface="Times New Roman" panose="02020603050405020304"/>
                        <a:cs typeface="Times New Roman"/>
                        <a:sym typeface="Times New Roman" panose="02020603050405020304"/>
                      </a:endParaRPr>
                    </a:p>
                    <a:p>
                      <a:pPr marL="0" marR="0" lvl="0" indent="0" algn="l" rtl="0">
                        <a:lnSpc>
                          <a:spcPct val="100000"/>
                        </a:lnSpc>
                        <a:spcBef>
                          <a:spcPts val="0"/>
                        </a:spcBef>
                        <a:spcAft>
                          <a:spcPts val="0"/>
                        </a:spcAft>
                        <a:buClr>
                          <a:schemeClr val="dk1"/>
                        </a:buClr>
                        <a:buSzPts val="1800"/>
                        <a:buFont typeface="Calibri" panose="020F0502020204030204"/>
                        <a:buNone/>
                      </a:pPr>
                      <a:endParaRPr lang="fr-FR" sz="1600" noProof="0" dirty="0">
                        <a:latin typeface="Arial"/>
                        <a:sym typeface="Times New Roman" panose="02020603050405020304"/>
                      </a:endParaRPr>
                    </a:p>
                  </a:txBody>
                  <a:tcPr marL="91451" marR="91451" marT="45725" marB="45725">
                    <a:solidFill>
                      <a:srgbClr val="92D050"/>
                    </a:solidFill>
                  </a:tcPr>
                </a:tc>
                <a:extLst>
                  <a:ext uri="{0D108BD9-81ED-4DB2-BD59-A6C34878D82A}">
                    <a16:rowId xmlns:a16="http://schemas.microsoft.com/office/drawing/2014/main" val="10000"/>
                  </a:ext>
                </a:extLst>
              </a:tr>
              <a:tr h="5411559">
                <a:tc>
                  <a:txBody>
                    <a:bodyPr/>
                    <a:lstStyle/>
                    <a:p>
                      <a:pPr marL="0" marR="0" lvl="0" indent="0" algn="l" rtl="0">
                        <a:lnSpc>
                          <a:spcPct val="100000"/>
                        </a:lnSpc>
                        <a:spcBef>
                          <a:spcPts val="0"/>
                        </a:spcBef>
                        <a:spcAft>
                          <a:spcPts val="0"/>
                        </a:spcAft>
                        <a:buClr>
                          <a:schemeClr val="dk1"/>
                        </a:buClr>
                        <a:buSzPts val="1800"/>
                        <a:buFont typeface="Calibri" panose="020F0502020204030204"/>
                        <a:buNone/>
                      </a:pPr>
                      <a:endParaRPr lang="fr-FR" sz="1600" u="none" strike="noStrike" cap="none" noProof="0" dirty="0">
                        <a:latin typeface="Arial"/>
                        <a:ea typeface="Times New Roman" panose="02020603050405020304"/>
                        <a:cs typeface="Times New Roman" panose="02020603050405020304"/>
                      </a:endParaRPr>
                    </a:p>
                    <a:p>
                      <a:pPr marL="0" marR="0" lvl="0" indent="0" algn="l">
                        <a:lnSpc>
                          <a:spcPct val="100000"/>
                        </a:lnSpc>
                        <a:spcBef>
                          <a:spcPts val="0"/>
                        </a:spcBef>
                        <a:spcAft>
                          <a:spcPts val="0"/>
                        </a:spcAft>
                        <a:buSzPts val="1800"/>
                        <a:buFont typeface="Calibri" panose="020F0502020204030204"/>
                        <a:buNone/>
                      </a:pPr>
                      <a:endParaRPr lang="fr-FR" sz="1600" u="none" strike="noStrike" cap="none" noProof="0" dirty="0">
                        <a:latin typeface="Arial"/>
                        <a:ea typeface="Times New Roman" panose="02020603050405020304"/>
                        <a:cs typeface="Times New Roman" panose="02020603050405020304"/>
                      </a:endParaRPr>
                    </a:p>
                    <a:p>
                      <a:pPr marL="0" marR="0" lvl="0" indent="0" algn="l">
                        <a:lnSpc>
                          <a:spcPct val="100000"/>
                        </a:lnSpc>
                        <a:spcBef>
                          <a:spcPts val="0"/>
                        </a:spcBef>
                        <a:spcAft>
                          <a:spcPts val="0"/>
                        </a:spcAft>
                        <a:buSzPts val="1800"/>
                        <a:buFont typeface="Calibri" panose="020F0502020204030204"/>
                        <a:buNone/>
                      </a:pPr>
                      <a:endParaRPr lang="fr-FR" sz="1600" u="none" strike="noStrike" cap="none" noProof="0" dirty="0">
                        <a:latin typeface="Arial"/>
                        <a:ea typeface="Times New Roman" panose="02020603050405020304"/>
                        <a:cs typeface="Times New Roman" panose="02020603050405020304"/>
                      </a:endParaRPr>
                    </a:p>
                    <a:p>
                      <a:pPr marL="0" marR="0" lvl="0" indent="0" algn="l">
                        <a:lnSpc>
                          <a:spcPct val="100000"/>
                        </a:lnSpc>
                        <a:spcBef>
                          <a:spcPts val="0"/>
                        </a:spcBef>
                        <a:spcAft>
                          <a:spcPts val="0"/>
                        </a:spcAft>
                        <a:buSzPts val="1800"/>
                        <a:buFont typeface="Calibri" panose="020F0502020204030204"/>
                        <a:buNone/>
                      </a:pPr>
                      <a:endParaRPr lang="fr-FR" sz="1600" u="none" strike="noStrike" cap="none" noProof="0" dirty="0">
                        <a:latin typeface="Arial"/>
                        <a:ea typeface="Times New Roman" panose="02020603050405020304"/>
                        <a:cs typeface="Times New Roman" panose="02020603050405020304"/>
                      </a:endParaRPr>
                    </a:p>
                    <a:p>
                      <a:pPr marL="0" marR="0" lvl="0" indent="0" algn="l">
                        <a:lnSpc>
                          <a:spcPct val="100000"/>
                        </a:lnSpc>
                        <a:spcBef>
                          <a:spcPts val="0"/>
                        </a:spcBef>
                        <a:spcAft>
                          <a:spcPts val="0"/>
                        </a:spcAft>
                        <a:buSzPts val="1800"/>
                        <a:buFont typeface="Calibri" panose="020F0502020204030204"/>
                        <a:buNone/>
                      </a:pPr>
                      <a:endParaRPr lang="fr-FR" sz="1600" u="none" strike="noStrike" cap="none" noProof="0" dirty="0">
                        <a:latin typeface="Arial"/>
                        <a:ea typeface="Times New Roman" panose="02020603050405020304"/>
                        <a:cs typeface="Times New Roman" panose="02020603050405020304"/>
                      </a:endParaRPr>
                    </a:p>
                    <a:p>
                      <a:pPr marL="0" marR="0" lvl="0" indent="0" algn="l">
                        <a:lnSpc>
                          <a:spcPct val="100000"/>
                        </a:lnSpc>
                        <a:spcBef>
                          <a:spcPts val="0"/>
                        </a:spcBef>
                        <a:spcAft>
                          <a:spcPts val="0"/>
                        </a:spcAft>
                        <a:buSzPts val="1800"/>
                        <a:buFont typeface="Calibri" panose="020F0502020204030204"/>
                        <a:buNone/>
                      </a:pPr>
                      <a:endParaRPr lang="fr-FR" sz="1600" u="none" strike="noStrike" cap="none" noProof="0" dirty="0">
                        <a:latin typeface="Arial"/>
                        <a:ea typeface="Times New Roman" panose="02020603050405020304"/>
                        <a:cs typeface="Times New Roman" panose="02020603050405020304"/>
                      </a:endParaRPr>
                    </a:p>
                    <a:p>
                      <a:pPr marL="0" marR="0" lvl="0" indent="0" algn="l">
                        <a:lnSpc>
                          <a:spcPct val="100000"/>
                        </a:lnSpc>
                        <a:spcBef>
                          <a:spcPts val="0"/>
                        </a:spcBef>
                        <a:spcAft>
                          <a:spcPts val="0"/>
                        </a:spcAft>
                        <a:buSzPts val="1800"/>
                        <a:buFont typeface="Calibri" panose="020F0502020204030204"/>
                        <a:buNone/>
                      </a:pPr>
                      <a:endParaRPr lang="fr-FR" sz="1600" u="none" strike="noStrike" cap="none" noProof="0" dirty="0">
                        <a:latin typeface="Arial"/>
                        <a:ea typeface="Times New Roman" panose="02020603050405020304"/>
                        <a:cs typeface="Times New Roman" panose="02020603050405020304"/>
                      </a:endParaRPr>
                    </a:p>
                    <a:p>
                      <a:pPr marL="0" marR="0" lvl="0" indent="0" algn="l">
                        <a:lnSpc>
                          <a:spcPct val="100000"/>
                        </a:lnSpc>
                        <a:spcBef>
                          <a:spcPts val="0"/>
                        </a:spcBef>
                        <a:spcAft>
                          <a:spcPts val="0"/>
                        </a:spcAft>
                        <a:buSzPts val="1800"/>
                        <a:buFont typeface="Calibri" panose="020F0502020204030204"/>
                        <a:buNone/>
                      </a:pPr>
                      <a:endParaRPr lang="fr-FR" sz="1600" u="none" strike="noStrike" cap="none" noProof="0" dirty="0">
                        <a:latin typeface="Arial"/>
                        <a:ea typeface="Times New Roman" panose="02020603050405020304"/>
                        <a:cs typeface="Times New Roman" panose="02020603050405020304"/>
                      </a:endParaRPr>
                    </a:p>
                    <a:p>
                      <a:pPr marL="0" marR="0" lvl="0" indent="0" algn="l">
                        <a:lnSpc>
                          <a:spcPct val="100000"/>
                        </a:lnSpc>
                        <a:spcBef>
                          <a:spcPts val="0"/>
                        </a:spcBef>
                        <a:spcAft>
                          <a:spcPts val="0"/>
                        </a:spcAft>
                        <a:buSzPts val="1800"/>
                        <a:buFont typeface="Calibri" panose="020F0502020204030204"/>
                        <a:buNone/>
                      </a:pPr>
                      <a:endParaRPr lang="fr-FR" sz="1600" u="none" strike="noStrike" cap="none" noProof="0" dirty="0">
                        <a:latin typeface="Arial"/>
                        <a:ea typeface="Times New Roman" panose="02020603050405020304"/>
                        <a:cs typeface="Times New Roman" panose="02020603050405020304"/>
                      </a:endParaRPr>
                    </a:p>
                    <a:p>
                      <a:pPr marL="0" marR="0" lvl="0" indent="0" algn="l">
                        <a:lnSpc>
                          <a:spcPct val="100000"/>
                        </a:lnSpc>
                        <a:spcBef>
                          <a:spcPts val="0"/>
                        </a:spcBef>
                        <a:spcAft>
                          <a:spcPts val="0"/>
                        </a:spcAft>
                        <a:buSzPts val="1800"/>
                        <a:buFont typeface="Calibri" panose="020F0502020204030204"/>
                        <a:buNone/>
                      </a:pPr>
                      <a:endParaRPr lang="fr-FR" sz="1600" u="none" strike="noStrike" cap="none" noProof="0" dirty="0">
                        <a:latin typeface="Arial"/>
                        <a:ea typeface="Times New Roman" panose="02020603050405020304"/>
                        <a:cs typeface="Times New Roman" panose="02020603050405020304"/>
                      </a:endParaRPr>
                    </a:p>
                    <a:p>
                      <a:pPr marL="0" marR="0" lvl="0" indent="0" algn="l">
                        <a:lnSpc>
                          <a:spcPct val="100000"/>
                        </a:lnSpc>
                        <a:spcBef>
                          <a:spcPts val="0"/>
                        </a:spcBef>
                        <a:spcAft>
                          <a:spcPts val="0"/>
                        </a:spcAft>
                        <a:buSzPts val="1800"/>
                        <a:buFont typeface="Calibri" panose="020F0502020204030204"/>
                        <a:buNone/>
                      </a:pPr>
                      <a:endParaRPr lang="fr-FR" sz="1600" u="none" strike="noStrike" cap="none" noProof="0" dirty="0">
                        <a:latin typeface="Arial"/>
                        <a:ea typeface="Times New Roman" panose="02020603050405020304"/>
                        <a:cs typeface="Times New Roman" panose="02020603050405020304"/>
                      </a:endParaRPr>
                    </a:p>
                    <a:p>
                      <a:pPr marL="0" marR="0" lvl="0" indent="0" algn="l">
                        <a:lnSpc>
                          <a:spcPct val="100000"/>
                        </a:lnSpc>
                        <a:spcBef>
                          <a:spcPts val="0"/>
                        </a:spcBef>
                        <a:spcAft>
                          <a:spcPts val="0"/>
                        </a:spcAft>
                        <a:buSzPts val="1800"/>
                        <a:buFont typeface="Calibri" panose="020F0502020204030204"/>
                        <a:buNone/>
                      </a:pPr>
                      <a:r>
                        <a:rPr lang="fr-FR" sz="1600" u="none" strike="noStrike" cap="none" noProof="0" dirty="0">
                          <a:latin typeface="Arial"/>
                          <a:ea typeface="Times New Roman" panose="02020603050405020304"/>
                          <a:cs typeface="Times New Roman" panose="02020603050405020304"/>
                          <a:sym typeface="Times New Roman" panose="02020603050405020304"/>
                        </a:rPr>
                        <a:t>6</a:t>
                      </a:r>
                    </a:p>
                  </a:txBody>
                  <a:tcPr marL="91451" marR="91451" marT="45725" marB="45725"/>
                </a:tc>
                <a:tc>
                  <a:txBody>
                    <a:bodyPr/>
                    <a:lstStyle/>
                    <a:p>
                      <a:pPr algn="l" fontAlgn="ctr"/>
                      <a:r>
                        <a:rPr lang="fr-FR" sz="1600" b="0" i="0" u="none" strike="noStrike" cap="none" noProof="0" dirty="0">
                          <a:solidFill>
                            <a:srgbClr val="000000"/>
                          </a:solidFill>
                          <a:latin typeface="Arial" panose="020B0604020202020204"/>
                          <a:ea typeface="+mn-ea"/>
                          <a:cs typeface="+mn-cs"/>
                          <a:sym typeface="Arial" panose="020B0604020202020204"/>
                        </a:rPr>
                        <a:t>Assurer l'accompagnement de PNT dans la mise en œuvre, le suivi et l'évaluation de la feuille de route  en faveur de la vaccination ​</a:t>
                      </a:r>
                    </a:p>
                  </a:txBody>
                  <a:tcPr marL="10583" marR="10583" marT="10583" marB="0" anchor="ctr"/>
                </a:tc>
                <a:tc>
                  <a:txBody>
                    <a:bodyPr/>
                    <a:lstStyle/>
                    <a:p>
                      <a:pPr marL="0" marR="0" lvl="0" indent="0" algn="l" rtl="0">
                        <a:lnSpc>
                          <a:spcPct val="100000"/>
                        </a:lnSpc>
                        <a:spcBef>
                          <a:spcPts val="0"/>
                        </a:spcBef>
                        <a:spcAft>
                          <a:spcPts val="0"/>
                        </a:spcAft>
                        <a:buNone/>
                      </a:pPr>
                      <a:endParaRPr lang="fr-FR" sz="1600" b="0" i="0" u="none" strike="noStrike" cap="none" noProof="0" dirty="0">
                        <a:solidFill>
                          <a:srgbClr val="000000"/>
                        </a:solidFill>
                        <a:latin typeface="Arial" panose="020B0604020202020204"/>
                        <a:ea typeface="+mn-ea"/>
                        <a:cs typeface="+mn-cs"/>
                        <a:sym typeface="Times New Roman" panose="02020603050405020304"/>
                      </a:endParaRPr>
                    </a:p>
                  </a:txBody>
                  <a:tcPr marL="0" marR="0" marT="0" marB="0"/>
                </a:tc>
                <a:tc>
                  <a:txBody>
                    <a:bodyPr/>
                    <a:lstStyle/>
                    <a:p>
                      <a:pPr marL="0" marR="0" lvl="0" indent="0" algn="l" rtl="0">
                        <a:lnSpc>
                          <a:spcPct val="100000"/>
                        </a:lnSpc>
                        <a:spcBef>
                          <a:spcPts val="0"/>
                        </a:spcBef>
                        <a:spcAft>
                          <a:spcPts val="0"/>
                        </a:spcAft>
                        <a:buClr>
                          <a:schemeClr val="dk1"/>
                        </a:buClr>
                        <a:buSzPts val="1800"/>
                        <a:buFont typeface="Calibri" panose="020F0502020204030204"/>
                        <a:buNone/>
                      </a:pPr>
                      <a:endParaRPr lang="fr-FR" sz="1600" b="0" i="0" u="none" strike="noStrike" cap="none" noProof="0" dirty="0">
                        <a:solidFill>
                          <a:srgbClr val="000000"/>
                        </a:solidFill>
                        <a:latin typeface="Arial" panose="020B0604020202020204"/>
                        <a:ea typeface="+mn-ea"/>
                        <a:cs typeface="+mn-cs"/>
                      </a:endParaRPr>
                    </a:p>
                    <a:p>
                      <a:pPr marL="0" marR="0" lvl="0" indent="0" algn="l">
                        <a:lnSpc>
                          <a:spcPct val="100000"/>
                        </a:lnSpc>
                        <a:spcBef>
                          <a:spcPts val="0"/>
                        </a:spcBef>
                        <a:spcAft>
                          <a:spcPts val="0"/>
                        </a:spcAft>
                        <a:buSzPts val="1800"/>
                        <a:buFont typeface="Calibri" panose="020F0502020204030204"/>
                        <a:buNone/>
                      </a:pPr>
                      <a:endParaRPr lang="fr-FR" sz="1600" b="0" i="0" u="none" strike="noStrike" cap="none" noProof="0" dirty="0">
                        <a:solidFill>
                          <a:srgbClr val="000000"/>
                        </a:solidFill>
                        <a:latin typeface="Arial" panose="020B0604020202020204"/>
                        <a:ea typeface="+mn-ea"/>
                        <a:cs typeface="+mn-cs"/>
                      </a:endParaRPr>
                    </a:p>
                    <a:p>
                      <a:pPr marL="0" marR="0" lvl="0" indent="0" algn="l">
                        <a:lnSpc>
                          <a:spcPct val="100000"/>
                        </a:lnSpc>
                        <a:spcBef>
                          <a:spcPts val="0"/>
                        </a:spcBef>
                        <a:spcAft>
                          <a:spcPts val="0"/>
                        </a:spcAft>
                        <a:buSzPts val="1800"/>
                        <a:buFont typeface="Calibri" panose="020F0502020204030204"/>
                        <a:buNone/>
                      </a:pPr>
                      <a:endParaRPr lang="fr-FR" sz="1600" b="0" i="0" u="none" strike="noStrike" cap="none" noProof="0" dirty="0">
                        <a:solidFill>
                          <a:srgbClr val="000000"/>
                        </a:solidFill>
                        <a:latin typeface="Arial" panose="020B0604020202020204"/>
                        <a:ea typeface="+mn-ea"/>
                        <a:cs typeface="+mn-cs"/>
                      </a:endParaRPr>
                    </a:p>
                    <a:p>
                      <a:pPr marL="0" marR="0" lvl="0" indent="0" algn="l">
                        <a:lnSpc>
                          <a:spcPct val="100000"/>
                        </a:lnSpc>
                        <a:spcBef>
                          <a:spcPts val="0"/>
                        </a:spcBef>
                        <a:spcAft>
                          <a:spcPts val="0"/>
                        </a:spcAft>
                        <a:buSzPts val="1800"/>
                        <a:buFont typeface="Calibri" panose="020F0502020204030204"/>
                        <a:buNone/>
                      </a:pPr>
                      <a:endParaRPr lang="fr-FR" sz="1600" b="0" i="0" u="none" strike="noStrike" cap="none" noProof="0" dirty="0">
                        <a:solidFill>
                          <a:srgbClr val="000000"/>
                        </a:solidFill>
                        <a:latin typeface="Arial" panose="020B0604020202020204"/>
                        <a:ea typeface="+mn-ea"/>
                        <a:cs typeface="+mn-cs"/>
                      </a:endParaRPr>
                    </a:p>
                    <a:p>
                      <a:pPr marL="0" marR="0" lvl="0" indent="0" algn="l">
                        <a:lnSpc>
                          <a:spcPct val="100000"/>
                        </a:lnSpc>
                        <a:spcBef>
                          <a:spcPts val="0"/>
                        </a:spcBef>
                        <a:spcAft>
                          <a:spcPts val="0"/>
                        </a:spcAft>
                        <a:buSzPts val="1800"/>
                        <a:buFont typeface="Calibri" panose="020F0502020204030204"/>
                        <a:buNone/>
                      </a:pPr>
                      <a:endParaRPr lang="fr-FR" sz="1600" b="0" i="0" u="none" strike="noStrike" cap="none" noProof="0" dirty="0">
                        <a:solidFill>
                          <a:srgbClr val="000000"/>
                        </a:solidFill>
                        <a:latin typeface="Arial" panose="020B0604020202020204"/>
                        <a:ea typeface="+mn-ea"/>
                        <a:cs typeface="+mn-cs"/>
                      </a:endParaRPr>
                    </a:p>
                    <a:p>
                      <a:pPr marL="0" marR="0" lvl="0" indent="0" algn="l">
                        <a:lnSpc>
                          <a:spcPct val="100000"/>
                        </a:lnSpc>
                        <a:spcBef>
                          <a:spcPts val="0"/>
                        </a:spcBef>
                        <a:spcAft>
                          <a:spcPts val="0"/>
                        </a:spcAft>
                        <a:buSzPts val="1800"/>
                        <a:buFont typeface="Calibri" panose="020F0502020204030204"/>
                        <a:buNone/>
                      </a:pPr>
                      <a:endParaRPr lang="fr-FR" sz="1600" b="0" i="0" u="none" strike="noStrike" cap="none" noProof="0" dirty="0">
                        <a:solidFill>
                          <a:srgbClr val="000000"/>
                        </a:solidFill>
                        <a:latin typeface="Arial" panose="020B0604020202020204"/>
                        <a:ea typeface="+mn-ea"/>
                        <a:cs typeface="+mn-cs"/>
                      </a:endParaRPr>
                    </a:p>
                    <a:p>
                      <a:pPr marL="0" marR="0" lvl="0" indent="0" algn="l">
                        <a:lnSpc>
                          <a:spcPct val="100000"/>
                        </a:lnSpc>
                        <a:spcBef>
                          <a:spcPts val="0"/>
                        </a:spcBef>
                        <a:spcAft>
                          <a:spcPts val="0"/>
                        </a:spcAft>
                        <a:buSzPts val="1800"/>
                        <a:buFont typeface="Calibri" panose="020F0502020204030204"/>
                        <a:buNone/>
                      </a:pPr>
                      <a:endParaRPr lang="fr-FR" sz="1600" b="0" i="0" u="none" strike="noStrike" cap="none" noProof="0" dirty="0">
                        <a:solidFill>
                          <a:srgbClr val="000000"/>
                        </a:solidFill>
                        <a:latin typeface="Arial" panose="020B0604020202020204"/>
                        <a:ea typeface="+mn-ea"/>
                        <a:cs typeface="+mn-cs"/>
                      </a:endParaRPr>
                    </a:p>
                    <a:p>
                      <a:pPr marL="0" marR="0" lvl="0" indent="0" algn="l">
                        <a:lnSpc>
                          <a:spcPct val="100000"/>
                        </a:lnSpc>
                        <a:spcBef>
                          <a:spcPts val="0"/>
                        </a:spcBef>
                        <a:spcAft>
                          <a:spcPts val="0"/>
                        </a:spcAft>
                        <a:buSzPts val="1800"/>
                        <a:buFont typeface="Calibri" panose="020F0502020204030204"/>
                        <a:buNone/>
                      </a:pPr>
                      <a:endParaRPr lang="fr-FR" sz="1600" b="0" i="0" u="none" strike="noStrike" cap="none" noProof="0" dirty="0">
                        <a:solidFill>
                          <a:srgbClr val="000000"/>
                        </a:solidFill>
                        <a:latin typeface="Arial" panose="020B0604020202020204"/>
                        <a:ea typeface="+mn-ea"/>
                        <a:cs typeface="+mn-cs"/>
                      </a:endParaRPr>
                    </a:p>
                    <a:p>
                      <a:pPr marL="0" marR="0" lvl="0" indent="0" algn="l">
                        <a:lnSpc>
                          <a:spcPct val="100000"/>
                        </a:lnSpc>
                        <a:spcBef>
                          <a:spcPts val="0"/>
                        </a:spcBef>
                        <a:spcAft>
                          <a:spcPts val="0"/>
                        </a:spcAft>
                        <a:buSzPts val="1800"/>
                        <a:buFont typeface="Calibri" panose="020F0502020204030204"/>
                        <a:buNone/>
                      </a:pPr>
                      <a:endParaRPr lang="fr-FR" sz="1600" b="0" i="0" u="none" strike="noStrike" cap="none" noProof="0" dirty="0">
                        <a:solidFill>
                          <a:srgbClr val="000000"/>
                        </a:solidFill>
                        <a:latin typeface="Arial" panose="020B0604020202020204"/>
                        <a:ea typeface="+mn-ea"/>
                        <a:cs typeface="+mn-cs"/>
                      </a:endParaRPr>
                    </a:p>
                    <a:p>
                      <a:pPr marL="0" marR="0" lvl="0" indent="0" algn="l">
                        <a:lnSpc>
                          <a:spcPct val="100000"/>
                        </a:lnSpc>
                        <a:spcBef>
                          <a:spcPts val="0"/>
                        </a:spcBef>
                        <a:spcAft>
                          <a:spcPts val="0"/>
                        </a:spcAft>
                        <a:buSzPts val="1800"/>
                        <a:buFont typeface="Calibri" panose="020F0502020204030204"/>
                        <a:buNone/>
                      </a:pPr>
                      <a:r>
                        <a:rPr lang="fr-FR" sz="1600" b="0" i="0" u="none" strike="noStrike" cap="none" noProof="0" dirty="0">
                          <a:solidFill>
                            <a:srgbClr val="000000"/>
                          </a:solidFill>
                          <a:latin typeface="Arial" panose="020B0604020202020204"/>
                          <a:ea typeface="+mn-ea"/>
                          <a:cs typeface="+mn-cs"/>
                          <a:sym typeface="Arial" panose="020B0604020202020204"/>
                        </a:rPr>
                        <a:t>Réalisé</a:t>
                      </a:r>
                      <a:r>
                        <a:rPr lang="fr-FR" sz="1600" b="0" i="0" u="none" strike="noStrike" cap="none" noProof="0" dirty="0">
                          <a:solidFill>
                            <a:srgbClr val="000000"/>
                          </a:solidFill>
                          <a:latin typeface="Arial" panose="020B0604020202020204"/>
                          <a:ea typeface="+mn-ea"/>
                          <a:cs typeface="+mn-cs"/>
                        </a:rPr>
                        <a:t> </a:t>
                      </a:r>
                      <a:endParaRPr lang="fr-FR" sz="1600" b="0" i="0" u="none" strike="noStrike" cap="none" noProof="0" dirty="0">
                        <a:solidFill>
                          <a:srgbClr val="000000"/>
                        </a:solidFill>
                        <a:latin typeface="Arial"/>
                        <a:ea typeface="+mn-ea"/>
                        <a:cs typeface="+mn-cs"/>
                        <a:sym typeface="Times New Roman" panose="02020603050405020304"/>
                      </a:endParaRPr>
                    </a:p>
                  </a:txBody>
                  <a:tcPr marL="91451" marR="91451" marT="45725" marB="45725">
                    <a:solidFill>
                      <a:srgbClr val="00B050"/>
                    </a:solidFill>
                  </a:tcPr>
                </a:tc>
                <a:tc>
                  <a:txBody>
                    <a:bodyPr/>
                    <a:lstStyle/>
                    <a:p>
                      <a:pPr marL="0" marR="0" lvl="0" indent="0" algn="l">
                        <a:lnSpc>
                          <a:spcPct val="100000"/>
                        </a:lnSpc>
                        <a:spcBef>
                          <a:spcPts val="0"/>
                        </a:spcBef>
                        <a:spcAft>
                          <a:spcPts val="0"/>
                        </a:spcAft>
                        <a:buNone/>
                      </a:pPr>
                      <a:endParaRPr lang="fr-FR" sz="1600" b="0" i="0" u="none" strike="noStrike" cap="none" noProof="0" dirty="0">
                        <a:solidFill>
                          <a:srgbClr val="000000"/>
                        </a:solidFill>
                        <a:latin typeface="Arial" panose="020B0604020202020204"/>
                      </a:endParaRPr>
                    </a:p>
                    <a:p>
                      <a:pPr marL="0" marR="0" lvl="0" indent="0" algn="l">
                        <a:lnSpc>
                          <a:spcPct val="100000"/>
                        </a:lnSpc>
                        <a:spcBef>
                          <a:spcPts val="0"/>
                        </a:spcBef>
                        <a:spcAft>
                          <a:spcPts val="0"/>
                        </a:spcAft>
                        <a:buNone/>
                      </a:pPr>
                      <a:r>
                        <a:rPr lang="fr-FR" sz="1800" b="0" i="0" u="none" strike="noStrike" cap="none" noProof="0" dirty="0">
                          <a:solidFill>
                            <a:srgbClr val="000000"/>
                          </a:solidFill>
                          <a:latin typeface="Arial" panose="020B0604020202020204"/>
                        </a:rPr>
                        <a:t>287 PNT formés en communication interpersonnelle et messages sur le VAP  dans les provinces du Kongo Central (102),  Kwilu (59), Equateur (34), </a:t>
                      </a:r>
                      <a:r>
                        <a:rPr lang="fr-FR" sz="1800" b="0" i="0" u="none" strike="noStrike" cap="none" noProof="0" dirty="0" err="1">
                          <a:solidFill>
                            <a:srgbClr val="000000"/>
                          </a:solidFill>
                          <a:latin typeface="Arial" panose="020B0604020202020204"/>
                        </a:rPr>
                        <a:t>Tshopo</a:t>
                      </a:r>
                      <a:r>
                        <a:rPr lang="fr-FR" sz="1800" b="0" i="0" u="none" strike="noStrike" cap="none" noProof="0" dirty="0">
                          <a:solidFill>
                            <a:srgbClr val="000000"/>
                          </a:solidFill>
                          <a:latin typeface="Arial" panose="020B0604020202020204"/>
                        </a:rPr>
                        <a:t> (44) et Maniema (25)</a:t>
                      </a:r>
                      <a:endParaRPr lang="fr-FR" sz="1800" b="0" i="0" u="none" strike="noStrike" cap="none" noProof="0" dirty="0">
                        <a:solidFill>
                          <a:srgbClr val="000000"/>
                        </a:solidFill>
                        <a:latin typeface="Arial"/>
                        <a:sym typeface="Arial" panose="020B0604020202020204"/>
                      </a:endParaRPr>
                    </a:p>
                  </a:txBody>
                  <a:tcPr marL="91451" marR="91451" marT="45725" marB="45725"/>
                </a:tc>
                <a:tc>
                  <a:txBody>
                    <a:bodyPr/>
                    <a:lstStyle/>
                    <a:p>
                      <a:pPr marL="342900" marR="0" lvl="0" indent="-342900" algn="l">
                        <a:lnSpc>
                          <a:spcPct val="100000"/>
                        </a:lnSpc>
                        <a:spcBef>
                          <a:spcPts val="0"/>
                        </a:spcBef>
                        <a:spcAft>
                          <a:spcPts val="0"/>
                        </a:spcAft>
                        <a:buSzPts val="1100"/>
                        <a:buFont typeface="Arial"/>
                        <a:buChar char="•"/>
                      </a:pPr>
                      <a:endParaRPr lang="fr-FR" sz="1600" b="0" i="0" u="none" strike="noStrike" cap="none" noProof="0" dirty="0">
                        <a:solidFill>
                          <a:srgbClr val="000000"/>
                        </a:solidFill>
                        <a:latin typeface="Arial" panose="020B0604020202020204"/>
                      </a:endParaRPr>
                    </a:p>
                    <a:p>
                      <a:pPr marL="171450" marR="0" lvl="0" indent="-171450" algn="l">
                        <a:lnSpc>
                          <a:spcPct val="100000"/>
                        </a:lnSpc>
                        <a:spcBef>
                          <a:spcPts val="0"/>
                        </a:spcBef>
                        <a:spcAft>
                          <a:spcPts val="0"/>
                        </a:spcAft>
                        <a:buClr>
                          <a:srgbClr val="000000"/>
                        </a:buClr>
                        <a:buSzPts val="1100"/>
                        <a:buFont typeface="Arial,Sans-Serif"/>
                        <a:buChar char="•"/>
                      </a:pPr>
                      <a:r>
                        <a:rPr lang="fr-FR" sz="1600" b="1" i="0" u="none" strike="noStrike" cap="none" noProof="0" dirty="0">
                          <a:solidFill>
                            <a:srgbClr val="202020"/>
                          </a:solidFill>
                          <a:latin typeface="Arial" panose="020B0604020202020204"/>
                        </a:rPr>
                        <a:t>120 703</a:t>
                      </a:r>
                      <a:r>
                        <a:rPr lang="fr-FR" sz="1600" b="0" i="0" u="none" strike="noStrike" cap="none" noProof="0" dirty="0">
                          <a:solidFill>
                            <a:srgbClr val="202020"/>
                          </a:solidFill>
                          <a:latin typeface="Arial" panose="020B0604020202020204"/>
                        </a:rPr>
                        <a:t> personnes touchées par un message  VAP (66 % de femmes) </a:t>
                      </a:r>
                      <a:endParaRPr lang="fr-FR" sz="1600" b="0" i="0" u="none" strike="noStrike" cap="none" noProof="0" dirty="0">
                        <a:solidFill>
                          <a:srgbClr val="000000"/>
                        </a:solidFill>
                        <a:latin typeface="Arial" panose="020B0604020202020204"/>
                      </a:endParaRPr>
                    </a:p>
                    <a:p>
                      <a:pPr marL="171450" marR="0" lvl="0" indent="-171450" algn="l">
                        <a:lnSpc>
                          <a:spcPct val="100000"/>
                        </a:lnSpc>
                        <a:spcBef>
                          <a:spcPts val="0"/>
                        </a:spcBef>
                        <a:spcAft>
                          <a:spcPts val="0"/>
                        </a:spcAft>
                        <a:buClr>
                          <a:srgbClr val="000000"/>
                        </a:buClr>
                        <a:buSzPts val="1100"/>
                        <a:buFont typeface="Arial,Sans-Serif"/>
                        <a:buChar char="•"/>
                      </a:pPr>
                      <a:r>
                        <a:rPr lang="fr-FR" sz="1600" b="1" i="0" u="none" strike="noStrike" cap="none" noProof="0" dirty="0">
                          <a:solidFill>
                            <a:srgbClr val="202020"/>
                          </a:solidFill>
                          <a:latin typeface="Arial" panose="020B0604020202020204"/>
                        </a:rPr>
                        <a:t>423</a:t>
                      </a:r>
                      <a:r>
                        <a:rPr lang="fr-FR" sz="1600" b="0" i="0" u="none" strike="noStrike" cap="none" noProof="0" dirty="0">
                          <a:solidFill>
                            <a:srgbClr val="202020"/>
                          </a:solidFill>
                          <a:latin typeface="Arial" panose="020B0604020202020204"/>
                        </a:rPr>
                        <a:t> enfants en conflit avec la vaccination identifiés (</a:t>
                      </a:r>
                      <a:r>
                        <a:rPr lang="fr-FR" sz="1600" b="1" i="0" u="none" strike="noStrike" cap="none" noProof="0" dirty="0">
                          <a:solidFill>
                            <a:srgbClr val="202020"/>
                          </a:solidFill>
                          <a:latin typeface="Arial" panose="020B0604020202020204"/>
                        </a:rPr>
                        <a:t>301 </a:t>
                      </a:r>
                      <a:r>
                        <a:rPr lang="fr-FR" sz="1600" b="0" i="0" u="none" strike="noStrike" cap="none" noProof="0" dirty="0">
                          <a:solidFill>
                            <a:srgbClr val="202020"/>
                          </a:solidFill>
                          <a:latin typeface="Arial" panose="020B0604020202020204"/>
                        </a:rPr>
                        <a:t>récupérés soit </a:t>
                      </a:r>
                      <a:r>
                        <a:rPr lang="fr-FR" sz="1600" b="1" i="0" u="none" strike="noStrike" cap="none" noProof="0" dirty="0">
                          <a:solidFill>
                            <a:srgbClr val="202020"/>
                          </a:solidFill>
                          <a:latin typeface="Arial" panose="020B0604020202020204"/>
                        </a:rPr>
                        <a:t>71%)</a:t>
                      </a:r>
                      <a:endParaRPr lang="fr-FR" sz="1600" b="0" i="0" u="none" strike="noStrike" cap="none" noProof="0" dirty="0">
                        <a:solidFill>
                          <a:srgbClr val="000000"/>
                        </a:solidFill>
                        <a:latin typeface="Arial" panose="020B0604020202020204"/>
                      </a:endParaRPr>
                    </a:p>
                    <a:p>
                      <a:pPr marL="171450" marR="0" lvl="0" indent="-171450" algn="l">
                        <a:lnSpc>
                          <a:spcPct val="100000"/>
                        </a:lnSpc>
                        <a:spcBef>
                          <a:spcPts val="0"/>
                        </a:spcBef>
                        <a:spcAft>
                          <a:spcPts val="0"/>
                        </a:spcAft>
                        <a:buClr>
                          <a:srgbClr val="000000"/>
                        </a:buClr>
                        <a:buSzPts val="1100"/>
                        <a:buFont typeface="Arial,Sans-Serif"/>
                        <a:buChar char="•"/>
                      </a:pPr>
                      <a:r>
                        <a:rPr lang="fr-FR" sz="1600" b="1" i="0" u="none" strike="noStrike" cap="none" noProof="0" dirty="0">
                          <a:solidFill>
                            <a:srgbClr val="202020"/>
                          </a:solidFill>
                          <a:latin typeface="Arial" panose="020B0604020202020204"/>
                        </a:rPr>
                        <a:t>11 882 </a:t>
                      </a:r>
                      <a:r>
                        <a:rPr lang="fr-FR" sz="1600" b="0" i="0" u="none" strike="noStrike" cap="none" noProof="0" dirty="0">
                          <a:solidFill>
                            <a:srgbClr val="202020"/>
                          </a:solidFill>
                          <a:latin typeface="Arial" panose="020B0604020202020204"/>
                        </a:rPr>
                        <a:t>visites a domicile réalisées </a:t>
                      </a:r>
                      <a:endParaRPr lang="fr-FR" sz="1600" b="0" i="0" u="none" strike="noStrike" cap="none" noProof="0" dirty="0">
                        <a:solidFill>
                          <a:srgbClr val="000000"/>
                        </a:solidFill>
                        <a:latin typeface="Arial" panose="020B0604020202020204"/>
                      </a:endParaRPr>
                    </a:p>
                    <a:p>
                      <a:pPr marL="171450" marR="0" lvl="0" indent="-171450" algn="l">
                        <a:lnSpc>
                          <a:spcPct val="100000"/>
                        </a:lnSpc>
                        <a:spcBef>
                          <a:spcPts val="0"/>
                        </a:spcBef>
                        <a:spcAft>
                          <a:spcPts val="0"/>
                        </a:spcAft>
                        <a:buClr>
                          <a:srgbClr val="000000"/>
                        </a:buClr>
                        <a:buSzPts val="1100"/>
                        <a:buFont typeface="Arial,Sans-Serif"/>
                        <a:buChar char="•"/>
                      </a:pPr>
                      <a:r>
                        <a:rPr lang="fr-FR" sz="1600" b="1" i="0" u="none" strike="noStrike" cap="none" noProof="0" dirty="0">
                          <a:solidFill>
                            <a:srgbClr val="202020"/>
                          </a:solidFill>
                          <a:latin typeface="Arial" panose="020B0604020202020204"/>
                        </a:rPr>
                        <a:t>8448 </a:t>
                      </a:r>
                      <a:r>
                        <a:rPr lang="fr-FR" sz="1600" b="0" i="0" u="none" strike="noStrike" cap="none" noProof="0" dirty="0">
                          <a:solidFill>
                            <a:srgbClr val="202020"/>
                          </a:solidFill>
                          <a:latin typeface="Arial" panose="020B0604020202020204"/>
                        </a:rPr>
                        <a:t>spots et </a:t>
                      </a:r>
                      <a:r>
                        <a:rPr lang="fr-FR" sz="1600" b="1" i="0" u="none" strike="noStrike" cap="none" noProof="0" dirty="0">
                          <a:solidFill>
                            <a:srgbClr val="202020"/>
                          </a:solidFill>
                          <a:latin typeface="Arial" panose="020B0604020202020204"/>
                        </a:rPr>
                        <a:t>53 </a:t>
                      </a:r>
                      <a:r>
                        <a:rPr lang="fr-FR" sz="1600" b="0" i="0" u="none" strike="noStrike" cap="none" noProof="0" dirty="0">
                          <a:solidFill>
                            <a:srgbClr val="202020"/>
                          </a:solidFill>
                          <a:latin typeface="Arial" panose="020B0604020202020204"/>
                        </a:rPr>
                        <a:t>émissions diffusés</a:t>
                      </a:r>
                      <a:endParaRPr lang="fr-FR" sz="1600" b="0" i="0" u="none" strike="noStrike" cap="none" noProof="0" dirty="0">
                        <a:solidFill>
                          <a:srgbClr val="000000"/>
                        </a:solidFill>
                        <a:latin typeface="Arial" panose="020B0604020202020204"/>
                      </a:endParaRPr>
                    </a:p>
                    <a:p>
                      <a:pPr marL="171450" marR="0" lvl="0" indent="-171450" algn="l">
                        <a:lnSpc>
                          <a:spcPct val="100000"/>
                        </a:lnSpc>
                        <a:spcBef>
                          <a:spcPts val="0"/>
                        </a:spcBef>
                        <a:spcAft>
                          <a:spcPts val="0"/>
                        </a:spcAft>
                        <a:buClr>
                          <a:srgbClr val="000000"/>
                        </a:buClr>
                        <a:buSzPts val="1100"/>
                        <a:buFont typeface="Arial,Sans-Serif"/>
                        <a:buChar char="•"/>
                      </a:pPr>
                      <a:r>
                        <a:rPr lang="fr-FR" sz="1600" b="1" i="0" u="none" strike="noStrike" cap="none" noProof="0" dirty="0">
                          <a:solidFill>
                            <a:srgbClr val="202020"/>
                          </a:solidFill>
                          <a:latin typeface="Arial" panose="020B0604020202020204"/>
                        </a:rPr>
                        <a:t>354 </a:t>
                      </a:r>
                      <a:r>
                        <a:rPr lang="fr-FR" sz="1600" b="0" i="0" u="none" strike="noStrike" cap="none" noProof="0" dirty="0">
                          <a:solidFill>
                            <a:srgbClr val="202020"/>
                          </a:solidFill>
                          <a:latin typeface="Arial"/>
                        </a:rPr>
                        <a:t>séances de sensibilisation publique réalisées</a:t>
                      </a:r>
                      <a:endParaRPr lang="fr-FR" sz="1600" b="0" i="0" u="none" strike="noStrike" cap="none" noProof="0" dirty="0">
                        <a:solidFill>
                          <a:srgbClr val="000000"/>
                        </a:solidFill>
                        <a:latin typeface="Arial"/>
                      </a:endParaRPr>
                    </a:p>
                    <a:p>
                      <a:pPr marL="171450" marR="0" lvl="0" indent="-171450" algn="l">
                        <a:lnSpc>
                          <a:spcPct val="100000"/>
                        </a:lnSpc>
                        <a:spcBef>
                          <a:spcPts val="0"/>
                        </a:spcBef>
                        <a:spcAft>
                          <a:spcPts val="0"/>
                        </a:spcAft>
                        <a:buClr>
                          <a:srgbClr val="000000"/>
                        </a:buClr>
                        <a:buSzPts val="1100"/>
                        <a:buFont typeface="Arial,Sans-Serif"/>
                        <a:buChar char="•"/>
                      </a:pPr>
                      <a:r>
                        <a:rPr lang="fr-FR" sz="1600" b="1" i="0" u="none" strike="noStrike" cap="none" noProof="0" dirty="0">
                          <a:solidFill>
                            <a:srgbClr val="202020"/>
                          </a:solidFill>
                          <a:latin typeface="Arial"/>
                          <a:sym typeface="Arial" panose="020B0604020202020204"/>
                        </a:rPr>
                        <a:t>11</a:t>
                      </a:r>
                      <a:r>
                        <a:rPr lang="fr-FR" sz="1600" b="0" i="0" u="none" strike="noStrike" cap="none" noProof="0" dirty="0">
                          <a:solidFill>
                            <a:srgbClr val="202020"/>
                          </a:solidFill>
                          <a:latin typeface="Arial"/>
                          <a:sym typeface="Arial" panose="020B0604020202020204"/>
                        </a:rPr>
                        <a:t> groupes </a:t>
                      </a:r>
                      <a:r>
                        <a:rPr lang="fr-FR" sz="1600" b="0" i="0" u="none" strike="noStrike" cap="none" noProof="0" dirty="0">
                          <a:solidFill>
                            <a:srgbClr val="202020"/>
                          </a:solidFill>
                          <a:latin typeface="Arial"/>
                        </a:rPr>
                        <a:t>WhatsApp (niveaux national et provincial: PEV, PNLP et PNCPS, zones de sante) pour</a:t>
                      </a:r>
                      <a:r>
                        <a:rPr lang="fr-FR" sz="1600" b="0" i="0" u="none" strike="noStrike" cap="none" noProof="0" dirty="0">
                          <a:solidFill>
                            <a:srgbClr val="202020"/>
                          </a:solidFill>
                          <a:latin typeface="Arial"/>
                          <a:sym typeface="Arial" panose="020B0604020202020204"/>
                        </a:rPr>
                        <a:t> une coordination de proximité </a:t>
                      </a:r>
                      <a:endParaRPr lang="fr-FR" sz="1600" b="0" i="0" u="none" strike="noStrike" cap="none" noProof="0" dirty="0">
                        <a:solidFill>
                          <a:srgbClr val="000000"/>
                        </a:solidFill>
                        <a:latin typeface="Arial"/>
                      </a:endParaRPr>
                    </a:p>
                    <a:p>
                      <a:pPr marL="285750" marR="0" lvl="0" indent="-285750" algn="l">
                        <a:lnSpc>
                          <a:spcPct val="100000"/>
                        </a:lnSpc>
                        <a:spcBef>
                          <a:spcPts val="0"/>
                        </a:spcBef>
                        <a:spcAft>
                          <a:spcPts val="0"/>
                        </a:spcAft>
                        <a:buClr>
                          <a:srgbClr val="000000"/>
                        </a:buClr>
                        <a:buSzPts val="1100"/>
                        <a:buFont typeface="Arial,Sans-Serif"/>
                        <a:buChar char="•"/>
                      </a:pPr>
                      <a:endParaRPr lang="fr-FR" sz="1200" b="0" i="0" u="none" strike="noStrike" cap="none" noProof="0" dirty="0">
                        <a:solidFill>
                          <a:srgbClr val="000000"/>
                        </a:solidFill>
                        <a:latin typeface="Arial"/>
                        <a:sym typeface="Arial" panose="020B0604020202020204"/>
                      </a:endParaRPr>
                    </a:p>
                    <a:p>
                      <a:pPr marL="171450" marR="0" lvl="0" indent="-171450" algn="l">
                        <a:lnSpc>
                          <a:spcPct val="100000"/>
                        </a:lnSpc>
                        <a:spcBef>
                          <a:spcPts val="0"/>
                        </a:spcBef>
                        <a:spcAft>
                          <a:spcPts val="0"/>
                        </a:spcAft>
                        <a:buSzPts val="1100"/>
                        <a:buFont typeface="Arial" panose="020B0604020202020204"/>
                        <a:buChar char="•"/>
                      </a:pPr>
                      <a:endParaRPr lang="fr-FR" sz="1400" b="0" i="0" u="none" strike="noStrike" cap="none" noProof="0" dirty="0">
                        <a:solidFill>
                          <a:srgbClr val="202020"/>
                        </a:solidFill>
                        <a:latin typeface="Arial"/>
                        <a:ea typeface="+mn-ea"/>
                        <a:cs typeface="+mn-cs"/>
                      </a:endParaRPr>
                    </a:p>
                    <a:p>
                      <a:pPr marL="285750" marR="0" lvl="0" indent="-285750" algn="l">
                        <a:lnSpc>
                          <a:spcPct val="100000"/>
                        </a:lnSpc>
                        <a:spcBef>
                          <a:spcPts val="0"/>
                        </a:spcBef>
                        <a:spcAft>
                          <a:spcPts val="0"/>
                        </a:spcAft>
                        <a:buClr>
                          <a:srgbClr val="000000"/>
                        </a:buClr>
                        <a:buSzPts val="1100"/>
                        <a:buFont typeface="Arial" panose="020B0604020202020204"/>
                        <a:buChar char="•"/>
                      </a:pPr>
                      <a:endParaRPr lang="fr-FR" sz="1600" b="1" i="0" u="none" strike="noStrike" cap="none" noProof="0" dirty="0">
                        <a:solidFill>
                          <a:srgbClr val="202020"/>
                        </a:solidFill>
                        <a:latin typeface="Arial"/>
                        <a:ea typeface="+mn-ea"/>
                        <a:cs typeface="+mn-cs"/>
                      </a:endParaRPr>
                    </a:p>
                    <a:p>
                      <a:pPr marL="285750" marR="0" lvl="0" indent="-285750" algn="l">
                        <a:lnSpc>
                          <a:spcPct val="100000"/>
                        </a:lnSpc>
                        <a:spcBef>
                          <a:spcPts val="0"/>
                        </a:spcBef>
                        <a:spcAft>
                          <a:spcPts val="0"/>
                        </a:spcAft>
                        <a:buClr>
                          <a:srgbClr val="000000"/>
                        </a:buClr>
                        <a:buSzPts val="1100"/>
                        <a:buFont typeface="Arial" panose="020B0604020202020204"/>
                        <a:buChar char="•"/>
                      </a:pPr>
                      <a:endParaRPr lang="fr-FR" sz="1600" b="0" i="0" u="none" strike="noStrike" cap="none" noProof="0" dirty="0">
                        <a:solidFill>
                          <a:srgbClr val="FF0000"/>
                        </a:solidFill>
                        <a:latin typeface="Arial"/>
                        <a:ea typeface="+mn-ea"/>
                        <a:cs typeface="+mn-cs"/>
                      </a:endParaRPr>
                    </a:p>
                    <a:p>
                      <a:pPr marL="285750" marR="0" lvl="0" indent="-285750" algn="l">
                        <a:lnSpc>
                          <a:spcPct val="100000"/>
                        </a:lnSpc>
                        <a:spcBef>
                          <a:spcPts val="0"/>
                        </a:spcBef>
                        <a:spcAft>
                          <a:spcPts val="0"/>
                        </a:spcAft>
                        <a:buClr>
                          <a:srgbClr val="000000"/>
                        </a:buClr>
                        <a:buSzPts val="1100"/>
                        <a:buFont typeface="Arial" panose="020B0604020202020204"/>
                        <a:buChar char="•"/>
                      </a:pPr>
                      <a:endParaRPr lang="fr-FR" sz="1600" b="0" i="0" u="none" strike="noStrike" cap="none" noProof="0" dirty="0">
                        <a:solidFill>
                          <a:srgbClr val="000000"/>
                        </a:solidFill>
                        <a:latin typeface="Arial"/>
                        <a:ea typeface="+mn-ea"/>
                        <a:cs typeface="+mn-cs"/>
                      </a:endParaRPr>
                    </a:p>
                  </a:txBody>
                  <a:tcPr marL="91451" marR="91451" marT="45725" marB="45725"/>
                </a:tc>
                <a:extLst>
                  <a:ext uri="{0D108BD9-81ED-4DB2-BD59-A6C34878D82A}">
                    <a16:rowId xmlns:a16="http://schemas.microsoft.com/office/drawing/2014/main" val="10001"/>
                  </a:ext>
                </a:extLst>
              </a:tr>
            </a:tbl>
          </a:graphicData>
        </a:graphic>
      </p:graphicFrame>
      <p:sp>
        <p:nvSpPr>
          <p:cNvPr id="5" name="Google Shape;186;p6">
            <a:extLst>
              <a:ext uri="{FF2B5EF4-FFF2-40B4-BE49-F238E27FC236}">
                <a16:creationId xmlns:a16="http://schemas.microsoft.com/office/drawing/2014/main" id="{43F5CFEF-8F71-4386-8E31-E84FFBF5C980}"/>
              </a:ext>
            </a:extLst>
          </p:cNvPr>
          <p:cNvSpPr txBox="1">
            <a:spLocks/>
          </p:cNvSpPr>
          <p:nvPr/>
        </p:nvSpPr>
        <p:spPr>
          <a:xfrm>
            <a:off x="48381" y="9907"/>
            <a:ext cx="12143619" cy="630766"/>
          </a:xfrm>
          <a:prstGeom prst="rect">
            <a:avLst/>
          </a:prstGeom>
          <a:solidFill>
            <a:schemeClr val="accent1">
              <a:lumMod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defTabSz="914400"/>
            <a:r>
              <a:rPr lang="fr-FR" sz="2800" b="1" kern="0" noProof="0" dirty="0">
                <a:solidFill>
                  <a:schemeClr val="bg1"/>
                </a:solidFill>
                <a:ea typeface="Times New Roman" panose="02020603050405020304"/>
              </a:rPr>
              <a:t>3.Evaluation activités Génération Demande 2025 : MOSO( 6/10) </a:t>
            </a:r>
            <a:endParaRPr lang="fr-FR" sz="2800" kern="0" noProof="0" dirty="0">
              <a:solidFill>
                <a:schemeClr val="bg1"/>
              </a:solidFill>
              <a:latin typeface="Times New Roman" panose="02020603050405020304"/>
              <a:ea typeface="Times New Roman" panose="02020603050405020304"/>
              <a:cs typeface="Times New Roman" panose="02020603050405020304"/>
            </a:endParaRPr>
          </a:p>
        </p:txBody>
      </p:sp>
    </p:spTree>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a:extLst>
            <a:ext uri="{FF2B5EF4-FFF2-40B4-BE49-F238E27FC236}">
              <a16:creationId xmlns:a16="http://schemas.microsoft.com/office/drawing/2014/main" id="{7705B0DC-B18C-DF2C-1CB1-5BFD68E14C99}"/>
            </a:ext>
          </a:extLst>
        </p:cNvPr>
        <p:cNvGrpSpPr/>
        <p:nvPr/>
      </p:nvGrpSpPr>
      <p:grpSpPr>
        <a:xfrm>
          <a:off x="0" y="0"/>
          <a:ext cx="0" cy="0"/>
          <a:chOff x="0" y="0"/>
          <a:chExt cx="0" cy="0"/>
        </a:xfrm>
      </p:grpSpPr>
      <p:graphicFrame>
        <p:nvGraphicFramePr>
          <p:cNvPr id="193" name="Google Shape;193;p7">
            <a:extLst>
              <a:ext uri="{FF2B5EF4-FFF2-40B4-BE49-F238E27FC236}">
                <a16:creationId xmlns:a16="http://schemas.microsoft.com/office/drawing/2014/main" id="{59C75711-5265-C6AC-3EAB-930A1844675F}"/>
              </a:ext>
            </a:extLst>
          </p:cNvPr>
          <p:cNvGraphicFramePr/>
          <p:nvPr>
            <p:extLst>
              <p:ext uri="{D42A27DB-BD31-4B8C-83A1-F6EECF244321}">
                <p14:modId xmlns:p14="http://schemas.microsoft.com/office/powerpoint/2010/main" val="1262687466"/>
              </p:ext>
            </p:extLst>
          </p:nvPr>
        </p:nvGraphicFramePr>
        <p:xfrm>
          <a:off x="94765" y="817028"/>
          <a:ext cx="11996378" cy="5174933"/>
        </p:xfrm>
        <a:graphic>
          <a:graphicData uri="http://schemas.openxmlformats.org/drawingml/2006/table">
            <a:tbl>
              <a:tblPr>
                <a:noFill/>
              </a:tblPr>
              <a:tblGrid>
                <a:gridCol w="494731">
                  <a:extLst>
                    <a:ext uri="{9D8B030D-6E8A-4147-A177-3AD203B41FA5}">
                      <a16:colId xmlns:a16="http://schemas.microsoft.com/office/drawing/2014/main" val="20000"/>
                    </a:ext>
                  </a:extLst>
                </a:gridCol>
                <a:gridCol w="2861982">
                  <a:extLst>
                    <a:ext uri="{9D8B030D-6E8A-4147-A177-3AD203B41FA5}">
                      <a16:colId xmlns:a16="http://schemas.microsoft.com/office/drawing/2014/main" val="20001"/>
                    </a:ext>
                  </a:extLst>
                </a:gridCol>
                <a:gridCol w="1580444">
                  <a:extLst>
                    <a:ext uri="{9D8B030D-6E8A-4147-A177-3AD203B41FA5}">
                      <a16:colId xmlns:a16="http://schemas.microsoft.com/office/drawing/2014/main" val="20002"/>
                    </a:ext>
                  </a:extLst>
                </a:gridCol>
                <a:gridCol w="1559277">
                  <a:extLst>
                    <a:ext uri="{9D8B030D-6E8A-4147-A177-3AD203B41FA5}">
                      <a16:colId xmlns:a16="http://schemas.microsoft.com/office/drawing/2014/main" val="20003"/>
                    </a:ext>
                  </a:extLst>
                </a:gridCol>
                <a:gridCol w="3675944">
                  <a:extLst>
                    <a:ext uri="{9D8B030D-6E8A-4147-A177-3AD203B41FA5}">
                      <a16:colId xmlns:a16="http://schemas.microsoft.com/office/drawing/2014/main" val="20004"/>
                    </a:ext>
                  </a:extLst>
                </a:gridCol>
                <a:gridCol w="1824000">
                  <a:extLst>
                    <a:ext uri="{9D8B030D-6E8A-4147-A177-3AD203B41FA5}">
                      <a16:colId xmlns:a16="http://schemas.microsoft.com/office/drawing/2014/main" val="20005"/>
                    </a:ext>
                  </a:extLst>
                </a:gridCol>
              </a:tblGrid>
              <a:tr h="694363">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fr-FR" sz="1600" b="1" u="none" strike="noStrike" cap="none" noProof="0" dirty="0">
                          <a:latin typeface="Arial"/>
                          <a:ea typeface="Times New Roman" panose="02020603050405020304"/>
                          <a:cs typeface="Times New Roman" panose="02020603050405020304"/>
                          <a:sym typeface="Times New Roman" panose="02020603050405020304"/>
                        </a:rPr>
                        <a:t>N°</a:t>
                      </a:r>
                    </a:p>
                  </a:txBody>
                  <a:tcPr marL="91451" marR="91451" marT="45725" marB="45725">
                    <a:solidFill>
                      <a:srgbClr val="92D050"/>
                    </a:solidFill>
                  </a:tcPr>
                </a:tc>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fr-FR" sz="1600" b="1" u="none" strike="noStrike" cap="none" noProof="0" dirty="0">
                          <a:latin typeface="Arial"/>
                          <a:ea typeface="Times New Roman" panose="02020603050405020304"/>
                          <a:cs typeface="Times New Roman" panose="02020603050405020304"/>
                          <a:sym typeface="Times New Roman" panose="02020603050405020304"/>
                        </a:rPr>
                        <a:t>ACTIVITES</a:t>
                      </a:r>
                    </a:p>
                  </a:txBody>
                  <a:tcPr marL="91451" marR="91451" marT="45725" marB="45725">
                    <a:solidFill>
                      <a:srgbClr val="92D050"/>
                    </a:solidFill>
                  </a:tcPr>
                </a:tc>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fr-FR" sz="1600" b="1" u="none" strike="noStrike" cap="none" noProof="0" dirty="0">
                          <a:latin typeface="Arial"/>
                          <a:ea typeface="Times New Roman" panose="02020603050405020304"/>
                          <a:cs typeface="Times New Roman" panose="02020603050405020304"/>
                          <a:sym typeface="Times New Roman" panose="02020603050405020304"/>
                        </a:rPr>
                        <a:t>INDICATEURS</a:t>
                      </a:r>
                    </a:p>
                  </a:txBody>
                  <a:tcPr marL="91451" marR="91451" marT="45725" marB="45725">
                    <a:solidFill>
                      <a:srgbClr val="92D050"/>
                    </a:solidFill>
                  </a:tcPr>
                </a:tc>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fr-FR" sz="1600" b="1" u="none" strike="noStrike" cap="none" noProof="0" dirty="0">
                          <a:latin typeface="Arial"/>
                          <a:ea typeface="Times New Roman" panose="02020603050405020304"/>
                          <a:cs typeface="Times New Roman" panose="02020603050405020304"/>
                          <a:sym typeface="Times New Roman" panose="02020603050405020304"/>
                        </a:rPr>
                        <a:t>NIVEAU REALISATION </a:t>
                      </a:r>
                    </a:p>
                  </a:txBody>
                  <a:tcPr marL="91451" marR="91451" marT="45725" marB="45725">
                    <a:solidFill>
                      <a:srgbClr val="92D050"/>
                    </a:solidFill>
                  </a:tcPr>
                </a:tc>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fr-FR" sz="1600" b="1" u="none" strike="noStrike" cap="none" noProof="0" dirty="0">
                          <a:latin typeface="Arial"/>
                          <a:ea typeface="Times New Roman" panose="02020603050405020304"/>
                          <a:cs typeface="Times New Roman" panose="02020603050405020304"/>
                          <a:sym typeface="Times New Roman" panose="02020603050405020304"/>
                        </a:rPr>
                        <a:t>RESULTATS OBTENUS</a:t>
                      </a:r>
                    </a:p>
                  </a:txBody>
                  <a:tcPr marL="91451" marR="91451" marT="45725" marB="45725">
                    <a:solidFill>
                      <a:srgbClr val="92D050"/>
                    </a:solidFill>
                  </a:tcPr>
                </a:tc>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fr-FR" sz="1600" b="1" u="none" strike="noStrike" cap="none" noProof="0" dirty="0">
                          <a:latin typeface="Arial"/>
                          <a:ea typeface="Times New Roman" panose="02020603050405020304"/>
                          <a:cs typeface="Times New Roman" panose="02020603050405020304"/>
                        </a:rPr>
                        <a:t>OBSERVATIONS</a:t>
                      </a:r>
                      <a:endParaRPr lang="fr-FR" sz="1600" b="1" u="none" strike="noStrike" cap="none" noProof="0" dirty="0">
                        <a:latin typeface="Arial"/>
                        <a:ea typeface="Times New Roman" panose="02020603050405020304"/>
                        <a:cs typeface="Times New Roman"/>
                        <a:sym typeface="Times New Roman" panose="02020603050405020304"/>
                      </a:endParaRPr>
                    </a:p>
                    <a:p>
                      <a:pPr marL="0" marR="0" lvl="0" indent="0" algn="l" rtl="0">
                        <a:lnSpc>
                          <a:spcPct val="100000"/>
                        </a:lnSpc>
                        <a:spcBef>
                          <a:spcPts val="0"/>
                        </a:spcBef>
                        <a:spcAft>
                          <a:spcPts val="0"/>
                        </a:spcAft>
                        <a:buClr>
                          <a:schemeClr val="dk1"/>
                        </a:buClr>
                        <a:buSzPts val="1800"/>
                        <a:buFont typeface="Calibri" panose="020F0502020204030204"/>
                        <a:buNone/>
                      </a:pPr>
                      <a:endParaRPr lang="fr-FR" sz="1600" noProof="0" dirty="0">
                        <a:latin typeface="Arial"/>
                        <a:sym typeface="Times New Roman" panose="02020603050405020304"/>
                      </a:endParaRPr>
                    </a:p>
                  </a:txBody>
                  <a:tcPr marL="91451" marR="91451" marT="45725" marB="45725">
                    <a:solidFill>
                      <a:srgbClr val="92D050"/>
                    </a:solidFill>
                  </a:tcPr>
                </a:tc>
                <a:extLst>
                  <a:ext uri="{0D108BD9-81ED-4DB2-BD59-A6C34878D82A}">
                    <a16:rowId xmlns:a16="http://schemas.microsoft.com/office/drawing/2014/main" val="10000"/>
                  </a:ext>
                </a:extLst>
              </a:tr>
              <a:tr h="1239519">
                <a:tc>
                  <a:txBody>
                    <a:bodyPr/>
                    <a:lstStyle/>
                    <a:p>
                      <a:pPr marL="0" marR="0" lvl="0" indent="0" algn="l" rtl="0">
                        <a:lnSpc>
                          <a:spcPct val="100000"/>
                        </a:lnSpc>
                        <a:spcBef>
                          <a:spcPts val="0"/>
                        </a:spcBef>
                        <a:spcAft>
                          <a:spcPts val="0"/>
                        </a:spcAft>
                        <a:buClr>
                          <a:schemeClr val="dk1"/>
                        </a:buClr>
                        <a:buSzPts val="1800"/>
                        <a:buFont typeface="Calibri" panose="020F0502020204030204"/>
                        <a:buNone/>
                      </a:pPr>
                      <a:endParaRPr lang="fr-FR" sz="1600" u="none" strike="noStrike" cap="none" noProof="0" dirty="0">
                        <a:latin typeface="Arial"/>
                        <a:ea typeface="Times New Roman" panose="02020603050405020304"/>
                        <a:cs typeface="Times New Roman"/>
                      </a:endParaRPr>
                    </a:p>
                    <a:p>
                      <a:pPr marL="0" marR="0" lvl="0" indent="0" algn="l">
                        <a:lnSpc>
                          <a:spcPct val="100000"/>
                        </a:lnSpc>
                        <a:spcBef>
                          <a:spcPts val="0"/>
                        </a:spcBef>
                        <a:spcAft>
                          <a:spcPts val="0"/>
                        </a:spcAft>
                        <a:buSzPts val="1800"/>
                        <a:buFont typeface="Calibri" panose="020F0502020204030204"/>
                        <a:buNone/>
                      </a:pPr>
                      <a:endParaRPr lang="fr-FR" sz="1600" u="none" strike="noStrike" cap="none" noProof="0" dirty="0">
                        <a:latin typeface="Arial"/>
                        <a:ea typeface="Times New Roman" panose="02020603050405020304"/>
                        <a:cs typeface="Times New Roman"/>
                      </a:endParaRPr>
                    </a:p>
                    <a:p>
                      <a:pPr marL="0" marR="0" lvl="0" indent="0" algn="l">
                        <a:lnSpc>
                          <a:spcPct val="100000"/>
                        </a:lnSpc>
                        <a:spcBef>
                          <a:spcPts val="0"/>
                        </a:spcBef>
                        <a:spcAft>
                          <a:spcPts val="0"/>
                        </a:spcAft>
                        <a:buSzPts val="1800"/>
                        <a:buFont typeface="Calibri" panose="020F0502020204030204"/>
                        <a:buNone/>
                      </a:pPr>
                      <a:endParaRPr lang="fr-FR" sz="1600" u="none" strike="noStrike" cap="none" noProof="0" dirty="0">
                        <a:latin typeface="Arial"/>
                        <a:ea typeface="Times New Roman" panose="02020603050405020304"/>
                        <a:cs typeface="Times New Roman"/>
                      </a:endParaRPr>
                    </a:p>
                    <a:p>
                      <a:pPr marL="0" marR="0" lvl="0" indent="0" algn="l">
                        <a:lnSpc>
                          <a:spcPct val="100000"/>
                        </a:lnSpc>
                        <a:spcBef>
                          <a:spcPts val="0"/>
                        </a:spcBef>
                        <a:spcAft>
                          <a:spcPts val="0"/>
                        </a:spcAft>
                        <a:buSzPts val="1800"/>
                        <a:buFont typeface="Calibri" panose="020F0502020204030204"/>
                        <a:buNone/>
                      </a:pPr>
                      <a:endParaRPr lang="fr-FR" sz="1600" u="none" strike="noStrike" cap="none" noProof="0" dirty="0">
                        <a:latin typeface="Arial"/>
                        <a:ea typeface="Times New Roman" panose="02020603050405020304"/>
                        <a:cs typeface="Times New Roman"/>
                      </a:endParaRPr>
                    </a:p>
                    <a:p>
                      <a:pPr marL="0" marR="0" lvl="0" indent="0" algn="l">
                        <a:lnSpc>
                          <a:spcPct val="100000"/>
                        </a:lnSpc>
                        <a:spcBef>
                          <a:spcPts val="0"/>
                        </a:spcBef>
                        <a:spcAft>
                          <a:spcPts val="0"/>
                        </a:spcAft>
                        <a:buSzPts val="1800"/>
                        <a:buFont typeface="Calibri" panose="020F0502020204030204"/>
                        <a:buNone/>
                      </a:pPr>
                      <a:endParaRPr lang="fr-FR" sz="1600" u="none" strike="noStrike" cap="none" noProof="0" dirty="0">
                        <a:latin typeface="Arial"/>
                        <a:ea typeface="Times New Roman" panose="02020603050405020304"/>
                        <a:cs typeface="Times New Roman"/>
                      </a:endParaRPr>
                    </a:p>
                    <a:p>
                      <a:pPr marL="0" marR="0" lvl="0" indent="0" algn="l">
                        <a:lnSpc>
                          <a:spcPct val="100000"/>
                        </a:lnSpc>
                        <a:spcBef>
                          <a:spcPts val="0"/>
                        </a:spcBef>
                        <a:spcAft>
                          <a:spcPts val="0"/>
                        </a:spcAft>
                        <a:buSzPts val="1800"/>
                        <a:buFont typeface="Calibri" panose="020F0502020204030204"/>
                        <a:buNone/>
                      </a:pPr>
                      <a:endParaRPr lang="fr-FR" sz="1600" u="none" strike="noStrike" cap="none" noProof="0" dirty="0">
                        <a:latin typeface="Arial"/>
                        <a:ea typeface="Times New Roman" panose="02020603050405020304"/>
                        <a:cs typeface="Times New Roman"/>
                      </a:endParaRPr>
                    </a:p>
                    <a:p>
                      <a:pPr marL="0" marR="0" lvl="0" indent="0" algn="l">
                        <a:lnSpc>
                          <a:spcPct val="100000"/>
                        </a:lnSpc>
                        <a:spcBef>
                          <a:spcPts val="0"/>
                        </a:spcBef>
                        <a:spcAft>
                          <a:spcPts val="0"/>
                        </a:spcAft>
                        <a:buSzPts val="1800"/>
                        <a:buFont typeface="Calibri" panose="020F0502020204030204"/>
                        <a:buNone/>
                      </a:pPr>
                      <a:r>
                        <a:rPr lang="fr-FR" sz="1600" u="none" strike="noStrike" cap="none" noProof="0" dirty="0">
                          <a:latin typeface="Arial"/>
                          <a:ea typeface="Times New Roman" panose="02020603050405020304"/>
                          <a:cs typeface="Times New Roman"/>
                          <a:sym typeface="Times New Roman" panose="02020603050405020304"/>
                        </a:rPr>
                        <a:t>7</a:t>
                      </a:r>
                      <a:endParaRPr lang="fr-FR" noProof="0" dirty="0">
                        <a:sym typeface="Times New Roman" panose="02020603050405020304"/>
                      </a:endParaRPr>
                    </a:p>
                  </a:txBody>
                  <a:tcPr marL="91451" marR="91451" marT="45725" marB="45725"/>
                </a:tc>
                <a:tc>
                  <a:txBody>
                    <a:bodyPr/>
                    <a:lstStyle/>
                    <a:p>
                      <a:pPr algn="l" fontAlgn="ctr"/>
                      <a:r>
                        <a:rPr lang="fr-FR" sz="1600" b="0" i="0" u="none" strike="noStrike" cap="none" noProof="0" dirty="0">
                          <a:solidFill>
                            <a:srgbClr val="000000"/>
                          </a:solidFill>
                          <a:latin typeface="Arial" panose="020B0604020202020204"/>
                          <a:ea typeface="+mn-ea"/>
                          <a:cs typeface="+mn-cs"/>
                          <a:sym typeface="Arial" panose="020B0604020202020204"/>
                        </a:rPr>
                        <a:t>Apporter un appui technique et financier à l'initiative confession religieuse en faveur de l'identification et récupération des EZD et ESV dans les DPS Kongo Central et Kwilu.​</a:t>
                      </a:r>
                    </a:p>
                  </a:txBody>
                  <a:tcPr marL="10583" marR="10583" marT="10583" marB="0" anchor="ctr"/>
                </a:tc>
                <a:tc>
                  <a:txBody>
                    <a:bodyPr/>
                    <a:lstStyle/>
                    <a:p>
                      <a:pPr marL="0" marR="0" lvl="0" indent="0" algn="l" rtl="0">
                        <a:lnSpc>
                          <a:spcPct val="100000"/>
                        </a:lnSpc>
                        <a:spcBef>
                          <a:spcPts val="0"/>
                        </a:spcBef>
                        <a:spcAft>
                          <a:spcPts val="0"/>
                        </a:spcAft>
                        <a:buNone/>
                      </a:pPr>
                      <a:endParaRPr lang="fr-FR" sz="1600" b="0" i="0" u="none" strike="noStrike" cap="none" noProof="0" dirty="0">
                        <a:solidFill>
                          <a:srgbClr val="000000"/>
                        </a:solidFill>
                        <a:latin typeface="Arial" panose="020B0604020202020204"/>
                        <a:ea typeface="+mn-ea"/>
                        <a:cs typeface="+mn-cs"/>
                      </a:endParaRPr>
                    </a:p>
                    <a:p>
                      <a:pPr marL="0" marR="0" lvl="0" indent="0" algn="l">
                        <a:lnSpc>
                          <a:spcPct val="100000"/>
                        </a:lnSpc>
                        <a:spcBef>
                          <a:spcPts val="0"/>
                        </a:spcBef>
                        <a:spcAft>
                          <a:spcPts val="0"/>
                        </a:spcAft>
                        <a:buNone/>
                      </a:pPr>
                      <a:endParaRPr lang="fr-FR" sz="1600" b="0" i="0" u="none" strike="noStrike" cap="none" noProof="0" dirty="0">
                        <a:solidFill>
                          <a:srgbClr val="000000"/>
                        </a:solidFill>
                        <a:latin typeface="Arial" panose="020B0604020202020204"/>
                        <a:ea typeface="+mn-ea"/>
                        <a:cs typeface="+mn-cs"/>
                      </a:endParaRPr>
                    </a:p>
                    <a:p>
                      <a:pPr marL="0" marR="0" lvl="0" indent="0" algn="l">
                        <a:lnSpc>
                          <a:spcPct val="100000"/>
                        </a:lnSpc>
                        <a:spcBef>
                          <a:spcPts val="0"/>
                        </a:spcBef>
                        <a:spcAft>
                          <a:spcPts val="0"/>
                        </a:spcAft>
                        <a:buNone/>
                      </a:pPr>
                      <a:endParaRPr lang="fr-FR" sz="1600" b="0" i="0" u="none" strike="noStrike" cap="none" noProof="0" dirty="0">
                        <a:solidFill>
                          <a:srgbClr val="000000"/>
                        </a:solidFill>
                        <a:latin typeface="Arial" panose="020B0604020202020204"/>
                        <a:ea typeface="+mn-ea"/>
                        <a:cs typeface="+mn-cs"/>
                      </a:endParaRPr>
                    </a:p>
                    <a:p>
                      <a:pPr marL="0" marR="0" lvl="0" indent="0" algn="l">
                        <a:lnSpc>
                          <a:spcPct val="100000"/>
                        </a:lnSpc>
                        <a:spcBef>
                          <a:spcPts val="0"/>
                        </a:spcBef>
                        <a:spcAft>
                          <a:spcPts val="0"/>
                        </a:spcAft>
                        <a:buNone/>
                      </a:pPr>
                      <a:endParaRPr lang="fr-FR" sz="1600" b="0" i="0" u="none" strike="noStrike" cap="none" noProof="0" dirty="0">
                        <a:solidFill>
                          <a:srgbClr val="000000"/>
                        </a:solidFill>
                        <a:latin typeface="Arial" panose="020B0604020202020204"/>
                        <a:ea typeface="+mn-ea"/>
                        <a:cs typeface="+mn-cs"/>
                      </a:endParaRPr>
                    </a:p>
                    <a:p>
                      <a:pPr marL="0" marR="0" lvl="0" indent="0" algn="l">
                        <a:lnSpc>
                          <a:spcPct val="100000"/>
                        </a:lnSpc>
                        <a:spcBef>
                          <a:spcPts val="0"/>
                        </a:spcBef>
                        <a:spcAft>
                          <a:spcPts val="0"/>
                        </a:spcAft>
                        <a:buNone/>
                      </a:pPr>
                      <a:r>
                        <a:rPr lang="fr-FR" sz="1600" b="0" i="0" u="none" strike="noStrike" cap="none" noProof="0" dirty="0">
                          <a:solidFill>
                            <a:srgbClr val="000000"/>
                          </a:solidFill>
                          <a:latin typeface="Arial" panose="020B0604020202020204"/>
                          <a:ea typeface="+mn-ea"/>
                          <a:cs typeface="+mn-cs"/>
                        </a:rPr>
                        <a:t>Nbre enfants ZD et SV récupérés  </a:t>
                      </a:r>
                      <a:endParaRPr lang="fr-FR" sz="1600" b="0" i="0" u="none" strike="noStrike" cap="none" noProof="0" dirty="0">
                        <a:solidFill>
                          <a:srgbClr val="000000"/>
                        </a:solidFill>
                        <a:latin typeface="Arial"/>
                        <a:ea typeface="+mn-ea"/>
                        <a:cs typeface="+mn-cs"/>
                        <a:sym typeface="Times New Roman" panose="02020603050405020304"/>
                      </a:endParaRPr>
                    </a:p>
                  </a:txBody>
                  <a:tcPr marL="0" marR="0" marT="0" marB="0"/>
                </a:tc>
                <a:tc>
                  <a:txBody>
                    <a:bodyPr/>
                    <a:lstStyle/>
                    <a:p>
                      <a:pPr marL="0" marR="0" lvl="0" algn="l">
                        <a:lnSpc>
                          <a:spcPct val="100000"/>
                        </a:lnSpc>
                        <a:spcBef>
                          <a:spcPts val="0"/>
                        </a:spcBef>
                        <a:spcAft>
                          <a:spcPts val="0"/>
                        </a:spcAft>
                        <a:buNone/>
                      </a:pPr>
                      <a:endParaRPr lang="fr-FR" sz="1600" b="0" i="0" u="none" strike="noStrike" cap="none" noProof="0" dirty="0">
                        <a:solidFill>
                          <a:srgbClr val="000000"/>
                        </a:solidFill>
                        <a:latin typeface="Arial" panose="020B0604020202020204"/>
                      </a:endParaRPr>
                    </a:p>
                    <a:p>
                      <a:pPr marL="0" marR="0" lvl="0" algn="l">
                        <a:lnSpc>
                          <a:spcPct val="100000"/>
                        </a:lnSpc>
                        <a:spcBef>
                          <a:spcPts val="0"/>
                        </a:spcBef>
                        <a:spcAft>
                          <a:spcPts val="0"/>
                        </a:spcAft>
                        <a:buNone/>
                      </a:pPr>
                      <a:endParaRPr lang="fr-FR" sz="1600" b="0" i="0" u="none" strike="noStrike" cap="none" noProof="0" dirty="0">
                        <a:solidFill>
                          <a:srgbClr val="000000"/>
                        </a:solidFill>
                        <a:latin typeface="Arial" panose="020B0604020202020204"/>
                      </a:endParaRPr>
                    </a:p>
                    <a:p>
                      <a:pPr marL="0" marR="0" lvl="0" algn="l">
                        <a:lnSpc>
                          <a:spcPct val="100000"/>
                        </a:lnSpc>
                        <a:spcBef>
                          <a:spcPts val="0"/>
                        </a:spcBef>
                        <a:spcAft>
                          <a:spcPts val="0"/>
                        </a:spcAft>
                        <a:buNone/>
                      </a:pPr>
                      <a:endParaRPr lang="fr-FR" sz="1600" b="0" i="0" u="none" strike="noStrike" cap="none" noProof="0" dirty="0">
                        <a:solidFill>
                          <a:srgbClr val="000000"/>
                        </a:solidFill>
                        <a:latin typeface="Arial" panose="020B0604020202020204"/>
                      </a:endParaRPr>
                    </a:p>
                    <a:p>
                      <a:pPr marL="0" marR="0" lvl="0" algn="l">
                        <a:lnSpc>
                          <a:spcPct val="100000"/>
                        </a:lnSpc>
                        <a:spcBef>
                          <a:spcPts val="0"/>
                        </a:spcBef>
                        <a:spcAft>
                          <a:spcPts val="0"/>
                        </a:spcAft>
                        <a:buNone/>
                      </a:pPr>
                      <a:r>
                        <a:rPr lang="fr-FR" sz="1600" b="0" i="0" u="none" strike="noStrike" cap="none" noProof="0" dirty="0">
                          <a:solidFill>
                            <a:srgbClr val="000000"/>
                          </a:solidFill>
                          <a:latin typeface="Arial" panose="020B0604020202020204"/>
                        </a:rPr>
                        <a:t>Réalisé </a:t>
                      </a:r>
                      <a:endParaRPr lang="fr-FR" sz="1600" b="0" i="0" u="none" strike="noStrike" cap="none" noProof="0" dirty="0">
                        <a:solidFill>
                          <a:srgbClr val="000000"/>
                        </a:solidFill>
                        <a:latin typeface="Arial" panose="020B0604020202020204"/>
                        <a:sym typeface="Times New Roman" panose="02020603050405020304"/>
                      </a:endParaRPr>
                    </a:p>
                  </a:txBody>
                  <a:tcPr marL="91451" marR="91451" marT="45725" marB="45725">
                    <a:solidFill>
                      <a:srgbClr val="00B050"/>
                    </a:solidFill>
                  </a:tcPr>
                </a:tc>
                <a:tc>
                  <a:txBody>
                    <a:bodyPr/>
                    <a:lstStyle/>
                    <a:p>
                      <a:pPr marL="0" marR="0" lvl="0" indent="0" algn="l" rtl="0">
                        <a:lnSpc>
                          <a:spcPct val="100000"/>
                        </a:lnSpc>
                        <a:spcBef>
                          <a:spcPts val="0"/>
                        </a:spcBef>
                        <a:spcAft>
                          <a:spcPts val="0"/>
                        </a:spcAft>
                        <a:buClr>
                          <a:schemeClr val="dk1"/>
                        </a:buClr>
                        <a:buSzPts val="1800"/>
                        <a:buNone/>
                      </a:pPr>
                      <a:r>
                        <a:rPr lang="fr-FR" sz="1600" b="1" i="0" u="none" strike="noStrike" cap="none" noProof="0" dirty="0">
                          <a:solidFill>
                            <a:schemeClr val="tx1"/>
                          </a:solidFill>
                          <a:latin typeface="Arial" panose="020B0604020202020204"/>
                          <a:ea typeface="+mn-ea"/>
                          <a:cs typeface="+mn-cs"/>
                        </a:rPr>
                        <a:t>5593 EZD</a:t>
                      </a:r>
                      <a:r>
                        <a:rPr lang="fr-FR" sz="1600" b="0" i="0" u="none" strike="noStrike" cap="none" noProof="0" dirty="0">
                          <a:solidFill>
                            <a:schemeClr val="tx1"/>
                          </a:solidFill>
                          <a:latin typeface="Arial" panose="020B0604020202020204"/>
                          <a:ea typeface="+mn-ea"/>
                          <a:cs typeface="+mn-cs"/>
                        </a:rPr>
                        <a:t> récupéré (lieux de culte: 1060, lieux publics: 534, VAD: 3999)</a:t>
                      </a:r>
                    </a:p>
                    <a:p>
                      <a:pPr marL="0" marR="0" lvl="0" indent="0" algn="l">
                        <a:lnSpc>
                          <a:spcPct val="100000"/>
                        </a:lnSpc>
                        <a:spcBef>
                          <a:spcPts val="0"/>
                        </a:spcBef>
                        <a:spcAft>
                          <a:spcPts val="0"/>
                        </a:spcAft>
                        <a:buNone/>
                      </a:pPr>
                      <a:r>
                        <a:rPr lang="fr-FR" sz="1600" b="1" i="0" u="none" strike="noStrike" cap="none" noProof="0" dirty="0">
                          <a:solidFill>
                            <a:schemeClr val="tx1"/>
                          </a:solidFill>
                          <a:latin typeface="Arial" panose="020B0604020202020204"/>
                        </a:rPr>
                        <a:t>5754 ESV</a:t>
                      </a:r>
                      <a:r>
                        <a:rPr lang="fr-FR" sz="1600" b="0" i="0" u="none" strike="noStrike" cap="none" noProof="0" dirty="0">
                          <a:solidFill>
                            <a:schemeClr val="tx1"/>
                          </a:solidFill>
                          <a:latin typeface="Arial" panose="020B0604020202020204"/>
                        </a:rPr>
                        <a:t> récupéré (lieux de culte: 1143, lieux publics: 543, VAD: 4088)</a:t>
                      </a:r>
                    </a:p>
                    <a:p>
                      <a:pPr marL="0" marR="0" lvl="0" indent="0" algn="l">
                        <a:lnSpc>
                          <a:spcPct val="100000"/>
                        </a:lnSpc>
                        <a:spcBef>
                          <a:spcPts val="0"/>
                        </a:spcBef>
                        <a:spcAft>
                          <a:spcPts val="0"/>
                        </a:spcAft>
                        <a:buNone/>
                      </a:pPr>
                      <a:r>
                        <a:rPr lang="fr-FR" sz="1600" b="1" i="0" u="none" strike="noStrike" cap="none" noProof="0" dirty="0">
                          <a:solidFill>
                            <a:schemeClr val="tx1"/>
                          </a:solidFill>
                          <a:latin typeface="Arial" panose="020B0604020202020204"/>
                        </a:rPr>
                        <a:t>6678 VAR2</a:t>
                      </a:r>
                      <a:r>
                        <a:rPr lang="fr-FR" sz="1600" b="0" i="0" u="none" strike="noStrike" cap="none" noProof="0" dirty="0">
                          <a:solidFill>
                            <a:schemeClr val="tx1"/>
                          </a:solidFill>
                          <a:latin typeface="Arial" panose="020B0604020202020204"/>
                        </a:rPr>
                        <a:t> récupéré (lieux de culte: 1432, lieux publics: 641, VAD: 4605)</a:t>
                      </a:r>
                    </a:p>
                    <a:p>
                      <a:pPr marL="0" marR="0" lvl="0" indent="0" algn="l">
                        <a:lnSpc>
                          <a:spcPct val="100000"/>
                        </a:lnSpc>
                        <a:spcBef>
                          <a:spcPts val="0"/>
                        </a:spcBef>
                        <a:spcAft>
                          <a:spcPts val="0"/>
                        </a:spcAft>
                        <a:buSzPts val="1800"/>
                        <a:buNone/>
                      </a:pPr>
                      <a:r>
                        <a:rPr lang="fr-FR" sz="1600" b="0" i="0" u="none" strike="noStrike" cap="none" noProof="0" dirty="0">
                          <a:solidFill>
                            <a:schemeClr val="tx1"/>
                          </a:solidFill>
                          <a:latin typeface="Arial" panose="020B0604020202020204"/>
                          <a:ea typeface="+mn-ea"/>
                          <a:cs typeface="+mn-cs"/>
                        </a:rPr>
                        <a:t>dans 8 ZS ciblées du Kongo Central de Janvier à Septembre 2025</a:t>
                      </a:r>
                      <a:endParaRPr lang="fr-FR" sz="1600" noProof="0" dirty="0">
                        <a:solidFill>
                          <a:schemeClr val="tx1"/>
                        </a:solidFill>
                        <a:latin typeface="Arial"/>
                      </a:endParaRPr>
                    </a:p>
                  </a:txBody>
                  <a:tcPr marL="91451" marR="91451" marT="45725" marB="45725"/>
                </a:tc>
                <a:tc>
                  <a:txBody>
                    <a:bodyPr/>
                    <a:lstStyle/>
                    <a:p>
                      <a:pPr marL="0" marR="0" lvl="0" indent="0" algn="l" rtl="0">
                        <a:lnSpc>
                          <a:spcPct val="100000"/>
                        </a:lnSpc>
                        <a:spcBef>
                          <a:spcPts val="0"/>
                        </a:spcBef>
                        <a:spcAft>
                          <a:spcPts val="0"/>
                        </a:spcAft>
                        <a:buClr>
                          <a:schemeClr val="dk1"/>
                        </a:buClr>
                        <a:buSzPts val="1800"/>
                        <a:buNone/>
                      </a:pPr>
                      <a:endParaRPr lang="fr-FR" sz="1600" b="0" i="0" u="none" strike="noStrike" cap="none" noProof="0" dirty="0">
                        <a:solidFill>
                          <a:srgbClr val="FF0000"/>
                        </a:solidFill>
                        <a:latin typeface="Arial" panose="020B0604020202020204"/>
                      </a:endParaRPr>
                    </a:p>
                    <a:p>
                      <a:pPr marL="0" marR="0" lvl="0" indent="0" algn="l">
                        <a:lnSpc>
                          <a:spcPct val="100000"/>
                        </a:lnSpc>
                        <a:spcBef>
                          <a:spcPts val="0"/>
                        </a:spcBef>
                        <a:spcAft>
                          <a:spcPts val="0"/>
                        </a:spcAft>
                        <a:buClr>
                          <a:srgbClr val="000000"/>
                        </a:buClr>
                        <a:buSzPts val="1800"/>
                        <a:buNone/>
                      </a:pPr>
                      <a:endParaRPr lang="fr-FR" sz="1600" b="0" i="0" u="none" strike="noStrike" cap="none" noProof="0" dirty="0">
                        <a:solidFill>
                          <a:srgbClr val="000000"/>
                        </a:solidFill>
                        <a:latin typeface="Arial"/>
                        <a:ea typeface="+mn-ea"/>
                        <a:cs typeface="+mn-cs"/>
                      </a:endParaRPr>
                    </a:p>
                  </a:txBody>
                  <a:tcPr marL="91451" marR="91451" marT="45725" marB="45725"/>
                </a:tc>
                <a:extLst>
                  <a:ext uri="{0D108BD9-81ED-4DB2-BD59-A6C34878D82A}">
                    <a16:rowId xmlns:a16="http://schemas.microsoft.com/office/drawing/2014/main" val="10002"/>
                  </a:ext>
                </a:extLst>
              </a:tr>
              <a:tr h="1920251">
                <a:tc>
                  <a:txBody>
                    <a:bodyPr/>
                    <a:lstStyle/>
                    <a:p>
                      <a:pPr marL="0" marR="0" lvl="0" indent="0" algn="l" rtl="0">
                        <a:lnSpc>
                          <a:spcPct val="100000"/>
                        </a:lnSpc>
                        <a:spcBef>
                          <a:spcPts val="0"/>
                        </a:spcBef>
                        <a:spcAft>
                          <a:spcPts val="0"/>
                        </a:spcAft>
                        <a:buClr>
                          <a:schemeClr val="dk1"/>
                        </a:buClr>
                        <a:buSzPts val="1800"/>
                        <a:buFont typeface="Calibri" panose="020F0502020204030204"/>
                        <a:buNone/>
                      </a:pPr>
                      <a:endParaRPr lang="fr-FR" sz="1600" u="none" strike="noStrike" cap="none" noProof="0" dirty="0">
                        <a:latin typeface="Arial"/>
                        <a:ea typeface="Times New Roman" panose="02020603050405020304"/>
                        <a:cs typeface="Times New Roman" panose="02020603050405020304"/>
                      </a:endParaRPr>
                    </a:p>
                    <a:p>
                      <a:pPr marL="0" marR="0" lvl="0" indent="0" algn="l">
                        <a:lnSpc>
                          <a:spcPct val="100000"/>
                        </a:lnSpc>
                        <a:spcBef>
                          <a:spcPts val="0"/>
                        </a:spcBef>
                        <a:spcAft>
                          <a:spcPts val="0"/>
                        </a:spcAft>
                        <a:buSzPts val="1800"/>
                        <a:buFont typeface="Calibri" panose="020F0502020204030204"/>
                        <a:buNone/>
                      </a:pPr>
                      <a:endParaRPr lang="fr-FR" sz="1600" u="none" strike="noStrike" cap="none" noProof="0" dirty="0">
                        <a:latin typeface="Arial"/>
                        <a:ea typeface="Times New Roman" panose="02020603050405020304"/>
                        <a:cs typeface="Times New Roman" panose="02020603050405020304"/>
                      </a:endParaRPr>
                    </a:p>
                    <a:p>
                      <a:pPr marL="0" marR="0" lvl="0" indent="0" algn="l">
                        <a:lnSpc>
                          <a:spcPct val="100000"/>
                        </a:lnSpc>
                        <a:spcBef>
                          <a:spcPts val="0"/>
                        </a:spcBef>
                        <a:spcAft>
                          <a:spcPts val="0"/>
                        </a:spcAft>
                        <a:buSzPts val="1800"/>
                        <a:buFont typeface="Calibri" panose="020F0502020204030204"/>
                        <a:buNone/>
                      </a:pPr>
                      <a:endParaRPr lang="fr-FR" sz="1600" u="none" strike="noStrike" cap="none" noProof="0" dirty="0">
                        <a:latin typeface="Arial"/>
                        <a:ea typeface="Times New Roman" panose="02020603050405020304"/>
                        <a:cs typeface="Times New Roman" panose="02020603050405020304"/>
                      </a:endParaRPr>
                    </a:p>
                    <a:p>
                      <a:pPr marL="0" marR="0" lvl="0" indent="0" algn="l">
                        <a:lnSpc>
                          <a:spcPct val="100000"/>
                        </a:lnSpc>
                        <a:spcBef>
                          <a:spcPts val="0"/>
                        </a:spcBef>
                        <a:spcAft>
                          <a:spcPts val="0"/>
                        </a:spcAft>
                        <a:buSzPts val="1800"/>
                        <a:buFont typeface="Calibri" panose="020F0502020204030204"/>
                        <a:buNone/>
                      </a:pPr>
                      <a:endParaRPr lang="fr-FR" sz="1600" u="none" strike="noStrike" cap="none" noProof="0" dirty="0">
                        <a:latin typeface="Arial"/>
                        <a:ea typeface="Times New Roman" panose="02020603050405020304"/>
                        <a:cs typeface="Times New Roman" panose="02020603050405020304"/>
                      </a:endParaRPr>
                    </a:p>
                    <a:p>
                      <a:pPr marL="0" marR="0" lvl="0" indent="0" algn="l">
                        <a:lnSpc>
                          <a:spcPct val="100000"/>
                        </a:lnSpc>
                        <a:spcBef>
                          <a:spcPts val="0"/>
                        </a:spcBef>
                        <a:spcAft>
                          <a:spcPts val="0"/>
                        </a:spcAft>
                        <a:buSzPts val="1800"/>
                        <a:buFont typeface="Calibri" panose="020F0502020204030204"/>
                        <a:buNone/>
                      </a:pPr>
                      <a:r>
                        <a:rPr lang="fr-FR" sz="1600" u="none" strike="noStrike" cap="none" noProof="0" dirty="0">
                          <a:latin typeface="Arial"/>
                          <a:ea typeface="Times New Roman" panose="02020603050405020304"/>
                          <a:cs typeface="Times New Roman" panose="02020603050405020304"/>
                          <a:sym typeface="Times New Roman" panose="02020603050405020304"/>
                        </a:rPr>
                        <a:t>8 </a:t>
                      </a:r>
                    </a:p>
                  </a:txBody>
                  <a:tcPr marL="91451" marR="91451" marT="45725" marB="45725"/>
                </a:tc>
                <a:tc>
                  <a:txBody>
                    <a:bodyPr/>
                    <a:lstStyle/>
                    <a:p>
                      <a:pPr algn="l" fontAlgn="ctr"/>
                      <a:r>
                        <a:rPr lang="fr-FR" sz="1600" b="0" i="0" u="none" strike="noStrike" cap="none" noProof="0" dirty="0">
                          <a:solidFill>
                            <a:schemeClr val="tx1"/>
                          </a:solidFill>
                          <a:latin typeface="Arial" panose="020B0604020202020204"/>
                          <a:ea typeface="+mn-ea"/>
                          <a:cs typeface="+mn-cs"/>
                          <a:sym typeface="Arial" panose="020B0604020202020204"/>
                        </a:rPr>
                        <a:t>Organiser </a:t>
                      </a:r>
                      <a:r>
                        <a:rPr lang="fr-FR" sz="1600" b="0" i="0" u="none" strike="noStrike" cap="none" noProof="0" dirty="0">
                          <a:solidFill>
                            <a:schemeClr val="tx1"/>
                          </a:solidFill>
                          <a:latin typeface="Arial" panose="020B0604020202020204"/>
                          <a:ea typeface="+mn-ea"/>
                          <a:cs typeface="+mn-cs"/>
                        </a:rPr>
                        <a:t>l’atelier</a:t>
                      </a:r>
                      <a:r>
                        <a:rPr lang="fr-FR" sz="1600" b="0" i="0" u="none" strike="noStrike" cap="none" noProof="0" dirty="0">
                          <a:solidFill>
                            <a:schemeClr val="tx1"/>
                          </a:solidFill>
                          <a:latin typeface="Arial" panose="020B0604020202020204"/>
                          <a:ea typeface="+mn-ea"/>
                          <a:cs typeface="+mn-cs"/>
                          <a:sym typeface="Arial" panose="020B0604020202020204"/>
                        </a:rPr>
                        <a:t> d'élaboration d'une feuille de route/stratégie et la vulgarisation genre et vaccination​</a:t>
                      </a:r>
                    </a:p>
                    <a:p>
                      <a:pPr lvl="0" algn="l">
                        <a:buNone/>
                      </a:pPr>
                      <a:endParaRPr lang="fr-FR" sz="1600" b="0" i="0" u="none" strike="noStrike" cap="none" noProof="0" dirty="0">
                        <a:solidFill>
                          <a:srgbClr val="FF0000"/>
                        </a:solidFill>
                        <a:latin typeface="Arial"/>
                        <a:ea typeface="+mn-ea"/>
                        <a:cs typeface="+mn-cs"/>
                      </a:endParaRPr>
                    </a:p>
                  </a:txBody>
                  <a:tcPr marL="10583" marR="10583" marT="10583" marB="0" anchor="ctr"/>
                </a:tc>
                <a:tc>
                  <a:txBody>
                    <a:bodyPr/>
                    <a:lstStyle/>
                    <a:p>
                      <a:pPr marL="0" marR="0" lvl="0" indent="0" algn="l" rtl="0">
                        <a:lnSpc>
                          <a:spcPct val="100000"/>
                        </a:lnSpc>
                        <a:spcBef>
                          <a:spcPts val="0"/>
                        </a:spcBef>
                        <a:spcAft>
                          <a:spcPts val="0"/>
                        </a:spcAft>
                        <a:buNone/>
                      </a:pPr>
                      <a:r>
                        <a:rPr lang="fr-FR" sz="1600" b="0" i="0" u="none" strike="noStrike" cap="none" noProof="0" dirty="0">
                          <a:solidFill>
                            <a:srgbClr val="000000"/>
                          </a:solidFill>
                          <a:latin typeface="Arial"/>
                          <a:ea typeface="+mn-ea"/>
                          <a:cs typeface="+mn-cs"/>
                        </a:rPr>
                        <a:t>Feuille de route  disponible </a:t>
                      </a:r>
                    </a:p>
                    <a:p>
                      <a:pPr marL="0" marR="0" lvl="0" indent="0" algn="l">
                        <a:lnSpc>
                          <a:spcPct val="100000"/>
                        </a:lnSpc>
                        <a:spcBef>
                          <a:spcPts val="0"/>
                        </a:spcBef>
                        <a:spcAft>
                          <a:spcPts val="0"/>
                        </a:spcAft>
                        <a:buNone/>
                      </a:pPr>
                      <a:endParaRPr lang="fr-FR" sz="1600" b="0" i="0" u="none" strike="noStrike" cap="none" noProof="0" dirty="0">
                        <a:solidFill>
                          <a:schemeClr val="tx1"/>
                        </a:solidFill>
                        <a:latin typeface="Arial"/>
                        <a:ea typeface="+mn-ea"/>
                        <a:cs typeface="+mn-cs"/>
                      </a:endParaRPr>
                    </a:p>
                    <a:p>
                      <a:pPr marL="0" marR="0" lvl="0" indent="0" algn="l">
                        <a:lnSpc>
                          <a:spcPct val="100000"/>
                        </a:lnSpc>
                        <a:spcBef>
                          <a:spcPts val="0"/>
                        </a:spcBef>
                        <a:spcAft>
                          <a:spcPts val="0"/>
                        </a:spcAft>
                        <a:buNone/>
                      </a:pPr>
                      <a:r>
                        <a:rPr lang="fr-FR" sz="1600" b="0" i="0" u="none" strike="noStrike" cap="none" noProof="0" dirty="0">
                          <a:solidFill>
                            <a:schemeClr val="tx1"/>
                          </a:solidFill>
                          <a:latin typeface="Arial"/>
                          <a:ea typeface="+mn-ea"/>
                          <a:cs typeface="+mn-cs"/>
                        </a:rPr>
                        <a:t>Stratégie genre disponible </a:t>
                      </a:r>
                    </a:p>
                    <a:p>
                      <a:pPr marL="0" marR="0" lvl="0" indent="0" algn="l">
                        <a:lnSpc>
                          <a:spcPct val="100000"/>
                        </a:lnSpc>
                        <a:spcBef>
                          <a:spcPts val="0"/>
                        </a:spcBef>
                        <a:spcAft>
                          <a:spcPts val="0"/>
                        </a:spcAft>
                        <a:buNone/>
                      </a:pPr>
                      <a:endParaRPr lang="fr-FR" sz="1600" b="0" i="0" u="none" strike="noStrike" cap="none" noProof="0" dirty="0">
                        <a:solidFill>
                          <a:srgbClr val="FF0000"/>
                        </a:solidFill>
                        <a:latin typeface="Arial"/>
                        <a:ea typeface="+mn-ea"/>
                        <a:cs typeface="+mn-cs"/>
                      </a:endParaRPr>
                    </a:p>
                    <a:p>
                      <a:pPr marL="0" marR="0" lvl="0" indent="0" algn="l">
                        <a:lnSpc>
                          <a:spcPct val="100000"/>
                        </a:lnSpc>
                        <a:spcBef>
                          <a:spcPts val="0"/>
                        </a:spcBef>
                        <a:spcAft>
                          <a:spcPts val="0"/>
                        </a:spcAft>
                        <a:buNone/>
                      </a:pPr>
                      <a:r>
                        <a:rPr lang="fr-FR" sz="1600" b="0" i="0" u="none" strike="noStrike" cap="none" noProof="0" dirty="0">
                          <a:solidFill>
                            <a:schemeClr val="tx1"/>
                          </a:solidFill>
                          <a:latin typeface="Arial"/>
                          <a:ea typeface="+mn-ea"/>
                          <a:cs typeface="+mn-cs"/>
                          <a:sym typeface="Arial" panose="020B0604020202020204"/>
                        </a:rPr>
                        <a:t>Proportion des DPS  ayant vulgarisé la stratégie</a:t>
                      </a:r>
                    </a:p>
                  </a:txBody>
                  <a:tcPr marL="0" marR="0" marT="0" marB="0"/>
                </a:tc>
                <a:tc>
                  <a:txBody>
                    <a:bodyPr/>
                    <a:lstStyle/>
                    <a:p>
                      <a:pPr marL="0" marR="0" lvl="0" indent="0" algn="l">
                        <a:lnSpc>
                          <a:spcPct val="100000"/>
                        </a:lnSpc>
                        <a:spcBef>
                          <a:spcPts val="0"/>
                        </a:spcBef>
                        <a:spcAft>
                          <a:spcPts val="0"/>
                        </a:spcAft>
                        <a:buNone/>
                      </a:pPr>
                      <a:endParaRPr lang="fr-FR" sz="1600" b="0" i="0" u="none" strike="noStrike" cap="none" noProof="0" dirty="0">
                        <a:solidFill>
                          <a:srgbClr val="000000"/>
                        </a:solidFill>
                        <a:latin typeface="Arial" panose="020B0604020202020204"/>
                      </a:endParaRPr>
                    </a:p>
                    <a:p>
                      <a:pPr marL="0" marR="0" lvl="0" indent="0" algn="l">
                        <a:lnSpc>
                          <a:spcPct val="100000"/>
                        </a:lnSpc>
                        <a:spcBef>
                          <a:spcPts val="0"/>
                        </a:spcBef>
                        <a:spcAft>
                          <a:spcPts val="0"/>
                        </a:spcAft>
                        <a:buNone/>
                      </a:pPr>
                      <a:endParaRPr lang="fr-FR" sz="1600" b="0" i="0" u="none" strike="noStrike" cap="none" noProof="0" dirty="0">
                        <a:solidFill>
                          <a:srgbClr val="000000"/>
                        </a:solidFill>
                        <a:latin typeface="Arial" panose="020B0604020202020204"/>
                      </a:endParaRPr>
                    </a:p>
                    <a:p>
                      <a:pPr marL="0" marR="0" lvl="0" indent="0" algn="l">
                        <a:lnSpc>
                          <a:spcPct val="100000"/>
                        </a:lnSpc>
                        <a:spcBef>
                          <a:spcPts val="0"/>
                        </a:spcBef>
                        <a:spcAft>
                          <a:spcPts val="0"/>
                        </a:spcAft>
                        <a:buNone/>
                      </a:pPr>
                      <a:endParaRPr lang="fr-FR" sz="1600" b="0" i="0" u="none" strike="noStrike" cap="none" noProof="0" dirty="0">
                        <a:solidFill>
                          <a:srgbClr val="000000"/>
                        </a:solidFill>
                        <a:latin typeface="Arial" panose="020B0604020202020204"/>
                      </a:endParaRPr>
                    </a:p>
                    <a:p>
                      <a:pPr marL="0" marR="0" lvl="0" indent="0" algn="l">
                        <a:lnSpc>
                          <a:spcPct val="100000"/>
                        </a:lnSpc>
                        <a:spcBef>
                          <a:spcPts val="0"/>
                        </a:spcBef>
                        <a:spcAft>
                          <a:spcPts val="0"/>
                        </a:spcAft>
                        <a:buNone/>
                      </a:pPr>
                      <a:endParaRPr lang="fr-FR" sz="1600" b="0" i="0" u="none" strike="noStrike" cap="none" noProof="0" dirty="0">
                        <a:solidFill>
                          <a:srgbClr val="000000"/>
                        </a:solidFill>
                        <a:latin typeface="Arial" panose="020B0604020202020204"/>
                      </a:endParaRPr>
                    </a:p>
                    <a:p>
                      <a:pPr marL="0" marR="0" lvl="0" indent="0" algn="l">
                        <a:lnSpc>
                          <a:spcPct val="100000"/>
                        </a:lnSpc>
                        <a:spcBef>
                          <a:spcPts val="0"/>
                        </a:spcBef>
                        <a:spcAft>
                          <a:spcPts val="0"/>
                        </a:spcAft>
                        <a:buNone/>
                      </a:pPr>
                      <a:r>
                        <a:rPr lang="fr-FR" sz="1600" b="0" i="0" u="none" strike="noStrike" cap="none" noProof="0" dirty="0">
                          <a:solidFill>
                            <a:srgbClr val="000000"/>
                          </a:solidFill>
                          <a:latin typeface="Arial" panose="020B0604020202020204"/>
                        </a:rPr>
                        <a:t>Réalisé </a:t>
                      </a:r>
                      <a:endParaRPr lang="fr-FR" sz="1600" noProof="0" dirty="0">
                        <a:latin typeface="Arial"/>
                      </a:endParaRPr>
                    </a:p>
                    <a:p>
                      <a:pPr marL="0" marR="0" lvl="0" indent="0" algn="l">
                        <a:lnSpc>
                          <a:spcPct val="100000"/>
                        </a:lnSpc>
                        <a:spcBef>
                          <a:spcPts val="0"/>
                        </a:spcBef>
                        <a:spcAft>
                          <a:spcPts val="0"/>
                        </a:spcAft>
                        <a:buNone/>
                      </a:pPr>
                      <a:endParaRPr lang="fr-FR" sz="1600" b="0" i="0" u="none" strike="noStrike" cap="none" noProof="0" dirty="0">
                        <a:solidFill>
                          <a:srgbClr val="000000"/>
                        </a:solidFill>
                        <a:latin typeface="Arial" panose="020B0604020202020204"/>
                      </a:endParaRPr>
                    </a:p>
                    <a:p>
                      <a:pPr marL="0" marR="0" lvl="0" indent="0" algn="l">
                        <a:lnSpc>
                          <a:spcPct val="100000"/>
                        </a:lnSpc>
                        <a:spcBef>
                          <a:spcPts val="0"/>
                        </a:spcBef>
                        <a:spcAft>
                          <a:spcPts val="0"/>
                        </a:spcAft>
                        <a:buNone/>
                      </a:pPr>
                      <a:endParaRPr lang="fr-FR" sz="1600" b="0" i="0" u="none" strike="noStrike" cap="none" noProof="0" dirty="0">
                        <a:solidFill>
                          <a:srgbClr val="000000"/>
                        </a:solidFill>
                        <a:latin typeface="Arial" panose="020B0604020202020204"/>
                      </a:endParaRPr>
                    </a:p>
                    <a:p>
                      <a:pPr marL="0" marR="0" lvl="0" indent="0" algn="l">
                        <a:lnSpc>
                          <a:spcPct val="100000"/>
                        </a:lnSpc>
                        <a:spcBef>
                          <a:spcPts val="0"/>
                        </a:spcBef>
                        <a:spcAft>
                          <a:spcPts val="0"/>
                        </a:spcAft>
                        <a:buNone/>
                      </a:pPr>
                      <a:endParaRPr lang="fr-FR" sz="1600" b="0" i="0" u="none" strike="noStrike" cap="none" noProof="0" dirty="0">
                        <a:solidFill>
                          <a:srgbClr val="000000"/>
                        </a:solidFill>
                        <a:latin typeface="Arial" panose="020B0604020202020204"/>
                      </a:endParaRPr>
                    </a:p>
                  </a:txBody>
                  <a:tcPr marL="91451" marR="91451" marT="45725" marB="45725">
                    <a:solidFill>
                      <a:srgbClr val="00B050"/>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lang="fr-FR" sz="1600" b="0" i="0" u="none" strike="noStrike" cap="none" noProof="0" dirty="0">
                        <a:solidFill>
                          <a:srgbClr val="000000"/>
                        </a:solidFill>
                        <a:latin typeface="Arial" panose="020B0604020202020204"/>
                        <a:ea typeface="+mn-ea"/>
                        <a:cs typeface="+mn-cs"/>
                      </a:endParaRPr>
                    </a:p>
                    <a:p>
                      <a:pPr marL="0" marR="0" lvl="0" indent="0" algn="l">
                        <a:lnSpc>
                          <a:spcPct val="100000"/>
                        </a:lnSpc>
                        <a:spcBef>
                          <a:spcPts val="0"/>
                        </a:spcBef>
                        <a:spcAft>
                          <a:spcPts val="0"/>
                        </a:spcAft>
                        <a:buSzPts val="1100"/>
                        <a:buFont typeface="Arial" panose="020B0604020202020204"/>
                        <a:buNone/>
                      </a:pPr>
                      <a:endParaRPr lang="fr-FR" sz="1600" b="0" i="0" u="none" strike="noStrike" cap="none" noProof="0" dirty="0">
                        <a:solidFill>
                          <a:srgbClr val="000000"/>
                        </a:solidFill>
                        <a:latin typeface="Arial" panose="020B0604020202020204"/>
                        <a:ea typeface="+mn-ea"/>
                        <a:cs typeface="+mn-cs"/>
                      </a:endParaRPr>
                    </a:p>
                    <a:p>
                      <a:pPr marL="0" marR="0" lvl="0" indent="0" algn="l">
                        <a:lnSpc>
                          <a:spcPct val="100000"/>
                        </a:lnSpc>
                        <a:spcBef>
                          <a:spcPts val="0"/>
                        </a:spcBef>
                        <a:spcAft>
                          <a:spcPts val="0"/>
                        </a:spcAft>
                        <a:buSzPts val="1100"/>
                        <a:buFont typeface="Arial" panose="020B0604020202020204"/>
                        <a:buNone/>
                      </a:pPr>
                      <a:endParaRPr lang="fr-FR" sz="1600" b="0" i="0" u="none" strike="noStrike" cap="none" noProof="0" dirty="0">
                        <a:solidFill>
                          <a:srgbClr val="000000"/>
                        </a:solidFill>
                        <a:latin typeface="Arial" panose="020B0604020202020204"/>
                        <a:ea typeface="+mn-ea"/>
                        <a:cs typeface="+mn-cs"/>
                      </a:endParaRPr>
                    </a:p>
                    <a:p>
                      <a:pPr marL="0" marR="0" lvl="0" indent="0" algn="l">
                        <a:lnSpc>
                          <a:spcPct val="100000"/>
                        </a:lnSpc>
                        <a:spcBef>
                          <a:spcPts val="0"/>
                        </a:spcBef>
                        <a:spcAft>
                          <a:spcPts val="0"/>
                        </a:spcAft>
                        <a:buSzPts val="1100"/>
                        <a:buFont typeface="Arial" panose="020B0604020202020204"/>
                        <a:buNone/>
                      </a:pPr>
                      <a:endParaRPr lang="fr-FR" sz="1600" b="0" i="0" u="none" strike="noStrike" cap="none" noProof="0" dirty="0">
                        <a:solidFill>
                          <a:srgbClr val="000000"/>
                        </a:solidFill>
                        <a:latin typeface="Arial" panose="020B0604020202020204"/>
                        <a:ea typeface="+mn-ea"/>
                        <a:cs typeface="+mn-cs"/>
                      </a:endParaRPr>
                    </a:p>
                    <a:p>
                      <a:pPr marL="0" marR="0" lvl="0" indent="0" algn="l">
                        <a:lnSpc>
                          <a:spcPct val="100000"/>
                        </a:lnSpc>
                        <a:spcBef>
                          <a:spcPts val="0"/>
                        </a:spcBef>
                        <a:spcAft>
                          <a:spcPts val="0"/>
                        </a:spcAft>
                        <a:buSzPts val="1100"/>
                        <a:buFont typeface="Arial" panose="020B0604020202020204"/>
                        <a:buNone/>
                      </a:pPr>
                      <a:r>
                        <a:rPr lang="fr-FR" sz="1600" b="0" i="0" u="none" strike="noStrike" cap="none" noProof="0" dirty="0">
                          <a:solidFill>
                            <a:srgbClr val="000000"/>
                          </a:solidFill>
                          <a:latin typeface="Arial" panose="020B0604020202020204"/>
                          <a:ea typeface="+mn-ea"/>
                          <a:cs typeface="+mn-cs"/>
                          <a:sym typeface="Arial" panose="020B0604020202020204"/>
                        </a:rPr>
                        <a:t>F</a:t>
                      </a:r>
                      <a:r>
                        <a:rPr lang="fr-FR" sz="1600" b="0" i="0" u="none" strike="noStrike" cap="none" noProof="0" dirty="0">
                          <a:solidFill>
                            <a:srgbClr val="000000"/>
                          </a:solidFill>
                          <a:latin typeface="Arial" panose="020B0604020202020204"/>
                          <a:ea typeface="+mn-ea"/>
                          <a:cs typeface="+mn-cs"/>
                          <a:sym typeface="Times New Roman" panose="02020603050405020304"/>
                        </a:rPr>
                        <a:t>euille de route </a:t>
                      </a:r>
                      <a:r>
                        <a:rPr lang="fr-FR" sz="1600" b="0" i="0" u="none" strike="noStrike" cap="none" noProof="0" dirty="0">
                          <a:solidFill>
                            <a:srgbClr val="000000"/>
                          </a:solidFill>
                          <a:latin typeface="Arial" panose="020B0604020202020204"/>
                          <a:ea typeface="+mn-ea"/>
                          <a:cs typeface="+mn-cs"/>
                        </a:rPr>
                        <a:t> disponible </a:t>
                      </a:r>
                    </a:p>
                    <a:p>
                      <a:pPr marL="0" marR="0" lvl="0" indent="0" algn="l">
                        <a:lnSpc>
                          <a:spcPct val="100000"/>
                        </a:lnSpc>
                        <a:spcBef>
                          <a:spcPts val="0"/>
                        </a:spcBef>
                        <a:spcAft>
                          <a:spcPts val="0"/>
                        </a:spcAft>
                        <a:buSzPts val="1100"/>
                        <a:buFont typeface="Arial" panose="020B0604020202020204"/>
                        <a:buNone/>
                      </a:pPr>
                      <a:endParaRPr lang="fr-FR" sz="1600" b="0" i="0" u="none" strike="noStrike" cap="none" noProof="0" dirty="0">
                        <a:solidFill>
                          <a:srgbClr val="000000"/>
                        </a:solidFill>
                        <a:latin typeface="Arial" panose="020B0604020202020204"/>
                        <a:ea typeface="+mn-ea"/>
                        <a:cs typeface="+mn-cs"/>
                      </a:endParaRPr>
                    </a:p>
                    <a:p>
                      <a:pPr marL="0" marR="0" lvl="0" indent="0" algn="l">
                        <a:lnSpc>
                          <a:spcPct val="100000"/>
                        </a:lnSpc>
                        <a:spcBef>
                          <a:spcPts val="0"/>
                        </a:spcBef>
                        <a:spcAft>
                          <a:spcPts val="0"/>
                        </a:spcAft>
                        <a:buSzPts val="1100"/>
                        <a:buFont typeface="Arial" panose="020B0604020202020204"/>
                        <a:buNone/>
                      </a:pPr>
                      <a:endParaRPr lang="fr-FR" sz="1600" b="0" i="0" u="none" strike="noStrike" cap="none" noProof="0" dirty="0">
                        <a:solidFill>
                          <a:srgbClr val="000000"/>
                        </a:solidFill>
                        <a:latin typeface="Arial" panose="020B0604020202020204"/>
                        <a:ea typeface="+mn-ea"/>
                        <a:cs typeface="+mn-cs"/>
                      </a:endParaRPr>
                    </a:p>
                  </a:txBody>
                  <a:tcPr marL="91451" marR="91451" marT="45725" marB="45725"/>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lang="fr-FR" sz="1600" b="0" i="0" u="none" strike="noStrike" cap="none" noProof="0" dirty="0">
                        <a:solidFill>
                          <a:srgbClr val="000000"/>
                        </a:solidFill>
                        <a:latin typeface="Arial" panose="020B0604020202020204"/>
                        <a:ea typeface="+mn-ea"/>
                        <a:cs typeface="+mn-cs"/>
                        <a:sym typeface="Arial" panose="020B0604020202020204"/>
                      </a:endParaRPr>
                    </a:p>
                    <a:p>
                      <a:pPr marL="0" marR="0" lvl="0" indent="0" algn="l" rtl="0">
                        <a:lnSpc>
                          <a:spcPct val="100000"/>
                        </a:lnSpc>
                        <a:spcBef>
                          <a:spcPts val="0"/>
                        </a:spcBef>
                        <a:spcAft>
                          <a:spcPts val="0"/>
                        </a:spcAft>
                        <a:buClr>
                          <a:srgbClr val="000000"/>
                        </a:buClr>
                        <a:buSzPts val="1100"/>
                        <a:buFont typeface="Arial" panose="020B0604020202020204"/>
                        <a:buNone/>
                      </a:pPr>
                      <a:r>
                        <a:rPr lang="fr-FR" sz="1600" b="0" i="0" u="none" strike="noStrike" cap="none" noProof="0" dirty="0">
                          <a:solidFill>
                            <a:srgbClr val="000000"/>
                          </a:solidFill>
                          <a:latin typeface="Arial" panose="020B0604020202020204"/>
                          <a:ea typeface="+mn-ea"/>
                          <a:cs typeface="+mn-cs"/>
                          <a:sym typeface="Arial" panose="020B0604020202020204"/>
                        </a:rPr>
                        <a:t>La vulgarisation de la stratégie sera faite en 2026</a:t>
                      </a:r>
                    </a:p>
                    <a:p>
                      <a:pPr marL="0" marR="0" lvl="0" indent="0" algn="l">
                        <a:lnSpc>
                          <a:spcPct val="100000"/>
                        </a:lnSpc>
                        <a:spcBef>
                          <a:spcPts val="0"/>
                        </a:spcBef>
                        <a:spcAft>
                          <a:spcPts val="0"/>
                        </a:spcAft>
                        <a:buSzPts val="1100"/>
                        <a:buFont typeface="Arial" panose="020B0604020202020204"/>
                        <a:buNone/>
                      </a:pPr>
                      <a:endParaRPr lang="fr-FR" sz="1600" b="0" i="0" u="none" strike="noStrike" cap="none" noProof="0" dirty="0">
                        <a:solidFill>
                          <a:srgbClr val="000000"/>
                        </a:solidFill>
                        <a:latin typeface="Arial" panose="020B0604020202020204"/>
                        <a:ea typeface="+mn-ea"/>
                        <a:cs typeface="+mn-cs"/>
                      </a:endParaRPr>
                    </a:p>
                  </a:txBody>
                  <a:tcPr marL="91451" marR="91451" marT="45725" marB="45725"/>
                </a:tc>
                <a:extLst>
                  <a:ext uri="{0D108BD9-81ED-4DB2-BD59-A6C34878D82A}">
                    <a16:rowId xmlns:a16="http://schemas.microsoft.com/office/drawing/2014/main" val="10003"/>
                  </a:ext>
                </a:extLst>
              </a:tr>
            </a:tbl>
          </a:graphicData>
        </a:graphic>
      </p:graphicFrame>
      <p:sp>
        <p:nvSpPr>
          <p:cNvPr id="11" name="Google Shape;186;p6">
            <a:extLst>
              <a:ext uri="{FF2B5EF4-FFF2-40B4-BE49-F238E27FC236}">
                <a16:creationId xmlns:a16="http://schemas.microsoft.com/office/drawing/2014/main" id="{EBDA536C-BCD0-A3C9-0773-2A536D6D370D}"/>
              </a:ext>
            </a:extLst>
          </p:cNvPr>
          <p:cNvSpPr txBox="1">
            <a:spLocks/>
          </p:cNvSpPr>
          <p:nvPr/>
        </p:nvSpPr>
        <p:spPr>
          <a:xfrm>
            <a:off x="48381" y="9907"/>
            <a:ext cx="12143619" cy="630766"/>
          </a:xfrm>
          <a:prstGeom prst="rect">
            <a:avLst/>
          </a:prstGeom>
          <a:solidFill>
            <a:schemeClr val="accent1">
              <a:lumMod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defTabSz="914400"/>
            <a:r>
              <a:rPr lang="fr-FR" sz="2800" b="1" kern="0" noProof="0" dirty="0">
                <a:solidFill>
                  <a:schemeClr val="bg1"/>
                </a:solidFill>
                <a:ea typeface="Times New Roman" panose="02020603050405020304"/>
              </a:rPr>
              <a:t>3.Evaluation activités Génération Demande 2025 : MOSO( 7/10) </a:t>
            </a:r>
            <a:endParaRPr lang="fr-FR" sz="2800" kern="0" noProof="0" dirty="0">
              <a:solidFill>
                <a:schemeClr val="bg1"/>
              </a:solidFill>
              <a:latin typeface="Times New Roman" panose="02020603050405020304"/>
              <a:ea typeface="Times New Roman" panose="02020603050405020304"/>
              <a:cs typeface="Times New Roman" panose="02020603050405020304"/>
            </a:endParaRPr>
          </a:p>
        </p:txBody>
      </p:sp>
    </p:spTree>
    <p:extLst>
      <p:ext uri="{BB962C8B-B14F-4D97-AF65-F5344CB8AC3E}">
        <p14:creationId xmlns:p14="http://schemas.microsoft.com/office/powerpoint/2010/main" val="2846679017"/>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graphicFrame>
        <p:nvGraphicFramePr>
          <p:cNvPr id="199" name="Google Shape;199;p8"/>
          <p:cNvGraphicFramePr/>
          <p:nvPr>
            <p:extLst>
              <p:ext uri="{D42A27DB-BD31-4B8C-83A1-F6EECF244321}">
                <p14:modId xmlns:p14="http://schemas.microsoft.com/office/powerpoint/2010/main" val="3902416955"/>
              </p:ext>
            </p:extLst>
          </p:nvPr>
        </p:nvGraphicFramePr>
        <p:xfrm>
          <a:off x="92620" y="642833"/>
          <a:ext cx="12072216" cy="6166465"/>
        </p:xfrm>
        <a:graphic>
          <a:graphicData uri="http://schemas.openxmlformats.org/drawingml/2006/table">
            <a:tbl>
              <a:tblPr>
                <a:noFill/>
              </a:tblPr>
              <a:tblGrid>
                <a:gridCol w="440902">
                  <a:extLst>
                    <a:ext uri="{9D8B030D-6E8A-4147-A177-3AD203B41FA5}">
                      <a16:colId xmlns:a16="http://schemas.microsoft.com/office/drawing/2014/main" val="20000"/>
                    </a:ext>
                  </a:extLst>
                </a:gridCol>
                <a:gridCol w="2882312">
                  <a:extLst>
                    <a:ext uri="{9D8B030D-6E8A-4147-A177-3AD203B41FA5}">
                      <a16:colId xmlns:a16="http://schemas.microsoft.com/office/drawing/2014/main" val="20001"/>
                    </a:ext>
                  </a:extLst>
                </a:gridCol>
                <a:gridCol w="2213205">
                  <a:extLst>
                    <a:ext uri="{9D8B030D-6E8A-4147-A177-3AD203B41FA5}">
                      <a16:colId xmlns:a16="http://schemas.microsoft.com/office/drawing/2014/main" val="20002"/>
                    </a:ext>
                  </a:extLst>
                </a:gridCol>
                <a:gridCol w="1616713">
                  <a:extLst>
                    <a:ext uri="{9D8B030D-6E8A-4147-A177-3AD203B41FA5}">
                      <a16:colId xmlns:a16="http://schemas.microsoft.com/office/drawing/2014/main" val="20003"/>
                    </a:ext>
                  </a:extLst>
                </a:gridCol>
                <a:gridCol w="3808071">
                  <a:extLst>
                    <a:ext uri="{9D8B030D-6E8A-4147-A177-3AD203B41FA5}">
                      <a16:colId xmlns:a16="http://schemas.microsoft.com/office/drawing/2014/main" val="20004"/>
                    </a:ext>
                  </a:extLst>
                </a:gridCol>
                <a:gridCol w="1111013">
                  <a:extLst>
                    <a:ext uri="{9D8B030D-6E8A-4147-A177-3AD203B41FA5}">
                      <a16:colId xmlns:a16="http://schemas.microsoft.com/office/drawing/2014/main" val="20005"/>
                    </a:ext>
                  </a:extLst>
                </a:gridCol>
              </a:tblGrid>
              <a:tr h="796793">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fr-FR" sz="1600" b="1" u="none" strike="noStrike" cap="none" noProof="0" dirty="0">
                          <a:latin typeface="+mj-lt"/>
                          <a:ea typeface="Times New Roman" panose="02020603050405020304"/>
                          <a:cs typeface="Times New Roman"/>
                          <a:sym typeface="Times New Roman" panose="02020603050405020304"/>
                        </a:rPr>
                        <a:t>N°</a:t>
                      </a:r>
                    </a:p>
                  </a:txBody>
                  <a:tcPr marL="91451" marR="91451" marT="45725" marB="45725">
                    <a:solidFill>
                      <a:srgbClr val="92D050"/>
                    </a:solidFill>
                  </a:tcPr>
                </a:tc>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fr-FR" sz="1600" b="1" u="none" strike="noStrike" cap="none" noProof="0" dirty="0">
                          <a:latin typeface="+mj-lt"/>
                          <a:ea typeface="Times New Roman" panose="02020603050405020304"/>
                          <a:cs typeface="Times New Roman"/>
                          <a:sym typeface="Times New Roman" panose="02020603050405020304"/>
                        </a:rPr>
                        <a:t>ACTIVITES</a:t>
                      </a:r>
                    </a:p>
                  </a:txBody>
                  <a:tcPr marL="91451" marR="91451" marT="45725" marB="45725">
                    <a:solidFill>
                      <a:srgbClr val="92D050"/>
                    </a:solidFill>
                  </a:tcPr>
                </a:tc>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fr-FR" sz="1600" b="1" u="none" strike="noStrike" cap="none" noProof="0" dirty="0">
                          <a:latin typeface="+mj-lt"/>
                          <a:ea typeface="Times New Roman" panose="02020603050405020304"/>
                          <a:cs typeface="Times New Roman"/>
                          <a:sym typeface="Times New Roman" panose="02020603050405020304"/>
                        </a:rPr>
                        <a:t>INDICATEURS</a:t>
                      </a:r>
                    </a:p>
                  </a:txBody>
                  <a:tcPr marL="91451" marR="91451" marT="45725" marB="45725">
                    <a:solidFill>
                      <a:srgbClr val="92D050"/>
                    </a:solidFill>
                  </a:tcPr>
                </a:tc>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fr-FR" sz="1600" b="1" u="none" strike="noStrike" cap="none" noProof="0" dirty="0">
                          <a:latin typeface="+mj-lt"/>
                          <a:ea typeface="Times New Roman" panose="02020603050405020304"/>
                          <a:cs typeface="Times New Roman"/>
                          <a:sym typeface="Times New Roman" panose="02020603050405020304"/>
                        </a:rPr>
                        <a:t>NIVEAU REALISATION</a:t>
                      </a:r>
                    </a:p>
                  </a:txBody>
                  <a:tcPr marL="91451" marR="91451" marT="45725" marB="45725">
                    <a:solidFill>
                      <a:srgbClr val="92D050"/>
                    </a:solidFill>
                  </a:tcPr>
                </a:tc>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fr-FR" sz="1600" b="1" u="none" strike="noStrike" cap="none" noProof="0" dirty="0">
                          <a:latin typeface="+mj-lt"/>
                          <a:ea typeface="Times New Roman" panose="02020603050405020304"/>
                          <a:cs typeface="Times New Roman"/>
                          <a:sym typeface="Times New Roman" panose="02020603050405020304"/>
                        </a:rPr>
                        <a:t>RESULTATS OBTENUS</a:t>
                      </a:r>
                    </a:p>
                  </a:txBody>
                  <a:tcPr marL="91451" marR="91451" marT="45725" marB="45725">
                    <a:solidFill>
                      <a:srgbClr val="92D050"/>
                    </a:solidFill>
                  </a:tcPr>
                </a:tc>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fr-FR" sz="1600" b="1" u="none" strike="noStrike" cap="none" noProof="0" dirty="0">
                          <a:latin typeface="+mj-lt"/>
                          <a:ea typeface="Times New Roman" panose="02020603050405020304"/>
                          <a:cs typeface="Times New Roman" panose="02020603050405020304"/>
                        </a:rPr>
                        <a:t>OBSERVATIONS</a:t>
                      </a:r>
                      <a:endParaRPr lang="fr-FR" sz="1600" b="1" u="none" strike="noStrike" cap="none" noProof="0" dirty="0">
                        <a:latin typeface="+mj-lt"/>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800"/>
                        <a:buFont typeface="Calibri" panose="020F0502020204030204"/>
                        <a:buNone/>
                      </a:pPr>
                      <a:endParaRPr lang="fr-FR" sz="1600" b="1" u="none" strike="noStrike" cap="none" noProof="0" dirty="0">
                        <a:latin typeface="+mj-lt"/>
                        <a:ea typeface="Times New Roman" panose="02020603050405020304"/>
                        <a:cs typeface="Times New Roman" panose="02020603050405020304"/>
                        <a:sym typeface="Times New Roman" panose="02020603050405020304"/>
                      </a:endParaRPr>
                    </a:p>
                  </a:txBody>
                  <a:tcPr marL="91451" marR="91451" marT="45725" marB="45725">
                    <a:solidFill>
                      <a:srgbClr val="92D050"/>
                    </a:solidFill>
                  </a:tcPr>
                </a:tc>
                <a:extLst>
                  <a:ext uri="{0D108BD9-81ED-4DB2-BD59-A6C34878D82A}">
                    <a16:rowId xmlns:a16="http://schemas.microsoft.com/office/drawing/2014/main" val="10000"/>
                  </a:ext>
                </a:extLst>
              </a:tr>
              <a:tr h="2124756">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fr-FR" sz="1600" u="none" strike="noStrike" cap="none" noProof="0" dirty="0">
                          <a:latin typeface="+mj-lt"/>
                          <a:ea typeface="Times New Roman" panose="02020603050405020304"/>
                          <a:cs typeface="Times New Roman"/>
                          <a:sym typeface="Times New Roman" panose="02020603050405020304"/>
                        </a:rPr>
                        <a:t>9</a:t>
                      </a:r>
                    </a:p>
                  </a:txBody>
                  <a:tcPr marL="91451" marR="91451" marT="45725" marB="45725"/>
                </a:tc>
                <a:tc>
                  <a:txBody>
                    <a:bodyPr/>
                    <a:lstStyle/>
                    <a:p>
                      <a:pPr marL="0" marR="0" lvl="0" indent="0" algn="l" rtl="0" fontAlgn="ctr">
                        <a:lnSpc>
                          <a:spcPct val="100000"/>
                        </a:lnSpc>
                        <a:spcBef>
                          <a:spcPts val="0"/>
                        </a:spcBef>
                        <a:spcAft>
                          <a:spcPts val="0"/>
                        </a:spcAft>
                        <a:buClr>
                          <a:srgbClr val="000000"/>
                        </a:buClr>
                        <a:buNone/>
                      </a:pPr>
                      <a:r>
                        <a:rPr lang="fr-FR" sz="1600" b="0" i="0" u="none" strike="noStrike" cap="none" noProof="0" dirty="0">
                          <a:solidFill>
                            <a:schemeClr val="tx1"/>
                          </a:solidFill>
                          <a:latin typeface="+mj-lt"/>
                          <a:ea typeface="+mn-ea"/>
                          <a:cs typeface="+mn-cs"/>
                          <a:sym typeface="Arial" panose="020B0604020202020204"/>
                        </a:rPr>
                        <a:t>Renforcer l'</a:t>
                      </a:r>
                      <a:r>
                        <a:rPr lang="fr-FR" sz="1600" b="0" i="0" u="none" strike="noStrike" cap="none" noProof="0" dirty="0" err="1">
                          <a:solidFill>
                            <a:schemeClr val="tx1"/>
                          </a:solidFill>
                          <a:latin typeface="+mj-lt"/>
                          <a:ea typeface="+mn-ea"/>
                          <a:cs typeface="+mn-cs"/>
                          <a:sym typeface="Arial" panose="020B0604020202020204"/>
                        </a:rPr>
                        <a:t>institutionalisation</a:t>
                      </a:r>
                      <a:r>
                        <a:rPr lang="fr-FR" sz="1600" b="0" i="0" u="none" strike="noStrike" cap="none" noProof="0" dirty="0">
                          <a:solidFill>
                            <a:schemeClr val="tx1"/>
                          </a:solidFill>
                          <a:latin typeface="+mj-lt"/>
                          <a:ea typeface="+mn-ea"/>
                          <a:cs typeface="+mn-cs"/>
                          <a:sym typeface="Arial" panose="020B0604020202020204"/>
                        </a:rPr>
                        <a:t> et la coordination en matière de genre et vaccination au niveau national​</a:t>
                      </a:r>
                    </a:p>
                  </a:txBody>
                  <a:tcPr marL="10583" marR="10583" marT="10583" marB="0" anchor="ctr"/>
                </a:tc>
                <a:tc>
                  <a:txBody>
                    <a:bodyPr/>
                    <a:lstStyle/>
                    <a:p>
                      <a:pPr marL="171450" marR="0" lvl="0" indent="-171450" algn="l" rtl="0">
                        <a:lnSpc>
                          <a:spcPct val="100000"/>
                        </a:lnSpc>
                        <a:spcBef>
                          <a:spcPts val="0"/>
                        </a:spcBef>
                        <a:spcAft>
                          <a:spcPts val="0"/>
                        </a:spcAft>
                        <a:buClr>
                          <a:srgbClr val="000000"/>
                        </a:buClr>
                        <a:buFont typeface="Calibri"/>
                        <a:buChar char="-"/>
                      </a:pPr>
                      <a:r>
                        <a:rPr lang="fr-FR" sz="1600" b="0" i="0" u="none" strike="noStrike" cap="none" noProof="0" dirty="0">
                          <a:solidFill>
                            <a:schemeClr val="tx1"/>
                          </a:solidFill>
                          <a:latin typeface="+mj-lt"/>
                          <a:ea typeface="+mn-ea"/>
                          <a:cs typeface="+mn-cs"/>
                          <a:sym typeface="Times New Roman" panose="02020603050405020304"/>
                        </a:rPr>
                        <a:t> </a:t>
                      </a:r>
                      <a:endParaRPr lang="fr-FR" sz="1600" b="0" i="0" u="none" strike="noStrike" cap="none" noProof="0" dirty="0">
                        <a:solidFill>
                          <a:schemeClr val="tx1"/>
                        </a:solidFill>
                        <a:latin typeface="+mj-lt"/>
                        <a:ea typeface="+mn-ea"/>
                        <a:cs typeface="+mn-cs"/>
                        <a:sym typeface="Arial" panose="020B0604020202020204"/>
                      </a:endParaRPr>
                    </a:p>
                    <a:p>
                      <a:pPr marL="171450" marR="0" lvl="0" indent="-171450" algn="l" rtl="0">
                        <a:lnSpc>
                          <a:spcPct val="100000"/>
                        </a:lnSpc>
                        <a:spcBef>
                          <a:spcPts val="0"/>
                        </a:spcBef>
                        <a:spcAft>
                          <a:spcPts val="0"/>
                        </a:spcAft>
                        <a:buClr>
                          <a:srgbClr val="000000"/>
                        </a:buClr>
                        <a:buFont typeface="Calibri"/>
                        <a:buChar char="-"/>
                      </a:pPr>
                      <a:r>
                        <a:rPr lang="fr-FR" sz="1600" b="0" i="0" u="none" strike="noStrike" cap="none" noProof="0" dirty="0">
                          <a:solidFill>
                            <a:schemeClr val="tx1"/>
                          </a:solidFill>
                          <a:latin typeface="+mj-lt"/>
                          <a:ea typeface="+mn-ea"/>
                          <a:cs typeface="+mn-cs"/>
                          <a:sym typeface="Arial" panose="020B0604020202020204"/>
                        </a:rPr>
                        <a:t>Proportion des réunions genre et vaccination </a:t>
                      </a:r>
                    </a:p>
                    <a:p>
                      <a:pPr marL="171450" marR="0" lvl="0" indent="-171450" algn="l" rtl="0">
                        <a:lnSpc>
                          <a:spcPct val="100000"/>
                        </a:lnSpc>
                        <a:spcBef>
                          <a:spcPts val="0"/>
                        </a:spcBef>
                        <a:spcAft>
                          <a:spcPts val="0"/>
                        </a:spcAft>
                        <a:buClr>
                          <a:srgbClr val="000000"/>
                        </a:buClr>
                        <a:buFont typeface="Calibri"/>
                        <a:buChar char="-"/>
                      </a:pPr>
                      <a:r>
                        <a:rPr lang="fr-FR" sz="1600" b="0" i="0" u="none" strike="noStrike" cap="none" noProof="0" dirty="0">
                          <a:solidFill>
                            <a:schemeClr val="tx1"/>
                          </a:solidFill>
                          <a:latin typeface="+mj-lt"/>
                          <a:ea typeface="+mn-ea"/>
                          <a:cs typeface="+mn-cs"/>
                          <a:sym typeface="Arial" panose="020B0604020202020204"/>
                        </a:rPr>
                        <a:t>Proportion des documents stratégiques du PEV élaboré ayant </a:t>
                      </a:r>
                      <a:r>
                        <a:rPr lang="fr-FR" sz="1600" b="0" i="0" u="none" strike="noStrike" cap="none" noProof="0" dirty="0" err="1">
                          <a:solidFill>
                            <a:schemeClr val="tx1"/>
                          </a:solidFill>
                          <a:latin typeface="+mj-lt"/>
                          <a:ea typeface="+mn-ea"/>
                          <a:cs typeface="+mn-cs"/>
                          <a:sym typeface="Arial" panose="020B0604020202020204"/>
                        </a:rPr>
                        <a:t>integré</a:t>
                      </a:r>
                      <a:r>
                        <a:rPr lang="fr-FR" sz="1600" b="0" i="0" u="none" strike="noStrike" cap="none" noProof="0" dirty="0">
                          <a:solidFill>
                            <a:schemeClr val="tx1"/>
                          </a:solidFill>
                          <a:latin typeface="+mj-lt"/>
                          <a:ea typeface="+mn-ea"/>
                          <a:cs typeface="+mn-cs"/>
                          <a:sym typeface="Arial" panose="020B0604020202020204"/>
                        </a:rPr>
                        <a:t> le genre</a:t>
                      </a:r>
                    </a:p>
                  </a:txBody>
                  <a:tcPr marL="0" marR="0" marT="0" marB="0" anchor="ctr"/>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fr-FR" sz="1600" b="0" i="0" u="none" strike="noStrike" cap="none" noProof="0" dirty="0">
                          <a:solidFill>
                            <a:schemeClr val="tx1"/>
                          </a:solidFill>
                          <a:latin typeface="+mj-lt"/>
                          <a:ea typeface="Times New Roman" panose="02020603050405020304"/>
                          <a:cs typeface="+mn-cs"/>
                          <a:sym typeface="Arial" panose="020B0604020202020204"/>
                        </a:rPr>
                        <a:t>En cours de réalisation</a:t>
                      </a:r>
                      <a:endParaRPr lang="fr-FR" sz="1600" b="0" i="0" u="none" strike="noStrike" cap="none" noProof="0" dirty="0">
                        <a:solidFill>
                          <a:schemeClr val="tx1"/>
                        </a:solidFill>
                        <a:latin typeface="+mj-lt"/>
                        <a:ea typeface="Times New Roman" panose="02020603050405020304"/>
                        <a:cs typeface="+mn-cs"/>
                        <a:sym typeface="Times New Roman" panose="02020603050405020304"/>
                      </a:endParaRPr>
                    </a:p>
                  </a:txBody>
                  <a:tcPr marL="91451" marR="91451" marT="45725" marB="45725">
                    <a:solidFill>
                      <a:srgbClr val="00B050"/>
                    </a:solidFill>
                  </a:tcPr>
                </a:tc>
                <a:tc>
                  <a:txBody>
                    <a:bodyPr/>
                    <a:lstStyle/>
                    <a:p>
                      <a:pPr marL="171450" marR="0" lvl="0" indent="-171450" algn="l">
                        <a:lnSpc>
                          <a:spcPct val="100000"/>
                        </a:lnSpc>
                        <a:spcBef>
                          <a:spcPts val="0"/>
                        </a:spcBef>
                        <a:spcAft>
                          <a:spcPts val="0"/>
                        </a:spcAft>
                        <a:buFont typeface="Calibri"/>
                        <a:buChar char="-"/>
                      </a:pPr>
                      <a:r>
                        <a:rPr lang="fr-FR" sz="1600" b="0" i="0" u="none" strike="noStrike" cap="none" noProof="0" dirty="0">
                          <a:solidFill>
                            <a:schemeClr val="tx1"/>
                          </a:solidFill>
                          <a:latin typeface="+mj-lt"/>
                          <a:ea typeface="+mn-ea"/>
                          <a:cs typeface="+mn-cs"/>
                          <a:sym typeface="Arial" panose="020B0604020202020204"/>
                        </a:rPr>
                        <a:t>Stratégie genre et vaccination élaborée</a:t>
                      </a:r>
                    </a:p>
                    <a:p>
                      <a:pPr marL="171450" marR="0" lvl="0" indent="-171450" algn="l">
                        <a:lnSpc>
                          <a:spcPct val="100000"/>
                        </a:lnSpc>
                        <a:spcBef>
                          <a:spcPts val="0"/>
                        </a:spcBef>
                        <a:spcAft>
                          <a:spcPts val="0"/>
                        </a:spcAft>
                        <a:buFont typeface="Calibri"/>
                        <a:buChar char="-"/>
                      </a:pPr>
                      <a:r>
                        <a:rPr lang="fr-FR" sz="1600" b="0" i="0" u="none" strike="noStrike" cap="none" noProof="0" dirty="0">
                          <a:solidFill>
                            <a:schemeClr val="tx1"/>
                          </a:solidFill>
                          <a:latin typeface="+mj-lt"/>
                          <a:ea typeface="+mn-ea"/>
                          <a:cs typeface="+mn-cs"/>
                          <a:sym typeface="Arial" panose="020B0604020202020204"/>
                        </a:rPr>
                        <a:t>Intégration du genre dans les documents stratégiques du PEV</a:t>
                      </a:r>
                      <a:r>
                        <a:rPr lang="fr-FR" sz="1600" b="0" i="0" u="none" strike="noStrike" cap="none" noProof="0" dirty="0">
                          <a:solidFill>
                            <a:schemeClr val="tx1"/>
                          </a:solidFill>
                          <a:latin typeface="+mj-lt"/>
                          <a:ea typeface="+mn-ea"/>
                          <a:cs typeface="+mn-cs"/>
                        </a:rPr>
                        <a:t> </a:t>
                      </a:r>
                      <a:r>
                        <a:rPr lang="fr-FR" sz="1600" b="0" i="0" u="none" strike="noStrike" cap="none" noProof="0" dirty="0">
                          <a:solidFill>
                            <a:srgbClr val="202020"/>
                          </a:solidFill>
                          <a:latin typeface="+mj-lt"/>
                          <a:ea typeface="+mn-ea"/>
                          <a:cs typeface="+mn-cs"/>
                        </a:rPr>
                        <a:t>(SNV, plan stratégique </a:t>
                      </a:r>
                      <a:r>
                        <a:rPr lang="fr-FR" sz="1600" b="0" i="0" u="none" strike="noStrike" cap="none" noProof="0" dirty="0" err="1">
                          <a:solidFill>
                            <a:srgbClr val="202020"/>
                          </a:solidFill>
                          <a:latin typeface="+mj-lt"/>
                          <a:ea typeface="+mn-ea"/>
                          <a:cs typeface="+mn-cs"/>
                        </a:rPr>
                        <a:t>Comm</a:t>
                      </a:r>
                      <a:r>
                        <a:rPr lang="fr-FR" sz="1600" b="0" i="0" u="none" strike="noStrike" cap="none" noProof="0" dirty="0">
                          <a:solidFill>
                            <a:srgbClr val="202020"/>
                          </a:solidFill>
                          <a:latin typeface="+mj-lt"/>
                          <a:ea typeface="+mn-ea"/>
                          <a:cs typeface="+mn-cs"/>
                        </a:rPr>
                        <a:t>.</a:t>
                      </a:r>
                      <a:endParaRPr lang="fr-FR" sz="1600" b="0" i="0" u="none" strike="noStrike" cap="none" noProof="0" dirty="0">
                        <a:solidFill>
                          <a:srgbClr val="202020"/>
                        </a:solidFill>
                        <a:latin typeface="+mj-lt"/>
                        <a:ea typeface="+mn-ea"/>
                        <a:cs typeface="+mn-cs"/>
                        <a:sym typeface="Arial" panose="020B0604020202020204"/>
                      </a:endParaRPr>
                    </a:p>
                    <a:p>
                      <a:pPr marL="171450" marR="0" lvl="0" indent="-171450" algn="l">
                        <a:lnSpc>
                          <a:spcPct val="100000"/>
                        </a:lnSpc>
                        <a:spcBef>
                          <a:spcPts val="0"/>
                        </a:spcBef>
                        <a:spcAft>
                          <a:spcPts val="0"/>
                        </a:spcAft>
                        <a:buFont typeface="Calibri"/>
                        <a:buChar char="-"/>
                      </a:pPr>
                      <a:r>
                        <a:rPr lang="fr-FR" sz="1600" b="0" i="0" u="none" strike="noStrike" cap="none" noProof="0" dirty="0">
                          <a:solidFill>
                            <a:srgbClr val="202020"/>
                          </a:solidFill>
                          <a:latin typeface="+mj-lt"/>
                          <a:ea typeface="+mn-ea"/>
                          <a:cs typeface="+mn-cs"/>
                        </a:rPr>
                        <a:t>75%</a:t>
                      </a:r>
                      <a:r>
                        <a:rPr lang="fr-FR" sz="1600" b="0" i="0" u="none" strike="noStrike" cap="none" noProof="0" dirty="0">
                          <a:solidFill>
                            <a:srgbClr val="202020"/>
                          </a:solidFill>
                          <a:latin typeface="+mj-lt"/>
                          <a:ea typeface="+mn-ea"/>
                          <a:cs typeface="+mn-cs"/>
                          <a:sym typeface="Arial" panose="020B0604020202020204"/>
                        </a:rPr>
                        <a:t> des réunions genre et vaccination </a:t>
                      </a:r>
                      <a:r>
                        <a:rPr lang="fr-FR" sz="1600" b="0" i="0" u="none" strike="noStrike" cap="none" noProof="0" dirty="0">
                          <a:solidFill>
                            <a:srgbClr val="202020"/>
                          </a:solidFill>
                          <a:latin typeface="+mj-lt"/>
                          <a:ea typeface="+mn-ea"/>
                          <a:cs typeface="+mn-cs"/>
                        </a:rPr>
                        <a:t>tenues</a:t>
                      </a:r>
                      <a:r>
                        <a:rPr lang="fr-FR" sz="1600" b="0" i="0" u="none" strike="noStrike" cap="none" noProof="0" dirty="0">
                          <a:solidFill>
                            <a:srgbClr val="202020"/>
                          </a:solidFill>
                          <a:latin typeface="+mj-lt"/>
                          <a:ea typeface="+mn-ea"/>
                          <a:cs typeface="+mn-cs"/>
                          <a:sym typeface="Arial" panose="020B0604020202020204"/>
                        </a:rPr>
                        <a:t>. </a:t>
                      </a:r>
                    </a:p>
                  </a:txBody>
                  <a:tcPr marL="91451" marR="91451" marT="45725" marB="45725"/>
                </a:tc>
                <a:tc>
                  <a:txBody>
                    <a:bodyPr/>
                    <a:lstStyle/>
                    <a:p>
                      <a:pPr marL="0" marR="0" lvl="0" indent="0" algn="l" rtl="0">
                        <a:lnSpc>
                          <a:spcPct val="100000"/>
                        </a:lnSpc>
                        <a:spcBef>
                          <a:spcPts val="0"/>
                        </a:spcBef>
                        <a:spcAft>
                          <a:spcPts val="0"/>
                        </a:spcAft>
                        <a:buClr>
                          <a:schemeClr val="dk1"/>
                        </a:buClr>
                        <a:buSzPts val="1100"/>
                        <a:buFont typeface="Arial" panose="020B0604020202020204"/>
                        <a:buNone/>
                      </a:pPr>
                      <a:endParaRPr lang="fr-FR" sz="1600" u="none" strike="noStrike" cap="none" noProof="0" dirty="0">
                        <a:solidFill>
                          <a:srgbClr val="FF0000"/>
                        </a:solidFill>
                        <a:latin typeface="+mj-lt"/>
                        <a:ea typeface="Arial" panose="020B0604020202020204"/>
                        <a:cs typeface="Arial"/>
                        <a:sym typeface="Arial" panose="020B0604020202020204"/>
                      </a:endParaRPr>
                    </a:p>
                  </a:txBody>
                  <a:tcPr marL="91451" marR="91451" marT="45725" marB="45725"/>
                </a:tc>
                <a:extLst>
                  <a:ext uri="{0D108BD9-81ED-4DB2-BD59-A6C34878D82A}">
                    <a16:rowId xmlns:a16="http://schemas.microsoft.com/office/drawing/2014/main" val="10001"/>
                  </a:ext>
                </a:extLst>
              </a:tr>
              <a:tr h="1854084">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fr-FR" sz="1600" u="none" strike="noStrike" cap="none" noProof="0" dirty="0">
                          <a:latin typeface="+mj-lt"/>
                          <a:ea typeface="Times New Roman" panose="02020603050405020304"/>
                          <a:cs typeface="Times New Roman"/>
                          <a:sym typeface="Times New Roman" panose="02020603050405020304"/>
                        </a:rPr>
                        <a:t>10</a:t>
                      </a:r>
                    </a:p>
                  </a:txBody>
                  <a:tcPr marL="91451" marR="91451" marT="45725" marB="45725"/>
                </a:tc>
                <a:tc>
                  <a:txBody>
                    <a:bodyPr/>
                    <a:lstStyle/>
                    <a:p>
                      <a:pPr algn="l" fontAlgn="ctr"/>
                      <a:r>
                        <a:rPr lang="fr-FR" sz="1600" b="0" i="0" noProof="0" dirty="0">
                          <a:solidFill>
                            <a:srgbClr val="000000"/>
                          </a:solidFill>
                          <a:latin typeface="+mj-lt"/>
                          <a:ea typeface="Arial" panose="020B0604020202020204"/>
                        </a:rPr>
                        <a:t>Sensibiliser la communauté à travers les SMS en faveur de la vaccination​</a:t>
                      </a:r>
                    </a:p>
                  </a:txBody>
                  <a:tcPr marL="10583" marR="10583" marT="10583" marB="0" anchor="ctr"/>
                </a:tc>
                <a:tc>
                  <a:txBody>
                    <a:bodyPr/>
                    <a:lstStyle/>
                    <a:p>
                      <a:pPr marL="0" marR="0" lvl="0" algn="l" rtl="0">
                        <a:lnSpc>
                          <a:spcPct val="100000"/>
                        </a:lnSpc>
                        <a:spcBef>
                          <a:spcPts val="0"/>
                        </a:spcBef>
                        <a:spcAft>
                          <a:spcPts val="0"/>
                        </a:spcAft>
                        <a:buSzPts val="1100"/>
                        <a:buNone/>
                      </a:pPr>
                      <a:r>
                        <a:rPr lang="fr-FR" sz="1600" b="0" i="0" u="none" strike="noStrike" cap="none" noProof="0" dirty="0">
                          <a:solidFill>
                            <a:schemeClr val="tx1"/>
                          </a:solidFill>
                          <a:latin typeface="+mj-lt"/>
                          <a:sym typeface="Times New Roman" panose="02020603050405020304"/>
                        </a:rPr>
                        <a:t>Nbre </a:t>
                      </a:r>
                      <a:r>
                        <a:rPr lang="fr-FR" sz="1600" b="0" i="0" u="none" strike="noStrike" cap="none" noProof="0" dirty="0">
                          <a:solidFill>
                            <a:schemeClr val="tx1"/>
                          </a:solidFill>
                          <a:latin typeface="+mj-lt"/>
                        </a:rPr>
                        <a:t>de SMS</a:t>
                      </a:r>
                      <a:r>
                        <a:rPr lang="fr-FR" sz="1600" b="0" i="0" u="none" strike="noStrike" cap="none" noProof="0" dirty="0">
                          <a:solidFill>
                            <a:schemeClr val="tx1"/>
                          </a:solidFill>
                          <a:latin typeface="+mj-lt"/>
                          <a:sym typeface="Times New Roman" panose="02020603050405020304"/>
                        </a:rPr>
                        <a:t> </a:t>
                      </a:r>
                      <a:r>
                        <a:rPr lang="fr-FR" sz="1600" b="0" i="0" u="none" strike="noStrike" cap="none" noProof="0" dirty="0">
                          <a:solidFill>
                            <a:schemeClr val="tx1"/>
                          </a:solidFill>
                          <a:latin typeface="+mj-lt"/>
                        </a:rPr>
                        <a:t>envoyés</a:t>
                      </a:r>
                      <a:endParaRPr lang="fr-FR" sz="1600" b="0" i="0" u="none" strike="noStrike" cap="none" noProof="0" dirty="0">
                        <a:solidFill>
                          <a:schemeClr val="tx1"/>
                        </a:solidFill>
                        <a:latin typeface="+mj-lt"/>
                        <a:sym typeface="Times New Roman" panose="02020603050405020304"/>
                      </a:endParaRPr>
                    </a:p>
                  </a:txBody>
                  <a:tcPr marL="0" marR="0" marT="0" marB="0" anchor="ctr"/>
                </a:tc>
                <a:tc>
                  <a:txBody>
                    <a:bodyPr/>
                    <a:lstStyle/>
                    <a:p>
                      <a:pPr marL="0" marR="0" lvl="0" algn="l" rtl="0">
                        <a:lnSpc>
                          <a:spcPct val="100000"/>
                        </a:lnSpc>
                        <a:spcBef>
                          <a:spcPts val="0"/>
                        </a:spcBef>
                        <a:spcAft>
                          <a:spcPts val="0"/>
                        </a:spcAft>
                        <a:buClr>
                          <a:schemeClr val="dk1"/>
                        </a:buClr>
                        <a:buSzPts val="1100"/>
                        <a:buFont typeface="Arial" panose="020B0604020202020204"/>
                        <a:buNone/>
                      </a:pPr>
                      <a:r>
                        <a:rPr lang="fr-FR" sz="1600" i="0" u="none" strike="noStrike" cap="none" noProof="0" dirty="0">
                          <a:solidFill>
                            <a:schemeClr val="tx1"/>
                          </a:solidFill>
                          <a:latin typeface="+mj-lt"/>
                          <a:ea typeface="Arial" panose="020B0604020202020204"/>
                          <a:sym typeface="Arial" panose="020B0604020202020204"/>
                        </a:rPr>
                        <a:t>Réalisée </a:t>
                      </a:r>
                    </a:p>
                  </a:txBody>
                  <a:tcPr marL="91451" marR="91451" marT="45725" marB="45725">
                    <a:solidFill>
                      <a:srgbClr val="00B050"/>
                    </a:solidFill>
                  </a:tcPr>
                </a:tc>
                <a:tc>
                  <a:txBody>
                    <a:bodyPr/>
                    <a:lstStyle/>
                    <a:p>
                      <a:pPr marL="0" marR="0" lvl="0" indent="0" algn="l" rtl="0" eaLnBrk="1" fontAlgn="auto" latinLnBrk="0" hangingPunct="1">
                        <a:lnSpc>
                          <a:spcPct val="100000"/>
                        </a:lnSpc>
                        <a:spcBef>
                          <a:spcPts val="0"/>
                        </a:spcBef>
                        <a:spcAft>
                          <a:spcPts val="0"/>
                        </a:spcAft>
                        <a:buClr>
                          <a:schemeClr val="dk1"/>
                        </a:buClr>
                        <a:buSzPts val="1100"/>
                        <a:buFont typeface="Arial" panose="020B0604020202020204"/>
                        <a:buNone/>
                      </a:pPr>
                      <a:r>
                        <a:rPr lang="fr-FR" sz="1600" b="0" kern="0" noProof="0" dirty="0">
                          <a:solidFill>
                            <a:schemeClr val="tx1"/>
                          </a:solidFill>
                          <a:latin typeface="+mj-lt"/>
                        </a:rPr>
                        <a:t>±14 505 214 SMS envoyés via la plateforme U-Report (routine et AVS)</a:t>
                      </a:r>
                      <a:endParaRPr lang="fr-FR" sz="1600" noProof="0" dirty="0">
                        <a:latin typeface="+mj-lt"/>
                      </a:endParaRPr>
                    </a:p>
                    <a:p>
                      <a:pPr marL="0" marR="0" lvl="0" indent="0" algn="l">
                        <a:lnSpc>
                          <a:spcPct val="100000"/>
                        </a:lnSpc>
                        <a:spcBef>
                          <a:spcPts val="0"/>
                        </a:spcBef>
                        <a:spcAft>
                          <a:spcPts val="0"/>
                        </a:spcAft>
                        <a:buSzPts val="1100"/>
                        <a:buFont typeface="Arial" panose="020B0604020202020204"/>
                        <a:buNone/>
                      </a:pPr>
                      <a:r>
                        <a:rPr lang="fr-FR" sz="1600" b="0" i="0" u="none" strike="noStrike" kern="0" cap="none" noProof="0" dirty="0">
                          <a:solidFill>
                            <a:schemeClr val="tx1"/>
                          </a:solidFill>
                          <a:latin typeface="+mn-lt"/>
                          <a:ea typeface="+mn-ea"/>
                          <a:cs typeface="+mn-cs"/>
                          <a:sym typeface="Arial" panose="020B0604020202020204"/>
                        </a:rPr>
                        <a:t>±</a:t>
                      </a:r>
                      <a:r>
                        <a:rPr lang="fr-FR" sz="1600" b="0" kern="0" noProof="0" dirty="0">
                          <a:solidFill>
                            <a:schemeClr val="tx1"/>
                          </a:solidFill>
                          <a:latin typeface="+mj-lt"/>
                        </a:rPr>
                        <a:t>11 587 503 personnes ont été sondées autour de la vaccination </a:t>
                      </a:r>
                      <a:r>
                        <a:rPr lang="fr-FR" sz="1600" b="0" i="0" u="none" strike="noStrike" kern="0" noProof="0" dirty="0">
                          <a:solidFill>
                            <a:schemeClr val="tx1"/>
                          </a:solidFill>
                          <a:latin typeface="+mj-lt"/>
                        </a:rPr>
                        <a:t>(routine et AVS)</a:t>
                      </a:r>
                    </a:p>
                    <a:p>
                      <a:pPr marL="0" marR="0" lvl="0" indent="0" algn="l">
                        <a:lnSpc>
                          <a:spcPct val="100000"/>
                        </a:lnSpc>
                        <a:spcBef>
                          <a:spcPts val="0"/>
                        </a:spcBef>
                        <a:spcAft>
                          <a:spcPts val="0"/>
                        </a:spcAft>
                        <a:buSzPts val="1100"/>
                        <a:buFont typeface="Arial" panose="020B0604020202020204"/>
                        <a:buNone/>
                      </a:pPr>
                      <a:r>
                        <a:rPr lang="fr-FR" sz="1600" b="0" i="0" u="none" strike="noStrike" kern="0" cap="none" noProof="0" dirty="0">
                          <a:solidFill>
                            <a:schemeClr val="tx1"/>
                          </a:solidFill>
                          <a:latin typeface="+mn-lt"/>
                          <a:ea typeface="+mn-ea"/>
                          <a:cs typeface="+mn-cs"/>
                          <a:sym typeface="Arial" panose="020B0604020202020204"/>
                        </a:rPr>
                        <a:t>±</a:t>
                      </a:r>
                      <a:r>
                        <a:rPr lang="fr-FR" sz="1600" b="0" kern="0" noProof="0" dirty="0">
                          <a:solidFill>
                            <a:schemeClr val="tx1"/>
                          </a:solidFill>
                          <a:latin typeface="+mj-lt"/>
                        </a:rPr>
                        <a:t>2 504 127 SMS envoyés en français et 4 langues nationales (Routine 11 DPS)</a:t>
                      </a:r>
                      <a:endParaRPr lang="fr-FR" sz="1600" noProof="0" dirty="0">
                        <a:latin typeface="+mj-lt"/>
                      </a:endParaRPr>
                    </a:p>
                  </a:txBody>
                  <a:tcPr marL="91451" marR="91451" marT="45725" marB="45725"/>
                </a:tc>
                <a:tc>
                  <a:txBody>
                    <a:bodyPr/>
                    <a:lstStyle/>
                    <a:p>
                      <a:pPr marL="0" marR="0" lvl="0" indent="0" algn="l" rtl="0">
                        <a:lnSpc>
                          <a:spcPct val="100000"/>
                        </a:lnSpc>
                        <a:spcBef>
                          <a:spcPts val="0"/>
                        </a:spcBef>
                        <a:spcAft>
                          <a:spcPts val="0"/>
                        </a:spcAft>
                        <a:buClr>
                          <a:schemeClr val="dk1"/>
                        </a:buClr>
                        <a:buSzPts val="1100"/>
                        <a:buNone/>
                      </a:pPr>
                      <a:endParaRPr lang="fr-FR" sz="1600" u="none" strike="noStrike" cap="none" noProof="0" dirty="0">
                        <a:solidFill>
                          <a:srgbClr val="FF0000"/>
                        </a:solidFill>
                        <a:latin typeface="+mj-lt"/>
                      </a:endParaRPr>
                    </a:p>
                  </a:txBody>
                  <a:tcPr marL="91451" marR="91451" marT="45725" marB="45725"/>
                </a:tc>
                <a:extLst>
                  <a:ext uri="{0D108BD9-81ED-4DB2-BD59-A6C34878D82A}">
                    <a16:rowId xmlns:a16="http://schemas.microsoft.com/office/drawing/2014/main" val="10002"/>
                  </a:ext>
                </a:extLst>
              </a:tr>
              <a:tr h="1294851">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fr-FR" sz="1600" u="none" strike="noStrike" cap="none" noProof="0" dirty="0">
                          <a:latin typeface="+mj-lt"/>
                          <a:ea typeface="Times New Roman" panose="02020603050405020304"/>
                          <a:cs typeface="Times New Roman"/>
                          <a:sym typeface="Times New Roman" panose="02020603050405020304"/>
                        </a:rPr>
                        <a:t>11</a:t>
                      </a:r>
                    </a:p>
                  </a:txBody>
                  <a:tcPr marL="91451" marR="91451" marT="45725" marB="45725"/>
                </a:tc>
                <a:tc>
                  <a:txBody>
                    <a:bodyPr/>
                    <a:lstStyle/>
                    <a:p>
                      <a:pPr algn="l" fontAlgn="ctr"/>
                      <a:r>
                        <a:rPr lang="fr-FR" sz="1600" b="0" i="0" noProof="0" dirty="0">
                          <a:solidFill>
                            <a:srgbClr val="000000"/>
                          </a:solidFill>
                          <a:latin typeface="+mj-lt"/>
                          <a:ea typeface="Arial" panose="020B0604020202020204"/>
                        </a:rPr>
                        <a:t>Sensibiliser à travers les réseaux sociaux (Facebook, Twitter, Instagram, You tube) et retravailler le site web du PEV pour plus de fonctionnalité​</a:t>
                      </a:r>
                    </a:p>
                  </a:txBody>
                  <a:tcPr marL="10583" marR="10583" marT="10583" marB="0" anchor="ctr"/>
                </a:tc>
                <a:tc>
                  <a:txBody>
                    <a:bodyPr/>
                    <a:lstStyle/>
                    <a:p>
                      <a:pPr marL="0" marR="0" lvl="0" algn="l" rtl="0">
                        <a:lnSpc>
                          <a:spcPct val="100000"/>
                        </a:lnSpc>
                        <a:spcBef>
                          <a:spcPts val="0"/>
                        </a:spcBef>
                        <a:spcAft>
                          <a:spcPts val="0"/>
                        </a:spcAft>
                        <a:buSzPts val="1100"/>
                        <a:buNone/>
                      </a:pPr>
                      <a:r>
                        <a:rPr lang="fr-FR" sz="1600" b="0" i="0" u="none" strike="noStrike" cap="none" noProof="0" dirty="0">
                          <a:solidFill>
                            <a:schemeClr val="tx1"/>
                          </a:solidFill>
                          <a:latin typeface="+mj-lt"/>
                          <a:ea typeface="+mn-ea"/>
                          <a:cs typeface="+mn-cs"/>
                          <a:sym typeface="Arial" panose="020B0604020202020204"/>
                        </a:rPr>
                        <a:t>Nbre d'interactions aux</a:t>
                      </a:r>
                      <a:r>
                        <a:rPr lang="fr-FR" sz="1600" b="0" i="0" u="none" strike="noStrike" cap="none" noProof="0" dirty="0">
                          <a:solidFill>
                            <a:srgbClr val="FF0000"/>
                          </a:solidFill>
                          <a:latin typeface="+mj-lt"/>
                        </a:rPr>
                        <a:t> </a:t>
                      </a:r>
                      <a:r>
                        <a:rPr lang="fr-FR" sz="1600" b="0" i="0" u="none" strike="noStrike" cap="none" noProof="0" dirty="0">
                          <a:solidFill>
                            <a:schemeClr val="tx1"/>
                          </a:solidFill>
                          <a:latin typeface="+mj-lt"/>
                        </a:rPr>
                        <a:t>publications sur toutes les plateformes</a:t>
                      </a:r>
                      <a:endParaRPr lang="fr-FR" sz="1600" b="0" i="0" u="none" strike="noStrike" cap="none" noProof="0" dirty="0">
                        <a:solidFill>
                          <a:srgbClr val="FF0000"/>
                        </a:solidFill>
                        <a:latin typeface="+mj-lt"/>
                        <a:sym typeface="Times New Roman" panose="02020603050405020304"/>
                      </a:endParaRPr>
                    </a:p>
                  </a:txBody>
                  <a:tcPr marL="0" marR="0" marT="0" marB="0" anchor="ctr"/>
                </a:tc>
                <a:tc>
                  <a:txBody>
                    <a:bodyPr/>
                    <a:lstStyle/>
                    <a:p>
                      <a:pPr marL="0" marR="0" lvl="0" algn="l" rtl="0">
                        <a:lnSpc>
                          <a:spcPct val="100000"/>
                        </a:lnSpc>
                        <a:spcBef>
                          <a:spcPts val="0"/>
                        </a:spcBef>
                        <a:spcAft>
                          <a:spcPts val="0"/>
                        </a:spcAft>
                        <a:buClr>
                          <a:schemeClr val="dk1"/>
                        </a:buClr>
                        <a:buSzPts val="1100"/>
                        <a:buFont typeface="Arial" panose="020B0604020202020204"/>
                        <a:buNone/>
                      </a:pPr>
                      <a:r>
                        <a:rPr lang="fr-FR" sz="1600" i="0" u="none" strike="noStrike" cap="none" noProof="0" dirty="0">
                          <a:solidFill>
                            <a:schemeClr val="tx1"/>
                          </a:solidFill>
                          <a:latin typeface="+mj-lt"/>
                          <a:ea typeface="Arial" panose="020B0604020202020204"/>
                          <a:sym typeface="Arial" panose="020B0604020202020204"/>
                        </a:rPr>
                        <a:t>Réalisée</a:t>
                      </a:r>
                    </a:p>
                  </a:txBody>
                  <a:tcPr marL="91451" marR="91451" marT="45725" marB="45725">
                    <a:solidFill>
                      <a:srgbClr val="00B050"/>
                    </a:solidFill>
                  </a:tcPr>
                </a:tc>
                <a:tc>
                  <a:txBody>
                    <a:bodyPr/>
                    <a:lstStyle/>
                    <a:p>
                      <a:pPr marL="0" marR="0" lvl="0" algn="l">
                        <a:lnSpc>
                          <a:spcPct val="100000"/>
                        </a:lnSpc>
                        <a:spcBef>
                          <a:spcPts val="0"/>
                        </a:spcBef>
                        <a:spcAft>
                          <a:spcPts val="0"/>
                        </a:spcAft>
                        <a:buNone/>
                      </a:pPr>
                      <a:r>
                        <a:rPr lang="fr-FR" sz="1600" b="0" i="0" u="none" strike="noStrike" cap="none" noProof="0" dirty="0">
                          <a:solidFill>
                            <a:schemeClr val="tx1"/>
                          </a:solidFill>
                          <a:latin typeface="+mj-lt"/>
                        </a:rPr>
                        <a:t>554 178 interactions sur nos publications sur toutes les plateformes.</a:t>
                      </a:r>
                    </a:p>
                    <a:p>
                      <a:pPr marL="0" marR="0" lvl="0" algn="l">
                        <a:lnSpc>
                          <a:spcPct val="100000"/>
                        </a:lnSpc>
                        <a:spcBef>
                          <a:spcPts val="0"/>
                        </a:spcBef>
                        <a:spcAft>
                          <a:spcPts val="0"/>
                        </a:spcAft>
                        <a:buNone/>
                      </a:pPr>
                      <a:endParaRPr lang="fr-FR" sz="1600" b="1" i="0" u="none" strike="noStrike" cap="none" noProof="0" dirty="0">
                        <a:solidFill>
                          <a:srgbClr val="0070C0"/>
                        </a:solidFill>
                        <a:latin typeface="+mj-lt"/>
                        <a:sym typeface="Times New Roman" panose="02020603050405020304"/>
                      </a:endParaRPr>
                    </a:p>
                  </a:txBody>
                  <a:tcPr marL="91451" marR="91451" marT="45725" marB="45725"/>
                </a:tc>
                <a:tc>
                  <a:txBody>
                    <a:bodyPr/>
                    <a:lstStyle/>
                    <a:p>
                      <a:pPr marL="285750" marR="0" lvl="0" indent="-285750" algn="l">
                        <a:lnSpc>
                          <a:spcPct val="100000"/>
                        </a:lnSpc>
                        <a:spcBef>
                          <a:spcPts val="0"/>
                        </a:spcBef>
                        <a:spcAft>
                          <a:spcPts val="0"/>
                        </a:spcAft>
                        <a:buClr>
                          <a:srgbClr val="000000"/>
                        </a:buClr>
                        <a:buFont typeface="Calibri,Sans-Serif"/>
                        <a:buChar char="-"/>
                      </a:pPr>
                      <a:endParaRPr lang="fr-FR" sz="1600" b="0" i="0" u="none" strike="noStrike" cap="none" noProof="0" dirty="0">
                        <a:solidFill>
                          <a:srgbClr val="FF0000"/>
                        </a:solidFill>
                        <a:latin typeface="+mj-lt"/>
                      </a:endParaRPr>
                    </a:p>
                    <a:p>
                      <a:pPr marL="0" marR="0" lvl="0" indent="0" algn="l">
                        <a:lnSpc>
                          <a:spcPct val="100000"/>
                        </a:lnSpc>
                        <a:spcBef>
                          <a:spcPts val="0"/>
                        </a:spcBef>
                        <a:spcAft>
                          <a:spcPts val="0"/>
                        </a:spcAft>
                        <a:buClr>
                          <a:srgbClr val="000000"/>
                        </a:buClr>
                        <a:buNone/>
                      </a:pPr>
                      <a:endParaRPr lang="fr-FR" sz="1600" b="0" i="0" u="none" strike="noStrike" cap="none" noProof="0" dirty="0">
                        <a:solidFill>
                          <a:srgbClr val="FF0000"/>
                        </a:solidFill>
                        <a:latin typeface="+mj-lt"/>
                      </a:endParaRPr>
                    </a:p>
                  </a:txBody>
                  <a:tcPr marL="91451" marR="91451" marT="45725" marB="45725"/>
                </a:tc>
                <a:extLst>
                  <a:ext uri="{0D108BD9-81ED-4DB2-BD59-A6C34878D82A}">
                    <a16:rowId xmlns:a16="http://schemas.microsoft.com/office/drawing/2014/main" val="10003"/>
                  </a:ext>
                </a:extLst>
              </a:tr>
            </a:tbl>
          </a:graphicData>
        </a:graphic>
      </p:graphicFrame>
      <p:sp>
        <p:nvSpPr>
          <p:cNvPr id="5" name="Google Shape;186;p6">
            <a:extLst>
              <a:ext uri="{FF2B5EF4-FFF2-40B4-BE49-F238E27FC236}">
                <a16:creationId xmlns:a16="http://schemas.microsoft.com/office/drawing/2014/main" id="{B7976D08-D0FF-ED48-A92B-D0C3C2F9F0AC}"/>
              </a:ext>
            </a:extLst>
          </p:cNvPr>
          <p:cNvSpPr txBox="1">
            <a:spLocks/>
          </p:cNvSpPr>
          <p:nvPr/>
        </p:nvSpPr>
        <p:spPr>
          <a:xfrm>
            <a:off x="48381" y="9907"/>
            <a:ext cx="12143619" cy="630766"/>
          </a:xfrm>
          <a:prstGeom prst="rect">
            <a:avLst/>
          </a:prstGeom>
          <a:solidFill>
            <a:schemeClr val="accent1">
              <a:lumMod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defTabSz="914400"/>
            <a:r>
              <a:rPr lang="fr-FR" sz="2800" b="1" kern="0" noProof="0" dirty="0">
                <a:solidFill>
                  <a:schemeClr val="bg1"/>
                </a:solidFill>
                <a:ea typeface="Times New Roman" panose="02020603050405020304"/>
              </a:rPr>
              <a:t>3.Evaluation activités Génération Demande 2025 : MOSO( 8/10) </a:t>
            </a:r>
            <a:endParaRPr lang="fr-FR" sz="2800" kern="0" noProof="0" dirty="0">
              <a:solidFill>
                <a:schemeClr val="bg1"/>
              </a:solidFill>
              <a:latin typeface="Times New Roman" panose="02020603050405020304"/>
              <a:ea typeface="Times New Roman" panose="02020603050405020304"/>
              <a:cs typeface="Times New Roman" panose="02020603050405020304"/>
            </a:endParaRPr>
          </a:p>
        </p:txBody>
      </p:sp>
    </p:spTree>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graphicFrame>
        <p:nvGraphicFramePr>
          <p:cNvPr id="205" name="Google Shape;205;p9"/>
          <p:cNvGraphicFramePr/>
          <p:nvPr>
            <p:extLst>
              <p:ext uri="{D42A27DB-BD31-4B8C-83A1-F6EECF244321}">
                <p14:modId xmlns:p14="http://schemas.microsoft.com/office/powerpoint/2010/main" val="3004048753"/>
              </p:ext>
            </p:extLst>
          </p:nvPr>
        </p:nvGraphicFramePr>
        <p:xfrm>
          <a:off x="39372" y="636895"/>
          <a:ext cx="12143619" cy="6257680"/>
        </p:xfrm>
        <a:graphic>
          <a:graphicData uri="http://schemas.openxmlformats.org/drawingml/2006/table">
            <a:tbl>
              <a:tblPr>
                <a:noFill/>
              </a:tblPr>
              <a:tblGrid>
                <a:gridCol w="575290">
                  <a:extLst>
                    <a:ext uri="{9D8B030D-6E8A-4147-A177-3AD203B41FA5}">
                      <a16:colId xmlns:a16="http://schemas.microsoft.com/office/drawing/2014/main" val="20000"/>
                    </a:ext>
                  </a:extLst>
                </a:gridCol>
                <a:gridCol w="2767613">
                  <a:extLst>
                    <a:ext uri="{9D8B030D-6E8A-4147-A177-3AD203B41FA5}">
                      <a16:colId xmlns:a16="http://schemas.microsoft.com/office/drawing/2014/main" val="20001"/>
                    </a:ext>
                  </a:extLst>
                </a:gridCol>
                <a:gridCol w="1447864">
                  <a:extLst>
                    <a:ext uri="{9D8B030D-6E8A-4147-A177-3AD203B41FA5}">
                      <a16:colId xmlns:a16="http://schemas.microsoft.com/office/drawing/2014/main" val="20002"/>
                    </a:ext>
                  </a:extLst>
                </a:gridCol>
                <a:gridCol w="1570661">
                  <a:extLst>
                    <a:ext uri="{9D8B030D-6E8A-4147-A177-3AD203B41FA5}">
                      <a16:colId xmlns:a16="http://schemas.microsoft.com/office/drawing/2014/main" val="20003"/>
                    </a:ext>
                  </a:extLst>
                </a:gridCol>
                <a:gridCol w="3986382">
                  <a:extLst>
                    <a:ext uri="{9D8B030D-6E8A-4147-A177-3AD203B41FA5}">
                      <a16:colId xmlns:a16="http://schemas.microsoft.com/office/drawing/2014/main" val="20004"/>
                    </a:ext>
                  </a:extLst>
                </a:gridCol>
                <a:gridCol w="1795809">
                  <a:extLst>
                    <a:ext uri="{9D8B030D-6E8A-4147-A177-3AD203B41FA5}">
                      <a16:colId xmlns:a16="http://schemas.microsoft.com/office/drawing/2014/main" val="20005"/>
                    </a:ext>
                  </a:extLst>
                </a:gridCol>
              </a:tblGrid>
              <a:tr h="811130">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fr-FR" sz="1600" b="1" u="none" strike="noStrike" cap="none" noProof="0" dirty="0">
                          <a:latin typeface="Arial"/>
                          <a:ea typeface="Times New Roman" panose="02020603050405020304"/>
                          <a:cs typeface="Times New Roman" panose="02020603050405020304"/>
                          <a:sym typeface="Times New Roman" panose="02020603050405020304"/>
                        </a:rPr>
                        <a:t>N°</a:t>
                      </a:r>
                    </a:p>
                  </a:txBody>
                  <a:tcPr marL="91451" marR="91451" marT="45725" marB="45725">
                    <a:solidFill>
                      <a:srgbClr val="92D050"/>
                    </a:solidFill>
                  </a:tcPr>
                </a:tc>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fr-FR" sz="1600" b="1" u="none" strike="noStrike" cap="none" noProof="0" dirty="0">
                          <a:latin typeface="Arial"/>
                          <a:ea typeface="Times New Roman" panose="02020603050405020304"/>
                          <a:cs typeface="Times New Roman" panose="02020603050405020304"/>
                          <a:sym typeface="Times New Roman" panose="02020603050405020304"/>
                        </a:rPr>
                        <a:t>ACTIVITES</a:t>
                      </a:r>
                    </a:p>
                  </a:txBody>
                  <a:tcPr marL="91451" marR="91451" marT="45725" marB="45725">
                    <a:solidFill>
                      <a:srgbClr val="92D050"/>
                    </a:solidFill>
                  </a:tcPr>
                </a:tc>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fr-FR" sz="1600" b="1" u="none" strike="noStrike" cap="none" noProof="0" dirty="0">
                          <a:latin typeface="Arial"/>
                          <a:ea typeface="Times New Roman" panose="02020603050405020304"/>
                          <a:cs typeface="Times New Roman" panose="02020603050405020304"/>
                          <a:sym typeface="Times New Roman" panose="02020603050405020304"/>
                        </a:rPr>
                        <a:t>INDICATEURS</a:t>
                      </a:r>
                    </a:p>
                  </a:txBody>
                  <a:tcPr marL="91451" marR="91451" marT="45725" marB="45725">
                    <a:solidFill>
                      <a:srgbClr val="92D050"/>
                    </a:solidFill>
                  </a:tcPr>
                </a:tc>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fr-FR" sz="1600" b="1" u="none" strike="noStrike" cap="none" noProof="0" dirty="0">
                          <a:latin typeface="Arial"/>
                          <a:ea typeface="Times New Roman" panose="02020603050405020304"/>
                          <a:cs typeface="Times New Roman" panose="02020603050405020304"/>
                          <a:sym typeface="Times New Roman" panose="02020603050405020304"/>
                        </a:rPr>
                        <a:t>NIVEAU REALISATION </a:t>
                      </a:r>
                    </a:p>
                  </a:txBody>
                  <a:tcPr marL="91451" marR="91451" marT="45725" marB="45725">
                    <a:solidFill>
                      <a:srgbClr val="92D050"/>
                    </a:solidFill>
                  </a:tcPr>
                </a:tc>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fr-FR" sz="1600" b="1" u="none" strike="noStrike" cap="none" noProof="0" dirty="0">
                          <a:latin typeface="Arial"/>
                          <a:ea typeface="Times New Roman" panose="02020603050405020304"/>
                          <a:cs typeface="Times New Roman" panose="02020603050405020304"/>
                          <a:sym typeface="Times New Roman" panose="02020603050405020304"/>
                        </a:rPr>
                        <a:t>RESULTATS OBTENUS</a:t>
                      </a:r>
                    </a:p>
                  </a:txBody>
                  <a:tcPr marL="91451" marR="91451" marT="45725" marB="45725">
                    <a:solidFill>
                      <a:srgbClr val="92D050"/>
                    </a:solidFill>
                  </a:tcPr>
                </a:tc>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fr-FR" sz="1600" b="1" u="none" strike="noStrike" cap="none" noProof="0" dirty="0">
                          <a:latin typeface="Arial"/>
                          <a:ea typeface="Times New Roman" panose="02020603050405020304"/>
                          <a:cs typeface="Times New Roman" panose="02020603050405020304"/>
                        </a:rPr>
                        <a:t>OBSERVATIONS</a:t>
                      </a:r>
                      <a:endParaRPr lang="fr-FR" sz="1600" b="1" u="none" strike="noStrike" cap="none" noProof="0" dirty="0">
                        <a:latin typeface="Arial"/>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800"/>
                        <a:buFont typeface="Calibri" panose="020F0502020204030204"/>
                        <a:buNone/>
                      </a:pPr>
                      <a:endParaRPr lang="fr-FR" sz="1600" b="1" u="none" strike="noStrike" cap="none" noProof="0" dirty="0">
                        <a:latin typeface="Arial"/>
                        <a:ea typeface="Times New Roman" panose="02020603050405020304"/>
                        <a:cs typeface="Times New Roman" panose="02020603050405020304"/>
                        <a:sym typeface="Times New Roman" panose="02020603050405020304"/>
                      </a:endParaRPr>
                    </a:p>
                  </a:txBody>
                  <a:tcPr marL="91451" marR="91451" marT="45725" marB="45725">
                    <a:solidFill>
                      <a:srgbClr val="92D050"/>
                    </a:solidFill>
                  </a:tcPr>
                </a:tc>
                <a:extLst>
                  <a:ext uri="{0D108BD9-81ED-4DB2-BD59-A6C34878D82A}">
                    <a16:rowId xmlns:a16="http://schemas.microsoft.com/office/drawing/2014/main" val="10000"/>
                  </a:ext>
                </a:extLst>
              </a:tr>
              <a:tr h="811130">
                <a:tc>
                  <a:txBody>
                    <a:bodyPr/>
                    <a:lstStyle/>
                    <a:p>
                      <a:pPr marL="0" marR="0" lvl="0" indent="0" algn="l" rtl="0">
                        <a:lnSpc>
                          <a:spcPct val="100000"/>
                        </a:lnSpc>
                        <a:spcBef>
                          <a:spcPts val="0"/>
                        </a:spcBef>
                        <a:spcAft>
                          <a:spcPts val="0"/>
                        </a:spcAft>
                        <a:buClr>
                          <a:schemeClr val="dk1"/>
                        </a:buClr>
                        <a:buSzPts val="1800"/>
                        <a:buFont typeface="Calibri" panose="020F0502020204030204"/>
                        <a:buNone/>
                      </a:pPr>
                      <a:endParaRPr lang="fr-FR" sz="1600" u="none" strike="noStrike" cap="none" noProof="0" dirty="0">
                        <a:latin typeface="Arial"/>
                        <a:ea typeface="Times New Roman" panose="02020603050405020304"/>
                        <a:cs typeface="Times New Roman"/>
                      </a:endParaRPr>
                    </a:p>
                    <a:p>
                      <a:pPr marL="0" marR="0" lvl="0" indent="0" algn="l">
                        <a:lnSpc>
                          <a:spcPct val="100000"/>
                        </a:lnSpc>
                        <a:spcBef>
                          <a:spcPts val="0"/>
                        </a:spcBef>
                        <a:spcAft>
                          <a:spcPts val="0"/>
                        </a:spcAft>
                        <a:buSzPts val="1800"/>
                        <a:buFont typeface="Calibri" panose="020F0502020204030204"/>
                        <a:buNone/>
                      </a:pPr>
                      <a:endParaRPr lang="fr-FR" sz="1600" u="none" strike="noStrike" cap="none" noProof="0" dirty="0">
                        <a:latin typeface="Arial"/>
                        <a:ea typeface="Times New Roman" panose="02020603050405020304"/>
                        <a:cs typeface="Times New Roman"/>
                      </a:endParaRPr>
                    </a:p>
                    <a:p>
                      <a:pPr marL="0" marR="0" lvl="0" indent="0" algn="l">
                        <a:lnSpc>
                          <a:spcPct val="100000"/>
                        </a:lnSpc>
                        <a:spcBef>
                          <a:spcPts val="0"/>
                        </a:spcBef>
                        <a:spcAft>
                          <a:spcPts val="0"/>
                        </a:spcAft>
                        <a:buSzPts val="1800"/>
                        <a:buFont typeface="Calibri" panose="020F0502020204030204"/>
                        <a:buNone/>
                      </a:pPr>
                      <a:r>
                        <a:rPr lang="fr-FR" sz="1600" u="none" strike="noStrike" cap="none" noProof="0" dirty="0">
                          <a:latin typeface="Arial"/>
                          <a:ea typeface="Times New Roman" panose="02020603050405020304"/>
                          <a:cs typeface="Times New Roman"/>
                          <a:sym typeface="Times New Roman" panose="02020603050405020304"/>
                        </a:rPr>
                        <a:t>12</a:t>
                      </a:r>
                      <a:endParaRPr lang="fr-FR" noProof="0" dirty="0">
                        <a:sym typeface="Times New Roman" panose="02020603050405020304"/>
                      </a:endParaRPr>
                    </a:p>
                  </a:txBody>
                  <a:tcPr marL="91451" marR="91451" marT="45725" marB="45725"/>
                </a:tc>
                <a:tc>
                  <a:txBody>
                    <a:bodyPr/>
                    <a:lstStyle/>
                    <a:p>
                      <a:pPr algn="l" fontAlgn="ctr"/>
                      <a:r>
                        <a:rPr lang="fr-FR" sz="1600" b="0" i="0" noProof="0" dirty="0">
                          <a:solidFill>
                            <a:srgbClr val="000000"/>
                          </a:solidFill>
                          <a:latin typeface="Arial" panose="020B0604020202020204"/>
                          <a:ea typeface="Arial" panose="020B0604020202020204"/>
                        </a:rPr>
                        <a:t>Assurer le fonctionnement du call center au niveau central (numéro vert)​</a:t>
                      </a:r>
                    </a:p>
                  </a:txBody>
                  <a:tcPr marL="10583" marR="10583" marT="10583" marB="0" anchor="ctr"/>
                </a:tc>
                <a:tc>
                  <a:txBody>
                    <a:bodyPr/>
                    <a:lstStyle/>
                    <a:p>
                      <a:pPr marL="0" marR="0" lvl="0" indent="0" algn="l" rtl="0">
                        <a:lnSpc>
                          <a:spcPct val="100000"/>
                        </a:lnSpc>
                        <a:spcBef>
                          <a:spcPts val="0"/>
                        </a:spcBef>
                        <a:spcAft>
                          <a:spcPts val="0"/>
                        </a:spcAft>
                        <a:buNone/>
                      </a:pPr>
                      <a:endParaRPr lang="fr-FR" sz="1600" b="0" i="0" u="none" strike="noStrike" cap="none" noProof="0" dirty="0">
                        <a:solidFill>
                          <a:srgbClr val="FF0000"/>
                        </a:solidFill>
                        <a:latin typeface="Arial"/>
                        <a:ea typeface="Times New Roman" panose="02020603050405020304"/>
                        <a:cs typeface="Times New Roman" panose="02020603050405020304"/>
                      </a:endParaRPr>
                    </a:p>
                  </a:txBody>
                  <a:tcPr marL="0" marR="0" marT="0" marB="0"/>
                </a:tc>
                <a:tc>
                  <a:txBody>
                    <a:bodyPr/>
                    <a:lstStyle/>
                    <a:p>
                      <a:pPr marL="0" marR="0" lvl="0" indent="0" algn="l">
                        <a:lnSpc>
                          <a:spcPct val="100000"/>
                        </a:lnSpc>
                        <a:spcBef>
                          <a:spcPts val="0"/>
                        </a:spcBef>
                        <a:spcAft>
                          <a:spcPts val="0"/>
                        </a:spcAft>
                        <a:buNone/>
                      </a:pPr>
                      <a:r>
                        <a:rPr lang="fr-FR" sz="1600" b="1" i="0" u="none" strike="noStrike" cap="none" noProof="0" dirty="0">
                          <a:solidFill>
                            <a:schemeClr val="tx1"/>
                          </a:solidFill>
                          <a:latin typeface="Arial"/>
                        </a:rPr>
                        <a:t>Partiellement</a:t>
                      </a:r>
                      <a:r>
                        <a:rPr lang="fr-FR" sz="1600" b="1" i="0" u="none" strike="noStrike" cap="none" noProof="0" dirty="0">
                          <a:solidFill>
                            <a:schemeClr val="tx1"/>
                          </a:solidFill>
                          <a:latin typeface="Arial"/>
                          <a:sym typeface="Arial" panose="020B0604020202020204"/>
                        </a:rPr>
                        <a:t> réalisée</a:t>
                      </a:r>
                      <a:endParaRPr lang="fr-FR" noProof="0" dirty="0">
                        <a:sym typeface="Arial" panose="020B0604020202020204"/>
                      </a:endParaRPr>
                    </a:p>
                  </a:txBody>
                  <a:tcPr marL="91451" marR="91451" marT="45725" marB="45725">
                    <a:solidFill>
                      <a:srgbClr val="FFFF00"/>
                    </a:solidFill>
                  </a:tcPr>
                </a:tc>
                <a:tc>
                  <a:txBody>
                    <a:bodyPr/>
                    <a:lstStyle/>
                    <a:p>
                      <a:pPr marL="0" marR="0" lvl="0" indent="0" algn="l" rtl="0">
                        <a:lnSpc>
                          <a:spcPct val="100000"/>
                        </a:lnSpc>
                        <a:spcBef>
                          <a:spcPts val="0"/>
                        </a:spcBef>
                        <a:spcAft>
                          <a:spcPts val="0"/>
                        </a:spcAft>
                        <a:buNone/>
                      </a:pPr>
                      <a:r>
                        <a:rPr lang="fr-FR" sz="1400" b="0" i="0" u="none" strike="noStrike" cap="none" noProof="0" dirty="0">
                          <a:solidFill>
                            <a:srgbClr val="000000"/>
                          </a:solidFill>
                          <a:latin typeface="Arial"/>
                          <a:cs typeface="+mn-cs"/>
                          <a:sym typeface="Arial" panose="020B0604020202020204"/>
                        </a:rPr>
                        <a:t>Transmission du dossier niveau de la ARPTC en attente de l'approbation du n° vert par le conseil d'administration</a:t>
                      </a:r>
                    </a:p>
                  </a:txBody>
                  <a:tcPr marL="91451" marR="91451" marT="45725" marB="45725"/>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endParaRPr lang="fr-FR" sz="1400" b="0" i="0" u="none" strike="noStrike" cap="none" noProof="0" dirty="0">
                        <a:solidFill>
                          <a:srgbClr val="000000"/>
                        </a:solidFill>
                        <a:latin typeface="Arial" panose="020B0604020202020204"/>
                        <a:cs typeface="+mn-cs"/>
                        <a:sym typeface="Times New Roman" panose="02020603050405020304"/>
                      </a:endParaRPr>
                    </a:p>
                  </a:txBody>
                  <a:tcPr marL="91451" marR="91451" marT="45725" marB="45725"/>
                </a:tc>
                <a:extLst>
                  <a:ext uri="{0D108BD9-81ED-4DB2-BD59-A6C34878D82A}">
                    <a16:rowId xmlns:a16="http://schemas.microsoft.com/office/drawing/2014/main" val="10001"/>
                  </a:ext>
                </a:extLst>
              </a:tr>
              <a:tr h="1562168">
                <a:tc>
                  <a:txBody>
                    <a:bodyPr/>
                    <a:lstStyle/>
                    <a:p>
                      <a:pPr marL="0" marR="0" lvl="0" indent="0" algn="l" rtl="0">
                        <a:lnSpc>
                          <a:spcPct val="100000"/>
                        </a:lnSpc>
                        <a:spcBef>
                          <a:spcPts val="0"/>
                        </a:spcBef>
                        <a:spcAft>
                          <a:spcPts val="0"/>
                        </a:spcAft>
                        <a:buClr>
                          <a:schemeClr val="dk1"/>
                        </a:buClr>
                        <a:buSzPts val="1800"/>
                        <a:buFont typeface="Calibri" panose="020F0502020204030204"/>
                        <a:buNone/>
                      </a:pPr>
                      <a:endParaRPr lang="fr-FR" sz="1600" u="none" strike="noStrike" cap="none" noProof="0" dirty="0">
                        <a:latin typeface="Arial"/>
                        <a:ea typeface="Times New Roman" panose="02020603050405020304"/>
                        <a:cs typeface="Times New Roman"/>
                      </a:endParaRPr>
                    </a:p>
                    <a:p>
                      <a:pPr marL="0" marR="0" lvl="0" indent="0" algn="l">
                        <a:lnSpc>
                          <a:spcPct val="100000"/>
                        </a:lnSpc>
                        <a:spcBef>
                          <a:spcPts val="0"/>
                        </a:spcBef>
                        <a:spcAft>
                          <a:spcPts val="0"/>
                        </a:spcAft>
                        <a:buSzPts val="1800"/>
                        <a:buFont typeface="Calibri" panose="020F0502020204030204"/>
                        <a:buNone/>
                      </a:pPr>
                      <a:endParaRPr lang="fr-FR" sz="1600" u="none" strike="noStrike" cap="none" noProof="0" dirty="0">
                        <a:latin typeface="Arial"/>
                        <a:ea typeface="Times New Roman" panose="02020603050405020304"/>
                        <a:cs typeface="Times New Roman"/>
                      </a:endParaRPr>
                    </a:p>
                    <a:p>
                      <a:pPr marL="0" marR="0" lvl="0" indent="0" algn="l">
                        <a:lnSpc>
                          <a:spcPct val="100000"/>
                        </a:lnSpc>
                        <a:spcBef>
                          <a:spcPts val="0"/>
                        </a:spcBef>
                        <a:spcAft>
                          <a:spcPts val="0"/>
                        </a:spcAft>
                        <a:buSzPts val="1800"/>
                        <a:buFont typeface="Calibri" panose="020F0502020204030204"/>
                        <a:buNone/>
                      </a:pPr>
                      <a:r>
                        <a:rPr lang="fr-FR" sz="1600" u="none" strike="noStrike" cap="none" noProof="0" dirty="0">
                          <a:latin typeface="Arial"/>
                          <a:ea typeface="Times New Roman" panose="02020603050405020304"/>
                          <a:cs typeface="Times New Roman"/>
                          <a:sym typeface="Times New Roman" panose="02020603050405020304"/>
                        </a:rPr>
                        <a:t>13</a:t>
                      </a:r>
                      <a:endParaRPr lang="fr-FR" noProof="0" dirty="0">
                        <a:sym typeface="Times New Roman" panose="02020603050405020304"/>
                      </a:endParaRPr>
                    </a:p>
                  </a:txBody>
                  <a:tcPr marL="91451" marR="91451" marT="45725" marB="45725"/>
                </a:tc>
                <a:tc>
                  <a:txBody>
                    <a:bodyPr/>
                    <a:lstStyle/>
                    <a:p>
                      <a:pPr algn="l" fontAlgn="ctr"/>
                      <a:r>
                        <a:rPr lang="fr-FR" sz="1600" b="0" i="0" noProof="0" dirty="0">
                          <a:solidFill>
                            <a:srgbClr val="000000"/>
                          </a:solidFill>
                          <a:latin typeface="Arial" panose="020B0604020202020204"/>
                          <a:ea typeface="Arial" panose="020B0604020202020204"/>
                        </a:rPr>
                        <a:t>Organiser l'atelier d'élaboration du plan de communication national en appui à la vaccination (SNV) et en faveur de l'introduction des vaccins VAP, RR, HPV</a:t>
                      </a:r>
                    </a:p>
                  </a:txBody>
                  <a:tcPr marL="10583" marR="10583" marT="10583" marB="0" anchor="ctr"/>
                </a:tc>
                <a:tc>
                  <a:txBody>
                    <a:bodyPr/>
                    <a:lstStyle/>
                    <a:p>
                      <a:pPr marL="0" marR="0" lvl="0" indent="0" algn="l" rtl="0">
                        <a:lnSpc>
                          <a:spcPct val="100000"/>
                        </a:lnSpc>
                        <a:spcBef>
                          <a:spcPts val="0"/>
                        </a:spcBef>
                        <a:spcAft>
                          <a:spcPts val="0"/>
                        </a:spcAft>
                        <a:buNone/>
                      </a:pPr>
                      <a:r>
                        <a:rPr lang="fr-FR" sz="1600" b="0" i="0" u="none" strike="noStrike" cap="none" noProof="0" dirty="0">
                          <a:solidFill>
                            <a:srgbClr val="000000"/>
                          </a:solidFill>
                          <a:latin typeface="Arial"/>
                          <a:sym typeface="Times New Roman" panose="02020603050405020304"/>
                        </a:rPr>
                        <a:t>Rapport de l’activité</a:t>
                      </a:r>
                    </a:p>
                  </a:txBody>
                  <a:tcPr marL="0" marR="0" marT="0" marB="0"/>
                </a:tc>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fr-FR" sz="1600" b="1" i="0" u="none" strike="noStrike" cap="none" noProof="0" dirty="0">
                          <a:solidFill>
                            <a:schemeClr val="tx1"/>
                          </a:solidFill>
                          <a:latin typeface="Arial"/>
                          <a:ea typeface="Times New Roman" panose="02020603050405020304"/>
                          <a:cs typeface="Times New Roman"/>
                          <a:sym typeface="Times New Roman" panose="02020603050405020304"/>
                        </a:rPr>
                        <a:t>Réalisée </a:t>
                      </a:r>
                    </a:p>
                  </a:txBody>
                  <a:tcPr marL="91451" marR="91451" marT="45725" marB="45725">
                    <a:solidFill>
                      <a:srgbClr val="00B050"/>
                    </a:solidFill>
                  </a:tcPr>
                </a:tc>
                <a:tc>
                  <a:txBody>
                    <a:bodyPr/>
                    <a:lstStyle/>
                    <a:p>
                      <a:pPr marL="285750" marR="0" lvl="0" indent="-285750" algn="l" rtl="0">
                        <a:lnSpc>
                          <a:spcPct val="100000"/>
                        </a:lnSpc>
                        <a:spcBef>
                          <a:spcPts val="0"/>
                        </a:spcBef>
                        <a:spcAft>
                          <a:spcPts val="0"/>
                        </a:spcAft>
                        <a:buClr>
                          <a:schemeClr val="dk1"/>
                        </a:buClr>
                        <a:buSzPts val="1800"/>
                        <a:buFont typeface="Arial" panose="020F0502020204030204"/>
                        <a:buChar char="•"/>
                      </a:pPr>
                      <a:r>
                        <a:rPr lang="fr-FR" sz="1400" b="0" i="0" u="none" strike="noStrike" cap="none" noProof="0" dirty="0">
                          <a:solidFill>
                            <a:srgbClr val="000000"/>
                          </a:solidFill>
                          <a:latin typeface="Arial"/>
                          <a:ea typeface="Arial" panose="020B0604020202020204"/>
                          <a:cs typeface="+mn-cs"/>
                          <a:sym typeface="Arial" panose="020B0604020202020204"/>
                        </a:rPr>
                        <a:t>Plan stratégique de communication en faveur de la SNV</a:t>
                      </a:r>
                    </a:p>
                    <a:p>
                      <a:pPr marL="285750" lvl="0" indent="-285750" algn="l">
                        <a:lnSpc>
                          <a:spcPct val="100000"/>
                        </a:lnSpc>
                        <a:spcBef>
                          <a:spcPts val="0"/>
                        </a:spcBef>
                        <a:spcAft>
                          <a:spcPts val="0"/>
                        </a:spcAft>
                        <a:buFont typeface="Arial"/>
                        <a:buChar char="•"/>
                      </a:pPr>
                      <a:r>
                        <a:rPr lang="fr-FR" sz="1400" b="0" i="0" u="none" strike="noStrike" cap="none" noProof="0" dirty="0">
                          <a:solidFill>
                            <a:srgbClr val="000000"/>
                          </a:solidFill>
                          <a:latin typeface="Arial" panose="020B0604020202020204"/>
                          <a:cs typeface="+mn-cs"/>
                          <a:sym typeface="Arial" panose="020B0604020202020204"/>
                        </a:rPr>
                        <a:t>Plans de communication, d’engagement communautaire et de gestion des risques pour le vaccin antipaludique</a:t>
                      </a:r>
                      <a:r>
                        <a:rPr lang="fr-FR" sz="1400" b="0" i="0" u="none" strike="noStrike" cap="none" noProof="0" dirty="0">
                          <a:solidFill>
                            <a:srgbClr val="000000"/>
                          </a:solidFill>
                          <a:latin typeface="Arial" panose="020B0604020202020204"/>
                          <a:cs typeface="+mn-cs"/>
                        </a:rPr>
                        <a:t> disponibles et mis a jour</a:t>
                      </a:r>
                      <a:endParaRPr lang="fr-FR" sz="1400" b="0" i="0" u="none" strike="noStrike" cap="none" noProof="0" dirty="0">
                        <a:solidFill>
                          <a:srgbClr val="000000"/>
                        </a:solidFill>
                        <a:latin typeface="Arial" panose="020B0604020202020204"/>
                        <a:cs typeface="+mn-cs"/>
                        <a:sym typeface="Arial" panose="020B0604020202020204"/>
                      </a:endParaRPr>
                    </a:p>
                    <a:p>
                      <a:pPr marL="0" marR="0" lvl="0" indent="0" algn="l">
                        <a:lnSpc>
                          <a:spcPct val="100000"/>
                        </a:lnSpc>
                        <a:spcBef>
                          <a:spcPts val="0"/>
                        </a:spcBef>
                        <a:spcAft>
                          <a:spcPts val="0"/>
                        </a:spcAft>
                        <a:buSzPts val="1800"/>
                        <a:buFont typeface="Calibri" panose="020F0502020204030204"/>
                        <a:buNone/>
                      </a:pPr>
                      <a:endParaRPr lang="fr-FR" sz="1400" b="0" i="0" u="none" strike="noStrike" cap="none" noProof="0" dirty="0">
                        <a:solidFill>
                          <a:srgbClr val="000000"/>
                        </a:solidFill>
                        <a:latin typeface="Arial" panose="020B0604020202020204"/>
                        <a:cs typeface="+mn-cs"/>
                        <a:sym typeface="Arial" panose="020B0604020202020204"/>
                      </a:endParaRPr>
                    </a:p>
                  </a:txBody>
                  <a:tcPr marL="91451" marR="91451" marT="45725" marB="45725"/>
                </a:tc>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fr-FR" sz="1400" b="0" i="0" u="none" strike="noStrike" cap="none" noProof="0" dirty="0">
                          <a:solidFill>
                            <a:srgbClr val="000000"/>
                          </a:solidFill>
                          <a:latin typeface="Arial" panose="020B0604020202020204"/>
                          <a:cs typeface="+mn-cs"/>
                          <a:sym typeface="Arial" panose="020B0604020202020204"/>
                        </a:rPr>
                        <a:t> Plan stratégique va prendre 5 ans</a:t>
                      </a:r>
                    </a:p>
                  </a:txBody>
                  <a:tcPr marL="91451" marR="91451" marT="45725" marB="45725"/>
                </a:tc>
                <a:extLst>
                  <a:ext uri="{0D108BD9-81ED-4DB2-BD59-A6C34878D82A}">
                    <a16:rowId xmlns:a16="http://schemas.microsoft.com/office/drawing/2014/main" val="10002"/>
                  </a:ext>
                </a:extLst>
              </a:tr>
              <a:tr h="3026770">
                <a:tc>
                  <a:txBody>
                    <a:bodyPr/>
                    <a:lstStyle/>
                    <a:p>
                      <a:pPr marL="0" marR="0" lvl="0" indent="0" algn="l" rtl="0">
                        <a:lnSpc>
                          <a:spcPct val="100000"/>
                        </a:lnSpc>
                        <a:spcBef>
                          <a:spcPts val="0"/>
                        </a:spcBef>
                        <a:spcAft>
                          <a:spcPts val="0"/>
                        </a:spcAft>
                        <a:buClr>
                          <a:schemeClr val="dk1"/>
                        </a:buClr>
                        <a:buSzPts val="1800"/>
                        <a:buFont typeface="Calibri" panose="020F0502020204030204"/>
                        <a:buNone/>
                      </a:pPr>
                      <a:endParaRPr lang="fr-FR" sz="1600" u="none" strike="noStrike" cap="none" noProof="0" dirty="0">
                        <a:latin typeface="Arial"/>
                        <a:ea typeface="Times New Roman" panose="02020603050405020304"/>
                        <a:cs typeface="Times New Roman"/>
                      </a:endParaRPr>
                    </a:p>
                    <a:p>
                      <a:pPr marL="0" marR="0" lvl="0" indent="0" algn="l">
                        <a:lnSpc>
                          <a:spcPct val="100000"/>
                        </a:lnSpc>
                        <a:spcBef>
                          <a:spcPts val="0"/>
                        </a:spcBef>
                        <a:spcAft>
                          <a:spcPts val="0"/>
                        </a:spcAft>
                        <a:buSzPts val="1800"/>
                        <a:buFont typeface="Calibri" panose="020F0502020204030204"/>
                        <a:buNone/>
                      </a:pPr>
                      <a:endParaRPr lang="fr-FR" sz="1600" u="none" strike="noStrike" cap="none" noProof="0" dirty="0">
                        <a:latin typeface="Arial"/>
                        <a:ea typeface="Times New Roman" panose="02020603050405020304"/>
                        <a:cs typeface="Times New Roman"/>
                      </a:endParaRPr>
                    </a:p>
                    <a:p>
                      <a:pPr marL="0" marR="0" lvl="0" indent="0" algn="l">
                        <a:lnSpc>
                          <a:spcPct val="100000"/>
                        </a:lnSpc>
                        <a:spcBef>
                          <a:spcPts val="0"/>
                        </a:spcBef>
                        <a:spcAft>
                          <a:spcPts val="0"/>
                        </a:spcAft>
                        <a:buSzPts val="1800"/>
                        <a:buFont typeface="Calibri" panose="020F0502020204030204"/>
                        <a:buNone/>
                      </a:pPr>
                      <a:endParaRPr lang="fr-FR" sz="1600" u="none" strike="noStrike" cap="none" noProof="0" dirty="0">
                        <a:latin typeface="Arial"/>
                        <a:ea typeface="Times New Roman" panose="02020603050405020304"/>
                        <a:cs typeface="Times New Roman"/>
                      </a:endParaRPr>
                    </a:p>
                    <a:p>
                      <a:pPr marL="0" marR="0" lvl="0" indent="0" algn="l">
                        <a:lnSpc>
                          <a:spcPct val="100000"/>
                        </a:lnSpc>
                        <a:spcBef>
                          <a:spcPts val="0"/>
                        </a:spcBef>
                        <a:spcAft>
                          <a:spcPts val="0"/>
                        </a:spcAft>
                        <a:buSzPts val="1800"/>
                        <a:buFont typeface="Calibri" panose="020F0502020204030204"/>
                        <a:buNone/>
                      </a:pPr>
                      <a:endParaRPr lang="fr-FR" sz="1600" u="none" strike="noStrike" cap="none" noProof="0" dirty="0">
                        <a:latin typeface="Arial"/>
                        <a:ea typeface="Times New Roman" panose="02020603050405020304"/>
                        <a:cs typeface="Times New Roman"/>
                      </a:endParaRPr>
                    </a:p>
                    <a:p>
                      <a:pPr marL="0" marR="0" lvl="0" indent="0" algn="l">
                        <a:lnSpc>
                          <a:spcPct val="100000"/>
                        </a:lnSpc>
                        <a:spcBef>
                          <a:spcPts val="0"/>
                        </a:spcBef>
                        <a:spcAft>
                          <a:spcPts val="0"/>
                        </a:spcAft>
                        <a:buSzPts val="1800"/>
                        <a:buFont typeface="Calibri" panose="020F0502020204030204"/>
                        <a:buNone/>
                      </a:pPr>
                      <a:endParaRPr lang="fr-FR" sz="1600" u="none" strike="noStrike" cap="none" noProof="0" dirty="0">
                        <a:latin typeface="Arial"/>
                        <a:ea typeface="Times New Roman" panose="02020603050405020304"/>
                        <a:cs typeface="Times New Roman"/>
                      </a:endParaRPr>
                    </a:p>
                    <a:p>
                      <a:pPr marL="0" marR="0" lvl="0" indent="0" algn="l">
                        <a:lnSpc>
                          <a:spcPct val="100000"/>
                        </a:lnSpc>
                        <a:spcBef>
                          <a:spcPts val="0"/>
                        </a:spcBef>
                        <a:spcAft>
                          <a:spcPts val="0"/>
                        </a:spcAft>
                        <a:buSzPts val="1800"/>
                        <a:buFont typeface="Calibri" panose="020F0502020204030204"/>
                        <a:buNone/>
                      </a:pPr>
                      <a:r>
                        <a:rPr lang="fr-FR" sz="1600" u="none" strike="noStrike" cap="none" noProof="0" dirty="0">
                          <a:latin typeface="Arial"/>
                          <a:ea typeface="Times New Roman" panose="02020603050405020304"/>
                          <a:cs typeface="Times New Roman"/>
                          <a:sym typeface="Times New Roman" panose="02020603050405020304"/>
                        </a:rPr>
                        <a:t>14 </a:t>
                      </a:r>
                      <a:endParaRPr lang="fr-FR" noProof="0" dirty="0">
                        <a:sym typeface="Times New Roman" panose="02020603050405020304"/>
                      </a:endParaRPr>
                    </a:p>
                  </a:txBody>
                  <a:tcPr marL="91451" marR="91451" marT="45725" marB="45725"/>
                </a:tc>
                <a:tc>
                  <a:txBody>
                    <a:bodyPr/>
                    <a:lstStyle/>
                    <a:p>
                      <a:pPr algn="l" fontAlgn="ctr"/>
                      <a:r>
                        <a:rPr lang="fr-FR" sz="1600" b="0" i="0" noProof="0" dirty="0">
                          <a:solidFill>
                            <a:srgbClr val="000000"/>
                          </a:solidFill>
                          <a:latin typeface="Arial" panose="020B0604020202020204"/>
                          <a:ea typeface="Arial" panose="020B0604020202020204"/>
                        </a:rPr>
                        <a:t>Appuyer la génération des évidences a travers les sondages rapides, enquête CAP-</a:t>
                      </a:r>
                      <a:r>
                        <a:rPr lang="fr-FR" sz="1600" b="0" i="0" noProof="0" dirty="0" err="1">
                          <a:solidFill>
                            <a:srgbClr val="000000"/>
                          </a:solidFill>
                          <a:latin typeface="Arial" panose="020B0604020202020204"/>
                          <a:ea typeface="Arial" panose="020B0604020202020204"/>
                        </a:rPr>
                        <a:t>BeSD</a:t>
                      </a:r>
                      <a:r>
                        <a:rPr lang="fr-FR" sz="1600" b="0" i="0" noProof="0" dirty="0">
                          <a:solidFill>
                            <a:srgbClr val="000000"/>
                          </a:solidFill>
                          <a:latin typeface="Arial" panose="020B0604020202020204"/>
                          <a:ea typeface="Arial" panose="020B0604020202020204"/>
                        </a:rPr>
                        <a:t> et HCD sur la vaccination</a:t>
                      </a:r>
                    </a:p>
                  </a:txBody>
                  <a:tcPr marL="10583" marR="10583" marT="10583" marB="0" anchor="ctr"/>
                </a:tc>
                <a:tc>
                  <a:txBody>
                    <a:bodyPr/>
                    <a:lstStyle/>
                    <a:p>
                      <a:pPr marL="0" marR="0" lvl="0" indent="0" algn="l" rtl="0">
                        <a:lnSpc>
                          <a:spcPct val="100000"/>
                        </a:lnSpc>
                        <a:spcBef>
                          <a:spcPts val="0"/>
                        </a:spcBef>
                        <a:spcAft>
                          <a:spcPts val="0"/>
                        </a:spcAft>
                        <a:buNone/>
                      </a:pPr>
                      <a:endParaRPr lang="fr-FR" sz="1600" b="0" i="0" u="none" strike="noStrike" cap="none" noProof="0" dirty="0">
                        <a:solidFill>
                          <a:schemeClr val="tx1"/>
                        </a:solidFill>
                        <a:latin typeface="Arial"/>
                        <a:ea typeface="Times New Roman" panose="02020603050405020304"/>
                        <a:cs typeface="Times New Roman"/>
                      </a:endParaRPr>
                    </a:p>
                    <a:p>
                      <a:pPr marL="0" marR="0" lvl="0" indent="0" algn="l">
                        <a:lnSpc>
                          <a:spcPct val="100000"/>
                        </a:lnSpc>
                        <a:spcBef>
                          <a:spcPts val="0"/>
                        </a:spcBef>
                        <a:spcAft>
                          <a:spcPts val="0"/>
                        </a:spcAft>
                        <a:buNone/>
                      </a:pPr>
                      <a:endParaRPr lang="fr-FR" sz="1600" b="0" i="0" u="none" strike="noStrike" cap="none" noProof="0" dirty="0">
                        <a:solidFill>
                          <a:schemeClr val="tx1"/>
                        </a:solidFill>
                        <a:latin typeface="Arial"/>
                        <a:ea typeface="Times New Roman" panose="02020603050405020304"/>
                        <a:cs typeface="Times New Roman"/>
                      </a:endParaRPr>
                    </a:p>
                    <a:p>
                      <a:pPr marL="0" marR="0" lvl="0" indent="0" algn="l">
                        <a:lnSpc>
                          <a:spcPct val="100000"/>
                        </a:lnSpc>
                        <a:spcBef>
                          <a:spcPts val="0"/>
                        </a:spcBef>
                        <a:spcAft>
                          <a:spcPts val="0"/>
                        </a:spcAft>
                        <a:buNone/>
                      </a:pPr>
                      <a:endParaRPr lang="fr-FR" sz="1600" b="0" i="0" u="none" strike="noStrike" cap="none" noProof="0" dirty="0">
                        <a:solidFill>
                          <a:schemeClr val="tx1"/>
                        </a:solidFill>
                        <a:latin typeface="Arial"/>
                        <a:ea typeface="Times New Roman" panose="02020603050405020304"/>
                        <a:cs typeface="Times New Roman"/>
                      </a:endParaRPr>
                    </a:p>
                    <a:p>
                      <a:pPr marL="0" marR="0" lvl="0" indent="0" algn="l">
                        <a:lnSpc>
                          <a:spcPct val="100000"/>
                        </a:lnSpc>
                        <a:spcBef>
                          <a:spcPts val="0"/>
                        </a:spcBef>
                        <a:spcAft>
                          <a:spcPts val="0"/>
                        </a:spcAft>
                        <a:buNone/>
                      </a:pPr>
                      <a:endParaRPr lang="fr-FR" sz="1600" b="0" i="0" u="none" strike="noStrike" cap="none" noProof="0" dirty="0">
                        <a:solidFill>
                          <a:schemeClr val="tx1"/>
                        </a:solidFill>
                        <a:latin typeface="Arial"/>
                        <a:ea typeface="Times New Roman" panose="02020603050405020304"/>
                        <a:cs typeface="Times New Roman"/>
                      </a:endParaRPr>
                    </a:p>
                    <a:p>
                      <a:pPr marL="0" marR="0" lvl="0" indent="0" algn="l">
                        <a:lnSpc>
                          <a:spcPct val="100000"/>
                        </a:lnSpc>
                        <a:spcBef>
                          <a:spcPts val="0"/>
                        </a:spcBef>
                        <a:spcAft>
                          <a:spcPts val="0"/>
                        </a:spcAft>
                        <a:buNone/>
                      </a:pPr>
                      <a:endParaRPr lang="fr-FR" sz="1600" b="0" i="0" u="none" strike="noStrike" cap="none" noProof="0" dirty="0">
                        <a:solidFill>
                          <a:schemeClr val="tx1"/>
                        </a:solidFill>
                        <a:latin typeface="Arial"/>
                        <a:ea typeface="Times New Roman" panose="02020603050405020304"/>
                        <a:cs typeface="Times New Roman"/>
                      </a:endParaRPr>
                    </a:p>
                    <a:p>
                      <a:pPr marL="0" marR="0" lvl="0" indent="0" algn="l">
                        <a:lnSpc>
                          <a:spcPct val="100000"/>
                        </a:lnSpc>
                        <a:spcBef>
                          <a:spcPts val="0"/>
                        </a:spcBef>
                        <a:spcAft>
                          <a:spcPts val="0"/>
                        </a:spcAft>
                        <a:buNone/>
                      </a:pPr>
                      <a:r>
                        <a:rPr lang="fr-FR" sz="1600" b="0" i="0" u="none" strike="noStrike" cap="none" noProof="0" dirty="0">
                          <a:solidFill>
                            <a:schemeClr val="tx1"/>
                          </a:solidFill>
                          <a:latin typeface="Arial"/>
                          <a:ea typeface="Times New Roman" panose="02020603050405020304"/>
                          <a:cs typeface="Times New Roman"/>
                        </a:rPr>
                        <a:t>Nbre d'</a:t>
                      </a:r>
                      <a:r>
                        <a:rPr lang="fr-FR" sz="1400" b="0" i="0" u="none" strike="noStrike" cap="none" noProof="0" dirty="0">
                          <a:solidFill>
                            <a:srgbClr val="C00000"/>
                          </a:solidFill>
                          <a:latin typeface="Arial"/>
                        </a:rPr>
                        <a:t>é</a:t>
                      </a:r>
                      <a:r>
                        <a:rPr lang="fr-FR" sz="1600" b="0" i="0" u="none" strike="noStrike" cap="none" noProof="0" dirty="0">
                          <a:solidFill>
                            <a:schemeClr val="tx1"/>
                          </a:solidFill>
                          <a:latin typeface="Arial"/>
                          <a:ea typeface="Times New Roman" panose="02020603050405020304"/>
                          <a:cs typeface="Times New Roman"/>
                        </a:rPr>
                        <a:t>vidences produites</a:t>
                      </a:r>
                      <a:endParaRPr lang="fr-FR" sz="1600" noProof="0" dirty="0">
                        <a:latin typeface="Arial"/>
                      </a:endParaRPr>
                    </a:p>
                    <a:p>
                      <a:pPr marL="0" marR="0" lvl="0" indent="0" algn="l">
                        <a:lnSpc>
                          <a:spcPct val="100000"/>
                        </a:lnSpc>
                        <a:spcBef>
                          <a:spcPts val="0"/>
                        </a:spcBef>
                        <a:spcAft>
                          <a:spcPts val="0"/>
                        </a:spcAft>
                        <a:buNone/>
                      </a:pPr>
                      <a:endParaRPr lang="fr-FR" sz="1600" b="0" i="0" u="none" strike="noStrike" cap="none" noProof="0" dirty="0">
                        <a:solidFill>
                          <a:schemeClr val="tx1"/>
                        </a:solidFill>
                        <a:latin typeface="Arial"/>
                        <a:ea typeface="Times New Roman" panose="02020603050405020304"/>
                        <a:cs typeface="Times New Roman"/>
                      </a:endParaRPr>
                    </a:p>
                    <a:p>
                      <a:pPr marL="0" marR="0" lvl="0" indent="0" algn="l">
                        <a:lnSpc>
                          <a:spcPct val="100000"/>
                        </a:lnSpc>
                        <a:spcBef>
                          <a:spcPts val="0"/>
                        </a:spcBef>
                        <a:spcAft>
                          <a:spcPts val="0"/>
                        </a:spcAft>
                        <a:buNone/>
                      </a:pPr>
                      <a:r>
                        <a:rPr lang="fr-FR" sz="1600" b="0" i="0" u="none" strike="noStrike" cap="none" noProof="0" dirty="0">
                          <a:solidFill>
                            <a:schemeClr val="tx1"/>
                          </a:solidFill>
                          <a:latin typeface="Arial"/>
                          <a:ea typeface="Times New Roman" panose="02020603050405020304"/>
                          <a:cs typeface="Times New Roman"/>
                        </a:rPr>
                        <a:t>Nbre d'acteurs formés en HCD</a:t>
                      </a:r>
                    </a:p>
                  </a:txBody>
                  <a:tcPr marL="0" marR="0" marT="0" marB="0"/>
                </a:tc>
                <a:tc>
                  <a:txBody>
                    <a:bodyPr/>
                    <a:lstStyle/>
                    <a:p>
                      <a:pPr marL="7620" marR="0" lvl="0" indent="0" algn="l">
                        <a:lnSpc>
                          <a:spcPct val="100000"/>
                        </a:lnSpc>
                        <a:spcBef>
                          <a:spcPts val="0"/>
                        </a:spcBef>
                        <a:spcAft>
                          <a:spcPts val="0"/>
                        </a:spcAft>
                        <a:buNone/>
                      </a:pPr>
                      <a:endParaRPr lang="fr-FR" sz="1600" b="1" i="0" u="none" strike="noStrike" cap="none" noProof="0" dirty="0">
                        <a:solidFill>
                          <a:schemeClr val="tx1"/>
                        </a:solidFill>
                        <a:latin typeface="Arial"/>
                        <a:cs typeface="Times New Roman"/>
                      </a:endParaRPr>
                    </a:p>
                    <a:p>
                      <a:pPr marL="7620" marR="0" lvl="0" indent="0" algn="l">
                        <a:lnSpc>
                          <a:spcPct val="100000"/>
                        </a:lnSpc>
                        <a:spcBef>
                          <a:spcPts val="0"/>
                        </a:spcBef>
                        <a:spcAft>
                          <a:spcPts val="0"/>
                        </a:spcAft>
                        <a:buNone/>
                      </a:pPr>
                      <a:endParaRPr lang="fr-FR" sz="1600" b="1" i="0" u="none" strike="noStrike" cap="none" noProof="0" dirty="0">
                        <a:solidFill>
                          <a:schemeClr val="tx1"/>
                        </a:solidFill>
                        <a:latin typeface="Arial"/>
                        <a:cs typeface="Times New Roman"/>
                      </a:endParaRPr>
                    </a:p>
                    <a:p>
                      <a:pPr marL="7620" marR="0" lvl="0" indent="0" algn="l">
                        <a:lnSpc>
                          <a:spcPct val="100000"/>
                        </a:lnSpc>
                        <a:spcBef>
                          <a:spcPts val="0"/>
                        </a:spcBef>
                        <a:spcAft>
                          <a:spcPts val="0"/>
                        </a:spcAft>
                        <a:buNone/>
                      </a:pPr>
                      <a:endParaRPr lang="fr-FR" sz="1600" b="1" i="0" u="none" strike="noStrike" cap="none" noProof="0" dirty="0">
                        <a:solidFill>
                          <a:schemeClr val="tx1"/>
                        </a:solidFill>
                        <a:latin typeface="Arial"/>
                        <a:cs typeface="Times New Roman"/>
                      </a:endParaRPr>
                    </a:p>
                    <a:p>
                      <a:pPr marL="7620" marR="0" lvl="0" indent="0" algn="l">
                        <a:lnSpc>
                          <a:spcPct val="100000"/>
                        </a:lnSpc>
                        <a:spcBef>
                          <a:spcPts val="0"/>
                        </a:spcBef>
                        <a:spcAft>
                          <a:spcPts val="0"/>
                        </a:spcAft>
                        <a:buNone/>
                      </a:pPr>
                      <a:endParaRPr lang="fr-FR" sz="1600" b="1" i="0" u="none" strike="noStrike" cap="none" noProof="0" dirty="0">
                        <a:solidFill>
                          <a:schemeClr val="tx1"/>
                        </a:solidFill>
                        <a:latin typeface="Arial"/>
                        <a:cs typeface="Times New Roman"/>
                      </a:endParaRPr>
                    </a:p>
                    <a:p>
                      <a:pPr marL="7620" marR="0" lvl="0" indent="0" algn="l">
                        <a:lnSpc>
                          <a:spcPct val="100000"/>
                        </a:lnSpc>
                        <a:spcBef>
                          <a:spcPts val="0"/>
                        </a:spcBef>
                        <a:spcAft>
                          <a:spcPts val="0"/>
                        </a:spcAft>
                        <a:buNone/>
                      </a:pPr>
                      <a:endParaRPr lang="fr-FR" sz="1600" b="1" i="0" u="none" strike="noStrike" cap="none" noProof="0" dirty="0">
                        <a:solidFill>
                          <a:schemeClr val="tx1"/>
                        </a:solidFill>
                        <a:latin typeface="Arial"/>
                        <a:cs typeface="Times New Roman"/>
                      </a:endParaRPr>
                    </a:p>
                    <a:p>
                      <a:pPr marL="7620" marR="0" lvl="0" indent="0" algn="l">
                        <a:lnSpc>
                          <a:spcPct val="100000"/>
                        </a:lnSpc>
                        <a:spcBef>
                          <a:spcPts val="0"/>
                        </a:spcBef>
                        <a:spcAft>
                          <a:spcPts val="0"/>
                        </a:spcAft>
                        <a:buNone/>
                      </a:pPr>
                      <a:r>
                        <a:rPr lang="fr-FR" sz="1600" b="1" i="0" u="none" strike="noStrike" cap="none" noProof="0" dirty="0">
                          <a:solidFill>
                            <a:schemeClr val="tx1"/>
                          </a:solidFill>
                          <a:latin typeface="Arial"/>
                          <a:cs typeface="Times New Roman"/>
                          <a:sym typeface="Arial" panose="020B0604020202020204"/>
                        </a:rPr>
                        <a:t>Partiellement réalisée</a:t>
                      </a:r>
                      <a:endParaRPr lang="fr-FR" sz="1600" noProof="0" dirty="0">
                        <a:latin typeface="Arial"/>
                        <a:sym typeface="Arial" panose="020B0604020202020204"/>
                      </a:endParaRPr>
                    </a:p>
                  </a:txBody>
                  <a:tcPr marL="91451" marR="91451" marT="45725" marB="45725">
                    <a:solidFill>
                      <a:srgbClr val="FFFF00"/>
                    </a:solidFill>
                  </a:tcPr>
                </a:tc>
                <a:tc>
                  <a:txBody>
                    <a:bodyPr/>
                    <a:lstStyle/>
                    <a:p>
                      <a:pPr marL="0" marR="0" lvl="0" indent="0" algn="l" rtl="0">
                        <a:lnSpc>
                          <a:spcPct val="100000"/>
                        </a:lnSpc>
                        <a:spcBef>
                          <a:spcPts val="0"/>
                        </a:spcBef>
                        <a:spcAft>
                          <a:spcPts val="0"/>
                        </a:spcAft>
                        <a:buClr>
                          <a:schemeClr val="dk1"/>
                        </a:buClr>
                        <a:buSzPts val="1800"/>
                        <a:buFont typeface="Calibri" panose="020F0502020204030204"/>
                        <a:buNone/>
                      </a:pPr>
                      <a:endParaRPr lang="fr-FR" sz="1400" b="0" i="0" u="none" strike="noStrike" cap="none" noProof="0" dirty="0">
                        <a:solidFill>
                          <a:srgbClr val="000000"/>
                        </a:solidFill>
                        <a:latin typeface="Arial"/>
                        <a:ea typeface="Arial" panose="020B0604020202020204"/>
                        <a:cs typeface="+mn-cs"/>
                        <a:sym typeface="Arial" panose="020B0604020202020204"/>
                      </a:endParaRPr>
                    </a:p>
                    <a:p>
                      <a:pPr marL="0" marR="0" lvl="0" indent="0" algn="l" rtl="0">
                        <a:lnSpc>
                          <a:spcPct val="100000"/>
                        </a:lnSpc>
                        <a:spcBef>
                          <a:spcPts val="0"/>
                        </a:spcBef>
                        <a:spcAft>
                          <a:spcPts val="0"/>
                        </a:spcAft>
                        <a:buClr>
                          <a:schemeClr val="dk1"/>
                        </a:buClr>
                        <a:buSzPts val="1800"/>
                        <a:buFont typeface="Calibri" panose="020F0502020204030204"/>
                        <a:buNone/>
                      </a:pPr>
                      <a:endParaRPr lang="fr-FR" sz="1400" b="0" i="0" u="none" strike="noStrike" cap="none" noProof="0" dirty="0">
                        <a:solidFill>
                          <a:srgbClr val="000000"/>
                        </a:solidFill>
                        <a:latin typeface="Arial"/>
                        <a:ea typeface="Arial" panose="020B0604020202020204"/>
                        <a:cs typeface="+mn-cs"/>
                        <a:sym typeface="Arial" panose="020B0604020202020204"/>
                      </a:endParaRPr>
                    </a:p>
                    <a:p>
                      <a:pPr marL="0" marR="0" lvl="0" indent="0" algn="l" rtl="0">
                        <a:lnSpc>
                          <a:spcPct val="100000"/>
                        </a:lnSpc>
                        <a:spcBef>
                          <a:spcPts val="0"/>
                        </a:spcBef>
                        <a:spcAft>
                          <a:spcPts val="0"/>
                        </a:spcAft>
                        <a:buClr>
                          <a:schemeClr val="dk1"/>
                        </a:buClr>
                        <a:buSzPts val="1800"/>
                        <a:buFont typeface="Calibri" panose="020F0502020204030204"/>
                        <a:buNone/>
                      </a:pPr>
                      <a:r>
                        <a:rPr lang="fr-FR" sz="1400" b="0" i="0" u="none" strike="noStrike" cap="none" noProof="0" dirty="0">
                          <a:solidFill>
                            <a:srgbClr val="000000"/>
                          </a:solidFill>
                          <a:latin typeface="Arial"/>
                          <a:ea typeface="Arial" panose="020B0604020202020204"/>
                          <a:cs typeface="+mn-cs"/>
                          <a:sym typeface="Arial" panose="020B0604020202020204"/>
                        </a:rPr>
                        <a:t>-Une enquête </a:t>
                      </a:r>
                      <a:r>
                        <a:rPr lang="fr-FR" sz="1400" b="0" i="0" u="none" strike="noStrike" cap="none" noProof="0" dirty="0" err="1">
                          <a:solidFill>
                            <a:srgbClr val="000000"/>
                          </a:solidFill>
                          <a:latin typeface="Arial"/>
                          <a:ea typeface="Arial" panose="020B0604020202020204"/>
                          <a:cs typeface="+mn-cs"/>
                          <a:sym typeface="Arial" panose="020B0604020202020204"/>
                        </a:rPr>
                        <a:t>BeSD</a:t>
                      </a:r>
                      <a:r>
                        <a:rPr lang="fr-FR" sz="1400" b="0" i="0" u="none" strike="noStrike" cap="none" noProof="0" dirty="0">
                          <a:solidFill>
                            <a:srgbClr val="000000"/>
                          </a:solidFill>
                          <a:latin typeface="Arial"/>
                          <a:ea typeface="Arial" panose="020B0604020202020204"/>
                          <a:cs typeface="+mn-cs"/>
                          <a:sym typeface="Arial" panose="020B0604020202020204"/>
                        </a:rPr>
                        <a:t>  sur la vaccination de routine en cours (résultats en décembre 2025)</a:t>
                      </a:r>
                      <a:endParaRPr lang="fr-FR" sz="1400" b="0" i="0" u="none" strike="noStrike" cap="none" noProof="0" dirty="0">
                        <a:solidFill>
                          <a:srgbClr val="000000"/>
                        </a:solidFill>
                        <a:latin typeface="Arial"/>
                        <a:cs typeface="+mn-cs"/>
                      </a:endParaRPr>
                    </a:p>
                    <a:p>
                      <a:pPr marL="0" marR="0" lvl="0" indent="0" algn="l">
                        <a:lnSpc>
                          <a:spcPct val="100000"/>
                        </a:lnSpc>
                        <a:spcBef>
                          <a:spcPts val="0"/>
                        </a:spcBef>
                        <a:spcAft>
                          <a:spcPts val="0"/>
                        </a:spcAft>
                        <a:buSzPts val="1800"/>
                        <a:buNone/>
                      </a:pPr>
                      <a:r>
                        <a:rPr lang="fr-FR" sz="1400" b="0" i="0" u="none" strike="noStrike" cap="none" noProof="0" dirty="0">
                          <a:solidFill>
                            <a:srgbClr val="000000"/>
                          </a:solidFill>
                          <a:latin typeface="Arial"/>
                          <a:cs typeface="+mn-cs"/>
                        </a:rPr>
                        <a:t>-Enquête </a:t>
                      </a:r>
                      <a:r>
                        <a:rPr lang="fr-FR" sz="1400" b="0" i="0" u="none" strike="noStrike" cap="none" noProof="0" dirty="0" err="1">
                          <a:solidFill>
                            <a:srgbClr val="000000"/>
                          </a:solidFill>
                          <a:latin typeface="Arial"/>
                          <a:cs typeface="+mn-cs"/>
                        </a:rPr>
                        <a:t>BeSD</a:t>
                      </a:r>
                      <a:r>
                        <a:rPr lang="fr-FR" sz="1400" b="0" i="0" u="none" strike="noStrike" cap="none" noProof="0" dirty="0">
                          <a:solidFill>
                            <a:srgbClr val="000000"/>
                          </a:solidFill>
                          <a:latin typeface="Arial"/>
                          <a:cs typeface="+mn-cs"/>
                        </a:rPr>
                        <a:t> </a:t>
                      </a:r>
                      <a:r>
                        <a:rPr lang="fr-FR" sz="1400" b="0" i="0" u="none" strike="noStrike" cap="none" noProof="0" dirty="0" err="1">
                          <a:solidFill>
                            <a:srgbClr val="000000"/>
                          </a:solidFill>
                          <a:latin typeface="Arial"/>
                          <a:cs typeface="+mn-cs"/>
                        </a:rPr>
                        <a:t>Mpox</a:t>
                      </a:r>
                      <a:r>
                        <a:rPr lang="fr-FR" sz="1400" b="0" i="0" u="none" strike="noStrike" cap="none" noProof="0" dirty="0">
                          <a:solidFill>
                            <a:srgbClr val="000000"/>
                          </a:solidFill>
                          <a:latin typeface="Arial"/>
                          <a:cs typeface="+mn-cs"/>
                        </a:rPr>
                        <a:t>, HPV dans 5 provinces réalisées.</a:t>
                      </a:r>
                    </a:p>
                    <a:p>
                      <a:pPr lvl="0" algn="l">
                        <a:lnSpc>
                          <a:spcPct val="100000"/>
                        </a:lnSpc>
                        <a:spcBef>
                          <a:spcPts val="0"/>
                        </a:spcBef>
                        <a:spcAft>
                          <a:spcPts val="0"/>
                        </a:spcAft>
                        <a:buNone/>
                      </a:pPr>
                      <a:r>
                        <a:rPr lang="fr-FR" sz="1400" b="0" i="0" u="none" strike="noStrike" cap="none" noProof="0" dirty="0">
                          <a:solidFill>
                            <a:srgbClr val="000000"/>
                          </a:solidFill>
                          <a:latin typeface="Arial" panose="020B0604020202020204"/>
                          <a:cs typeface="+mn-cs"/>
                          <a:sym typeface="Arial" panose="020B0604020202020204"/>
                        </a:rPr>
                        <a:t>- Deux enquêtes rapides sur les connaissances et les perceptions des communautés du Kongo Central, Kwilu, Kwango sur le </a:t>
                      </a:r>
                      <a:r>
                        <a:rPr lang="fr-FR" sz="1400" b="0" i="0" u="none" strike="noStrike" cap="none" noProof="0" dirty="0">
                          <a:solidFill>
                            <a:srgbClr val="000000"/>
                          </a:solidFill>
                          <a:latin typeface="Arial" panose="020B0604020202020204"/>
                          <a:cs typeface="+mn-cs"/>
                        </a:rPr>
                        <a:t>VAP;</a:t>
                      </a:r>
                      <a:endParaRPr lang="fr-FR" sz="1400" b="0" i="0" u="none" strike="noStrike" cap="none" noProof="0" dirty="0">
                        <a:solidFill>
                          <a:srgbClr val="000000"/>
                        </a:solidFill>
                        <a:latin typeface="Arial" panose="020B0604020202020204"/>
                        <a:cs typeface="+mn-cs"/>
                        <a:sym typeface="Arial" panose="020B0604020202020204"/>
                      </a:endParaRPr>
                    </a:p>
                  </a:txBody>
                  <a:tcPr marL="91451" marR="91451" marT="45725" marB="45725"/>
                </a:tc>
                <a:tc>
                  <a:txBody>
                    <a:bodyPr/>
                    <a:lstStyle/>
                    <a:p>
                      <a:pPr marL="0" marR="0" lvl="0" indent="0" algn="l" rtl="0">
                        <a:lnSpc>
                          <a:spcPct val="100000"/>
                        </a:lnSpc>
                        <a:spcBef>
                          <a:spcPts val="0"/>
                        </a:spcBef>
                        <a:spcAft>
                          <a:spcPts val="0"/>
                        </a:spcAft>
                        <a:buClr>
                          <a:srgbClr val="000000"/>
                        </a:buClr>
                        <a:buSzPts val="1600"/>
                        <a:buNone/>
                      </a:pPr>
                      <a:endParaRPr lang="fr-FR" sz="1400" b="0" i="0" u="none" strike="noStrike" cap="none" noProof="0" dirty="0">
                        <a:solidFill>
                          <a:srgbClr val="000000"/>
                        </a:solidFill>
                        <a:latin typeface="Arial" panose="020B0604020202020204"/>
                        <a:ea typeface="+mn-ea"/>
                        <a:cs typeface="+mn-cs"/>
                        <a:sym typeface="Arial" panose="020B0604020202020204"/>
                      </a:endParaRPr>
                    </a:p>
                    <a:p>
                      <a:pPr marL="0" marR="0" lvl="0" indent="0" algn="l" rtl="0">
                        <a:lnSpc>
                          <a:spcPct val="100000"/>
                        </a:lnSpc>
                        <a:spcBef>
                          <a:spcPts val="0"/>
                        </a:spcBef>
                        <a:spcAft>
                          <a:spcPts val="0"/>
                        </a:spcAft>
                        <a:buClr>
                          <a:srgbClr val="000000"/>
                        </a:buClr>
                        <a:buSzPts val="1600"/>
                        <a:buNone/>
                      </a:pPr>
                      <a:endParaRPr lang="fr-FR" sz="1400" b="0" i="0" u="none" strike="noStrike" cap="none" noProof="0" dirty="0">
                        <a:solidFill>
                          <a:srgbClr val="000000"/>
                        </a:solidFill>
                        <a:latin typeface="Arial" panose="020B0604020202020204"/>
                        <a:ea typeface="+mn-ea"/>
                        <a:cs typeface="+mn-cs"/>
                        <a:sym typeface="Arial" panose="020B0604020202020204"/>
                      </a:endParaRPr>
                    </a:p>
                    <a:p>
                      <a:pPr marL="0" marR="0" lvl="0" indent="0" algn="l" rtl="0">
                        <a:lnSpc>
                          <a:spcPct val="100000"/>
                        </a:lnSpc>
                        <a:spcBef>
                          <a:spcPts val="0"/>
                        </a:spcBef>
                        <a:spcAft>
                          <a:spcPts val="0"/>
                        </a:spcAft>
                        <a:buClr>
                          <a:srgbClr val="000000"/>
                        </a:buClr>
                        <a:buSzPts val="1600"/>
                        <a:buNone/>
                      </a:pPr>
                      <a:endParaRPr lang="fr-FR" sz="1400" b="0" i="0" u="none" strike="noStrike" cap="none" noProof="0" dirty="0">
                        <a:solidFill>
                          <a:srgbClr val="000000"/>
                        </a:solidFill>
                        <a:latin typeface="Arial" panose="020B0604020202020204"/>
                        <a:ea typeface="+mn-ea"/>
                        <a:cs typeface="+mn-cs"/>
                        <a:sym typeface="Arial" panose="020B0604020202020204"/>
                      </a:endParaRPr>
                    </a:p>
                    <a:p>
                      <a:pPr marL="0" marR="0" lvl="0" indent="0" algn="l" rtl="0">
                        <a:lnSpc>
                          <a:spcPct val="100000"/>
                        </a:lnSpc>
                        <a:spcBef>
                          <a:spcPts val="0"/>
                        </a:spcBef>
                        <a:spcAft>
                          <a:spcPts val="0"/>
                        </a:spcAft>
                        <a:buClr>
                          <a:srgbClr val="000000"/>
                        </a:buClr>
                        <a:buSzPts val="1600"/>
                        <a:buNone/>
                      </a:pPr>
                      <a:r>
                        <a:rPr lang="fr-FR" sz="1400" b="0" i="0" u="none" strike="noStrike" cap="none" noProof="0" dirty="0">
                          <a:solidFill>
                            <a:srgbClr val="000000"/>
                          </a:solidFill>
                          <a:latin typeface="Arial" panose="020B0604020202020204"/>
                          <a:ea typeface="+mn-ea"/>
                          <a:cs typeface="+mn-cs"/>
                          <a:sym typeface="Arial" panose="020B0604020202020204"/>
                        </a:rPr>
                        <a:t>Une amélioration des indicateurs de la demande dans le protocole  de l'ECV 2026 en cours de préparation</a:t>
                      </a:r>
                    </a:p>
                  </a:txBody>
                  <a:tcPr marL="91451" marR="91451" marT="45725" marB="45725"/>
                </a:tc>
                <a:extLst>
                  <a:ext uri="{0D108BD9-81ED-4DB2-BD59-A6C34878D82A}">
                    <a16:rowId xmlns:a16="http://schemas.microsoft.com/office/drawing/2014/main" val="10003"/>
                  </a:ext>
                </a:extLst>
              </a:tr>
            </a:tbl>
          </a:graphicData>
        </a:graphic>
      </p:graphicFrame>
      <p:sp>
        <p:nvSpPr>
          <p:cNvPr id="5" name="Google Shape;186;p6">
            <a:extLst>
              <a:ext uri="{FF2B5EF4-FFF2-40B4-BE49-F238E27FC236}">
                <a16:creationId xmlns:a16="http://schemas.microsoft.com/office/drawing/2014/main" id="{13FB1036-FD04-3853-61F8-618A7A79F979}"/>
              </a:ext>
            </a:extLst>
          </p:cNvPr>
          <p:cNvSpPr txBox="1">
            <a:spLocks/>
          </p:cNvSpPr>
          <p:nvPr/>
        </p:nvSpPr>
        <p:spPr>
          <a:xfrm>
            <a:off x="48381" y="9907"/>
            <a:ext cx="12143619" cy="630766"/>
          </a:xfrm>
          <a:prstGeom prst="rect">
            <a:avLst/>
          </a:prstGeom>
          <a:solidFill>
            <a:schemeClr val="accent1">
              <a:lumMod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defTabSz="914400"/>
            <a:r>
              <a:rPr lang="fr-FR" sz="2800" b="1" kern="0" noProof="0" dirty="0">
                <a:solidFill>
                  <a:schemeClr val="bg1"/>
                </a:solidFill>
                <a:ea typeface="Times New Roman" panose="02020603050405020304"/>
              </a:rPr>
              <a:t>3.Evaluation activités Génération Demande 2025 : CCSC (9/10) </a:t>
            </a:r>
            <a:endParaRPr lang="fr-FR" sz="2800" kern="0" noProof="0" dirty="0">
              <a:solidFill>
                <a:schemeClr val="bg1"/>
              </a:solidFill>
              <a:latin typeface="Times New Roman" panose="02020603050405020304"/>
              <a:ea typeface="Times New Roman" panose="02020603050405020304"/>
              <a:cs typeface="Times New Roman" panose="02020603050405020304"/>
            </a:endParaRPr>
          </a:p>
        </p:txBody>
      </p:sp>
    </p:spTree>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graphicFrame>
        <p:nvGraphicFramePr>
          <p:cNvPr id="211" name="Google Shape;211;p10"/>
          <p:cNvGraphicFramePr/>
          <p:nvPr>
            <p:custDataLst>
              <p:tags r:id="rId1"/>
            </p:custDataLst>
            <p:extLst>
              <p:ext uri="{D42A27DB-BD31-4B8C-83A1-F6EECF244321}">
                <p14:modId xmlns:p14="http://schemas.microsoft.com/office/powerpoint/2010/main" val="2698986977"/>
              </p:ext>
            </p:extLst>
          </p:nvPr>
        </p:nvGraphicFramePr>
        <p:xfrm>
          <a:off x="84908" y="773733"/>
          <a:ext cx="12002341" cy="5526295"/>
        </p:xfrm>
        <a:graphic>
          <a:graphicData uri="http://schemas.openxmlformats.org/drawingml/2006/table">
            <a:tbl>
              <a:tblPr>
                <a:noFill/>
              </a:tblPr>
              <a:tblGrid>
                <a:gridCol w="485139">
                  <a:extLst>
                    <a:ext uri="{9D8B030D-6E8A-4147-A177-3AD203B41FA5}">
                      <a16:colId xmlns:a16="http://schemas.microsoft.com/office/drawing/2014/main" val="20000"/>
                    </a:ext>
                  </a:extLst>
                </a:gridCol>
                <a:gridCol w="3534832">
                  <a:extLst>
                    <a:ext uri="{9D8B030D-6E8A-4147-A177-3AD203B41FA5}">
                      <a16:colId xmlns:a16="http://schemas.microsoft.com/office/drawing/2014/main" val="20001"/>
                    </a:ext>
                  </a:extLst>
                </a:gridCol>
                <a:gridCol w="1947333">
                  <a:extLst>
                    <a:ext uri="{9D8B030D-6E8A-4147-A177-3AD203B41FA5}">
                      <a16:colId xmlns:a16="http://schemas.microsoft.com/office/drawing/2014/main" val="20002"/>
                    </a:ext>
                  </a:extLst>
                </a:gridCol>
                <a:gridCol w="1495212">
                  <a:extLst>
                    <a:ext uri="{9D8B030D-6E8A-4147-A177-3AD203B41FA5}">
                      <a16:colId xmlns:a16="http://schemas.microsoft.com/office/drawing/2014/main" val="20003"/>
                    </a:ext>
                  </a:extLst>
                </a:gridCol>
                <a:gridCol w="2797790">
                  <a:extLst>
                    <a:ext uri="{9D8B030D-6E8A-4147-A177-3AD203B41FA5}">
                      <a16:colId xmlns:a16="http://schemas.microsoft.com/office/drawing/2014/main" val="20004"/>
                    </a:ext>
                  </a:extLst>
                </a:gridCol>
                <a:gridCol w="1742035">
                  <a:extLst>
                    <a:ext uri="{9D8B030D-6E8A-4147-A177-3AD203B41FA5}">
                      <a16:colId xmlns:a16="http://schemas.microsoft.com/office/drawing/2014/main" val="20005"/>
                    </a:ext>
                  </a:extLst>
                </a:gridCol>
              </a:tblGrid>
              <a:tr h="712875">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fr-FR" sz="1500" b="1" u="none" strike="noStrike" cap="none" noProof="0" dirty="0">
                          <a:latin typeface="Times New Roman" panose="02020603050405020304"/>
                          <a:ea typeface="Times New Roman" panose="02020603050405020304"/>
                          <a:cs typeface="Times New Roman" panose="02020603050405020304"/>
                          <a:sym typeface="Times New Roman" panose="02020603050405020304"/>
                        </a:rPr>
                        <a:t>N°</a:t>
                      </a:r>
                    </a:p>
                  </a:txBody>
                  <a:tcPr marL="91451" marR="91451" marT="45725" marB="45725">
                    <a:solidFill>
                      <a:srgbClr val="92D050"/>
                    </a:solidFill>
                  </a:tcPr>
                </a:tc>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fr-FR" sz="1500" b="1" u="none" strike="noStrike" cap="none" noProof="0" dirty="0">
                          <a:latin typeface="Times New Roman" panose="02020603050405020304"/>
                          <a:ea typeface="Times New Roman" panose="02020603050405020304"/>
                          <a:cs typeface="Times New Roman" panose="02020603050405020304"/>
                          <a:sym typeface="Times New Roman" panose="02020603050405020304"/>
                        </a:rPr>
                        <a:t>ACTIVITES</a:t>
                      </a:r>
                    </a:p>
                  </a:txBody>
                  <a:tcPr marL="91451" marR="91451" marT="45725" marB="45725">
                    <a:solidFill>
                      <a:srgbClr val="92D050"/>
                    </a:solidFill>
                  </a:tcPr>
                </a:tc>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fr-FR" sz="1500" b="1" u="none" strike="noStrike" cap="none" noProof="0" dirty="0">
                          <a:latin typeface="Times New Roman" panose="02020603050405020304"/>
                          <a:ea typeface="Times New Roman" panose="02020603050405020304"/>
                          <a:cs typeface="Times New Roman" panose="02020603050405020304"/>
                          <a:sym typeface="Times New Roman" panose="02020603050405020304"/>
                        </a:rPr>
                        <a:t>INDICATEURS</a:t>
                      </a:r>
                    </a:p>
                  </a:txBody>
                  <a:tcPr marL="91451" marR="91451" marT="45725" marB="45725">
                    <a:solidFill>
                      <a:srgbClr val="92D050"/>
                    </a:solidFill>
                  </a:tcPr>
                </a:tc>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fr-FR" sz="1500" b="1" u="none" strike="noStrike" cap="none" noProof="0" dirty="0">
                          <a:latin typeface="Times New Roman" panose="02020603050405020304"/>
                          <a:ea typeface="Times New Roman" panose="02020603050405020304"/>
                          <a:cs typeface="Times New Roman" panose="02020603050405020304"/>
                          <a:sym typeface="Times New Roman" panose="02020603050405020304"/>
                        </a:rPr>
                        <a:t>NIVEAU REALISATION </a:t>
                      </a:r>
                    </a:p>
                  </a:txBody>
                  <a:tcPr marL="91451" marR="91451" marT="45725" marB="45725">
                    <a:solidFill>
                      <a:srgbClr val="92D050"/>
                    </a:solidFill>
                  </a:tcPr>
                </a:tc>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fr-FR" sz="1500" b="1" u="none" strike="noStrike" cap="none" noProof="0" dirty="0">
                          <a:latin typeface="Times New Roman" panose="02020603050405020304"/>
                          <a:ea typeface="Times New Roman" panose="02020603050405020304"/>
                          <a:cs typeface="Times New Roman" panose="02020603050405020304"/>
                          <a:sym typeface="Times New Roman" panose="02020603050405020304"/>
                        </a:rPr>
                        <a:t>RESULTATS OBTENUS</a:t>
                      </a:r>
                    </a:p>
                  </a:txBody>
                  <a:tcPr marL="91451" marR="91451" marT="45725" marB="45725">
                    <a:solidFill>
                      <a:srgbClr val="92D050"/>
                    </a:solidFill>
                  </a:tcPr>
                </a:tc>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fr-FR" sz="1500" b="1" u="none" strike="noStrike" cap="none" noProof="0" dirty="0">
                          <a:latin typeface="Times New Roman" panose="02020603050405020304"/>
                          <a:ea typeface="Times New Roman" panose="02020603050405020304"/>
                          <a:cs typeface="Times New Roman" panose="02020603050405020304"/>
                        </a:rPr>
                        <a:t>OBSERVATIONS</a:t>
                      </a:r>
                      <a:endParaRPr lang="fr-FR" sz="1500" b="1" u="none" strike="noStrike" cap="none" noProof="0" dirty="0">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800"/>
                        <a:buFont typeface="Calibri" panose="020F0502020204030204"/>
                        <a:buNone/>
                      </a:pPr>
                      <a:endParaRPr lang="fr-FR" sz="1500" b="1" u="none" strike="noStrike" cap="none" noProof="0" dirty="0">
                        <a:latin typeface="Times New Roman" panose="02020603050405020304"/>
                        <a:ea typeface="Times New Roman" panose="02020603050405020304"/>
                        <a:cs typeface="Times New Roman" panose="02020603050405020304"/>
                        <a:sym typeface="Times New Roman" panose="02020603050405020304"/>
                      </a:endParaRPr>
                    </a:p>
                  </a:txBody>
                  <a:tcPr marL="91451" marR="91451" marT="45725" marB="45725">
                    <a:solidFill>
                      <a:srgbClr val="92D050"/>
                    </a:solidFill>
                  </a:tcPr>
                </a:tc>
                <a:extLst>
                  <a:ext uri="{0D108BD9-81ED-4DB2-BD59-A6C34878D82A}">
                    <a16:rowId xmlns:a16="http://schemas.microsoft.com/office/drawing/2014/main" val="10000"/>
                  </a:ext>
                </a:extLst>
              </a:tr>
              <a:tr h="2723837">
                <a:tc>
                  <a:txBody>
                    <a:bodyPr/>
                    <a:lstStyle/>
                    <a:p>
                      <a:pPr marL="0" marR="0" lvl="0" indent="0" algn="l" rtl="0">
                        <a:lnSpc>
                          <a:spcPct val="100000"/>
                        </a:lnSpc>
                        <a:spcBef>
                          <a:spcPts val="0"/>
                        </a:spcBef>
                        <a:spcAft>
                          <a:spcPts val="0"/>
                        </a:spcAft>
                        <a:buClr>
                          <a:schemeClr val="dk1"/>
                        </a:buClr>
                        <a:buSzPts val="1800"/>
                        <a:buFont typeface="Calibri" panose="020F0502020204030204"/>
                        <a:buNone/>
                      </a:pPr>
                      <a:endParaRPr lang="fr-FR" sz="1500" noProof="0" dirty="0"/>
                    </a:p>
                    <a:p>
                      <a:pPr marL="0" marR="0" lvl="0" indent="0" algn="l" rtl="0">
                        <a:lnSpc>
                          <a:spcPct val="100000"/>
                        </a:lnSpc>
                        <a:spcBef>
                          <a:spcPts val="0"/>
                        </a:spcBef>
                        <a:spcAft>
                          <a:spcPts val="0"/>
                        </a:spcAft>
                        <a:buClr>
                          <a:schemeClr val="dk1"/>
                        </a:buClr>
                        <a:buSzPts val="1800"/>
                        <a:buFont typeface="Calibri" panose="020F0502020204030204"/>
                        <a:buNone/>
                      </a:pPr>
                      <a:endParaRPr lang="fr-FR" sz="1500" noProof="0" dirty="0"/>
                    </a:p>
                    <a:p>
                      <a:pPr marL="0" marR="0" lvl="0" indent="0" algn="l" rtl="0">
                        <a:lnSpc>
                          <a:spcPct val="100000"/>
                        </a:lnSpc>
                        <a:spcBef>
                          <a:spcPts val="0"/>
                        </a:spcBef>
                        <a:spcAft>
                          <a:spcPts val="0"/>
                        </a:spcAft>
                        <a:buClr>
                          <a:schemeClr val="dk1"/>
                        </a:buClr>
                        <a:buSzPts val="1800"/>
                        <a:buFont typeface="Calibri" panose="020F0502020204030204"/>
                        <a:buNone/>
                      </a:pPr>
                      <a:endParaRPr lang="fr-FR" sz="1500" noProof="0" dirty="0"/>
                    </a:p>
                    <a:p>
                      <a:pPr marL="0" marR="0" lvl="0" indent="0" algn="l" rtl="0">
                        <a:lnSpc>
                          <a:spcPct val="100000"/>
                        </a:lnSpc>
                        <a:spcBef>
                          <a:spcPts val="0"/>
                        </a:spcBef>
                        <a:spcAft>
                          <a:spcPts val="0"/>
                        </a:spcAft>
                        <a:buClr>
                          <a:schemeClr val="dk1"/>
                        </a:buClr>
                        <a:buSzPts val="1800"/>
                        <a:buFont typeface="Calibri" panose="020F0502020204030204"/>
                        <a:buNone/>
                      </a:pPr>
                      <a:endParaRPr lang="fr-FR" sz="1500" noProof="0" dirty="0"/>
                    </a:p>
                    <a:p>
                      <a:pPr marL="0" marR="0" lvl="0" indent="0" algn="l" rtl="0">
                        <a:lnSpc>
                          <a:spcPct val="100000"/>
                        </a:lnSpc>
                        <a:spcBef>
                          <a:spcPts val="0"/>
                        </a:spcBef>
                        <a:spcAft>
                          <a:spcPts val="0"/>
                        </a:spcAft>
                        <a:buClr>
                          <a:schemeClr val="dk1"/>
                        </a:buClr>
                        <a:buSzPts val="1800"/>
                        <a:buFont typeface="Calibri" panose="020F0502020204030204"/>
                        <a:buNone/>
                      </a:pPr>
                      <a:endParaRPr lang="fr-FR" sz="1500" noProof="0" dirty="0"/>
                    </a:p>
                    <a:p>
                      <a:pPr marL="0" marR="0" lvl="0" indent="0" algn="l" rtl="0">
                        <a:lnSpc>
                          <a:spcPct val="100000"/>
                        </a:lnSpc>
                        <a:spcBef>
                          <a:spcPts val="0"/>
                        </a:spcBef>
                        <a:spcAft>
                          <a:spcPts val="0"/>
                        </a:spcAft>
                        <a:buClr>
                          <a:schemeClr val="dk1"/>
                        </a:buClr>
                        <a:buSzPts val="1800"/>
                        <a:buFont typeface="Calibri" panose="020F0502020204030204"/>
                        <a:buNone/>
                      </a:pPr>
                      <a:r>
                        <a:rPr lang="fr-FR" sz="1500" noProof="0" dirty="0"/>
                        <a:t>15</a:t>
                      </a:r>
                    </a:p>
                  </a:txBody>
                  <a:tcPr marL="91451" marR="91451" marT="45725" marB="45725"/>
                </a:tc>
                <a:tc>
                  <a:txBody>
                    <a:bodyPr/>
                    <a:lstStyle/>
                    <a:p>
                      <a:pPr algn="l" fontAlgn="ctr">
                        <a:buNone/>
                      </a:pPr>
                      <a:r>
                        <a:rPr lang="fr-FR" sz="1600" b="0" i="0" noProof="0" dirty="0">
                          <a:solidFill>
                            <a:srgbClr val="000000"/>
                          </a:solidFill>
                          <a:latin typeface="Arial" panose="020B0604020202020204"/>
                          <a:ea typeface="Arial" panose="020B0604020202020204"/>
                          <a:sym typeface="Arial" panose="020B0604020202020204"/>
                        </a:rPr>
                        <a:t>Apporter un appui technique et financier à la génération de la demande et l'engagement communautaire en faveur de l'introduction des nouveaux vaccins (VAP, RR et HPV) et des ripostes contre la Polio, la Rougeole, le Cholera, la campagne préventive contre la FJ, </a:t>
                      </a:r>
                      <a:r>
                        <a:rPr lang="fr-FR" sz="1600" b="0" i="0" noProof="0" dirty="0" err="1">
                          <a:solidFill>
                            <a:srgbClr val="000000"/>
                          </a:solidFill>
                          <a:latin typeface="Arial" panose="020B0604020202020204"/>
                          <a:ea typeface="Arial" panose="020B0604020202020204"/>
                          <a:sym typeface="Arial" panose="020B0604020202020204"/>
                        </a:rPr>
                        <a:t>Mpox</a:t>
                      </a:r>
                      <a:r>
                        <a:rPr lang="fr-FR" sz="1600" b="0" i="0" noProof="0" dirty="0">
                          <a:solidFill>
                            <a:srgbClr val="000000"/>
                          </a:solidFill>
                          <a:latin typeface="Arial" panose="020B0604020202020204"/>
                          <a:ea typeface="Arial" panose="020B0604020202020204"/>
                          <a:sym typeface="Arial" panose="020B0604020202020204"/>
                        </a:rPr>
                        <a:t>, etc.​</a:t>
                      </a:r>
                    </a:p>
                  </a:txBody>
                  <a:tcPr marL="10583" marR="10583" marT="10583" marB="0" anchor="ctr"/>
                </a:tc>
                <a:tc>
                  <a:txBody>
                    <a:bodyPr/>
                    <a:lstStyle/>
                    <a:p>
                      <a:pPr marL="7620" marR="0" lvl="0" indent="0" algn="l" rtl="0">
                        <a:lnSpc>
                          <a:spcPct val="100000"/>
                        </a:lnSpc>
                        <a:spcBef>
                          <a:spcPts val="0"/>
                        </a:spcBef>
                        <a:spcAft>
                          <a:spcPts val="0"/>
                        </a:spcAft>
                        <a:buClr>
                          <a:srgbClr val="000000"/>
                        </a:buClr>
                        <a:buFont typeface="Arial" panose="020B0604020202020204"/>
                        <a:buNone/>
                      </a:pPr>
                      <a:endParaRPr lang="fr-FR" sz="1600" b="0" i="0" u="none" strike="noStrike" cap="none" noProof="0" dirty="0">
                        <a:solidFill>
                          <a:srgbClr val="000000"/>
                        </a:solidFill>
                        <a:latin typeface="Arial" panose="020B0604020202020204"/>
                        <a:cs typeface="Arial"/>
                        <a:sym typeface="Arial" panose="020B0604020202020204"/>
                      </a:endParaRPr>
                    </a:p>
                    <a:p>
                      <a:pPr marL="7620" marR="0" lvl="0" indent="0" algn="l">
                        <a:lnSpc>
                          <a:spcPct val="100000"/>
                        </a:lnSpc>
                        <a:spcBef>
                          <a:spcPts val="0"/>
                        </a:spcBef>
                        <a:spcAft>
                          <a:spcPts val="0"/>
                        </a:spcAft>
                        <a:buFont typeface="Arial" panose="020B0604020202020204"/>
                        <a:buNone/>
                      </a:pPr>
                      <a:endParaRPr lang="fr-FR" sz="1600" b="0" i="0" u="none" strike="noStrike" cap="none" noProof="0" dirty="0">
                        <a:solidFill>
                          <a:srgbClr val="000000"/>
                        </a:solidFill>
                        <a:latin typeface="Arial" panose="020B0604020202020204"/>
                        <a:cs typeface="Arial"/>
                        <a:sym typeface="Arial" panose="020B0604020202020204"/>
                      </a:endParaRPr>
                    </a:p>
                    <a:p>
                      <a:pPr marL="7620" marR="0" lvl="0" indent="0" algn="l">
                        <a:lnSpc>
                          <a:spcPct val="100000"/>
                        </a:lnSpc>
                        <a:spcBef>
                          <a:spcPts val="0"/>
                        </a:spcBef>
                        <a:spcAft>
                          <a:spcPts val="0"/>
                        </a:spcAft>
                        <a:buFont typeface="Arial" panose="020B0604020202020204"/>
                        <a:buNone/>
                      </a:pPr>
                      <a:endParaRPr lang="fr-FR" sz="1600" b="0" i="0" u="none" strike="noStrike" cap="none" noProof="0" dirty="0">
                        <a:solidFill>
                          <a:srgbClr val="000000"/>
                        </a:solidFill>
                        <a:latin typeface="Arial" panose="020B0604020202020204"/>
                        <a:cs typeface="Arial"/>
                        <a:sym typeface="Arial" panose="020B0604020202020204"/>
                      </a:endParaRPr>
                    </a:p>
                    <a:p>
                      <a:pPr marL="7620" marR="0" lvl="0" indent="0" algn="l">
                        <a:lnSpc>
                          <a:spcPct val="100000"/>
                        </a:lnSpc>
                        <a:spcBef>
                          <a:spcPts val="0"/>
                        </a:spcBef>
                        <a:spcAft>
                          <a:spcPts val="0"/>
                        </a:spcAft>
                        <a:buFont typeface="Arial" panose="020B0604020202020204"/>
                        <a:buNone/>
                      </a:pPr>
                      <a:endParaRPr lang="fr-FR" sz="1600" b="0" i="0" u="none" strike="noStrike" cap="none" noProof="0" dirty="0">
                        <a:solidFill>
                          <a:srgbClr val="000000"/>
                        </a:solidFill>
                        <a:latin typeface="Arial" panose="020B0604020202020204"/>
                        <a:cs typeface="Arial"/>
                        <a:sym typeface="Arial" panose="020B0604020202020204"/>
                      </a:endParaRPr>
                    </a:p>
                    <a:p>
                      <a:pPr marL="7620" marR="0" lvl="0" indent="0" algn="l">
                        <a:lnSpc>
                          <a:spcPct val="100000"/>
                        </a:lnSpc>
                        <a:spcBef>
                          <a:spcPts val="0"/>
                        </a:spcBef>
                        <a:spcAft>
                          <a:spcPts val="0"/>
                        </a:spcAft>
                        <a:buFont typeface="Arial" panose="020B0604020202020204"/>
                        <a:buNone/>
                      </a:pPr>
                      <a:endParaRPr lang="fr-FR" sz="1600" b="0" i="0" u="none" strike="noStrike" cap="none" noProof="0" dirty="0">
                        <a:solidFill>
                          <a:srgbClr val="000000"/>
                        </a:solidFill>
                        <a:latin typeface="Arial" panose="020B0604020202020204"/>
                        <a:cs typeface="Arial"/>
                        <a:sym typeface="Arial" panose="020B0604020202020204"/>
                      </a:endParaRPr>
                    </a:p>
                    <a:p>
                      <a:pPr marL="7620" marR="0" lvl="0" indent="0" algn="l">
                        <a:lnSpc>
                          <a:spcPct val="100000"/>
                        </a:lnSpc>
                        <a:spcBef>
                          <a:spcPts val="0"/>
                        </a:spcBef>
                        <a:spcAft>
                          <a:spcPts val="0"/>
                        </a:spcAft>
                        <a:buFont typeface="Arial" panose="020B0604020202020204"/>
                        <a:buNone/>
                      </a:pPr>
                      <a:r>
                        <a:rPr lang="fr-FR" sz="1600" b="0" i="0" u="none" strike="noStrike" cap="none" noProof="0" dirty="0">
                          <a:solidFill>
                            <a:srgbClr val="000000"/>
                          </a:solidFill>
                          <a:latin typeface="Arial" panose="020B0604020202020204"/>
                          <a:cs typeface="Arial"/>
                          <a:sym typeface="Times New Roman" panose="02020603050405020304"/>
                        </a:rPr>
                        <a:t>Nombre de plans de com. élaborés et mis en œuvre</a:t>
                      </a:r>
                    </a:p>
                  </a:txBody>
                  <a:tcPr marL="0" marR="0" marT="0" marB="0"/>
                </a:tc>
                <a:tc>
                  <a:txBody>
                    <a:bodyPr/>
                    <a:lstStyle/>
                    <a:p>
                      <a:pPr marL="7620" marR="0" lvl="0" indent="0" algn="l" rtl="0">
                        <a:lnSpc>
                          <a:spcPct val="100000"/>
                        </a:lnSpc>
                        <a:spcBef>
                          <a:spcPts val="0"/>
                        </a:spcBef>
                        <a:spcAft>
                          <a:spcPts val="0"/>
                        </a:spcAft>
                        <a:buClr>
                          <a:srgbClr val="000000"/>
                        </a:buClr>
                        <a:buSzPts val="1100"/>
                        <a:buFont typeface="Arial" panose="020B0604020202020204"/>
                        <a:buNone/>
                      </a:pPr>
                      <a:endParaRPr lang="fr-FR" sz="1600" b="1" noProof="0" dirty="0">
                        <a:solidFill>
                          <a:srgbClr val="000000"/>
                        </a:solidFill>
                        <a:sym typeface="Arial" panose="020B0604020202020204"/>
                      </a:endParaRPr>
                    </a:p>
                    <a:p>
                      <a:pPr marL="7620" marR="0" lvl="0" indent="0" algn="l">
                        <a:lnSpc>
                          <a:spcPct val="100000"/>
                        </a:lnSpc>
                        <a:spcBef>
                          <a:spcPts val="0"/>
                        </a:spcBef>
                        <a:spcAft>
                          <a:spcPts val="0"/>
                        </a:spcAft>
                        <a:buSzPts val="1100"/>
                        <a:buFont typeface="Arial" panose="020B0604020202020204"/>
                        <a:buNone/>
                      </a:pPr>
                      <a:endParaRPr lang="fr-FR" sz="1600" b="1" noProof="0" dirty="0">
                        <a:solidFill>
                          <a:srgbClr val="000000"/>
                        </a:solidFill>
                        <a:sym typeface="Arial" panose="020B0604020202020204"/>
                      </a:endParaRPr>
                    </a:p>
                    <a:p>
                      <a:pPr marL="7620" marR="0" lvl="0" indent="0" algn="l">
                        <a:lnSpc>
                          <a:spcPct val="100000"/>
                        </a:lnSpc>
                        <a:spcBef>
                          <a:spcPts val="0"/>
                        </a:spcBef>
                        <a:spcAft>
                          <a:spcPts val="0"/>
                        </a:spcAft>
                        <a:buSzPts val="1100"/>
                        <a:buFont typeface="Arial" panose="020B0604020202020204"/>
                        <a:buNone/>
                      </a:pPr>
                      <a:endParaRPr lang="fr-FR" sz="1600" b="1" noProof="0" dirty="0">
                        <a:solidFill>
                          <a:srgbClr val="000000"/>
                        </a:solidFill>
                        <a:sym typeface="Arial" panose="020B0604020202020204"/>
                      </a:endParaRPr>
                    </a:p>
                    <a:p>
                      <a:pPr marL="7620" marR="0" lvl="0" indent="0" algn="l">
                        <a:lnSpc>
                          <a:spcPct val="100000"/>
                        </a:lnSpc>
                        <a:spcBef>
                          <a:spcPts val="0"/>
                        </a:spcBef>
                        <a:spcAft>
                          <a:spcPts val="0"/>
                        </a:spcAft>
                        <a:buSzPts val="1100"/>
                        <a:buFont typeface="Arial" panose="020B0604020202020204"/>
                        <a:buNone/>
                      </a:pPr>
                      <a:endParaRPr lang="fr-FR" sz="1600" b="1" noProof="0" dirty="0">
                        <a:solidFill>
                          <a:srgbClr val="000000"/>
                        </a:solidFill>
                        <a:sym typeface="Arial" panose="020B0604020202020204"/>
                      </a:endParaRPr>
                    </a:p>
                    <a:p>
                      <a:pPr marL="7620" marR="0" lvl="0" indent="0" algn="l">
                        <a:lnSpc>
                          <a:spcPct val="100000"/>
                        </a:lnSpc>
                        <a:spcBef>
                          <a:spcPts val="0"/>
                        </a:spcBef>
                        <a:spcAft>
                          <a:spcPts val="0"/>
                        </a:spcAft>
                        <a:buSzPts val="1100"/>
                        <a:buFont typeface="Arial" panose="020B0604020202020204"/>
                        <a:buNone/>
                      </a:pPr>
                      <a:endParaRPr lang="fr-FR" sz="1600" b="1" noProof="0" dirty="0">
                        <a:solidFill>
                          <a:srgbClr val="000000"/>
                        </a:solidFill>
                        <a:sym typeface="Arial" panose="020B0604020202020204"/>
                      </a:endParaRPr>
                    </a:p>
                    <a:p>
                      <a:pPr marL="7620" marR="0" lvl="0" indent="0" algn="l">
                        <a:lnSpc>
                          <a:spcPct val="100000"/>
                        </a:lnSpc>
                        <a:spcBef>
                          <a:spcPts val="0"/>
                        </a:spcBef>
                        <a:spcAft>
                          <a:spcPts val="0"/>
                        </a:spcAft>
                        <a:buSzPts val="1100"/>
                        <a:buFont typeface="Arial" panose="020B0604020202020204"/>
                        <a:buNone/>
                      </a:pPr>
                      <a:endParaRPr lang="fr-FR" sz="1600" b="1" noProof="0" dirty="0">
                        <a:solidFill>
                          <a:srgbClr val="000000"/>
                        </a:solidFill>
                        <a:sym typeface="Arial" panose="020B0604020202020204"/>
                      </a:endParaRPr>
                    </a:p>
                    <a:p>
                      <a:pPr marL="7620" marR="0" lvl="0" indent="0" algn="l">
                        <a:lnSpc>
                          <a:spcPct val="100000"/>
                        </a:lnSpc>
                        <a:spcBef>
                          <a:spcPts val="0"/>
                        </a:spcBef>
                        <a:spcAft>
                          <a:spcPts val="0"/>
                        </a:spcAft>
                        <a:buSzPts val="1100"/>
                        <a:buFont typeface="Arial" panose="020B0604020202020204"/>
                        <a:buNone/>
                      </a:pPr>
                      <a:r>
                        <a:rPr lang="fr-FR" sz="1600" b="1" noProof="0" dirty="0">
                          <a:solidFill>
                            <a:srgbClr val="000000"/>
                          </a:solidFill>
                          <a:sym typeface="Arial" panose="020B0604020202020204"/>
                        </a:rPr>
                        <a:t>Réalisée</a:t>
                      </a:r>
                      <a:endParaRPr lang="fr-FR" sz="1600" b="1" noProof="0" dirty="0">
                        <a:solidFill>
                          <a:srgbClr val="000000"/>
                        </a:solidFill>
                        <a:ea typeface="Arial" panose="020B0604020202020204"/>
                        <a:sym typeface="Arial" panose="020B0604020202020204"/>
                      </a:endParaRPr>
                    </a:p>
                    <a:p>
                      <a:pPr marL="7620" marR="0" lvl="0" indent="0" algn="l" rtl="0">
                        <a:lnSpc>
                          <a:spcPct val="100000"/>
                        </a:lnSpc>
                        <a:spcBef>
                          <a:spcPts val="0"/>
                        </a:spcBef>
                        <a:spcAft>
                          <a:spcPts val="0"/>
                        </a:spcAft>
                        <a:buClr>
                          <a:srgbClr val="000000"/>
                        </a:buClr>
                        <a:buSzPts val="1100"/>
                        <a:buFont typeface="Arial" panose="020B0604020202020204"/>
                        <a:buNone/>
                      </a:pPr>
                      <a:endParaRPr lang="fr-FR" sz="1600" b="1" i="0" u="none" strike="noStrike" cap="none" noProof="0" dirty="0">
                        <a:solidFill>
                          <a:srgbClr val="000000"/>
                        </a:solidFill>
                        <a:ea typeface="Arial" panose="020B0604020202020204"/>
                        <a:sym typeface="Arial" panose="020B0604020202020204"/>
                      </a:endParaRPr>
                    </a:p>
                  </a:txBody>
                  <a:tcPr marL="91451" marR="91451" marT="45725" marB="45725">
                    <a:solidFill>
                      <a:srgbClr val="00B050"/>
                    </a:solidFill>
                  </a:tcPr>
                </a:tc>
                <a:tc>
                  <a:txBody>
                    <a:bodyPr/>
                    <a:lstStyle/>
                    <a:p>
                      <a:pPr marL="0" marR="0" lvl="0" indent="0" algn="l" rtl="0">
                        <a:lnSpc>
                          <a:spcPct val="100000"/>
                        </a:lnSpc>
                        <a:spcBef>
                          <a:spcPts val="0"/>
                        </a:spcBef>
                        <a:spcAft>
                          <a:spcPts val="0"/>
                        </a:spcAft>
                        <a:buClr>
                          <a:schemeClr val="accent6"/>
                        </a:buClr>
                        <a:buSzPts val="1100"/>
                        <a:buFont typeface="Arial" panose="020B0604020202020204"/>
                        <a:buNone/>
                      </a:pPr>
                      <a:endParaRPr lang="fr-FR" sz="1400" b="0" i="0" u="none" strike="noStrike" cap="none" noProof="0" dirty="0">
                        <a:solidFill>
                          <a:srgbClr val="000000"/>
                        </a:solidFill>
                        <a:latin typeface="Arial" panose="020B0604020202020204"/>
                        <a:ea typeface="+mn-ea"/>
                        <a:cs typeface="Arial"/>
                        <a:sym typeface="Arial" panose="020B0604020202020204"/>
                      </a:endParaRPr>
                    </a:p>
                    <a:p>
                      <a:pPr marL="0" marR="0" lvl="0" indent="0" algn="l" rtl="0">
                        <a:lnSpc>
                          <a:spcPct val="100000"/>
                        </a:lnSpc>
                        <a:spcBef>
                          <a:spcPts val="0"/>
                        </a:spcBef>
                        <a:spcAft>
                          <a:spcPts val="0"/>
                        </a:spcAft>
                        <a:buClr>
                          <a:schemeClr val="accent6"/>
                        </a:buClr>
                        <a:buSzPts val="1100"/>
                        <a:buFont typeface="Arial" panose="020B0604020202020204"/>
                        <a:buNone/>
                      </a:pPr>
                      <a:endParaRPr lang="fr-FR" sz="1400" b="0" i="0" u="none" strike="noStrike" cap="none" noProof="0" dirty="0">
                        <a:solidFill>
                          <a:srgbClr val="000000"/>
                        </a:solidFill>
                        <a:latin typeface="Arial" panose="020B0604020202020204"/>
                        <a:ea typeface="+mn-ea"/>
                        <a:cs typeface="Arial"/>
                        <a:sym typeface="Arial" panose="020B0604020202020204"/>
                      </a:endParaRPr>
                    </a:p>
                    <a:p>
                      <a:pPr marL="0" marR="0" lvl="0" indent="0" algn="l" rtl="0">
                        <a:lnSpc>
                          <a:spcPct val="100000"/>
                        </a:lnSpc>
                        <a:spcBef>
                          <a:spcPts val="0"/>
                        </a:spcBef>
                        <a:spcAft>
                          <a:spcPts val="0"/>
                        </a:spcAft>
                        <a:buClr>
                          <a:schemeClr val="accent6"/>
                        </a:buClr>
                        <a:buSzPts val="1100"/>
                        <a:buFont typeface="Arial" panose="020B0604020202020204"/>
                        <a:buNone/>
                      </a:pPr>
                      <a:endParaRPr lang="fr-FR" sz="1400" b="0" i="0" u="none" strike="noStrike" cap="none" noProof="0" dirty="0">
                        <a:solidFill>
                          <a:srgbClr val="000000"/>
                        </a:solidFill>
                        <a:latin typeface="Arial" panose="020B0604020202020204"/>
                        <a:ea typeface="+mn-ea"/>
                        <a:cs typeface="Arial"/>
                        <a:sym typeface="Arial" panose="020B0604020202020204"/>
                      </a:endParaRPr>
                    </a:p>
                    <a:p>
                      <a:pPr marL="0" marR="0" lvl="0" indent="0" algn="l" rtl="0">
                        <a:lnSpc>
                          <a:spcPct val="100000"/>
                        </a:lnSpc>
                        <a:spcBef>
                          <a:spcPts val="0"/>
                        </a:spcBef>
                        <a:spcAft>
                          <a:spcPts val="0"/>
                        </a:spcAft>
                        <a:buClr>
                          <a:schemeClr val="accent6"/>
                        </a:buClr>
                        <a:buSzPts val="1100"/>
                        <a:buFont typeface="Arial" panose="020B0604020202020204"/>
                        <a:buNone/>
                      </a:pPr>
                      <a:endParaRPr lang="fr-FR" sz="1400" b="0" i="0" u="none" strike="noStrike" cap="none" noProof="0" dirty="0">
                        <a:solidFill>
                          <a:srgbClr val="000000"/>
                        </a:solidFill>
                        <a:latin typeface="Arial" panose="020B0604020202020204"/>
                        <a:ea typeface="+mn-ea"/>
                        <a:cs typeface="Arial"/>
                        <a:sym typeface="Arial" panose="020B0604020202020204"/>
                      </a:endParaRPr>
                    </a:p>
                    <a:p>
                      <a:pPr marL="0" marR="0" lvl="0" indent="0" algn="l" rtl="0">
                        <a:lnSpc>
                          <a:spcPct val="100000"/>
                        </a:lnSpc>
                        <a:spcBef>
                          <a:spcPts val="0"/>
                        </a:spcBef>
                        <a:spcAft>
                          <a:spcPts val="0"/>
                        </a:spcAft>
                        <a:buClr>
                          <a:schemeClr val="accent6"/>
                        </a:buClr>
                        <a:buSzPts val="1100"/>
                        <a:buFont typeface="Arial" panose="020B0604020202020204"/>
                        <a:buNone/>
                      </a:pPr>
                      <a:endParaRPr lang="fr-FR" sz="1400" b="0" i="0" u="none" strike="noStrike" cap="none" noProof="0" dirty="0">
                        <a:solidFill>
                          <a:srgbClr val="000000"/>
                        </a:solidFill>
                        <a:latin typeface="Arial" panose="020B0604020202020204"/>
                        <a:ea typeface="+mn-ea"/>
                        <a:cs typeface="Arial"/>
                        <a:sym typeface="Arial" panose="020B0604020202020204"/>
                      </a:endParaRPr>
                    </a:p>
                    <a:p>
                      <a:pPr marL="0" marR="0" lvl="0" indent="0" algn="l" rtl="0">
                        <a:lnSpc>
                          <a:spcPct val="100000"/>
                        </a:lnSpc>
                        <a:spcBef>
                          <a:spcPts val="0"/>
                        </a:spcBef>
                        <a:spcAft>
                          <a:spcPts val="0"/>
                        </a:spcAft>
                        <a:buClr>
                          <a:schemeClr val="accent6"/>
                        </a:buClr>
                        <a:buSzPts val="1100"/>
                        <a:buFont typeface="Arial" panose="020B0604020202020204"/>
                        <a:buNone/>
                      </a:pPr>
                      <a:r>
                        <a:rPr lang="fr-FR" sz="1400" b="0" i="0" u="none" strike="noStrike" cap="none" noProof="0" dirty="0">
                          <a:solidFill>
                            <a:srgbClr val="000000"/>
                          </a:solidFill>
                          <a:latin typeface="Arial" panose="020B0604020202020204"/>
                          <a:ea typeface="+mn-ea"/>
                          <a:cs typeface="Arial"/>
                          <a:sym typeface="Arial" panose="020B0604020202020204"/>
                        </a:rPr>
                        <a:t>8/8 plans de communication </a:t>
                      </a:r>
                      <a:r>
                        <a:rPr lang="fr-FR" sz="1400" b="0" i="0" u="none" strike="noStrike" cap="none" noProof="0" dirty="0">
                          <a:solidFill>
                            <a:srgbClr val="000000"/>
                          </a:solidFill>
                          <a:latin typeface="Arial" panose="020B0604020202020204"/>
                          <a:ea typeface="+mn-ea"/>
                          <a:cs typeface="Arial"/>
                        </a:rPr>
                        <a:t>disponibles</a:t>
                      </a:r>
                      <a:endParaRPr lang="fr-FR" sz="1400" b="0" i="0" u="none" strike="noStrike" cap="none" noProof="0" dirty="0">
                        <a:solidFill>
                          <a:srgbClr val="000000"/>
                        </a:solidFill>
                        <a:latin typeface="Arial" panose="020B0604020202020204"/>
                        <a:ea typeface="+mn-ea"/>
                        <a:cs typeface="Arial"/>
                        <a:sym typeface="Arial" panose="020B0604020202020204"/>
                      </a:endParaRPr>
                    </a:p>
                    <a:p>
                      <a:pPr marL="0" marR="0" lvl="0" indent="0" algn="l">
                        <a:lnSpc>
                          <a:spcPct val="100000"/>
                        </a:lnSpc>
                        <a:spcBef>
                          <a:spcPts val="0"/>
                        </a:spcBef>
                        <a:spcAft>
                          <a:spcPts val="0"/>
                        </a:spcAft>
                        <a:buNone/>
                      </a:pPr>
                      <a:endParaRPr lang="fr-FR" sz="1400" b="0" i="0" u="none" strike="noStrike" cap="none" noProof="0" dirty="0">
                        <a:solidFill>
                          <a:srgbClr val="000000"/>
                        </a:solidFill>
                        <a:latin typeface="Arial" panose="020B0604020202020204"/>
                        <a:ea typeface="+mn-ea"/>
                        <a:cs typeface="Arial"/>
                        <a:sym typeface="Arial" panose="020B0604020202020204"/>
                      </a:endParaRPr>
                    </a:p>
                  </a:txBody>
                  <a:tcPr marL="91451" marR="91451" marT="45725" marB="45725"/>
                </a:tc>
                <a:tc>
                  <a:txBody>
                    <a:bodyPr/>
                    <a:lstStyle/>
                    <a:p>
                      <a:pPr marL="342900" marR="0" lvl="0" indent="-342900" algn="l">
                        <a:lnSpc>
                          <a:spcPct val="100000"/>
                        </a:lnSpc>
                        <a:spcBef>
                          <a:spcPts val="0"/>
                        </a:spcBef>
                        <a:spcAft>
                          <a:spcPts val="0"/>
                        </a:spcAft>
                        <a:buClr>
                          <a:srgbClr val="000000"/>
                        </a:buClr>
                        <a:buSzPts val="1800"/>
                        <a:buFont typeface="Arial" panose="020F0502020204030204"/>
                        <a:buChar char="•"/>
                      </a:pPr>
                      <a:endParaRPr lang="fr-FR" sz="1400" b="0" i="0" u="none" strike="noStrike" cap="none" noProof="0" dirty="0">
                        <a:solidFill>
                          <a:srgbClr val="000000"/>
                        </a:solidFill>
                        <a:latin typeface="Arial"/>
                        <a:sym typeface="Arial" panose="020B0604020202020204"/>
                      </a:endParaRPr>
                    </a:p>
                  </a:txBody>
                  <a:tcPr marL="91451" marR="91451" marT="45725" marB="45725"/>
                </a:tc>
                <a:extLst>
                  <a:ext uri="{0D108BD9-81ED-4DB2-BD59-A6C34878D82A}">
                    <a16:rowId xmlns:a16="http://schemas.microsoft.com/office/drawing/2014/main" val="10001"/>
                  </a:ext>
                </a:extLst>
              </a:tr>
              <a:tr h="2025208">
                <a:tc>
                  <a:txBody>
                    <a:bodyPr/>
                    <a:lstStyle/>
                    <a:p>
                      <a:pPr marL="0" marR="0" lvl="0" indent="0" algn="l" rtl="0">
                        <a:lnSpc>
                          <a:spcPct val="100000"/>
                        </a:lnSpc>
                        <a:spcBef>
                          <a:spcPts val="0"/>
                        </a:spcBef>
                        <a:spcAft>
                          <a:spcPts val="0"/>
                        </a:spcAft>
                        <a:buClr>
                          <a:schemeClr val="dk1"/>
                        </a:buClr>
                        <a:buSzPts val="1800"/>
                        <a:buFont typeface="Calibri" panose="020F0502020204030204"/>
                        <a:buNone/>
                      </a:pPr>
                      <a:r>
                        <a:rPr lang="fr-FR" sz="1500" u="none" strike="noStrike" cap="none" noProof="0" dirty="0">
                          <a:latin typeface="Times New Roman" panose="02020603050405020304"/>
                          <a:ea typeface="Times New Roman" panose="02020603050405020304"/>
                          <a:cs typeface="Times New Roman" panose="02020603050405020304"/>
                          <a:sym typeface="Times New Roman" panose="02020603050405020304"/>
                        </a:rPr>
                        <a:t>16</a:t>
                      </a:r>
                      <a:endParaRPr lang="fr-FR" sz="1500" noProof="0" dirty="0"/>
                    </a:p>
                  </a:txBody>
                  <a:tcPr marL="91451" marR="91451" marT="45725" marB="45725"/>
                </a:tc>
                <a:tc>
                  <a:txBody>
                    <a:bodyPr/>
                    <a:lstStyle/>
                    <a:p>
                      <a:pPr algn="l" fontAlgn="ctr">
                        <a:buSzTx/>
                      </a:pPr>
                      <a:r>
                        <a:rPr lang="fr-FR" sz="1600" b="0" i="0" noProof="0" dirty="0">
                          <a:solidFill>
                            <a:srgbClr val="000000"/>
                          </a:solidFill>
                          <a:latin typeface="Arial" panose="020B0604020202020204"/>
                          <a:ea typeface="Arial" panose="020B0604020202020204"/>
                          <a:sym typeface="Arial" panose="020B0604020202020204"/>
                        </a:rPr>
                        <a:t>Organiser les réunions hebdomadaires de la générations de la demande et engagements communautaire au niveau central pour le suivi des activités ​</a:t>
                      </a:r>
                    </a:p>
                  </a:txBody>
                  <a:tcPr marL="10583" marR="10583" marT="10583" marB="0" anchor="ctr"/>
                </a:tc>
                <a:tc>
                  <a:txBody>
                    <a:bodyPr/>
                    <a:lstStyle/>
                    <a:p>
                      <a:pPr marL="7620" marR="0" lvl="0" indent="0" algn="l" rtl="0">
                        <a:lnSpc>
                          <a:spcPct val="100000"/>
                        </a:lnSpc>
                        <a:spcBef>
                          <a:spcPts val="0"/>
                        </a:spcBef>
                        <a:spcAft>
                          <a:spcPts val="0"/>
                        </a:spcAft>
                        <a:buClr>
                          <a:srgbClr val="000000"/>
                        </a:buClr>
                        <a:buFont typeface="Arial" panose="020B0604020202020204"/>
                        <a:buNone/>
                      </a:pPr>
                      <a:r>
                        <a:rPr lang="fr-FR" sz="1500" b="0" i="0" u="none" strike="noStrike" cap="none" noProof="0" dirty="0">
                          <a:solidFill>
                            <a:srgbClr val="000000"/>
                          </a:solidFill>
                          <a:latin typeface="Arial" panose="020B0604020202020204"/>
                          <a:cs typeface="Arial"/>
                          <a:sym typeface="Times New Roman" panose="02020603050405020304"/>
                        </a:rPr>
                        <a:t>Nbre de réunions </a:t>
                      </a:r>
                      <a:r>
                        <a:rPr lang="fr-FR" sz="1500" b="0" i="0" u="none" strike="noStrike" cap="none" noProof="0" dirty="0" err="1">
                          <a:solidFill>
                            <a:srgbClr val="000000"/>
                          </a:solidFill>
                          <a:latin typeface="Arial" panose="020B0604020202020204"/>
                          <a:cs typeface="Arial"/>
                          <a:sym typeface="Times New Roman" panose="02020603050405020304"/>
                        </a:rPr>
                        <a:t>rélisées</a:t>
                      </a:r>
                      <a:r>
                        <a:rPr lang="fr-FR" sz="1500" b="0" i="0" u="none" strike="noStrike" cap="none" noProof="0" dirty="0">
                          <a:solidFill>
                            <a:srgbClr val="000000"/>
                          </a:solidFill>
                          <a:latin typeface="Arial" panose="020B0604020202020204"/>
                          <a:cs typeface="Arial"/>
                          <a:sym typeface="Times New Roman" panose="02020603050405020304"/>
                        </a:rPr>
                        <a:t> </a:t>
                      </a:r>
                    </a:p>
                  </a:txBody>
                  <a:tcPr marL="0" marR="0" marT="0" marB="0"/>
                </a:tc>
                <a:tc>
                  <a:txBody>
                    <a:bodyPr/>
                    <a:lstStyle/>
                    <a:p>
                      <a:pPr marL="7620" marR="0" lvl="0" indent="0" algn="l" rtl="0">
                        <a:lnSpc>
                          <a:spcPct val="100000"/>
                        </a:lnSpc>
                        <a:spcBef>
                          <a:spcPts val="0"/>
                        </a:spcBef>
                        <a:spcAft>
                          <a:spcPts val="0"/>
                        </a:spcAft>
                        <a:buClr>
                          <a:srgbClr val="000000"/>
                        </a:buClr>
                        <a:buSzPts val="1100"/>
                        <a:buFont typeface="Arial" panose="020B0604020202020204"/>
                        <a:buNone/>
                      </a:pPr>
                      <a:r>
                        <a:rPr lang="fr-FR" sz="1600" b="1" i="0" u="none" strike="noStrike" cap="none" noProof="0" dirty="0">
                          <a:solidFill>
                            <a:srgbClr val="FF0000"/>
                          </a:solidFill>
                          <a:latin typeface="Times New Roman"/>
                          <a:ea typeface="Arial" panose="020B0604020202020204"/>
                          <a:cs typeface="Times New Roman"/>
                          <a:sym typeface="Arial" panose="020B0604020202020204"/>
                        </a:rPr>
                        <a:t>  </a:t>
                      </a:r>
                    </a:p>
                    <a:p>
                      <a:pPr marL="7620" marR="0" lvl="0" indent="0" algn="l" rtl="0">
                        <a:lnSpc>
                          <a:spcPct val="100000"/>
                        </a:lnSpc>
                        <a:spcBef>
                          <a:spcPts val="0"/>
                        </a:spcBef>
                        <a:spcAft>
                          <a:spcPts val="0"/>
                        </a:spcAft>
                        <a:buClr>
                          <a:srgbClr val="000000"/>
                        </a:buClr>
                        <a:buSzPts val="1100"/>
                        <a:buFont typeface="Arial" panose="020B0604020202020204"/>
                        <a:buNone/>
                      </a:pPr>
                      <a:r>
                        <a:rPr lang="fr-FR" sz="1600" b="1" noProof="0" dirty="0">
                          <a:solidFill>
                            <a:srgbClr val="000000"/>
                          </a:solidFill>
                          <a:sym typeface="Arial" panose="020B0604020202020204"/>
                        </a:rPr>
                        <a:t>Réalisée</a:t>
                      </a:r>
                      <a:endParaRPr lang="fr-FR" sz="1600" b="1" noProof="0" dirty="0">
                        <a:solidFill>
                          <a:srgbClr val="000000"/>
                        </a:solidFill>
                        <a:ea typeface="Arial" panose="020B0604020202020204"/>
                        <a:sym typeface="Arial" panose="020B0604020202020204"/>
                      </a:endParaRPr>
                    </a:p>
                    <a:p>
                      <a:pPr marL="7620" marR="0" lvl="0" indent="0" algn="l" rtl="0">
                        <a:lnSpc>
                          <a:spcPct val="100000"/>
                        </a:lnSpc>
                        <a:spcBef>
                          <a:spcPts val="0"/>
                        </a:spcBef>
                        <a:spcAft>
                          <a:spcPts val="0"/>
                        </a:spcAft>
                        <a:buClr>
                          <a:srgbClr val="000000"/>
                        </a:buClr>
                        <a:buSzPts val="1100"/>
                        <a:buFont typeface="Arial" panose="020B0604020202020204"/>
                        <a:buNone/>
                      </a:pPr>
                      <a:endParaRPr lang="fr-FR" sz="1600" b="1" i="0" u="none" strike="noStrike" cap="none" noProof="0" dirty="0">
                        <a:solidFill>
                          <a:srgbClr val="FF0000"/>
                        </a:solidFill>
                        <a:latin typeface="Times New Roman"/>
                        <a:ea typeface="Arial" panose="020B0604020202020204"/>
                        <a:cs typeface="Times New Roman"/>
                        <a:sym typeface="Arial" panose="020B0604020202020204"/>
                      </a:endParaRPr>
                    </a:p>
                  </a:txBody>
                  <a:tcPr marL="91451" marR="91451" marT="45725" marB="45725">
                    <a:solidFill>
                      <a:srgbClr val="00B050"/>
                    </a:solidFill>
                  </a:tcPr>
                </a:tc>
                <a:tc>
                  <a:txBody>
                    <a:bodyPr/>
                    <a:lstStyle/>
                    <a:p>
                      <a:pPr marL="0" marR="0" lvl="0" indent="0" algn="l">
                        <a:lnSpc>
                          <a:spcPct val="100000"/>
                        </a:lnSpc>
                        <a:spcBef>
                          <a:spcPts val="0"/>
                        </a:spcBef>
                        <a:spcAft>
                          <a:spcPts val="0"/>
                        </a:spcAft>
                        <a:buSzPts val="1100"/>
                        <a:buFont typeface="Arial" panose="020B0604020202020204"/>
                        <a:buNone/>
                      </a:pPr>
                      <a:endParaRPr lang="fr-FR" sz="1400" b="0" i="0" u="none" strike="noStrike" cap="none" noProof="0" dirty="0">
                        <a:solidFill>
                          <a:srgbClr val="000000"/>
                        </a:solidFill>
                        <a:latin typeface="Arial" panose="020B0604020202020204"/>
                        <a:ea typeface="+mn-ea"/>
                        <a:cs typeface="Arial"/>
                        <a:sym typeface="Arial" panose="020B0604020202020204"/>
                      </a:endParaRPr>
                    </a:p>
                    <a:p>
                      <a:pPr marL="0" marR="0" lvl="0" algn="l" rtl="0">
                        <a:lnSpc>
                          <a:spcPct val="100000"/>
                        </a:lnSpc>
                        <a:spcBef>
                          <a:spcPts val="0"/>
                        </a:spcBef>
                        <a:spcAft>
                          <a:spcPts val="0"/>
                        </a:spcAft>
                        <a:buClr>
                          <a:schemeClr val="accent6"/>
                        </a:buClr>
                        <a:buSzPts val="1100"/>
                        <a:buFont typeface="Arial" panose="020B0604020202020204"/>
                        <a:buNone/>
                      </a:pPr>
                      <a:r>
                        <a:rPr lang="fr-FR" sz="1400" b="0" i="0" u="none" strike="noStrike" cap="none" noProof="0" dirty="0">
                          <a:solidFill>
                            <a:srgbClr val="000000"/>
                          </a:solidFill>
                          <a:latin typeface="Arial" panose="020B0604020202020204"/>
                          <a:ea typeface="+mn-ea"/>
                          <a:cs typeface="Arial"/>
                          <a:sym typeface="Arial" panose="020B0604020202020204"/>
                        </a:rPr>
                        <a:t>Plus de 40 réunions tenues à ce jour</a:t>
                      </a:r>
                    </a:p>
                  </a:txBody>
                  <a:tcPr marL="91451" marR="91451" marT="45725" marB="45725"/>
                </a:tc>
                <a:tc>
                  <a:txBody>
                    <a:bodyPr/>
                    <a:lstStyle/>
                    <a:p>
                      <a:pPr marL="0" marR="0" lvl="0" indent="0" algn="l" rtl="0">
                        <a:lnSpc>
                          <a:spcPct val="100000"/>
                        </a:lnSpc>
                        <a:spcBef>
                          <a:spcPts val="0"/>
                        </a:spcBef>
                        <a:spcAft>
                          <a:spcPts val="0"/>
                        </a:spcAft>
                        <a:buClr>
                          <a:schemeClr val="dk1"/>
                        </a:buClr>
                        <a:buSzPts val="1800"/>
                        <a:buFont typeface="Calibri" panose="020F0502020204030204"/>
                        <a:buNone/>
                      </a:pPr>
                      <a:endParaRPr lang="fr-FR" sz="1400" b="0" i="0" u="none" strike="noStrike" cap="none" noProof="0" dirty="0">
                        <a:solidFill>
                          <a:srgbClr val="000000"/>
                        </a:solidFill>
                        <a:latin typeface="Arial" panose="020B0604020202020204"/>
                        <a:ea typeface="+mn-ea"/>
                        <a:cs typeface="Arial"/>
                        <a:sym typeface="Arial" panose="020B0604020202020204"/>
                      </a:endParaRPr>
                    </a:p>
                    <a:p>
                      <a:pPr marL="0" marR="0" lvl="0" indent="0" algn="l" rtl="0">
                        <a:lnSpc>
                          <a:spcPct val="100000"/>
                        </a:lnSpc>
                        <a:spcBef>
                          <a:spcPts val="0"/>
                        </a:spcBef>
                        <a:spcAft>
                          <a:spcPts val="0"/>
                        </a:spcAft>
                        <a:buClr>
                          <a:schemeClr val="dk1"/>
                        </a:buClr>
                        <a:buSzPts val="1800"/>
                        <a:buFont typeface="Calibri" panose="020F0502020204030204"/>
                        <a:buNone/>
                      </a:pPr>
                      <a:endParaRPr lang="fr-FR" sz="1400" b="0" i="0" u="none" strike="noStrike" cap="none" noProof="0" dirty="0">
                        <a:solidFill>
                          <a:srgbClr val="000000"/>
                        </a:solidFill>
                        <a:latin typeface="Arial" panose="020B0604020202020204"/>
                        <a:ea typeface="+mn-ea"/>
                        <a:cs typeface="Arial"/>
                        <a:sym typeface="Arial" panose="020B0604020202020204"/>
                      </a:endParaRPr>
                    </a:p>
                    <a:p>
                      <a:pPr marL="0" marR="0" lvl="0" indent="0" algn="l" rtl="0">
                        <a:lnSpc>
                          <a:spcPct val="100000"/>
                        </a:lnSpc>
                        <a:spcBef>
                          <a:spcPts val="0"/>
                        </a:spcBef>
                        <a:spcAft>
                          <a:spcPts val="0"/>
                        </a:spcAft>
                        <a:buClr>
                          <a:schemeClr val="dk1"/>
                        </a:buClr>
                        <a:buSzPts val="1800"/>
                        <a:buFont typeface="Calibri" panose="020F0502020204030204"/>
                        <a:buNone/>
                      </a:pPr>
                      <a:endParaRPr lang="fr-FR" sz="1400" b="0" i="0" u="none" strike="noStrike" cap="none" noProof="0" dirty="0">
                        <a:solidFill>
                          <a:srgbClr val="000000"/>
                        </a:solidFill>
                        <a:latin typeface="Arial" panose="020B0604020202020204"/>
                        <a:ea typeface="+mn-ea"/>
                        <a:cs typeface="Arial"/>
                        <a:sym typeface="Arial" panose="020B0604020202020204"/>
                      </a:endParaRPr>
                    </a:p>
                  </a:txBody>
                  <a:tcPr marL="91451" marR="91451" marT="45725" marB="45725"/>
                </a:tc>
                <a:extLst>
                  <a:ext uri="{0D108BD9-81ED-4DB2-BD59-A6C34878D82A}">
                    <a16:rowId xmlns:a16="http://schemas.microsoft.com/office/drawing/2014/main" val="10002"/>
                  </a:ext>
                </a:extLst>
              </a:tr>
            </a:tbl>
          </a:graphicData>
        </a:graphic>
      </p:graphicFrame>
      <p:sp>
        <p:nvSpPr>
          <p:cNvPr id="5" name="Google Shape;186;p6">
            <a:extLst>
              <a:ext uri="{FF2B5EF4-FFF2-40B4-BE49-F238E27FC236}">
                <a16:creationId xmlns:a16="http://schemas.microsoft.com/office/drawing/2014/main" id="{7745FB94-8FC9-083F-86B4-B72355F7895E}"/>
              </a:ext>
            </a:extLst>
          </p:cNvPr>
          <p:cNvSpPr txBox="1">
            <a:spLocks/>
          </p:cNvSpPr>
          <p:nvPr/>
        </p:nvSpPr>
        <p:spPr>
          <a:xfrm>
            <a:off x="48381" y="9907"/>
            <a:ext cx="12143619" cy="630766"/>
          </a:xfrm>
          <a:prstGeom prst="rect">
            <a:avLst/>
          </a:prstGeom>
          <a:solidFill>
            <a:schemeClr val="accent1">
              <a:lumMod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defTabSz="914400"/>
            <a:r>
              <a:rPr lang="fr-FR" sz="2800" b="1" kern="0" noProof="0" dirty="0">
                <a:solidFill>
                  <a:schemeClr val="bg1"/>
                </a:solidFill>
                <a:ea typeface="Times New Roman" panose="02020603050405020304"/>
              </a:rPr>
              <a:t>3.Evaluation activités Génération Demande 2025 : MOSO( 10/10) </a:t>
            </a:r>
            <a:endParaRPr lang="fr-FR" sz="2800" kern="0" noProof="0" dirty="0">
              <a:solidFill>
                <a:schemeClr val="bg1"/>
              </a:solidFill>
              <a:latin typeface="Times New Roman" panose="02020603050405020304"/>
              <a:ea typeface="Times New Roman" panose="02020603050405020304"/>
              <a:cs typeface="Times New Roman" panose="02020603050405020304"/>
            </a:endParaRPr>
          </a:p>
        </p:txBody>
      </p:sp>
    </p:spTree>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7"/>
          <p:cNvSpPr txBox="1">
            <a:spLocks noGrp="1"/>
          </p:cNvSpPr>
          <p:nvPr>
            <p:ph type="title"/>
          </p:nvPr>
        </p:nvSpPr>
        <p:spPr>
          <a:xfrm>
            <a:off x="776846" y="5904049"/>
            <a:ext cx="10962444" cy="373370"/>
          </a:xfrm>
          <a:prstGeom prst="rect">
            <a:avLst/>
          </a:prstGeom>
        </p:spPr>
        <p:txBody>
          <a:bodyPr spcFirstLastPara="1" wrap="square" lIns="121900" tIns="121900" rIns="121900" bIns="121900" anchor="t" anchorCtr="0">
            <a:noAutofit/>
          </a:bodyPr>
          <a:lstStyle/>
          <a:p>
            <a:pPr>
              <a:buSzPts val="891"/>
            </a:pPr>
            <a:r>
              <a:rPr lang="fr-FR" sz="1400" b="1" noProof="0" dirty="0">
                <a:solidFill>
                  <a:srgbClr val="0070C0"/>
                </a:solidFill>
                <a:latin typeface="+mj-lt"/>
                <a:ea typeface="Source Serif Pro"/>
                <a:cs typeface="Source Serif Pro"/>
                <a:sym typeface="Source Serif Pro"/>
              </a:rPr>
              <a:t>23 provinces comptent plus de la moitié de leurs CAC actives . Et 20 provinces possèdent des CAC et CODESA avec AGR .</a:t>
            </a:r>
          </a:p>
          <a:p>
            <a:pPr>
              <a:buSzPts val="891"/>
            </a:pPr>
            <a:endParaRPr lang="fr-FR" sz="1400" noProof="0" dirty="0">
              <a:solidFill>
                <a:srgbClr val="0070C0"/>
              </a:solidFill>
              <a:latin typeface="+mj-lt"/>
              <a:ea typeface="Source Serif Pro"/>
              <a:cs typeface="Source Serif Pro"/>
              <a:sym typeface="Source Serif Pro"/>
            </a:endParaRPr>
          </a:p>
        </p:txBody>
      </p:sp>
      <p:sp>
        <p:nvSpPr>
          <p:cNvPr id="117" name="Google Shape;117;p17"/>
          <p:cNvSpPr txBox="1">
            <a:spLocks noGrp="1"/>
          </p:cNvSpPr>
          <p:nvPr>
            <p:ph type="sldNum" idx="12"/>
          </p:nvPr>
        </p:nvSpPr>
        <p:spPr>
          <a:xfrm>
            <a:off x="11658600" y="6496067"/>
            <a:ext cx="228400" cy="166000"/>
          </a:xfrm>
          <a:prstGeom prst="rect">
            <a:avLst/>
          </a:prstGeom>
        </p:spPr>
        <p:txBody>
          <a:bodyPr spcFirstLastPara="1" wrap="square" lIns="0" tIns="0" rIns="0" bIns="0" anchor="ctr" anchorCtr="0">
            <a:noAutofit/>
          </a:bodyPr>
          <a:lstStyle/>
          <a:p>
            <a:fld id="{00000000-1234-1234-1234-123412341234}" type="slidenum">
              <a:rPr lang="fr-FR" noProof="0" smtClean="0"/>
              <a:pPr/>
              <a:t>14</a:t>
            </a:fld>
            <a:endParaRPr lang="fr-FR" noProof="0" dirty="0"/>
          </a:p>
        </p:txBody>
      </p:sp>
      <p:cxnSp>
        <p:nvCxnSpPr>
          <p:cNvPr id="118" name="Google Shape;118;p17"/>
          <p:cNvCxnSpPr/>
          <p:nvPr/>
        </p:nvCxnSpPr>
        <p:spPr>
          <a:xfrm>
            <a:off x="267700" y="6427967"/>
            <a:ext cx="11640400" cy="0"/>
          </a:xfrm>
          <a:prstGeom prst="straightConnector1">
            <a:avLst/>
          </a:prstGeom>
          <a:noFill/>
          <a:ln w="9525" cap="flat" cmpd="sng">
            <a:solidFill>
              <a:srgbClr val="9E9E9E"/>
            </a:solidFill>
            <a:prstDash val="solid"/>
            <a:round/>
            <a:headEnd type="none" w="med" len="med"/>
            <a:tailEnd type="none" w="med" len="med"/>
          </a:ln>
        </p:spPr>
      </p:cxnSp>
      <p:sp>
        <p:nvSpPr>
          <p:cNvPr id="119" name="Google Shape;119;p17"/>
          <p:cNvSpPr/>
          <p:nvPr/>
        </p:nvSpPr>
        <p:spPr>
          <a:xfrm>
            <a:off x="3747707" y="3469516"/>
            <a:ext cx="108400" cy="108400"/>
          </a:xfrm>
          <a:prstGeom prst="ellipse">
            <a:avLst/>
          </a:prstGeom>
          <a:solidFill>
            <a:srgbClr val="D9D9D9"/>
          </a:solidFill>
          <a:ln w="12700" cap="flat" cmpd="sng">
            <a:solidFill>
              <a:srgbClr val="FFFFFF"/>
            </a:solidFill>
            <a:prstDash val="solid"/>
            <a:round/>
            <a:headEnd type="none" w="sm" len="sm"/>
            <a:tailEnd type="none" w="sm" len="sm"/>
          </a:ln>
        </p:spPr>
        <p:txBody>
          <a:bodyPr spcFirstLastPara="1" wrap="square" lIns="121900" tIns="60933" rIns="121900" bIns="60933" anchor="ctr" anchorCtr="0">
            <a:noAutofit/>
          </a:bodyPr>
          <a:lstStyle/>
          <a:p>
            <a:endParaRPr lang="fr-FR" sz="1600" noProof="0" dirty="0">
              <a:latin typeface="Calibri"/>
              <a:ea typeface="Calibri"/>
              <a:cs typeface="Calibri"/>
              <a:sym typeface="Calibri"/>
            </a:endParaRPr>
          </a:p>
        </p:txBody>
      </p:sp>
      <p:sp>
        <p:nvSpPr>
          <p:cNvPr id="120" name="Google Shape;120;p17"/>
          <p:cNvSpPr/>
          <p:nvPr/>
        </p:nvSpPr>
        <p:spPr>
          <a:xfrm>
            <a:off x="6964169" y="2441705"/>
            <a:ext cx="108400" cy="108400"/>
          </a:xfrm>
          <a:prstGeom prst="ellipse">
            <a:avLst/>
          </a:prstGeom>
          <a:solidFill>
            <a:srgbClr val="D9D9D9"/>
          </a:solidFill>
          <a:ln w="12700" cap="flat" cmpd="sng">
            <a:solidFill>
              <a:srgbClr val="FFFFFF"/>
            </a:solidFill>
            <a:prstDash val="solid"/>
            <a:round/>
            <a:headEnd type="none" w="sm" len="sm"/>
            <a:tailEnd type="none" w="sm" len="sm"/>
          </a:ln>
        </p:spPr>
        <p:txBody>
          <a:bodyPr spcFirstLastPara="1" wrap="square" lIns="121900" tIns="60933" rIns="121900" bIns="60933" anchor="ctr" anchorCtr="0">
            <a:noAutofit/>
          </a:bodyPr>
          <a:lstStyle/>
          <a:p>
            <a:endParaRPr lang="fr-FR" sz="1600" noProof="0" dirty="0">
              <a:latin typeface="Calibri"/>
              <a:ea typeface="Calibri"/>
              <a:cs typeface="Calibri"/>
              <a:sym typeface="Calibri"/>
            </a:endParaRPr>
          </a:p>
        </p:txBody>
      </p:sp>
      <p:sp>
        <p:nvSpPr>
          <p:cNvPr id="121" name="Google Shape;121;p17"/>
          <p:cNvSpPr/>
          <p:nvPr/>
        </p:nvSpPr>
        <p:spPr>
          <a:xfrm>
            <a:off x="6956313" y="1656132"/>
            <a:ext cx="108400" cy="108400"/>
          </a:xfrm>
          <a:prstGeom prst="ellipse">
            <a:avLst/>
          </a:prstGeom>
          <a:solidFill>
            <a:srgbClr val="D9D9D9"/>
          </a:solidFill>
          <a:ln w="12700" cap="flat" cmpd="sng">
            <a:solidFill>
              <a:srgbClr val="FFFFFF"/>
            </a:solidFill>
            <a:prstDash val="solid"/>
            <a:round/>
            <a:headEnd type="none" w="sm" len="sm"/>
            <a:tailEnd type="none" w="sm" len="sm"/>
          </a:ln>
        </p:spPr>
        <p:txBody>
          <a:bodyPr spcFirstLastPara="1" wrap="square" lIns="121900" tIns="60933" rIns="121900" bIns="60933" anchor="ctr" anchorCtr="0">
            <a:noAutofit/>
          </a:bodyPr>
          <a:lstStyle/>
          <a:p>
            <a:endParaRPr lang="fr-FR" sz="1600" noProof="0" dirty="0">
              <a:latin typeface="Calibri"/>
              <a:ea typeface="Calibri"/>
              <a:cs typeface="Calibri"/>
              <a:sym typeface="Calibri"/>
            </a:endParaRPr>
          </a:p>
        </p:txBody>
      </p:sp>
      <p:grpSp>
        <p:nvGrpSpPr>
          <p:cNvPr id="2" name="Google Shape;311;p18">
            <a:extLst>
              <a:ext uri="{FF2B5EF4-FFF2-40B4-BE49-F238E27FC236}">
                <a16:creationId xmlns:a16="http://schemas.microsoft.com/office/drawing/2014/main" id="{B02FF610-9477-BD0B-1BC2-0A38444A5859}"/>
              </a:ext>
            </a:extLst>
          </p:cNvPr>
          <p:cNvGrpSpPr/>
          <p:nvPr/>
        </p:nvGrpSpPr>
        <p:grpSpPr>
          <a:xfrm>
            <a:off x="24190" y="-27589"/>
            <a:ext cx="12179905" cy="763101"/>
            <a:chOff x="0" y="-47625"/>
            <a:chExt cx="5062896" cy="377895"/>
          </a:xfrm>
        </p:grpSpPr>
        <p:sp>
          <p:nvSpPr>
            <p:cNvPr id="3" name="Google Shape;312;p18">
              <a:extLst>
                <a:ext uri="{FF2B5EF4-FFF2-40B4-BE49-F238E27FC236}">
                  <a16:creationId xmlns:a16="http://schemas.microsoft.com/office/drawing/2014/main" id="{CE500653-1C12-5583-A20B-A02A88B65098}"/>
                </a:ext>
              </a:extLst>
            </p:cNvPr>
            <p:cNvSpPr/>
            <p:nvPr/>
          </p:nvSpPr>
          <p:spPr>
            <a:xfrm>
              <a:off x="0" y="0"/>
              <a:ext cx="5062896" cy="330270"/>
            </a:xfrm>
            <a:custGeom>
              <a:avLst/>
              <a:gdLst/>
              <a:ahLst/>
              <a:cxnLst/>
              <a:rect l="l" t="t" r="r" b="b"/>
              <a:pathLst>
                <a:path w="5062896" h="330270" extrusionOk="0">
                  <a:moveTo>
                    <a:pt x="0" y="0"/>
                  </a:moveTo>
                  <a:lnTo>
                    <a:pt x="5062896" y="0"/>
                  </a:lnTo>
                  <a:lnTo>
                    <a:pt x="5062896" y="330270"/>
                  </a:lnTo>
                  <a:lnTo>
                    <a:pt x="0" y="330270"/>
                  </a:lnTo>
                  <a:close/>
                </a:path>
              </a:pathLst>
            </a:custGeom>
            <a:solidFill>
              <a:srgbClr val="223AA8"/>
            </a:solidFill>
            <a:ln>
              <a:noFill/>
            </a:ln>
          </p:spPr>
          <p:txBody>
            <a:bodyPr/>
            <a:lstStyle/>
            <a:p>
              <a:pPr algn="ctr"/>
              <a:endParaRPr lang="fr-FR" sz="2533" noProof="0" dirty="0"/>
            </a:p>
          </p:txBody>
        </p:sp>
        <p:sp>
          <p:nvSpPr>
            <p:cNvPr id="4" name="Google Shape;313;p18">
              <a:extLst>
                <a:ext uri="{FF2B5EF4-FFF2-40B4-BE49-F238E27FC236}">
                  <a16:creationId xmlns:a16="http://schemas.microsoft.com/office/drawing/2014/main" id="{AB3ACA51-2FF5-9A48-9765-F49662E8B28E}"/>
                </a:ext>
              </a:extLst>
            </p:cNvPr>
            <p:cNvSpPr txBox="1"/>
            <p:nvPr/>
          </p:nvSpPr>
          <p:spPr>
            <a:xfrm>
              <a:off x="0" y="-47625"/>
              <a:ext cx="5062896" cy="377895"/>
            </a:xfrm>
            <a:prstGeom prst="rect">
              <a:avLst/>
            </a:prstGeom>
            <a:noFill/>
            <a:ln>
              <a:noFill/>
            </a:ln>
          </p:spPr>
          <p:txBody>
            <a:bodyPr spcFirstLastPara="1" wrap="square" lIns="50800" tIns="50800" rIns="50800" bIns="50800" anchor="ctr" anchorCtr="0">
              <a:noAutofit/>
            </a:bodyPr>
            <a:lstStyle/>
            <a:p>
              <a:pPr algn="ctr">
                <a:lnSpc>
                  <a:spcPct val="128571"/>
                </a:lnSpc>
              </a:pPr>
              <a:endParaRPr lang="fr-FR" sz="1400" noProof="0" dirty="0"/>
            </a:p>
          </p:txBody>
        </p:sp>
      </p:grpSp>
      <p:sp>
        <p:nvSpPr>
          <p:cNvPr id="5" name="ZoneTexte 4">
            <a:extLst>
              <a:ext uri="{FF2B5EF4-FFF2-40B4-BE49-F238E27FC236}">
                <a16:creationId xmlns:a16="http://schemas.microsoft.com/office/drawing/2014/main" id="{84A6A9E3-B2FF-5D09-3557-78C53EA1CD2A}"/>
              </a:ext>
            </a:extLst>
          </p:cNvPr>
          <p:cNvSpPr txBox="1"/>
          <p:nvPr/>
        </p:nvSpPr>
        <p:spPr>
          <a:xfrm>
            <a:off x="267700" y="84041"/>
            <a:ext cx="11867863" cy="553998"/>
          </a:xfrm>
          <a:prstGeom prst="rect">
            <a:avLst/>
          </a:prstGeom>
          <a:noFill/>
        </p:spPr>
        <p:txBody>
          <a:bodyPr wrap="square" lIns="121920" tIns="60960" rIns="121920" bIns="60960" anchor="t">
            <a:spAutoFit/>
          </a:bodyPr>
          <a:lstStyle/>
          <a:p>
            <a:r>
              <a:rPr lang="fr-FR" sz="2800" b="1" noProof="0" dirty="0">
                <a:solidFill>
                  <a:schemeClr val="bg1"/>
                </a:solidFill>
                <a:latin typeface="Arimo"/>
                <a:ea typeface="Arimo"/>
                <a:cs typeface="Arimo"/>
                <a:sym typeface="Source Serif Pro"/>
              </a:rPr>
              <a:t>Proportion des CAC active 2025  </a:t>
            </a:r>
            <a:endParaRPr lang="fr-FR" sz="2800" b="1" noProof="0" dirty="0">
              <a:solidFill>
                <a:schemeClr val="bg1"/>
              </a:solidFill>
              <a:latin typeface="Arimo"/>
              <a:ea typeface="Arimo"/>
              <a:cs typeface="Arimo"/>
            </a:endParaRPr>
          </a:p>
        </p:txBody>
      </p:sp>
      <p:sp>
        <p:nvSpPr>
          <p:cNvPr id="126" name="Google Shape;126;p17"/>
          <p:cNvSpPr/>
          <p:nvPr/>
        </p:nvSpPr>
        <p:spPr>
          <a:xfrm>
            <a:off x="434898" y="1656132"/>
            <a:ext cx="11215327" cy="3730742"/>
          </a:xfrm>
          <a:prstGeom prst="rect">
            <a:avLst/>
          </a:prstGeom>
          <a:noFill/>
          <a:ln w="19050" cap="flat" cmpd="sng">
            <a:solidFill>
              <a:srgbClr val="CC0000"/>
            </a:solidFill>
            <a:prstDash val="dash"/>
            <a:round/>
            <a:headEnd type="none" w="sm" len="sm"/>
            <a:tailEnd type="none" w="sm" len="sm"/>
          </a:ln>
        </p:spPr>
        <p:txBody>
          <a:bodyPr spcFirstLastPara="1" wrap="square" lIns="121900" tIns="121900" rIns="121900" bIns="121900" anchor="ctr" anchorCtr="0">
            <a:noAutofit/>
          </a:bodyPr>
          <a:lstStyle/>
          <a:p>
            <a:pPr algn="ctr"/>
            <a:endParaRPr lang="fr-FR" sz="2533" noProof="0" dirty="0"/>
          </a:p>
        </p:txBody>
      </p:sp>
      <p:graphicFrame>
        <p:nvGraphicFramePr>
          <p:cNvPr id="6" name="Graphique 5">
            <a:extLst>
              <a:ext uri="{FF2B5EF4-FFF2-40B4-BE49-F238E27FC236}">
                <a16:creationId xmlns:a16="http://schemas.microsoft.com/office/drawing/2014/main" id="{E7B8ADAA-EA76-AF56-F759-6FBDB264215D}"/>
              </a:ext>
            </a:extLst>
          </p:cNvPr>
          <p:cNvGraphicFramePr>
            <a:graphicFrameLocks/>
          </p:cNvGraphicFramePr>
          <p:nvPr>
            <p:extLst>
              <p:ext uri="{D42A27DB-BD31-4B8C-83A1-F6EECF244321}">
                <p14:modId xmlns:p14="http://schemas.microsoft.com/office/powerpoint/2010/main" val="113334134"/>
              </p:ext>
            </p:extLst>
          </p:nvPr>
        </p:nvGraphicFramePr>
        <p:xfrm>
          <a:off x="434898" y="846044"/>
          <a:ext cx="11118441" cy="516591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27609361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4851ED85-C9D5-EB1D-2845-F770E6F99B3B}"/>
            </a:ext>
          </a:extLst>
        </p:cNvPr>
        <p:cNvGrpSpPr/>
        <p:nvPr/>
      </p:nvGrpSpPr>
      <p:grpSpPr>
        <a:xfrm>
          <a:off x="0" y="0"/>
          <a:ext cx="0" cy="0"/>
          <a:chOff x="0" y="0"/>
          <a:chExt cx="0" cy="0"/>
        </a:xfrm>
      </p:grpSpPr>
      <p:graphicFrame>
        <p:nvGraphicFramePr>
          <p:cNvPr id="7" name="Graphique 6">
            <a:extLst>
              <a:ext uri="{FF2B5EF4-FFF2-40B4-BE49-F238E27FC236}">
                <a16:creationId xmlns:a16="http://schemas.microsoft.com/office/drawing/2014/main" id="{FA6F1226-81B2-F02D-306C-AEA9B93626BC}"/>
              </a:ext>
            </a:extLst>
          </p:cNvPr>
          <p:cNvGraphicFramePr>
            <a:graphicFrameLocks/>
          </p:cNvGraphicFramePr>
          <p:nvPr>
            <p:extLst>
              <p:ext uri="{D42A27DB-BD31-4B8C-83A1-F6EECF244321}">
                <p14:modId xmlns:p14="http://schemas.microsoft.com/office/powerpoint/2010/main" val="26058105"/>
              </p:ext>
            </p:extLst>
          </p:nvPr>
        </p:nvGraphicFramePr>
        <p:xfrm>
          <a:off x="6258068" y="841341"/>
          <a:ext cx="5400532" cy="4895947"/>
        </p:xfrm>
        <a:graphic>
          <a:graphicData uri="http://schemas.openxmlformats.org/drawingml/2006/chart">
            <c:chart xmlns:c="http://schemas.openxmlformats.org/drawingml/2006/chart" xmlns:r="http://schemas.openxmlformats.org/officeDocument/2006/relationships" r:id="rId3"/>
          </a:graphicData>
        </a:graphic>
      </p:graphicFrame>
      <p:sp>
        <p:nvSpPr>
          <p:cNvPr id="117" name="Google Shape;117;p17">
            <a:extLst>
              <a:ext uri="{FF2B5EF4-FFF2-40B4-BE49-F238E27FC236}">
                <a16:creationId xmlns:a16="http://schemas.microsoft.com/office/drawing/2014/main" id="{028231AF-1E27-34E5-A385-AB5F454DA88B}"/>
              </a:ext>
            </a:extLst>
          </p:cNvPr>
          <p:cNvSpPr txBox="1">
            <a:spLocks noGrp="1"/>
          </p:cNvSpPr>
          <p:nvPr>
            <p:ph type="sldNum" idx="12"/>
          </p:nvPr>
        </p:nvSpPr>
        <p:spPr>
          <a:xfrm>
            <a:off x="11658600" y="6496067"/>
            <a:ext cx="228400" cy="166000"/>
          </a:xfrm>
          <a:prstGeom prst="rect">
            <a:avLst/>
          </a:prstGeom>
        </p:spPr>
        <p:txBody>
          <a:bodyPr spcFirstLastPara="1" wrap="square" lIns="0" tIns="0" rIns="0" bIns="0" anchor="ctr" anchorCtr="0">
            <a:noAutofit/>
          </a:bodyPr>
          <a:lstStyle/>
          <a:p>
            <a:fld id="{00000000-1234-1234-1234-123412341234}" type="slidenum">
              <a:rPr lang="fr-FR" noProof="0" smtClean="0"/>
              <a:pPr/>
              <a:t>15</a:t>
            </a:fld>
            <a:endParaRPr lang="fr-FR" noProof="0" dirty="0"/>
          </a:p>
        </p:txBody>
      </p:sp>
      <p:cxnSp>
        <p:nvCxnSpPr>
          <p:cNvPr id="118" name="Google Shape;118;p17">
            <a:extLst>
              <a:ext uri="{FF2B5EF4-FFF2-40B4-BE49-F238E27FC236}">
                <a16:creationId xmlns:a16="http://schemas.microsoft.com/office/drawing/2014/main" id="{D98B9BC9-0388-123B-8C77-8D6042C7D503}"/>
              </a:ext>
            </a:extLst>
          </p:cNvPr>
          <p:cNvCxnSpPr/>
          <p:nvPr/>
        </p:nvCxnSpPr>
        <p:spPr>
          <a:xfrm>
            <a:off x="267700" y="6427967"/>
            <a:ext cx="11640400" cy="0"/>
          </a:xfrm>
          <a:prstGeom prst="straightConnector1">
            <a:avLst/>
          </a:prstGeom>
          <a:noFill/>
          <a:ln w="9525" cap="flat" cmpd="sng">
            <a:solidFill>
              <a:srgbClr val="9E9E9E"/>
            </a:solidFill>
            <a:prstDash val="solid"/>
            <a:round/>
            <a:headEnd type="none" w="med" len="med"/>
            <a:tailEnd type="none" w="med" len="med"/>
          </a:ln>
        </p:spPr>
      </p:cxnSp>
      <p:grpSp>
        <p:nvGrpSpPr>
          <p:cNvPr id="2" name="Google Shape;311;p18">
            <a:extLst>
              <a:ext uri="{FF2B5EF4-FFF2-40B4-BE49-F238E27FC236}">
                <a16:creationId xmlns:a16="http://schemas.microsoft.com/office/drawing/2014/main" id="{02D3159E-F952-6A17-489A-3DDAEBB07D5C}"/>
              </a:ext>
            </a:extLst>
          </p:cNvPr>
          <p:cNvGrpSpPr/>
          <p:nvPr/>
        </p:nvGrpSpPr>
        <p:grpSpPr>
          <a:xfrm>
            <a:off x="24190" y="-27589"/>
            <a:ext cx="12179905" cy="763101"/>
            <a:chOff x="0" y="-47625"/>
            <a:chExt cx="5062896" cy="377895"/>
          </a:xfrm>
        </p:grpSpPr>
        <p:sp>
          <p:nvSpPr>
            <p:cNvPr id="3" name="Google Shape;312;p18">
              <a:extLst>
                <a:ext uri="{FF2B5EF4-FFF2-40B4-BE49-F238E27FC236}">
                  <a16:creationId xmlns:a16="http://schemas.microsoft.com/office/drawing/2014/main" id="{2BEF64F9-2C01-86CB-A285-E0B3775ABBEC}"/>
                </a:ext>
              </a:extLst>
            </p:cNvPr>
            <p:cNvSpPr/>
            <p:nvPr/>
          </p:nvSpPr>
          <p:spPr>
            <a:xfrm>
              <a:off x="0" y="0"/>
              <a:ext cx="5062896" cy="330270"/>
            </a:xfrm>
            <a:custGeom>
              <a:avLst/>
              <a:gdLst/>
              <a:ahLst/>
              <a:cxnLst/>
              <a:rect l="l" t="t" r="r" b="b"/>
              <a:pathLst>
                <a:path w="5062896" h="330270" extrusionOk="0">
                  <a:moveTo>
                    <a:pt x="0" y="0"/>
                  </a:moveTo>
                  <a:lnTo>
                    <a:pt x="5062896" y="0"/>
                  </a:lnTo>
                  <a:lnTo>
                    <a:pt x="5062896" y="330270"/>
                  </a:lnTo>
                  <a:lnTo>
                    <a:pt x="0" y="330270"/>
                  </a:lnTo>
                  <a:close/>
                </a:path>
              </a:pathLst>
            </a:custGeom>
            <a:solidFill>
              <a:srgbClr val="223AA8"/>
            </a:solidFill>
            <a:ln>
              <a:noFill/>
            </a:ln>
          </p:spPr>
          <p:txBody>
            <a:bodyPr/>
            <a:lstStyle/>
            <a:p>
              <a:pPr algn="ctr"/>
              <a:endParaRPr lang="fr-FR" sz="2533" noProof="0" dirty="0"/>
            </a:p>
          </p:txBody>
        </p:sp>
        <p:sp>
          <p:nvSpPr>
            <p:cNvPr id="4" name="Google Shape;313;p18">
              <a:extLst>
                <a:ext uri="{FF2B5EF4-FFF2-40B4-BE49-F238E27FC236}">
                  <a16:creationId xmlns:a16="http://schemas.microsoft.com/office/drawing/2014/main" id="{81C8F981-73AB-CD3C-0E98-ABFD338A7534}"/>
                </a:ext>
              </a:extLst>
            </p:cNvPr>
            <p:cNvSpPr txBox="1"/>
            <p:nvPr/>
          </p:nvSpPr>
          <p:spPr>
            <a:xfrm>
              <a:off x="0" y="-47625"/>
              <a:ext cx="5062896" cy="377895"/>
            </a:xfrm>
            <a:prstGeom prst="rect">
              <a:avLst/>
            </a:prstGeom>
            <a:noFill/>
            <a:ln>
              <a:noFill/>
            </a:ln>
          </p:spPr>
          <p:txBody>
            <a:bodyPr spcFirstLastPara="1" wrap="square" lIns="50800" tIns="50800" rIns="50800" bIns="50800" anchor="ctr" anchorCtr="0">
              <a:noAutofit/>
            </a:bodyPr>
            <a:lstStyle/>
            <a:p>
              <a:pPr algn="ctr">
                <a:lnSpc>
                  <a:spcPct val="128571"/>
                </a:lnSpc>
              </a:pPr>
              <a:endParaRPr lang="fr-FR" sz="1400" noProof="0" dirty="0"/>
            </a:p>
          </p:txBody>
        </p:sp>
      </p:grpSp>
      <p:sp>
        <p:nvSpPr>
          <p:cNvPr id="5" name="ZoneTexte 4">
            <a:extLst>
              <a:ext uri="{FF2B5EF4-FFF2-40B4-BE49-F238E27FC236}">
                <a16:creationId xmlns:a16="http://schemas.microsoft.com/office/drawing/2014/main" id="{9AB4FA18-1EE1-A11E-232D-8944807E628D}"/>
              </a:ext>
            </a:extLst>
          </p:cNvPr>
          <p:cNvSpPr txBox="1"/>
          <p:nvPr/>
        </p:nvSpPr>
        <p:spPr>
          <a:xfrm>
            <a:off x="405908" y="139412"/>
            <a:ext cx="11867863" cy="553998"/>
          </a:xfrm>
          <a:prstGeom prst="rect">
            <a:avLst/>
          </a:prstGeom>
          <a:noFill/>
        </p:spPr>
        <p:txBody>
          <a:bodyPr wrap="square" lIns="121920" tIns="60960" rIns="121920" bIns="60960" anchor="t">
            <a:spAutoFit/>
          </a:bodyPr>
          <a:lstStyle/>
          <a:p>
            <a:r>
              <a:rPr lang="fr-FR" sz="2800" b="1" noProof="0" dirty="0">
                <a:solidFill>
                  <a:schemeClr val="bg1"/>
                </a:solidFill>
                <a:latin typeface="Arimo"/>
                <a:ea typeface="Arimo"/>
                <a:cs typeface="Arimo"/>
                <a:sym typeface="Source Serif Pro"/>
              </a:rPr>
              <a:t>Proportion des CAC et CODESA avec AGR 2025  </a:t>
            </a:r>
            <a:endParaRPr lang="fr-FR" sz="2800" b="1" noProof="0" dirty="0">
              <a:solidFill>
                <a:schemeClr val="bg1"/>
              </a:solidFill>
              <a:latin typeface="Arimo"/>
              <a:ea typeface="Arimo"/>
              <a:cs typeface="Arimo"/>
            </a:endParaRPr>
          </a:p>
        </p:txBody>
      </p:sp>
      <p:sp>
        <p:nvSpPr>
          <p:cNvPr id="13" name="ZoneTexte 12">
            <a:extLst>
              <a:ext uri="{FF2B5EF4-FFF2-40B4-BE49-F238E27FC236}">
                <a16:creationId xmlns:a16="http://schemas.microsoft.com/office/drawing/2014/main" id="{969BA148-3530-7321-C178-33BEB8DD655A}"/>
              </a:ext>
            </a:extLst>
          </p:cNvPr>
          <p:cNvSpPr txBox="1"/>
          <p:nvPr/>
        </p:nvSpPr>
        <p:spPr>
          <a:xfrm>
            <a:off x="29233" y="6516443"/>
            <a:ext cx="12168899" cy="338554"/>
          </a:xfrm>
          <a:prstGeom prst="rect">
            <a:avLst/>
          </a:prstGeom>
          <a:noFill/>
        </p:spPr>
        <p:txBody>
          <a:bodyPr wrap="square" lIns="91440" tIns="45720" rIns="91440" bIns="45720" anchor="t">
            <a:spAutoFit/>
          </a:bodyPr>
          <a:lstStyle/>
          <a:p>
            <a:pPr algn="ctr"/>
            <a:r>
              <a:rPr lang="fr-FR" sz="1600" noProof="0" dirty="0">
                <a:solidFill>
                  <a:schemeClr val="bg1"/>
                </a:solidFill>
                <a:latin typeface="Source Serif Pro"/>
                <a:ea typeface="Source Serif Pro"/>
                <a:cs typeface="Source Serif Pro"/>
                <a:sym typeface="Source Serif Pro"/>
              </a:rPr>
              <a:t>Note: </a:t>
            </a:r>
            <a:endParaRPr lang="fr-FR" sz="1600" noProof="0" dirty="0">
              <a:solidFill>
                <a:schemeClr val="bg1"/>
              </a:solidFill>
              <a:latin typeface="Source Serif Pro"/>
              <a:ea typeface="Source Serif Pro"/>
              <a:cs typeface="Arimo"/>
            </a:endParaRPr>
          </a:p>
        </p:txBody>
      </p:sp>
      <p:sp>
        <p:nvSpPr>
          <p:cNvPr id="126" name="Google Shape;126;p17">
            <a:extLst>
              <a:ext uri="{FF2B5EF4-FFF2-40B4-BE49-F238E27FC236}">
                <a16:creationId xmlns:a16="http://schemas.microsoft.com/office/drawing/2014/main" id="{BCF45E9A-D1AD-567B-8C42-8EC1CBFA4B38}"/>
              </a:ext>
            </a:extLst>
          </p:cNvPr>
          <p:cNvSpPr/>
          <p:nvPr/>
        </p:nvSpPr>
        <p:spPr>
          <a:xfrm>
            <a:off x="267701" y="3886200"/>
            <a:ext cx="5409200" cy="1325880"/>
          </a:xfrm>
          <a:prstGeom prst="rect">
            <a:avLst/>
          </a:prstGeom>
          <a:noFill/>
          <a:ln w="19050" cap="flat" cmpd="sng">
            <a:solidFill>
              <a:srgbClr val="CC0000"/>
            </a:solidFill>
            <a:prstDash val="dash"/>
            <a:round/>
            <a:headEnd type="none" w="sm" len="sm"/>
            <a:tailEnd type="none" w="sm" len="sm"/>
          </a:ln>
        </p:spPr>
        <p:txBody>
          <a:bodyPr spcFirstLastPara="1" wrap="square" lIns="121900" tIns="121900" rIns="121900" bIns="121900" anchor="ctr" anchorCtr="0">
            <a:noAutofit/>
          </a:bodyPr>
          <a:lstStyle/>
          <a:p>
            <a:pPr algn="ctr"/>
            <a:endParaRPr lang="fr-FR" sz="2533" noProof="0" dirty="0"/>
          </a:p>
        </p:txBody>
      </p:sp>
      <p:graphicFrame>
        <p:nvGraphicFramePr>
          <p:cNvPr id="6" name="Graphique 5">
            <a:extLst>
              <a:ext uri="{FF2B5EF4-FFF2-40B4-BE49-F238E27FC236}">
                <a16:creationId xmlns:a16="http://schemas.microsoft.com/office/drawing/2014/main" id="{7EA4115C-502C-5AD5-3022-BC91A86CFC72}"/>
              </a:ext>
            </a:extLst>
          </p:cNvPr>
          <p:cNvGraphicFramePr>
            <a:graphicFrameLocks/>
          </p:cNvGraphicFramePr>
          <p:nvPr>
            <p:extLst>
              <p:ext uri="{D42A27DB-BD31-4B8C-83A1-F6EECF244321}">
                <p14:modId xmlns:p14="http://schemas.microsoft.com/office/powerpoint/2010/main" val="1310407312"/>
              </p:ext>
            </p:extLst>
          </p:nvPr>
        </p:nvGraphicFramePr>
        <p:xfrm>
          <a:off x="324136" y="863625"/>
          <a:ext cx="5497929" cy="4873664"/>
        </p:xfrm>
        <a:graphic>
          <a:graphicData uri="http://schemas.openxmlformats.org/drawingml/2006/chart">
            <c:chart xmlns:c="http://schemas.openxmlformats.org/drawingml/2006/chart" xmlns:r="http://schemas.openxmlformats.org/officeDocument/2006/relationships" r:id="rId4"/>
          </a:graphicData>
        </a:graphic>
      </p:graphicFrame>
      <p:sp>
        <p:nvSpPr>
          <p:cNvPr id="14" name="Google Shape;126;p17">
            <a:extLst>
              <a:ext uri="{FF2B5EF4-FFF2-40B4-BE49-F238E27FC236}">
                <a16:creationId xmlns:a16="http://schemas.microsoft.com/office/drawing/2014/main" id="{C203EFF2-1561-F3CC-28A4-158B45383E2A}"/>
              </a:ext>
            </a:extLst>
          </p:cNvPr>
          <p:cNvSpPr/>
          <p:nvPr/>
        </p:nvSpPr>
        <p:spPr>
          <a:xfrm>
            <a:off x="6339840" y="3312160"/>
            <a:ext cx="5327428" cy="1899920"/>
          </a:xfrm>
          <a:prstGeom prst="rect">
            <a:avLst/>
          </a:prstGeom>
          <a:noFill/>
          <a:ln w="19050" cap="flat" cmpd="sng">
            <a:solidFill>
              <a:srgbClr val="CC0000"/>
            </a:solidFill>
            <a:prstDash val="dash"/>
            <a:round/>
            <a:headEnd type="none" w="sm" len="sm"/>
            <a:tailEnd type="none" w="sm" len="sm"/>
          </a:ln>
        </p:spPr>
        <p:txBody>
          <a:bodyPr spcFirstLastPara="1" wrap="square" lIns="121900" tIns="121900" rIns="121900" bIns="121900" anchor="ctr" anchorCtr="0">
            <a:noAutofit/>
          </a:bodyPr>
          <a:lstStyle/>
          <a:p>
            <a:pPr algn="ctr"/>
            <a:endParaRPr lang="fr-FR" sz="2533" noProof="0" dirty="0"/>
          </a:p>
        </p:txBody>
      </p:sp>
      <p:sp>
        <p:nvSpPr>
          <p:cNvPr id="12" name="Google Shape;116;p17">
            <a:extLst>
              <a:ext uri="{FF2B5EF4-FFF2-40B4-BE49-F238E27FC236}">
                <a16:creationId xmlns:a16="http://schemas.microsoft.com/office/drawing/2014/main" id="{57292C9D-106F-8419-594C-E148B4F0267D}"/>
              </a:ext>
            </a:extLst>
          </p:cNvPr>
          <p:cNvSpPr txBox="1">
            <a:spLocks/>
          </p:cNvSpPr>
          <p:nvPr/>
        </p:nvSpPr>
        <p:spPr>
          <a:xfrm>
            <a:off x="24190" y="5885778"/>
            <a:ext cx="11643078" cy="555811"/>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panose="020B0604020202020204"/>
              <a:buNone/>
              <a:defRPr sz="3735"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chemeClr val="dk1"/>
              </a:buClr>
              <a:buSzPts val="2800"/>
              <a:buFont typeface="Arial" panose="020B0604020202020204"/>
              <a:buNone/>
              <a:defRPr sz="3735"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1"/>
              </a:buClr>
              <a:buSzPts val="2800"/>
              <a:buFont typeface="Arial" panose="020B0604020202020204"/>
              <a:buNone/>
              <a:defRPr sz="3735"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1"/>
              </a:buClr>
              <a:buSzPts val="2800"/>
              <a:buFont typeface="Arial" panose="020B0604020202020204"/>
              <a:buNone/>
              <a:defRPr sz="3735"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1"/>
              </a:buClr>
              <a:buSzPts val="2800"/>
              <a:buFont typeface="Arial" panose="020B0604020202020204"/>
              <a:buNone/>
              <a:defRPr sz="3735"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1"/>
              </a:buClr>
              <a:buSzPts val="2800"/>
              <a:buFont typeface="Arial" panose="020B0604020202020204"/>
              <a:buNone/>
              <a:defRPr sz="3735"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1"/>
              </a:buClr>
              <a:buSzPts val="2800"/>
              <a:buFont typeface="Arial" panose="020B0604020202020204"/>
              <a:buNone/>
              <a:defRPr sz="3735"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1"/>
              </a:buClr>
              <a:buSzPts val="2800"/>
              <a:buFont typeface="Arial" panose="020B0604020202020204"/>
              <a:buNone/>
              <a:defRPr sz="3735"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1"/>
              </a:buClr>
              <a:buSzPts val="2800"/>
              <a:buFont typeface="Arial" panose="020B0604020202020204"/>
              <a:buNone/>
              <a:defRPr sz="3735"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algn="ctr" defTabSz="914400">
              <a:buSzPts val="891"/>
            </a:pPr>
            <a:r>
              <a:rPr lang="fr-FR" sz="1400" b="1" kern="0" noProof="0" dirty="0">
                <a:solidFill>
                  <a:srgbClr val="0070C0"/>
                </a:solidFill>
                <a:latin typeface="+mj-lt"/>
                <a:ea typeface="Source Serif Pro"/>
                <a:cs typeface="Source Serif Pro"/>
                <a:sym typeface="Source Serif Pro"/>
              </a:rPr>
              <a:t>13 provinces comptent plus de 50% des CODESA avec AGR</a:t>
            </a:r>
          </a:p>
          <a:p>
            <a:pPr algn="ctr" defTabSz="914400">
              <a:buSzPts val="891"/>
            </a:pPr>
            <a:endParaRPr lang="fr-FR" sz="1400" kern="0" noProof="0" dirty="0">
              <a:solidFill>
                <a:srgbClr val="0070C0"/>
              </a:solidFill>
              <a:latin typeface="+mj-lt"/>
              <a:ea typeface="Source Serif Pro"/>
              <a:cs typeface="Source Serif Pro"/>
              <a:sym typeface="Source Serif Pro"/>
            </a:endParaRPr>
          </a:p>
        </p:txBody>
      </p:sp>
    </p:spTree>
    <p:extLst>
      <p:ext uri="{BB962C8B-B14F-4D97-AF65-F5344CB8AC3E}">
        <p14:creationId xmlns:p14="http://schemas.microsoft.com/office/powerpoint/2010/main" val="39208434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Shape 220">
          <a:extLst>
            <a:ext uri="{FF2B5EF4-FFF2-40B4-BE49-F238E27FC236}">
              <a16:creationId xmlns:a16="http://schemas.microsoft.com/office/drawing/2014/main" id="{C5A2A49A-F237-114F-4424-FDEBFB601F7C}"/>
            </a:ext>
          </a:extLst>
        </p:cNvPr>
        <p:cNvGrpSpPr/>
        <p:nvPr/>
      </p:nvGrpSpPr>
      <p:grpSpPr>
        <a:xfrm>
          <a:off x="0" y="0"/>
          <a:ext cx="0" cy="0"/>
          <a:chOff x="0" y="0"/>
          <a:chExt cx="0" cy="0"/>
        </a:xfrm>
      </p:grpSpPr>
      <p:sp>
        <p:nvSpPr>
          <p:cNvPr id="221" name="Google Shape;221;p16">
            <a:extLst>
              <a:ext uri="{FF2B5EF4-FFF2-40B4-BE49-F238E27FC236}">
                <a16:creationId xmlns:a16="http://schemas.microsoft.com/office/drawing/2014/main" id="{9E5B5B4A-7A0A-4164-A358-4B15CB3CEC20}"/>
              </a:ext>
            </a:extLst>
          </p:cNvPr>
          <p:cNvSpPr txBox="1"/>
          <p:nvPr/>
        </p:nvSpPr>
        <p:spPr>
          <a:xfrm>
            <a:off x="458592" y="67563"/>
            <a:ext cx="11274800" cy="731600"/>
          </a:xfrm>
          <a:prstGeom prst="rect">
            <a:avLst/>
          </a:prstGeom>
          <a:noFill/>
          <a:ln>
            <a:noFill/>
          </a:ln>
        </p:spPr>
        <p:txBody>
          <a:bodyPr spcFirstLastPara="1" wrap="square" lIns="0" tIns="0" rIns="0" bIns="0" anchor="t" anchorCtr="0">
            <a:noAutofit/>
          </a:bodyPr>
          <a:lstStyle/>
          <a:p>
            <a:pPr>
              <a:buSzPts val="1100"/>
            </a:pPr>
            <a:r>
              <a:rPr lang="fr-FR" sz="2700" b="1" noProof="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Proportion</a:t>
            </a:r>
            <a:r>
              <a:rPr lang="fr-FR" sz="2700" b="1" noProof="0" dirty="0">
                <a:solidFill>
                  <a:srgbClr val="1155CC"/>
                </a:solidFill>
                <a:latin typeface="Times New Roman" panose="02020603050405020304"/>
                <a:ea typeface="Times New Roman" panose="02020603050405020304"/>
                <a:cs typeface="Times New Roman" panose="02020603050405020304"/>
                <a:sym typeface="Source Serif Pro"/>
              </a:rPr>
              <a:t> d’enfants identifiés et récupéré par les relais communautaires en routine </a:t>
            </a:r>
            <a:r>
              <a:rPr lang="fr-FR" sz="2700" noProof="0" dirty="0">
                <a:solidFill>
                  <a:srgbClr val="1155CC"/>
                </a:solidFill>
                <a:latin typeface="Times New Roman" panose="02020603050405020304"/>
                <a:cs typeface="Times New Roman" panose="02020603050405020304"/>
                <a:sym typeface="Arimo"/>
              </a:rPr>
              <a:t>(Source DHIS2-Tracker) </a:t>
            </a:r>
            <a:endParaRPr lang="fr-FR" sz="2700" noProof="0" dirty="0">
              <a:solidFill>
                <a:srgbClr val="1155CC"/>
              </a:solidFill>
              <a:latin typeface="Times New Roman" panose="02020603050405020304"/>
              <a:cs typeface="Times New Roman" panose="02020603050405020304"/>
            </a:endParaRPr>
          </a:p>
        </p:txBody>
      </p:sp>
      <p:sp>
        <p:nvSpPr>
          <p:cNvPr id="222" name="Google Shape;222;p16">
            <a:extLst>
              <a:ext uri="{FF2B5EF4-FFF2-40B4-BE49-F238E27FC236}">
                <a16:creationId xmlns:a16="http://schemas.microsoft.com/office/drawing/2014/main" id="{8CB9621E-229E-114A-2F05-23EDD8FFF6FF}"/>
              </a:ext>
            </a:extLst>
          </p:cNvPr>
          <p:cNvSpPr/>
          <p:nvPr/>
        </p:nvSpPr>
        <p:spPr>
          <a:xfrm>
            <a:off x="0" y="125280"/>
            <a:ext cx="235600" cy="655200"/>
          </a:xfrm>
          <a:prstGeom prst="rect">
            <a:avLst/>
          </a:prstGeom>
          <a:solidFill>
            <a:srgbClr val="1155CC"/>
          </a:solidFill>
          <a:ln>
            <a:noFill/>
          </a:ln>
        </p:spPr>
        <p:txBody>
          <a:bodyPr spcFirstLastPara="1" wrap="square" lIns="91392" tIns="91392" rIns="91392" bIns="91392" anchor="ctr" anchorCtr="0">
            <a:noAutofit/>
          </a:bodyPr>
          <a:lstStyle/>
          <a:p>
            <a:endParaRPr lang="fr-FR" noProof="0"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4" name="Google Shape;224;p16">
            <a:extLst>
              <a:ext uri="{FF2B5EF4-FFF2-40B4-BE49-F238E27FC236}">
                <a16:creationId xmlns:a16="http://schemas.microsoft.com/office/drawing/2014/main" id="{EC7DBC3D-72B6-A6AA-72E4-0F58751B0905}"/>
              </a:ext>
            </a:extLst>
          </p:cNvPr>
          <p:cNvSpPr txBox="1"/>
          <p:nvPr/>
        </p:nvSpPr>
        <p:spPr>
          <a:xfrm>
            <a:off x="267700" y="6492847"/>
            <a:ext cx="11414800" cy="184151"/>
          </a:xfrm>
          <a:prstGeom prst="rect">
            <a:avLst/>
          </a:prstGeom>
          <a:noFill/>
          <a:ln>
            <a:noFill/>
          </a:ln>
        </p:spPr>
        <p:txBody>
          <a:bodyPr spcFirstLastPara="1" wrap="square" lIns="0" tIns="0" rIns="121889" bIns="0" anchor="t" anchorCtr="0">
            <a:spAutoFit/>
          </a:bodyPr>
          <a:lstStyle/>
          <a:p>
            <a:r>
              <a:rPr lang="fr-FR" sz="1200" b="1" noProof="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pic>
        <p:nvPicPr>
          <p:cNvPr id="2" name="Espace réservé du contenu 6" descr="Une image contenant texte, capture d’écran, carte&#10;&#10;Le contenu généré par l’IA peut être incorrect.">
            <a:extLst>
              <a:ext uri="{FF2B5EF4-FFF2-40B4-BE49-F238E27FC236}">
                <a16:creationId xmlns:a16="http://schemas.microsoft.com/office/drawing/2014/main" id="{05ADBFDD-A69D-0A5B-E410-2E7428C4F253}"/>
              </a:ext>
            </a:extLst>
          </p:cNvPr>
          <p:cNvPicPr>
            <a:picLocks noChangeAspect="1"/>
          </p:cNvPicPr>
          <p:nvPr/>
        </p:nvPicPr>
        <p:blipFill>
          <a:blip r:embed="rId3"/>
          <a:stretch>
            <a:fillRect/>
          </a:stretch>
        </p:blipFill>
        <p:spPr>
          <a:xfrm>
            <a:off x="625860" y="904520"/>
            <a:ext cx="10698480" cy="5482970"/>
          </a:xfrm>
          <a:prstGeom prst="rect">
            <a:avLst/>
          </a:prstGeom>
          <a:noFill/>
          <a:ln>
            <a:noFill/>
          </a:ln>
        </p:spPr>
      </p:pic>
    </p:spTree>
    <p:extLst>
      <p:ext uri="{BB962C8B-B14F-4D97-AF65-F5344CB8AC3E}">
        <p14:creationId xmlns:p14="http://schemas.microsoft.com/office/powerpoint/2010/main" val="12913190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2" name="Google Shape;222;p16"/>
          <p:cNvSpPr/>
          <p:nvPr/>
        </p:nvSpPr>
        <p:spPr>
          <a:xfrm>
            <a:off x="0" y="272241"/>
            <a:ext cx="235600" cy="655200"/>
          </a:xfrm>
          <a:prstGeom prst="rect">
            <a:avLst/>
          </a:prstGeom>
          <a:solidFill>
            <a:srgbClr val="1155CC"/>
          </a:solidFill>
          <a:ln>
            <a:noFill/>
          </a:ln>
        </p:spPr>
        <p:txBody>
          <a:bodyPr spcFirstLastPara="1" wrap="square" lIns="91392" tIns="91392" rIns="91392" bIns="91392" anchor="ctr" anchorCtr="0">
            <a:noAutofit/>
          </a:bodyPr>
          <a:lstStyle/>
          <a:p>
            <a:endParaRPr lang="fr-FR" noProof="0"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4" name="Google Shape;224;p16"/>
          <p:cNvSpPr txBox="1"/>
          <p:nvPr/>
        </p:nvSpPr>
        <p:spPr>
          <a:xfrm>
            <a:off x="267700" y="6492847"/>
            <a:ext cx="11414800" cy="184151"/>
          </a:xfrm>
          <a:prstGeom prst="rect">
            <a:avLst/>
          </a:prstGeom>
          <a:noFill/>
          <a:ln>
            <a:noFill/>
          </a:ln>
        </p:spPr>
        <p:txBody>
          <a:bodyPr spcFirstLastPara="1" wrap="square" lIns="0" tIns="0" rIns="121889" bIns="0" anchor="t" anchorCtr="0">
            <a:spAutoFit/>
          </a:bodyPr>
          <a:lstStyle/>
          <a:p>
            <a:r>
              <a:rPr lang="fr-FR" sz="1200" b="1" noProof="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graphicFrame>
        <p:nvGraphicFramePr>
          <p:cNvPr id="3" name="Espace réservé du contenu 7">
            <a:extLst>
              <a:ext uri="{FF2B5EF4-FFF2-40B4-BE49-F238E27FC236}">
                <a16:creationId xmlns:a16="http://schemas.microsoft.com/office/drawing/2014/main" id="{49DD9B41-DDD4-7654-5B5E-2D7777D755D5}"/>
              </a:ext>
            </a:extLst>
          </p:cNvPr>
          <p:cNvGraphicFramePr>
            <a:graphicFrameLocks/>
          </p:cNvGraphicFramePr>
          <p:nvPr>
            <p:extLst>
              <p:ext uri="{D42A27DB-BD31-4B8C-83A1-F6EECF244321}">
                <p14:modId xmlns:p14="http://schemas.microsoft.com/office/powerpoint/2010/main" val="3232245670"/>
              </p:ext>
            </p:extLst>
          </p:nvPr>
        </p:nvGraphicFramePr>
        <p:xfrm>
          <a:off x="267700" y="1303020"/>
          <a:ext cx="11642360" cy="4789170"/>
        </p:xfrm>
        <a:graphic>
          <a:graphicData uri="http://schemas.openxmlformats.org/drawingml/2006/chart">
            <c:chart xmlns:c="http://schemas.openxmlformats.org/drawingml/2006/chart" xmlns:r="http://schemas.openxmlformats.org/officeDocument/2006/relationships" r:id="rId3"/>
          </a:graphicData>
        </a:graphic>
      </p:graphicFrame>
      <p:grpSp>
        <p:nvGrpSpPr>
          <p:cNvPr id="2" name="Google Shape;199;p3">
            <a:extLst>
              <a:ext uri="{FF2B5EF4-FFF2-40B4-BE49-F238E27FC236}">
                <a16:creationId xmlns:a16="http://schemas.microsoft.com/office/drawing/2014/main" id="{8CED538A-2FCA-2E92-60CD-0121967E96F8}"/>
              </a:ext>
            </a:extLst>
          </p:cNvPr>
          <p:cNvGrpSpPr/>
          <p:nvPr/>
        </p:nvGrpSpPr>
        <p:grpSpPr>
          <a:xfrm>
            <a:off x="525" y="-184556"/>
            <a:ext cx="12303364" cy="1324663"/>
            <a:chOff x="0" y="-47625"/>
            <a:chExt cx="5062896" cy="378000"/>
          </a:xfrm>
        </p:grpSpPr>
        <p:sp>
          <p:nvSpPr>
            <p:cNvPr id="4" name="Google Shape;200;p3">
              <a:extLst>
                <a:ext uri="{FF2B5EF4-FFF2-40B4-BE49-F238E27FC236}">
                  <a16:creationId xmlns:a16="http://schemas.microsoft.com/office/drawing/2014/main" id="{83319D79-6E00-7257-AA8E-61820073693C}"/>
                </a:ext>
              </a:extLst>
            </p:cNvPr>
            <p:cNvSpPr/>
            <p:nvPr/>
          </p:nvSpPr>
          <p:spPr>
            <a:xfrm>
              <a:off x="0" y="0"/>
              <a:ext cx="5062896" cy="330270"/>
            </a:xfrm>
            <a:custGeom>
              <a:avLst/>
              <a:gdLst/>
              <a:ahLst/>
              <a:cxnLst/>
              <a:rect l="l" t="t" r="r" b="b"/>
              <a:pathLst>
                <a:path w="5062896" h="330270" extrusionOk="0">
                  <a:moveTo>
                    <a:pt x="0" y="0"/>
                  </a:moveTo>
                  <a:lnTo>
                    <a:pt x="5062896" y="0"/>
                  </a:lnTo>
                  <a:lnTo>
                    <a:pt x="5062896" y="330270"/>
                  </a:lnTo>
                  <a:lnTo>
                    <a:pt x="0" y="330270"/>
                  </a:lnTo>
                  <a:close/>
                </a:path>
              </a:pathLst>
            </a:custGeom>
            <a:solidFill>
              <a:srgbClr val="223AA8"/>
            </a:solidFill>
            <a:ln>
              <a:noFill/>
            </a:ln>
          </p:spPr>
          <p:txBody>
            <a:bodyPr/>
            <a:lstStyle/>
            <a:p>
              <a:pPr defTabSz="1219170">
                <a:buClr>
                  <a:srgbClr val="000000"/>
                </a:buClr>
              </a:pPr>
              <a:endParaRPr lang="fr-FR" sz="1867" kern="0" noProof="0" dirty="0">
                <a:solidFill>
                  <a:srgbClr val="000000"/>
                </a:solidFill>
                <a:latin typeface="+mj-lt"/>
                <a:cs typeface="Arial" panose="020B0604020202020204"/>
                <a:sym typeface="Arial" panose="020B0604020202020204"/>
              </a:endParaRPr>
            </a:p>
          </p:txBody>
        </p:sp>
        <p:sp>
          <p:nvSpPr>
            <p:cNvPr id="5" name="Google Shape;201;p3">
              <a:extLst>
                <a:ext uri="{FF2B5EF4-FFF2-40B4-BE49-F238E27FC236}">
                  <a16:creationId xmlns:a16="http://schemas.microsoft.com/office/drawing/2014/main" id="{C10277EF-335C-B81B-F947-2ED7DED70077}"/>
                </a:ext>
              </a:extLst>
            </p:cNvPr>
            <p:cNvSpPr txBox="1"/>
            <p:nvPr/>
          </p:nvSpPr>
          <p:spPr>
            <a:xfrm>
              <a:off x="0" y="-47625"/>
              <a:ext cx="5062800" cy="378000"/>
            </a:xfrm>
            <a:prstGeom prst="rect">
              <a:avLst/>
            </a:prstGeom>
            <a:noFill/>
            <a:ln>
              <a:noFill/>
            </a:ln>
          </p:spPr>
          <p:txBody>
            <a:bodyPr spcFirstLastPara="1" wrap="square" lIns="50800" tIns="50800" rIns="50800" bIns="50800" anchor="ctr" anchorCtr="0">
              <a:noAutofit/>
            </a:bodyPr>
            <a:lstStyle/>
            <a:p>
              <a:pPr algn="ctr" defTabSz="1219170">
                <a:lnSpc>
                  <a:spcPct val="129000"/>
                </a:lnSpc>
                <a:buClr>
                  <a:srgbClr val="000000"/>
                </a:buClr>
              </a:pPr>
              <a:endParaRPr lang="fr-FR" sz="1400" kern="0" noProof="0" dirty="0">
                <a:solidFill>
                  <a:srgbClr val="000000"/>
                </a:solidFill>
                <a:latin typeface="+mj-lt"/>
                <a:cs typeface="Arial" panose="020B0604020202020204"/>
                <a:sym typeface="Arial" panose="020B0604020202020204"/>
              </a:endParaRPr>
            </a:p>
          </p:txBody>
        </p:sp>
      </p:grpSp>
      <p:sp>
        <p:nvSpPr>
          <p:cNvPr id="6" name="Google Shape;221;p16">
            <a:extLst>
              <a:ext uri="{FF2B5EF4-FFF2-40B4-BE49-F238E27FC236}">
                <a16:creationId xmlns:a16="http://schemas.microsoft.com/office/drawing/2014/main" id="{10F9C2C7-15A8-4FA7-E61A-A32C47B91EF5}"/>
              </a:ext>
            </a:extLst>
          </p:cNvPr>
          <p:cNvSpPr txBox="1"/>
          <p:nvPr/>
        </p:nvSpPr>
        <p:spPr>
          <a:xfrm>
            <a:off x="267700" y="111975"/>
            <a:ext cx="11274800" cy="731600"/>
          </a:xfrm>
          <a:prstGeom prst="rect">
            <a:avLst/>
          </a:prstGeom>
          <a:noFill/>
          <a:ln>
            <a:noFill/>
          </a:ln>
        </p:spPr>
        <p:txBody>
          <a:bodyPr spcFirstLastPara="1" wrap="square" lIns="0" tIns="0" rIns="0" bIns="0" anchor="t" anchorCtr="0">
            <a:noAutofit/>
          </a:bodyPr>
          <a:lstStyle/>
          <a:p>
            <a:pPr>
              <a:buSzPts val="1100"/>
            </a:pPr>
            <a:r>
              <a:rPr lang="fr-FR" sz="2700" b="1" noProof="0" dirty="0">
                <a:solidFill>
                  <a:schemeClr val="bg1"/>
                </a:solidFill>
                <a:latin typeface="+mj-lt"/>
                <a:ea typeface="Times New Roman" panose="02020603050405020304"/>
                <a:cs typeface="Times New Roman" panose="02020603050405020304"/>
                <a:sym typeface="Times New Roman" panose="02020603050405020304"/>
              </a:rPr>
              <a:t>Proportion</a:t>
            </a:r>
            <a:r>
              <a:rPr lang="fr-FR" sz="2700" b="1" noProof="0" dirty="0">
                <a:solidFill>
                  <a:schemeClr val="bg1"/>
                </a:solidFill>
                <a:latin typeface="+mj-lt"/>
                <a:ea typeface="Times New Roman" panose="02020603050405020304"/>
                <a:cs typeface="Times New Roman" panose="02020603050405020304"/>
                <a:sym typeface="Source Serif Pro"/>
              </a:rPr>
              <a:t> d’enfants de 24 à 59 mois identifiés et récupéré par les relais communautaires en routine </a:t>
            </a:r>
            <a:r>
              <a:rPr lang="fr-FR" sz="2800" noProof="0" dirty="0">
                <a:solidFill>
                  <a:schemeClr val="bg1"/>
                </a:solidFill>
                <a:latin typeface="+mj-lt"/>
                <a:ea typeface="Arimo"/>
                <a:cs typeface="Arimo"/>
                <a:sym typeface="Arimo"/>
              </a:rPr>
              <a:t>(Source DHIS2)  </a:t>
            </a:r>
            <a:endParaRPr lang="fr-FR" sz="2700" b="1" noProof="0" dirty="0">
              <a:solidFill>
                <a:schemeClr val="bg1"/>
              </a:solidFill>
              <a:latin typeface="+mj-lt"/>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360E149E-4761-4BD0-3E8A-0022202E4679}"/>
            </a:ext>
          </a:extLst>
        </p:cNvPr>
        <p:cNvGrpSpPr/>
        <p:nvPr/>
      </p:nvGrpSpPr>
      <p:grpSpPr>
        <a:xfrm>
          <a:off x="0" y="0"/>
          <a:ext cx="0" cy="0"/>
          <a:chOff x="0" y="0"/>
          <a:chExt cx="0" cy="0"/>
        </a:xfrm>
      </p:grpSpPr>
      <p:sp>
        <p:nvSpPr>
          <p:cNvPr id="222" name="Google Shape;222;p16">
            <a:extLst>
              <a:ext uri="{FF2B5EF4-FFF2-40B4-BE49-F238E27FC236}">
                <a16:creationId xmlns:a16="http://schemas.microsoft.com/office/drawing/2014/main" id="{49744937-BB34-F554-8891-AA1ED538102F}"/>
              </a:ext>
            </a:extLst>
          </p:cNvPr>
          <p:cNvSpPr/>
          <p:nvPr/>
        </p:nvSpPr>
        <p:spPr>
          <a:xfrm>
            <a:off x="0" y="272241"/>
            <a:ext cx="235600" cy="655200"/>
          </a:xfrm>
          <a:prstGeom prst="rect">
            <a:avLst/>
          </a:prstGeom>
          <a:solidFill>
            <a:srgbClr val="1155CC"/>
          </a:solidFill>
          <a:ln>
            <a:noFill/>
          </a:ln>
        </p:spPr>
        <p:txBody>
          <a:bodyPr spcFirstLastPara="1" wrap="square" lIns="91392" tIns="91392" rIns="91392" bIns="91392" anchor="ctr" anchorCtr="0">
            <a:noAutofit/>
          </a:bodyPr>
          <a:lstStyle/>
          <a:p>
            <a:endParaRPr lang="fr-FR" noProof="0"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4" name="Google Shape;224;p16">
            <a:extLst>
              <a:ext uri="{FF2B5EF4-FFF2-40B4-BE49-F238E27FC236}">
                <a16:creationId xmlns:a16="http://schemas.microsoft.com/office/drawing/2014/main" id="{47B2B36D-6438-83C2-F169-1D082EFD05EC}"/>
              </a:ext>
            </a:extLst>
          </p:cNvPr>
          <p:cNvSpPr txBox="1"/>
          <p:nvPr/>
        </p:nvSpPr>
        <p:spPr>
          <a:xfrm>
            <a:off x="267700" y="6492847"/>
            <a:ext cx="11414800" cy="184151"/>
          </a:xfrm>
          <a:prstGeom prst="rect">
            <a:avLst/>
          </a:prstGeom>
          <a:noFill/>
          <a:ln>
            <a:noFill/>
          </a:ln>
        </p:spPr>
        <p:txBody>
          <a:bodyPr spcFirstLastPara="1" wrap="square" lIns="0" tIns="0" rIns="121889" bIns="0" anchor="t" anchorCtr="0">
            <a:spAutoFit/>
          </a:bodyPr>
          <a:lstStyle/>
          <a:p>
            <a:r>
              <a:rPr lang="fr-FR" sz="1200" b="1" noProof="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graphicFrame>
        <p:nvGraphicFramePr>
          <p:cNvPr id="2" name="Espace réservé du contenu 6">
            <a:extLst>
              <a:ext uri="{FF2B5EF4-FFF2-40B4-BE49-F238E27FC236}">
                <a16:creationId xmlns:a16="http://schemas.microsoft.com/office/drawing/2014/main" id="{44CD1FC7-9AC4-A8C6-F5A0-8F0E3092C309}"/>
              </a:ext>
            </a:extLst>
          </p:cNvPr>
          <p:cNvGraphicFramePr>
            <a:graphicFrameLocks/>
          </p:cNvGraphicFramePr>
          <p:nvPr>
            <p:extLst>
              <p:ext uri="{D42A27DB-BD31-4B8C-83A1-F6EECF244321}">
                <p14:modId xmlns:p14="http://schemas.microsoft.com/office/powerpoint/2010/main" val="3285421654"/>
              </p:ext>
            </p:extLst>
          </p:nvPr>
        </p:nvGraphicFramePr>
        <p:xfrm>
          <a:off x="267700" y="1360170"/>
          <a:ext cx="11076956" cy="4912614"/>
        </p:xfrm>
        <a:graphic>
          <a:graphicData uri="http://schemas.openxmlformats.org/drawingml/2006/chart">
            <c:chart xmlns:c="http://schemas.openxmlformats.org/drawingml/2006/chart" xmlns:r="http://schemas.openxmlformats.org/officeDocument/2006/relationships" r:id="rId3"/>
          </a:graphicData>
        </a:graphic>
      </p:graphicFrame>
      <p:grpSp>
        <p:nvGrpSpPr>
          <p:cNvPr id="3" name="Google Shape;199;p3">
            <a:extLst>
              <a:ext uri="{FF2B5EF4-FFF2-40B4-BE49-F238E27FC236}">
                <a16:creationId xmlns:a16="http://schemas.microsoft.com/office/drawing/2014/main" id="{B8F73B95-A9D6-81B8-DC56-C745BA207D58}"/>
              </a:ext>
            </a:extLst>
          </p:cNvPr>
          <p:cNvGrpSpPr/>
          <p:nvPr/>
        </p:nvGrpSpPr>
        <p:grpSpPr>
          <a:xfrm>
            <a:off x="525" y="-184556"/>
            <a:ext cx="12303364" cy="1324663"/>
            <a:chOff x="0" y="-47625"/>
            <a:chExt cx="5062896" cy="378000"/>
          </a:xfrm>
        </p:grpSpPr>
        <p:sp>
          <p:nvSpPr>
            <p:cNvPr id="4" name="Google Shape;200;p3">
              <a:extLst>
                <a:ext uri="{FF2B5EF4-FFF2-40B4-BE49-F238E27FC236}">
                  <a16:creationId xmlns:a16="http://schemas.microsoft.com/office/drawing/2014/main" id="{CC90123D-27AF-90EE-ED0A-DC0530F59755}"/>
                </a:ext>
              </a:extLst>
            </p:cNvPr>
            <p:cNvSpPr/>
            <p:nvPr/>
          </p:nvSpPr>
          <p:spPr>
            <a:xfrm>
              <a:off x="0" y="0"/>
              <a:ext cx="5062896" cy="330270"/>
            </a:xfrm>
            <a:custGeom>
              <a:avLst/>
              <a:gdLst/>
              <a:ahLst/>
              <a:cxnLst/>
              <a:rect l="l" t="t" r="r" b="b"/>
              <a:pathLst>
                <a:path w="5062896" h="330270" extrusionOk="0">
                  <a:moveTo>
                    <a:pt x="0" y="0"/>
                  </a:moveTo>
                  <a:lnTo>
                    <a:pt x="5062896" y="0"/>
                  </a:lnTo>
                  <a:lnTo>
                    <a:pt x="5062896" y="330270"/>
                  </a:lnTo>
                  <a:lnTo>
                    <a:pt x="0" y="330270"/>
                  </a:lnTo>
                  <a:close/>
                </a:path>
              </a:pathLst>
            </a:custGeom>
            <a:solidFill>
              <a:srgbClr val="223AA8"/>
            </a:solidFill>
            <a:ln>
              <a:noFill/>
            </a:ln>
          </p:spPr>
          <p:txBody>
            <a:bodyPr/>
            <a:lstStyle/>
            <a:p>
              <a:pPr defTabSz="1219170">
                <a:buClr>
                  <a:srgbClr val="000000"/>
                </a:buClr>
              </a:pPr>
              <a:endParaRPr lang="fr-FR" sz="1867" kern="0" noProof="0" dirty="0">
                <a:solidFill>
                  <a:srgbClr val="000000"/>
                </a:solidFill>
                <a:latin typeface="+mj-lt"/>
                <a:cs typeface="Arial" panose="020B0604020202020204"/>
                <a:sym typeface="Arial" panose="020B0604020202020204"/>
              </a:endParaRPr>
            </a:p>
          </p:txBody>
        </p:sp>
        <p:sp>
          <p:nvSpPr>
            <p:cNvPr id="5" name="Google Shape;201;p3">
              <a:extLst>
                <a:ext uri="{FF2B5EF4-FFF2-40B4-BE49-F238E27FC236}">
                  <a16:creationId xmlns:a16="http://schemas.microsoft.com/office/drawing/2014/main" id="{ACB40333-6201-5532-4332-4EA66509C552}"/>
                </a:ext>
              </a:extLst>
            </p:cNvPr>
            <p:cNvSpPr txBox="1"/>
            <p:nvPr/>
          </p:nvSpPr>
          <p:spPr>
            <a:xfrm>
              <a:off x="0" y="-47625"/>
              <a:ext cx="5062800" cy="378000"/>
            </a:xfrm>
            <a:prstGeom prst="rect">
              <a:avLst/>
            </a:prstGeom>
            <a:noFill/>
            <a:ln>
              <a:noFill/>
            </a:ln>
          </p:spPr>
          <p:txBody>
            <a:bodyPr spcFirstLastPara="1" wrap="square" lIns="50800" tIns="50800" rIns="50800" bIns="50800" anchor="ctr" anchorCtr="0">
              <a:noAutofit/>
            </a:bodyPr>
            <a:lstStyle/>
            <a:p>
              <a:pPr algn="ctr" defTabSz="1219170">
                <a:lnSpc>
                  <a:spcPct val="129000"/>
                </a:lnSpc>
                <a:buClr>
                  <a:srgbClr val="000000"/>
                </a:buClr>
              </a:pPr>
              <a:endParaRPr lang="fr-FR" sz="1400" kern="0" noProof="0" dirty="0">
                <a:solidFill>
                  <a:srgbClr val="000000"/>
                </a:solidFill>
                <a:latin typeface="+mj-lt"/>
                <a:cs typeface="Arial" panose="020B0604020202020204"/>
                <a:sym typeface="Arial" panose="020B0604020202020204"/>
              </a:endParaRPr>
            </a:p>
          </p:txBody>
        </p:sp>
      </p:grpSp>
      <p:sp>
        <p:nvSpPr>
          <p:cNvPr id="221" name="Google Shape;221;p16">
            <a:extLst>
              <a:ext uri="{FF2B5EF4-FFF2-40B4-BE49-F238E27FC236}">
                <a16:creationId xmlns:a16="http://schemas.microsoft.com/office/drawing/2014/main" id="{AC77BB21-7F2F-C05F-4BAE-E9D3A4C2706D}"/>
              </a:ext>
            </a:extLst>
          </p:cNvPr>
          <p:cNvSpPr txBox="1"/>
          <p:nvPr/>
        </p:nvSpPr>
        <p:spPr>
          <a:xfrm>
            <a:off x="267700" y="111975"/>
            <a:ext cx="11274800" cy="731600"/>
          </a:xfrm>
          <a:prstGeom prst="rect">
            <a:avLst/>
          </a:prstGeom>
          <a:noFill/>
          <a:ln>
            <a:noFill/>
          </a:ln>
        </p:spPr>
        <p:txBody>
          <a:bodyPr spcFirstLastPara="1" wrap="square" lIns="0" tIns="0" rIns="0" bIns="0" anchor="t" anchorCtr="0">
            <a:noAutofit/>
          </a:bodyPr>
          <a:lstStyle/>
          <a:p>
            <a:pPr>
              <a:buSzPts val="1100"/>
            </a:pPr>
            <a:r>
              <a:rPr lang="fr-FR" sz="2700" b="1" noProof="0" dirty="0">
                <a:solidFill>
                  <a:schemeClr val="bg1"/>
                </a:solidFill>
                <a:latin typeface="+mj-lt"/>
                <a:ea typeface="Times New Roman" panose="02020603050405020304"/>
                <a:cs typeface="Times New Roman" panose="02020603050405020304"/>
                <a:sym typeface="Times New Roman" panose="02020603050405020304"/>
              </a:rPr>
              <a:t>Proportion</a:t>
            </a:r>
            <a:r>
              <a:rPr lang="fr-FR" sz="2700" b="1" noProof="0" dirty="0">
                <a:solidFill>
                  <a:schemeClr val="bg1"/>
                </a:solidFill>
                <a:latin typeface="+mj-lt"/>
                <a:ea typeface="Times New Roman" panose="02020603050405020304"/>
                <a:cs typeface="Times New Roman" panose="02020603050405020304"/>
                <a:sym typeface="Source Serif Pro"/>
              </a:rPr>
              <a:t> d’enfants de 24 à 59 mois identifiés et récupéré par les relais communautaires en routine </a:t>
            </a:r>
            <a:r>
              <a:rPr lang="fr-FR" sz="2800" noProof="0" dirty="0">
                <a:solidFill>
                  <a:schemeClr val="bg1"/>
                </a:solidFill>
                <a:latin typeface="+mj-lt"/>
                <a:ea typeface="Arimo"/>
                <a:cs typeface="Arimo"/>
                <a:sym typeface="Arimo"/>
              </a:rPr>
              <a:t>(Source DHIS2)  </a:t>
            </a:r>
            <a:endParaRPr lang="fr-FR" sz="2700" b="1" noProof="0" dirty="0">
              <a:solidFill>
                <a:schemeClr val="bg1"/>
              </a:solidFill>
              <a:latin typeface="+mj-lt"/>
              <a:ea typeface="Times New Roman" panose="02020603050405020304"/>
              <a:cs typeface="Times New Roman" panose="02020603050405020304"/>
              <a:sym typeface="Times New Roman" panose="02020603050405020304"/>
            </a:endParaRPr>
          </a:p>
        </p:txBody>
      </p:sp>
    </p:spTree>
    <p:extLst>
      <p:ext uri="{BB962C8B-B14F-4D97-AF65-F5344CB8AC3E}">
        <p14:creationId xmlns:p14="http://schemas.microsoft.com/office/powerpoint/2010/main" val="14300913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6C9AA-4EAB-D990-21D1-1DF17F89E17E}"/>
            </a:ext>
          </a:extLst>
        </p:cNvPr>
        <p:cNvGrpSpPr/>
        <p:nvPr/>
      </p:nvGrpSpPr>
      <p:grpSpPr>
        <a:xfrm>
          <a:off x="0" y="0"/>
          <a:ext cx="0" cy="0"/>
          <a:chOff x="0" y="0"/>
          <a:chExt cx="0" cy="0"/>
        </a:xfrm>
      </p:grpSpPr>
      <p:sp>
        <p:nvSpPr>
          <p:cNvPr id="4" name="Titre 1">
            <a:extLst>
              <a:ext uri="{FF2B5EF4-FFF2-40B4-BE49-F238E27FC236}">
                <a16:creationId xmlns:a16="http://schemas.microsoft.com/office/drawing/2014/main" id="{7E794457-49D2-3707-D6A2-5D004BA184EC}"/>
              </a:ext>
            </a:extLst>
          </p:cNvPr>
          <p:cNvSpPr txBox="1">
            <a:spLocks/>
          </p:cNvSpPr>
          <p:nvPr/>
        </p:nvSpPr>
        <p:spPr bwMode="auto">
          <a:xfrm>
            <a:off x="0" y="0"/>
            <a:ext cx="12217399" cy="86002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anchor="ctr" anchorCtr="0" compatLnSpc="1">
            <a:prstTxWarp prst="textNoShape">
              <a:avLst/>
            </a:prstTxWarp>
            <a:normAutofit/>
          </a:bodyPr>
          <a:lstStyle>
            <a:lvl1pPr algn="ctr" rtl="0" eaLnBrk="0" fontAlgn="base" hangingPunct="0">
              <a:spcBef>
                <a:spcPct val="0"/>
              </a:spcBef>
              <a:spcAft>
                <a:spcPct val="0"/>
              </a:spcAft>
              <a:defRPr sz="3300">
                <a:solidFill>
                  <a:schemeClr val="lt1"/>
                </a:solidFill>
                <a:latin typeface="+mn-lt"/>
                <a:ea typeface="+mn-ea"/>
                <a:cs typeface="+mn-cs"/>
              </a:defRPr>
            </a:lvl1pPr>
            <a:lvl2pPr algn="ctr" rtl="0" eaLnBrk="0" fontAlgn="base" hangingPunct="0">
              <a:spcBef>
                <a:spcPct val="0"/>
              </a:spcBef>
              <a:spcAft>
                <a:spcPct val="0"/>
              </a:spcAft>
              <a:defRPr sz="3300">
                <a:solidFill>
                  <a:schemeClr val="lt1"/>
                </a:solidFill>
                <a:latin typeface="+mn-lt"/>
                <a:ea typeface="+mn-ea"/>
                <a:cs typeface="+mn-cs"/>
              </a:defRPr>
            </a:lvl2pPr>
            <a:lvl3pPr algn="ctr" rtl="0" eaLnBrk="0" fontAlgn="base" hangingPunct="0">
              <a:spcBef>
                <a:spcPct val="0"/>
              </a:spcBef>
              <a:spcAft>
                <a:spcPct val="0"/>
              </a:spcAft>
              <a:defRPr sz="3300">
                <a:solidFill>
                  <a:schemeClr val="lt1"/>
                </a:solidFill>
                <a:latin typeface="+mn-lt"/>
                <a:ea typeface="+mn-ea"/>
                <a:cs typeface="+mn-cs"/>
              </a:defRPr>
            </a:lvl3pPr>
            <a:lvl4pPr algn="ctr" rtl="0" eaLnBrk="0" fontAlgn="base" hangingPunct="0">
              <a:spcBef>
                <a:spcPct val="0"/>
              </a:spcBef>
              <a:spcAft>
                <a:spcPct val="0"/>
              </a:spcAft>
              <a:defRPr sz="3300">
                <a:solidFill>
                  <a:schemeClr val="lt1"/>
                </a:solidFill>
                <a:latin typeface="+mn-lt"/>
                <a:ea typeface="+mn-ea"/>
                <a:cs typeface="+mn-cs"/>
              </a:defRPr>
            </a:lvl4pPr>
            <a:lvl5pPr algn="ctr" rtl="0" eaLnBrk="0" fontAlgn="base" hangingPunct="0">
              <a:spcBef>
                <a:spcPct val="0"/>
              </a:spcBef>
              <a:spcAft>
                <a:spcPct val="0"/>
              </a:spcAft>
              <a:defRPr sz="3300">
                <a:solidFill>
                  <a:schemeClr val="lt1"/>
                </a:solidFill>
                <a:latin typeface="+mn-lt"/>
                <a:ea typeface="+mn-ea"/>
                <a:cs typeface="+mn-cs"/>
              </a:defRPr>
            </a:lvl5pPr>
            <a:lvl6pPr marL="342900" algn="ctr" rtl="0" fontAlgn="base">
              <a:spcBef>
                <a:spcPct val="0"/>
              </a:spcBef>
              <a:spcAft>
                <a:spcPct val="0"/>
              </a:spcAft>
              <a:defRPr sz="3300">
                <a:solidFill>
                  <a:schemeClr val="lt1"/>
                </a:solidFill>
                <a:latin typeface="+mn-lt"/>
                <a:ea typeface="+mn-ea"/>
                <a:cs typeface="+mn-cs"/>
              </a:defRPr>
            </a:lvl6pPr>
            <a:lvl7pPr marL="685800" algn="ctr" rtl="0" fontAlgn="base">
              <a:spcBef>
                <a:spcPct val="0"/>
              </a:spcBef>
              <a:spcAft>
                <a:spcPct val="0"/>
              </a:spcAft>
              <a:defRPr sz="3300">
                <a:solidFill>
                  <a:schemeClr val="lt1"/>
                </a:solidFill>
                <a:latin typeface="+mn-lt"/>
                <a:ea typeface="+mn-ea"/>
                <a:cs typeface="+mn-cs"/>
              </a:defRPr>
            </a:lvl7pPr>
            <a:lvl8pPr marL="1028700" algn="ctr" rtl="0" fontAlgn="base">
              <a:spcBef>
                <a:spcPct val="0"/>
              </a:spcBef>
              <a:spcAft>
                <a:spcPct val="0"/>
              </a:spcAft>
              <a:defRPr sz="3300">
                <a:solidFill>
                  <a:schemeClr val="lt1"/>
                </a:solidFill>
                <a:latin typeface="+mn-lt"/>
                <a:ea typeface="+mn-ea"/>
                <a:cs typeface="+mn-cs"/>
              </a:defRPr>
            </a:lvl8pPr>
            <a:lvl9pPr marL="1371600" algn="ctr" rtl="0" fontAlgn="base">
              <a:spcBef>
                <a:spcPct val="0"/>
              </a:spcBef>
              <a:spcAft>
                <a:spcPct val="0"/>
              </a:spcAft>
              <a:defRPr sz="3300">
                <a:solidFill>
                  <a:schemeClr val="lt1"/>
                </a:solidFill>
                <a:latin typeface="+mn-lt"/>
                <a:ea typeface="+mn-ea"/>
                <a:cs typeface="+mn-cs"/>
              </a:defRPr>
            </a:lvl9pPr>
          </a:lstStyle>
          <a:p>
            <a:pPr algn="l" defTabSz="1219170">
              <a:lnSpc>
                <a:spcPct val="90000"/>
              </a:lnSpc>
            </a:pPr>
            <a:r>
              <a:rPr lang="fr-FR" sz="2900" b="1" kern="0" noProof="0" dirty="0">
                <a:solidFill>
                  <a:srgbClr val="FFFFFF"/>
                </a:solidFill>
                <a:latin typeface="+mj-lt"/>
                <a:ea typeface="Arimo" panose="020B0604020202020204" charset="0"/>
                <a:cs typeface="Arimo" panose="020B0604020202020204" charset="0"/>
                <a:sym typeface="Source Serif Pro"/>
              </a:rPr>
              <a:t>SURVEILLANCE A BASE COMMUNAUTAIRE </a:t>
            </a:r>
            <a:br>
              <a:rPr lang="fr-FR" sz="2900" b="1" kern="0" dirty="0">
                <a:solidFill>
                  <a:srgbClr val="FFFFFF"/>
                </a:solidFill>
                <a:latin typeface="+mj-lt"/>
                <a:ea typeface="Arimo" panose="020B0604020202020204" charset="0"/>
                <a:cs typeface="Arimo" panose="020B0604020202020204" charset="0"/>
                <a:sym typeface="Source Serif Pro"/>
              </a:rPr>
            </a:br>
            <a:r>
              <a:rPr lang="fr-FR" sz="1900" kern="0" noProof="0" dirty="0">
                <a:solidFill>
                  <a:srgbClr val="FFFFFF"/>
                </a:solidFill>
                <a:latin typeface="+mj-lt"/>
                <a:ea typeface="Arimo" panose="020B0604020202020204" charset="0"/>
                <a:cs typeface="Arimo" panose="020B0604020202020204" charset="0"/>
                <a:sym typeface="Source Serif Pro"/>
              </a:rPr>
              <a:t>PROFIL DES PERSONNES AYANT NOTIFIÉ LES CAS DE PFA </a:t>
            </a:r>
            <a:r>
              <a:rPr lang="fr-FR" sz="1900" kern="0" noProof="0" dirty="0">
                <a:solidFill>
                  <a:srgbClr val="FFFFFF"/>
                </a:solidFill>
                <a:latin typeface="+mj-lt"/>
                <a:ea typeface="+mn-lt"/>
                <a:cs typeface="+mn-lt"/>
                <a:sym typeface="Source Serif Pro"/>
              </a:rPr>
              <a:t>01 JANVIER AU 05 DECEMBRE 2025</a:t>
            </a:r>
            <a:endParaRPr lang="fr-FR" sz="1300" kern="0" noProof="0" dirty="0">
              <a:solidFill>
                <a:srgbClr val="FFFFFF"/>
              </a:solidFill>
              <a:latin typeface="+mj-lt"/>
            </a:endParaRPr>
          </a:p>
        </p:txBody>
      </p:sp>
      <p:pic>
        <p:nvPicPr>
          <p:cNvPr id="6" name="Image 5">
            <a:extLst>
              <a:ext uri="{FF2B5EF4-FFF2-40B4-BE49-F238E27FC236}">
                <a16:creationId xmlns:a16="http://schemas.microsoft.com/office/drawing/2014/main" id="{EC332F6B-74AA-3B73-E678-15AC570C0C7D}"/>
              </a:ext>
            </a:extLst>
          </p:cNvPr>
          <p:cNvPicPr>
            <a:picLocks noChangeAspect="1"/>
          </p:cNvPicPr>
          <p:nvPr/>
        </p:nvPicPr>
        <p:blipFill>
          <a:blip r:embed="rId3"/>
          <a:srcRect l="1243" t="13771" r="19656"/>
          <a:stretch>
            <a:fillRect/>
          </a:stretch>
        </p:blipFill>
        <p:spPr>
          <a:xfrm>
            <a:off x="1501419" y="860021"/>
            <a:ext cx="9163760" cy="5137958"/>
          </a:xfrm>
          <a:prstGeom prst="rect">
            <a:avLst/>
          </a:prstGeom>
        </p:spPr>
      </p:pic>
      <p:sp>
        <p:nvSpPr>
          <p:cNvPr id="2" name="Titre 1">
            <a:extLst>
              <a:ext uri="{FF2B5EF4-FFF2-40B4-BE49-F238E27FC236}">
                <a16:creationId xmlns:a16="http://schemas.microsoft.com/office/drawing/2014/main" id="{C5C09636-60CD-A5B2-E7F8-D7614E3E9BEA}"/>
              </a:ext>
            </a:extLst>
          </p:cNvPr>
          <p:cNvSpPr txBox="1">
            <a:spLocks/>
          </p:cNvSpPr>
          <p:nvPr/>
        </p:nvSpPr>
        <p:spPr bwMode="auto">
          <a:xfrm>
            <a:off x="3589021" y="6066485"/>
            <a:ext cx="4754880" cy="738277"/>
          </a:xfrm>
          <a:prstGeom prst="rect">
            <a:avLst/>
          </a:prstGeom>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normAutofit fontScale="92500" lnSpcReduction="10000"/>
          </a:bodyPr>
          <a:lstStyle>
            <a:lvl1pPr algn="ctr" rtl="0" eaLnBrk="0" fontAlgn="base" hangingPunct="0">
              <a:spcBef>
                <a:spcPct val="0"/>
              </a:spcBef>
              <a:spcAft>
                <a:spcPct val="0"/>
              </a:spcAft>
              <a:defRPr sz="3300">
                <a:solidFill>
                  <a:schemeClr val="lt1"/>
                </a:solidFill>
                <a:latin typeface="+mn-lt"/>
                <a:ea typeface="+mn-ea"/>
                <a:cs typeface="+mn-cs"/>
              </a:defRPr>
            </a:lvl1pPr>
            <a:lvl2pPr algn="ctr" rtl="0" eaLnBrk="0" fontAlgn="base" hangingPunct="0">
              <a:spcBef>
                <a:spcPct val="0"/>
              </a:spcBef>
              <a:spcAft>
                <a:spcPct val="0"/>
              </a:spcAft>
              <a:defRPr sz="3300">
                <a:solidFill>
                  <a:schemeClr val="lt1"/>
                </a:solidFill>
                <a:latin typeface="+mn-lt"/>
                <a:ea typeface="+mn-ea"/>
                <a:cs typeface="+mn-cs"/>
              </a:defRPr>
            </a:lvl2pPr>
            <a:lvl3pPr algn="ctr" rtl="0" eaLnBrk="0" fontAlgn="base" hangingPunct="0">
              <a:spcBef>
                <a:spcPct val="0"/>
              </a:spcBef>
              <a:spcAft>
                <a:spcPct val="0"/>
              </a:spcAft>
              <a:defRPr sz="3300">
                <a:solidFill>
                  <a:schemeClr val="lt1"/>
                </a:solidFill>
                <a:latin typeface="+mn-lt"/>
                <a:ea typeface="+mn-ea"/>
                <a:cs typeface="+mn-cs"/>
              </a:defRPr>
            </a:lvl3pPr>
            <a:lvl4pPr algn="ctr" rtl="0" eaLnBrk="0" fontAlgn="base" hangingPunct="0">
              <a:spcBef>
                <a:spcPct val="0"/>
              </a:spcBef>
              <a:spcAft>
                <a:spcPct val="0"/>
              </a:spcAft>
              <a:defRPr sz="3300">
                <a:solidFill>
                  <a:schemeClr val="lt1"/>
                </a:solidFill>
                <a:latin typeface="+mn-lt"/>
                <a:ea typeface="+mn-ea"/>
                <a:cs typeface="+mn-cs"/>
              </a:defRPr>
            </a:lvl4pPr>
            <a:lvl5pPr algn="ctr" rtl="0" eaLnBrk="0" fontAlgn="base" hangingPunct="0">
              <a:spcBef>
                <a:spcPct val="0"/>
              </a:spcBef>
              <a:spcAft>
                <a:spcPct val="0"/>
              </a:spcAft>
              <a:defRPr sz="3300">
                <a:solidFill>
                  <a:schemeClr val="lt1"/>
                </a:solidFill>
                <a:latin typeface="+mn-lt"/>
                <a:ea typeface="+mn-ea"/>
                <a:cs typeface="+mn-cs"/>
              </a:defRPr>
            </a:lvl5pPr>
            <a:lvl6pPr marL="342900" algn="ctr" rtl="0" fontAlgn="base">
              <a:spcBef>
                <a:spcPct val="0"/>
              </a:spcBef>
              <a:spcAft>
                <a:spcPct val="0"/>
              </a:spcAft>
              <a:defRPr sz="3300">
                <a:solidFill>
                  <a:schemeClr val="lt1"/>
                </a:solidFill>
                <a:latin typeface="+mn-lt"/>
                <a:ea typeface="+mn-ea"/>
                <a:cs typeface="+mn-cs"/>
              </a:defRPr>
            </a:lvl6pPr>
            <a:lvl7pPr marL="685800" algn="ctr" rtl="0" fontAlgn="base">
              <a:spcBef>
                <a:spcPct val="0"/>
              </a:spcBef>
              <a:spcAft>
                <a:spcPct val="0"/>
              </a:spcAft>
              <a:defRPr sz="3300">
                <a:solidFill>
                  <a:schemeClr val="lt1"/>
                </a:solidFill>
                <a:latin typeface="+mn-lt"/>
                <a:ea typeface="+mn-ea"/>
                <a:cs typeface="+mn-cs"/>
              </a:defRPr>
            </a:lvl7pPr>
            <a:lvl8pPr marL="1028700" algn="ctr" rtl="0" fontAlgn="base">
              <a:spcBef>
                <a:spcPct val="0"/>
              </a:spcBef>
              <a:spcAft>
                <a:spcPct val="0"/>
              </a:spcAft>
              <a:defRPr sz="3300">
                <a:solidFill>
                  <a:schemeClr val="lt1"/>
                </a:solidFill>
                <a:latin typeface="+mn-lt"/>
                <a:ea typeface="+mn-ea"/>
                <a:cs typeface="+mn-cs"/>
              </a:defRPr>
            </a:lvl8pPr>
            <a:lvl9pPr marL="1371600" algn="ctr" rtl="0" fontAlgn="base">
              <a:spcBef>
                <a:spcPct val="0"/>
              </a:spcBef>
              <a:spcAft>
                <a:spcPct val="0"/>
              </a:spcAft>
              <a:defRPr sz="3300">
                <a:solidFill>
                  <a:schemeClr val="lt1"/>
                </a:solidFill>
                <a:latin typeface="+mn-lt"/>
                <a:ea typeface="+mn-ea"/>
                <a:cs typeface="+mn-cs"/>
              </a:defRPr>
            </a:lvl9pPr>
          </a:lstStyle>
          <a:p>
            <a:pPr algn="l" defTabSz="1219170">
              <a:lnSpc>
                <a:spcPct val="90000"/>
              </a:lnSpc>
            </a:pPr>
            <a:r>
              <a:rPr lang="fr-FR" sz="1400" b="1" kern="0" dirty="0">
                <a:solidFill>
                  <a:srgbClr val="0070C0"/>
                </a:solidFill>
                <a:latin typeface="+mj-lt"/>
                <a:ea typeface="Source Serif Pro"/>
                <a:sym typeface="Arial" panose="020B0604020202020204"/>
              </a:rPr>
              <a:t>Sur les 3842 cas de PFA notifiés:</a:t>
            </a:r>
          </a:p>
          <a:p>
            <a:pPr marL="285750" indent="-285750" algn="l" defTabSz="1219170">
              <a:lnSpc>
                <a:spcPct val="90000"/>
              </a:lnSpc>
              <a:buFontTx/>
              <a:buChar char="-"/>
            </a:pPr>
            <a:r>
              <a:rPr lang="fr-FR" sz="1400" b="1" kern="0" dirty="0">
                <a:solidFill>
                  <a:srgbClr val="0070C0"/>
                </a:solidFill>
                <a:latin typeface="+mj-lt"/>
                <a:ea typeface="Source Serif Pro"/>
                <a:sym typeface="Arial" panose="020B0604020202020204"/>
              </a:rPr>
              <a:t>Agent de santé:  (59,4%);</a:t>
            </a:r>
          </a:p>
          <a:p>
            <a:pPr marL="285750" indent="-285750" algn="l" defTabSz="1219170">
              <a:lnSpc>
                <a:spcPct val="90000"/>
              </a:lnSpc>
              <a:buFontTx/>
              <a:buChar char="-"/>
            </a:pPr>
            <a:r>
              <a:rPr lang="fr-FR" sz="1400" b="1" kern="0" dirty="0">
                <a:solidFill>
                  <a:srgbClr val="0070C0"/>
                </a:solidFill>
                <a:latin typeface="+mj-lt"/>
                <a:ea typeface="Source Serif Pro"/>
                <a:sym typeface="Arial" panose="020B0604020202020204"/>
              </a:rPr>
              <a:t>Communauté ; 40,1 (RECO:36,3% et Parents: 3,8%</a:t>
            </a:r>
            <a:br>
              <a:rPr lang="fr-FR" sz="1400" b="1" kern="0" dirty="0">
                <a:solidFill>
                  <a:srgbClr val="0070C0"/>
                </a:solidFill>
                <a:latin typeface="+mj-lt"/>
                <a:ea typeface="Source Serif Pro"/>
                <a:sym typeface="Arial" panose="020B0604020202020204"/>
              </a:rPr>
            </a:br>
            <a:endParaRPr lang="fr-FR" sz="1400" b="1" kern="0" dirty="0">
              <a:solidFill>
                <a:srgbClr val="0070C0"/>
              </a:solidFill>
              <a:latin typeface="+mj-lt"/>
              <a:ea typeface="Source Serif Pro"/>
              <a:sym typeface="Arial" panose="020B0604020202020204"/>
            </a:endParaRPr>
          </a:p>
        </p:txBody>
      </p:sp>
    </p:spTree>
    <p:extLst>
      <p:ext uri="{BB962C8B-B14F-4D97-AF65-F5344CB8AC3E}">
        <p14:creationId xmlns:p14="http://schemas.microsoft.com/office/powerpoint/2010/main" val="146758669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94679231-E4B0-0A05-807D-7771162BDCE8}"/>
              </a:ext>
            </a:extLst>
          </p:cNvPr>
          <p:cNvSpPr txBox="1">
            <a:spLocks/>
          </p:cNvSpPr>
          <p:nvPr/>
        </p:nvSpPr>
        <p:spPr>
          <a:xfrm>
            <a:off x="1" y="3298886"/>
            <a:ext cx="12191999" cy="866775"/>
          </a:xfrm>
          <a:prstGeom prst="rect">
            <a:avLst/>
          </a:prstGeom>
          <a:solidFill>
            <a:schemeClr val="accent1">
              <a:lumMod val="50000"/>
            </a:schemeClr>
          </a:solidFill>
          <a:ln>
            <a:noFill/>
          </a:ln>
        </p:spPr>
        <p:txBody>
          <a:bodyPr spcFirstLastPara="1" wrap="square" lIns="91416" tIns="91416" rIns="91416" bIns="91416" anchor="ctr" anchorCtr="0">
            <a:normAutofit lnSpcReduction="100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panose="020B0604020202020204"/>
              <a:buNone/>
              <a:defRPr sz="4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chemeClr val="dk1"/>
              </a:buClr>
              <a:buSzPts val="3600"/>
              <a:buFont typeface="Arial" panose="020B0604020202020204"/>
              <a:buNone/>
              <a:defRPr sz="4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chemeClr val="dk1"/>
              </a:buClr>
              <a:buSzPts val="3600"/>
              <a:buFont typeface="Arial" panose="020B0604020202020204"/>
              <a:buNone/>
              <a:defRPr sz="4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chemeClr val="dk1"/>
              </a:buClr>
              <a:buSzPts val="3600"/>
              <a:buFont typeface="Arial" panose="020B0604020202020204"/>
              <a:buNone/>
              <a:defRPr sz="4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chemeClr val="dk1"/>
              </a:buClr>
              <a:buSzPts val="3600"/>
              <a:buFont typeface="Arial" panose="020B0604020202020204"/>
              <a:buNone/>
              <a:defRPr sz="4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chemeClr val="dk1"/>
              </a:buClr>
              <a:buSzPts val="3600"/>
              <a:buFont typeface="Arial" panose="020B0604020202020204"/>
              <a:buNone/>
              <a:defRPr sz="4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chemeClr val="dk1"/>
              </a:buClr>
              <a:buSzPts val="3600"/>
              <a:buFont typeface="Arial" panose="020B0604020202020204"/>
              <a:buNone/>
              <a:defRPr sz="4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chemeClr val="dk1"/>
              </a:buClr>
              <a:buSzPts val="3600"/>
              <a:buFont typeface="Arial" panose="020B0604020202020204"/>
              <a:buNone/>
              <a:defRPr sz="4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chemeClr val="dk1"/>
              </a:buClr>
              <a:buSzPts val="3600"/>
              <a:buFont typeface="Arial" panose="020B0604020202020204"/>
              <a:buNone/>
              <a:defRPr sz="4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defTabSz="914400"/>
            <a:r>
              <a:rPr lang="fr-FR" kern="0" noProof="0" dirty="0">
                <a:solidFill>
                  <a:schemeClr val="bg1"/>
                </a:solidFill>
              </a:rPr>
              <a:t>AVS</a:t>
            </a:r>
          </a:p>
        </p:txBody>
      </p:sp>
    </p:spTree>
    <p:extLst>
      <p:ext uri="{BB962C8B-B14F-4D97-AF65-F5344CB8AC3E}">
        <p14:creationId xmlns:p14="http://schemas.microsoft.com/office/powerpoint/2010/main" val="3331738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 name="Caregiver Awareness over time, National"/>
          <p:cNvSpPr txBox="1">
            <a:spLocks noGrp="1"/>
          </p:cNvSpPr>
          <p:nvPr>
            <p:ph type="title"/>
          </p:nvPr>
        </p:nvSpPr>
        <p:spPr>
          <a:xfrm>
            <a:off x="2935246" y="4591"/>
            <a:ext cx="5764166" cy="421996"/>
          </a:xfrm>
          <a:prstGeom prst="rect">
            <a:avLst/>
          </a:prstGeom>
        </p:spPr>
        <p:txBody>
          <a:bodyPr spcFirstLastPara="1" wrap="square" lIns="91416" tIns="91416" rIns="91416" bIns="91416" anchor="t" anchorCtr="0">
            <a:noAutofit/>
          </a:bodyPr>
          <a:lstStyle>
            <a:defPPr marL="0" marR="0" indent="0" algn="l" defTabSz="456063" rtl="0" fontAlgn="auto" latinLnBrk="1" hangingPunct="0">
              <a:lnSpc>
                <a:spcPct val="100000"/>
              </a:lnSpc>
              <a:spcBef>
                <a:spcPts val="0"/>
              </a:spcBef>
              <a:spcAft>
                <a:spcPts val="0"/>
              </a:spcAft>
              <a:buClrTx/>
              <a:buSzTx/>
              <a:buFontTx/>
              <a:buNone/>
              <a:tabLst/>
              <a:defRPr kumimoji="0" sz="898" b="0" i="0" u="none" strike="noStrike" cap="none" spc="0" normalizeH="0" baseline="0">
                <a:ln>
                  <a:noFill/>
                </a:ln>
                <a:solidFill>
                  <a:srgbClr val="000000"/>
                </a:solidFill>
                <a:effectLst/>
                <a:uFillTx/>
              </a:defRPr>
            </a:defPPr>
            <a:lvl1pPr marL="0" marR="0" indent="0"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1pPr>
            <a:lvl2pPr marL="0" marR="0" indent="228031"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2pPr>
            <a:lvl3pPr marL="0" marR="0" indent="456063"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3pPr>
            <a:lvl4pPr marL="0" marR="0" indent="684094"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4pPr>
            <a:lvl5pPr marL="0" marR="0" indent="912126"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5pPr>
            <a:lvl6pPr marL="0" marR="0" indent="1140157"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6pPr>
            <a:lvl7pPr marL="0" marR="0" indent="1368189"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7pPr>
            <a:lvl8pPr marL="0" marR="0" indent="1596220"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8pPr>
            <a:lvl9pPr marL="0" marR="0" indent="1824252"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9pPr>
          </a:lstStyle>
          <a:p>
            <a:pPr algn="ctr"/>
            <a:r>
              <a:rPr lang="fr-FR" sz="2450" b="1" noProof="0" dirty="0">
                <a:latin typeface="Arial"/>
                <a:cs typeface="Arial"/>
              </a:rPr>
              <a:t>% Parents informés durant les JNV</a:t>
            </a:r>
          </a:p>
        </p:txBody>
      </p:sp>
      <p:sp>
        <p:nvSpPr>
          <p:cNvPr id="6" name="ZoneTexte 5">
            <a:extLst>
              <a:ext uri="{FF2B5EF4-FFF2-40B4-BE49-F238E27FC236}">
                <a16:creationId xmlns:a16="http://schemas.microsoft.com/office/drawing/2014/main" id="{5AFCDB08-25BA-433A-09EC-222EEF2BE345}"/>
              </a:ext>
            </a:extLst>
          </p:cNvPr>
          <p:cNvSpPr txBox="1"/>
          <p:nvPr/>
        </p:nvSpPr>
        <p:spPr>
          <a:xfrm>
            <a:off x="3833" y="5903127"/>
            <a:ext cx="12165579" cy="617455"/>
          </a:xfrm>
          <a:prstGeom prst="rect">
            <a:avLst/>
          </a:prstGeom>
          <a:no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135" tIns="25135" rIns="25135" bIns="25135" numCol="1" spcCol="38100" rtlCol="0" anchor="t">
            <a:spAutoFit/>
          </a:bodyPr>
          <a:lstStyle>
            <a:defPPr marL="0" marR="0" indent="0" algn="l" defTabSz="456063" rtl="0" fontAlgn="auto" latinLnBrk="1" hangingPunct="0">
              <a:lnSpc>
                <a:spcPct val="100000"/>
              </a:lnSpc>
              <a:spcBef>
                <a:spcPts val="0"/>
              </a:spcBef>
              <a:spcAft>
                <a:spcPts val="0"/>
              </a:spcAft>
              <a:buClrTx/>
              <a:buSzTx/>
              <a:buFontTx/>
              <a:buNone/>
              <a:tabLst/>
              <a:defRPr kumimoji="0" sz="898" b="0" i="0" u="none" strike="noStrike" cap="none" spc="0" normalizeH="0" baseline="0">
                <a:ln>
                  <a:noFill/>
                </a:ln>
                <a:solidFill>
                  <a:srgbClr val="000000"/>
                </a:solidFill>
                <a:effectLst/>
                <a:uFillTx/>
              </a:defRPr>
            </a:defPPr>
            <a:lvl1pPr marL="0" marR="0" indent="0"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1pPr>
            <a:lvl2pPr marL="0" marR="0" indent="228031"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2pPr>
            <a:lvl3pPr marL="0" marR="0" indent="456063"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3pPr>
            <a:lvl4pPr marL="0" marR="0" indent="684094"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4pPr>
            <a:lvl5pPr marL="0" marR="0" indent="912126"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5pPr>
            <a:lvl6pPr marL="0" marR="0" indent="1140157"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6pPr>
            <a:lvl7pPr marL="0" marR="0" indent="1368189"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7pPr>
            <a:lvl8pPr marL="0" marR="0" indent="1596220"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8pPr>
            <a:lvl9pPr marL="0" marR="0" indent="1824252"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9pPr>
          </a:lstStyle>
          <a:p>
            <a:pPr marL="243840" indent="-226060" defTabSz="1206490">
              <a:spcBef>
                <a:spcPts val="247"/>
              </a:spcBef>
              <a:spcAft>
                <a:spcPts val="297"/>
              </a:spcAft>
              <a:buFont typeface="Arial" panose="020B0604020202020204" pitchFamily="34" charset="0"/>
              <a:buChar char="•"/>
            </a:pPr>
            <a:r>
              <a:rPr lang="fr-FR" sz="1583" noProof="0" dirty="0">
                <a:latin typeface="Arial" panose="020B0604020202020204" pitchFamily="34" charset="0"/>
                <a:cs typeface="Arial" panose="020B0604020202020204" pitchFamily="34" charset="0"/>
              </a:rPr>
              <a:t>La proportion des  parents informés reste au dessus du seuil (90%) au fil des campagnes; </a:t>
            </a:r>
            <a:endParaRPr lang="fr-FR" noProof="0" dirty="0"/>
          </a:p>
          <a:p>
            <a:pPr marL="243840" indent="-226060" defTabSz="1206490">
              <a:spcBef>
                <a:spcPts val="247"/>
              </a:spcBef>
              <a:spcAft>
                <a:spcPts val="297"/>
              </a:spcAft>
              <a:buFont typeface="Arial" panose="020B0604020202020204" pitchFamily="34" charset="0"/>
              <a:buChar char="•"/>
            </a:pPr>
            <a:r>
              <a:rPr lang="fr-FR" sz="1583" noProof="0" dirty="0">
                <a:latin typeface="Arial" panose="020B0604020202020204" pitchFamily="34" charset="0"/>
                <a:cs typeface="Arial" panose="020B0604020202020204" pitchFamily="34" charset="0"/>
              </a:rPr>
              <a:t>La moyenne du niveau d’information des parents au fil des campagnes est évaluée à 99%.</a:t>
            </a:r>
          </a:p>
        </p:txBody>
      </p:sp>
      <p:sp>
        <p:nvSpPr>
          <p:cNvPr id="8" name="Text Placeholder 2">
            <a:extLst>
              <a:ext uri="{FF2B5EF4-FFF2-40B4-BE49-F238E27FC236}">
                <a16:creationId xmlns:a16="http://schemas.microsoft.com/office/drawing/2014/main" id="{93E6B299-0F1B-7C89-9E3E-39B5A611F7BC}"/>
              </a:ext>
            </a:extLst>
          </p:cNvPr>
          <p:cNvSpPr>
            <a:spLocks noGrp="1"/>
          </p:cNvSpPr>
          <p:nvPr>
            <p:ph type="body" sz="quarter" idx="21"/>
          </p:nvPr>
        </p:nvSpPr>
        <p:spPr>
          <a:xfrm>
            <a:off x="9152137" y="337418"/>
            <a:ext cx="2293560" cy="462512"/>
          </a:xfrm>
        </p:spPr>
        <p:txBody>
          <a:bodyPr>
            <a:normAutofit fontScale="85000" lnSpcReduction="20000"/>
          </a:bodyPr>
          <a:lstStyle>
            <a:defPPr marL="0" marR="0" indent="0" algn="l" defTabSz="456063" rtl="0" fontAlgn="auto" latinLnBrk="1" hangingPunct="0">
              <a:lnSpc>
                <a:spcPct val="100000"/>
              </a:lnSpc>
              <a:spcBef>
                <a:spcPts val="0"/>
              </a:spcBef>
              <a:spcAft>
                <a:spcPts val="0"/>
              </a:spcAft>
              <a:buClrTx/>
              <a:buSzTx/>
              <a:buFontTx/>
              <a:buNone/>
              <a:tabLst/>
              <a:defRPr kumimoji="0" sz="898" b="0" i="0" u="none" strike="noStrike" cap="none" spc="0" normalizeH="0" baseline="0">
                <a:ln>
                  <a:noFill/>
                </a:ln>
                <a:solidFill>
                  <a:srgbClr val="000000"/>
                </a:solidFill>
                <a:effectLst/>
                <a:uFillTx/>
              </a:defRPr>
            </a:defPPr>
            <a:lvl1pPr marL="0" marR="0" indent="0"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1pPr>
            <a:lvl2pPr marL="0" marR="0" indent="228031"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2pPr>
            <a:lvl3pPr marL="0" marR="0" indent="456063"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3pPr>
            <a:lvl4pPr marL="0" marR="0" indent="684094"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4pPr>
            <a:lvl5pPr marL="0" marR="0" indent="912126"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5pPr>
            <a:lvl6pPr marL="0" marR="0" indent="1140157"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6pPr>
            <a:lvl7pPr marL="0" marR="0" indent="1368189"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7pPr>
            <a:lvl8pPr marL="0" marR="0" indent="1596220"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8pPr>
            <a:lvl9pPr marL="0" marR="0" indent="1824252"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9pPr>
          </a:lstStyle>
          <a:p>
            <a:r>
              <a:rPr lang="fr-FR" sz="900" b="1" noProof="0" dirty="0">
                <a:solidFill>
                  <a:srgbClr val="FF0000"/>
                </a:solidFill>
              </a:rPr>
              <a:t>Source: IM data</a:t>
            </a:r>
          </a:p>
        </p:txBody>
      </p:sp>
      <p:graphicFrame>
        <p:nvGraphicFramePr>
          <p:cNvPr id="5" name="Graphique 4">
            <a:extLst>
              <a:ext uri="{FF2B5EF4-FFF2-40B4-BE49-F238E27FC236}">
                <a16:creationId xmlns:a16="http://schemas.microsoft.com/office/drawing/2014/main" id="{1962982E-8498-FD46-5165-33207F443996}"/>
              </a:ext>
            </a:extLst>
          </p:cNvPr>
          <p:cNvGraphicFramePr>
            <a:graphicFrameLocks/>
          </p:cNvGraphicFramePr>
          <p:nvPr/>
        </p:nvGraphicFramePr>
        <p:xfrm>
          <a:off x="1335741" y="786413"/>
          <a:ext cx="8963176" cy="5116714"/>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 name="Caregiver Awareness over time, National"/>
          <p:cNvSpPr txBox="1">
            <a:spLocks noGrp="1"/>
          </p:cNvSpPr>
          <p:nvPr>
            <p:ph type="title"/>
          </p:nvPr>
        </p:nvSpPr>
        <p:spPr>
          <a:xfrm>
            <a:off x="231296" y="166761"/>
            <a:ext cx="9750904" cy="462512"/>
          </a:xfrm>
          <a:prstGeom prst="rect">
            <a:avLst/>
          </a:prstGeom>
        </p:spPr>
        <p:txBody>
          <a:bodyPr spcFirstLastPara="1" wrap="square" lIns="91416" tIns="91416" rIns="91416" bIns="91416" anchor="t" anchorCtr="0">
            <a:noAutofit/>
          </a:bodyPr>
          <a:lstStyle>
            <a:defPPr marL="0" marR="0" indent="0" algn="l" defTabSz="456063" rtl="0" fontAlgn="auto" latinLnBrk="1" hangingPunct="0">
              <a:lnSpc>
                <a:spcPct val="100000"/>
              </a:lnSpc>
              <a:spcBef>
                <a:spcPts val="0"/>
              </a:spcBef>
              <a:spcAft>
                <a:spcPts val="0"/>
              </a:spcAft>
              <a:buClrTx/>
              <a:buSzTx/>
              <a:buFontTx/>
              <a:buNone/>
              <a:tabLst/>
              <a:defRPr kumimoji="0" sz="898" b="0" i="0" u="none" strike="noStrike" cap="none" spc="0" normalizeH="0" baseline="0">
                <a:ln>
                  <a:noFill/>
                </a:ln>
                <a:solidFill>
                  <a:srgbClr val="000000"/>
                </a:solidFill>
                <a:effectLst/>
                <a:uFillTx/>
              </a:defRPr>
            </a:defPPr>
            <a:lvl1pPr marL="0" marR="0" indent="0"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1pPr>
            <a:lvl2pPr marL="0" marR="0" indent="228031"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2pPr>
            <a:lvl3pPr marL="0" marR="0" indent="456063"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3pPr>
            <a:lvl4pPr marL="0" marR="0" indent="684094"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4pPr>
            <a:lvl5pPr marL="0" marR="0" indent="912126"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5pPr>
            <a:lvl6pPr marL="0" marR="0" indent="1140157"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6pPr>
            <a:lvl7pPr marL="0" marR="0" indent="1368189"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7pPr>
            <a:lvl8pPr marL="0" marR="0" indent="1596220"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8pPr>
            <a:lvl9pPr marL="0" marR="0" indent="1824252"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9pPr>
          </a:lstStyle>
          <a:p>
            <a:r>
              <a:rPr lang="fr-FR" sz="2450" b="1" dirty="0">
                <a:latin typeface="Arial"/>
                <a:cs typeface="Arial"/>
              </a:rPr>
              <a:t>%Gestion des refus  au fil  de 5 dernières campagnes Polio</a:t>
            </a:r>
            <a:r>
              <a:rPr lang="fr-FR" sz="2450" dirty="0">
                <a:latin typeface="Arial"/>
                <a:cs typeface="Arial"/>
              </a:rPr>
              <a:t> </a:t>
            </a:r>
            <a:endParaRPr lang="fr-FR" sz="2450" noProof="0" dirty="0">
              <a:latin typeface="Arial"/>
              <a:cs typeface="Arial"/>
            </a:endParaRPr>
          </a:p>
        </p:txBody>
      </p:sp>
      <p:sp>
        <p:nvSpPr>
          <p:cNvPr id="6" name="ZoneTexte 5">
            <a:extLst>
              <a:ext uri="{FF2B5EF4-FFF2-40B4-BE49-F238E27FC236}">
                <a16:creationId xmlns:a16="http://schemas.microsoft.com/office/drawing/2014/main" id="{5AFCDB08-25BA-433A-09EC-222EEF2BE345}"/>
              </a:ext>
            </a:extLst>
          </p:cNvPr>
          <p:cNvSpPr txBox="1"/>
          <p:nvPr/>
        </p:nvSpPr>
        <p:spPr>
          <a:xfrm>
            <a:off x="231295" y="6102683"/>
            <a:ext cx="11847133" cy="472582"/>
          </a:xfrm>
          <a:prstGeom prst="rect">
            <a:avLst/>
          </a:prstGeom>
          <a:no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135" tIns="25135" rIns="25135" bIns="25135" numCol="1" spcCol="38100" rtlCol="0" anchor="t">
            <a:spAutoFit/>
          </a:bodyPr>
          <a:lstStyle>
            <a:defPPr marL="0" marR="0" indent="0" algn="l" defTabSz="456063" rtl="0" fontAlgn="auto" latinLnBrk="1" hangingPunct="0">
              <a:lnSpc>
                <a:spcPct val="100000"/>
              </a:lnSpc>
              <a:spcBef>
                <a:spcPts val="0"/>
              </a:spcBef>
              <a:spcAft>
                <a:spcPts val="0"/>
              </a:spcAft>
              <a:buClrTx/>
              <a:buSzTx/>
              <a:buFontTx/>
              <a:buNone/>
              <a:tabLst/>
              <a:defRPr kumimoji="0" sz="898" b="0" i="0" u="none" strike="noStrike" cap="none" spc="0" normalizeH="0" baseline="0">
                <a:ln>
                  <a:noFill/>
                </a:ln>
                <a:solidFill>
                  <a:srgbClr val="000000"/>
                </a:solidFill>
                <a:effectLst/>
                <a:uFillTx/>
              </a:defRPr>
            </a:defPPr>
            <a:lvl1pPr marL="0" marR="0" indent="0"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1pPr>
            <a:lvl2pPr marL="0" marR="0" indent="228031"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2pPr>
            <a:lvl3pPr marL="0" marR="0" indent="456063"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3pPr>
            <a:lvl4pPr marL="0" marR="0" indent="684094"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4pPr>
            <a:lvl5pPr marL="0" marR="0" indent="912126"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5pPr>
            <a:lvl6pPr marL="0" marR="0" indent="1140157"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6pPr>
            <a:lvl7pPr marL="0" marR="0" indent="1368189"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7pPr>
            <a:lvl8pPr marL="0" marR="0" indent="1596220"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8pPr>
            <a:lvl9pPr marL="0" marR="0" indent="1824252"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9pPr>
          </a:lstStyle>
          <a:p>
            <a:pPr marL="315287" marR="0" lvl="0" indent="-226223" algn="l" defTabSz="1206490" rtl="0" eaLnBrk="1" fontAlgn="auto" latinLnBrk="0" hangingPunct="0">
              <a:lnSpc>
                <a:spcPct val="90000"/>
              </a:lnSpc>
              <a:spcBef>
                <a:spcPts val="297"/>
              </a:spcBef>
              <a:spcAft>
                <a:spcPts val="0"/>
              </a:spcAft>
              <a:buClrTx/>
              <a:buSzTx/>
              <a:buFont typeface="Arial" panose="020B0604020202020204" pitchFamily="34" charset="0"/>
              <a:buChar char="•"/>
              <a:tabLst/>
              <a:defRPr/>
            </a:pPr>
            <a:r>
              <a:rPr kumimoji="0" lang="fr-FR" sz="1385"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Helvetica Neue"/>
              </a:rPr>
              <a:t>La gestion des refus s’est améliorée dans le temps  et elle s’est maintenue à une proportion &gt; 90% durant les deux dernières campagnes (</a:t>
            </a:r>
            <a:r>
              <a:rPr kumimoji="0" lang="fr-FR" sz="1385"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sym typeface="Helvetica Neue"/>
              </a:rPr>
              <a:t>Lotumbe</a:t>
            </a:r>
            <a:r>
              <a:rPr kumimoji="0" lang="fr-FR" sz="1385"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Helvetica Neue"/>
              </a:rPr>
              <a:t> et Kabambare-Samba),  La moyenne globale est de 89%</a:t>
            </a:r>
          </a:p>
        </p:txBody>
      </p:sp>
      <p:sp>
        <p:nvSpPr>
          <p:cNvPr id="8" name="Text Placeholder 2">
            <a:extLst>
              <a:ext uri="{FF2B5EF4-FFF2-40B4-BE49-F238E27FC236}">
                <a16:creationId xmlns:a16="http://schemas.microsoft.com/office/drawing/2014/main" id="{93E6B299-0F1B-7C89-9E3E-39B5A611F7BC}"/>
              </a:ext>
            </a:extLst>
          </p:cNvPr>
          <p:cNvSpPr>
            <a:spLocks noGrp="1"/>
          </p:cNvSpPr>
          <p:nvPr>
            <p:ph type="body" sz="quarter" idx="21"/>
          </p:nvPr>
        </p:nvSpPr>
        <p:spPr>
          <a:xfrm>
            <a:off x="288444" y="871883"/>
            <a:ext cx="3790290" cy="462512"/>
          </a:xfrm>
        </p:spPr>
        <p:txBody>
          <a:bodyPr>
            <a:normAutofit/>
          </a:bodyPr>
          <a:lstStyle>
            <a:defPPr marL="0" marR="0" indent="0" algn="l" defTabSz="456063" rtl="0" fontAlgn="auto" latinLnBrk="1" hangingPunct="0">
              <a:lnSpc>
                <a:spcPct val="100000"/>
              </a:lnSpc>
              <a:spcBef>
                <a:spcPts val="0"/>
              </a:spcBef>
              <a:spcAft>
                <a:spcPts val="0"/>
              </a:spcAft>
              <a:buClrTx/>
              <a:buSzTx/>
              <a:buFontTx/>
              <a:buNone/>
              <a:tabLst/>
              <a:defRPr kumimoji="0" sz="898" b="0" i="0" u="none" strike="noStrike" cap="none" spc="0" normalizeH="0" baseline="0">
                <a:ln>
                  <a:noFill/>
                </a:ln>
                <a:solidFill>
                  <a:srgbClr val="000000"/>
                </a:solidFill>
                <a:effectLst/>
                <a:uFillTx/>
              </a:defRPr>
            </a:defPPr>
            <a:lvl1pPr marL="0" marR="0" indent="0"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1pPr>
            <a:lvl2pPr marL="0" marR="0" indent="228031"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2pPr>
            <a:lvl3pPr marL="0" marR="0" indent="456063"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3pPr>
            <a:lvl4pPr marL="0" marR="0" indent="684094"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4pPr>
            <a:lvl5pPr marL="0" marR="0" indent="912126"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5pPr>
            <a:lvl6pPr marL="0" marR="0" indent="1140157"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6pPr>
            <a:lvl7pPr marL="0" marR="0" indent="1368189"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7pPr>
            <a:lvl8pPr marL="0" marR="0" indent="1596220"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8pPr>
            <a:lvl9pPr marL="0" marR="0" indent="1824252"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9pPr>
          </a:lstStyle>
          <a:p>
            <a:r>
              <a:rPr lang="fr-FR" sz="1781" b="0" noProof="0" dirty="0"/>
              <a:t>Source: Donnée administrative</a:t>
            </a:r>
          </a:p>
        </p:txBody>
      </p:sp>
      <p:graphicFrame>
        <p:nvGraphicFramePr>
          <p:cNvPr id="7" name="Graphique 6">
            <a:extLst>
              <a:ext uri="{FF2B5EF4-FFF2-40B4-BE49-F238E27FC236}">
                <a16:creationId xmlns:a16="http://schemas.microsoft.com/office/drawing/2014/main" id="{A271D5F3-C929-15C4-9D73-1F24FFED805E}"/>
              </a:ext>
            </a:extLst>
          </p:cNvPr>
          <p:cNvGraphicFramePr>
            <a:graphicFrameLocks/>
          </p:cNvGraphicFramePr>
          <p:nvPr/>
        </p:nvGraphicFramePr>
        <p:xfrm>
          <a:off x="390524" y="1273263"/>
          <a:ext cx="11325225" cy="458681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668582065"/>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a:extLst>
            <a:ext uri="{FF2B5EF4-FFF2-40B4-BE49-F238E27FC236}">
              <a16:creationId xmlns:a16="http://schemas.microsoft.com/office/drawing/2014/main" id="{2E413121-420D-AAC3-62F3-0CFE28BE9D6B}"/>
            </a:ext>
          </a:extLst>
        </p:cNvPr>
        <p:cNvGrpSpPr/>
        <p:nvPr/>
      </p:nvGrpSpPr>
      <p:grpSpPr>
        <a:xfrm>
          <a:off x="0" y="0"/>
          <a:ext cx="0" cy="0"/>
          <a:chOff x="0" y="0"/>
          <a:chExt cx="0" cy="0"/>
        </a:xfrm>
      </p:grpSpPr>
      <p:sp>
        <p:nvSpPr>
          <p:cNvPr id="291" name="Source of Awareness over time, National">
            <a:extLst>
              <a:ext uri="{FF2B5EF4-FFF2-40B4-BE49-F238E27FC236}">
                <a16:creationId xmlns:a16="http://schemas.microsoft.com/office/drawing/2014/main" id="{B55848CC-9516-1596-F42F-183A70A170AA}"/>
              </a:ext>
            </a:extLst>
          </p:cNvPr>
          <p:cNvSpPr txBox="1">
            <a:spLocks noGrp="1"/>
          </p:cNvSpPr>
          <p:nvPr>
            <p:ph type="title"/>
          </p:nvPr>
        </p:nvSpPr>
        <p:spPr>
          <a:xfrm>
            <a:off x="505999" y="185023"/>
            <a:ext cx="8882675" cy="517508"/>
          </a:xfrm>
          <a:prstGeom prst="rect">
            <a:avLst/>
          </a:prstGeom>
        </p:spPr>
        <p:txBody>
          <a:bodyPr>
            <a:noAutofit/>
          </a:bodyPr>
          <a:lstStyle>
            <a:defPPr marL="0" marR="0" indent="0" algn="l" defTabSz="456063" rtl="0" fontAlgn="auto" latinLnBrk="1" hangingPunct="0">
              <a:lnSpc>
                <a:spcPct val="100000"/>
              </a:lnSpc>
              <a:spcBef>
                <a:spcPts val="0"/>
              </a:spcBef>
              <a:spcAft>
                <a:spcPts val="0"/>
              </a:spcAft>
              <a:buClrTx/>
              <a:buSzTx/>
              <a:buFontTx/>
              <a:buNone/>
              <a:tabLst/>
              <a:defRPr kumimoji="0" sz="898" b="0" i="0" u="none" strike="noStrike" cap="none" spc="0" normalizeH="0" baseline="0">
                <a:ln>
                  <a:noFill/>
                </a:ln>
                <a:solidFill>
                  <a:srgbClr val="000000"/>
                </a:solidFill>
                <a:effectLst/>
                <a:uFillTx/>
              </a:defRPr>
            </a:defPPr>
            <a:lvl1pPr marL="0" marR="0" indent="0"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1pPr>
            <a:lvl2pPr marL="0" marR="0" indent="228031"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2pPr>
            <a:lvl3pPr marL="0" marR="0" indent="456063"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3pPr>
            <a:lvl4pPr marL="0" marR="0" indent="684094"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4pPr>
            <a:lvl5pPr marL="0" marR="0" indent="912126"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5pPr>
            <a:lvl6pPr marL="0" marR="0" indent="1140157"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6pPr>
            <a:lvl7pPr marL="0" marR="0" indent="1368189"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7pPr>
            <a:lvl8pPr marL="0" marR="0" indent="1596220"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8pPr>
            <a:lvl9pPr marL="0" marR="0" indent="1824252"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9pPr>
          </a:lstStyle>
          <a:p>
            <a:pPr algn="ctr"/>
            <a:r>
              <a:rPr lang="fr-FR" sz="2450" b="1" spc="-76" noProof="0" dirty="0">
                <a:latin typeface="Arial"/>
                <a:cs typeface="Arial"/>
              </a:rPr>
              <a:t>Canaux d’information au fil des campagnes</a:t>
            </a:r>
          </a:p>
        </p:txBody>
      </p:sp>
      <p:sp>
        <p:nvSpPr>
          <p:cNvPr id="15" name="ZoneTexte 14">
            <a:extLst>
              <a:ext uri="{FF2B5EF4-FFF2-40B4-BE49-F238E27FC236}">
                <a16:creationId xmlns:a16="http://schemas.microsoft.com/office/drawing/2014/main" id="{5F515B5F-56B4-98BC-BA4B-0C72B6EBF10E}"/>
              </a:ext>
            </a:extLst>
          </p:cNvPr>
          <p:cNvSpPr txBox="1"/>
          <p:nvPr/>
        </p:nvSpPr>
        <p:spPr>
          <a:xfrm>
            <a:off x="170495" y="5938174"/>
            <a:ext cx="11847133" cy="759439"/>
          </a:xfrm>
          <a:prstGeom prst="rect">
            <a:avLst/>
          </a:prstGeom>
          <a:noFill/>
          <a:ln w="952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42497" tIns="0" rIns="25135" bIns="0" numCol="1" spcCol="38100" rtlCol="0" anchor="t">
            <a:spAutoFit/>
          </a:bodyPr>
          <a:lstStyle>
            <a:defPPr marL="0" marR="0" indent="0" algn="l" defTabSz="456063" rtl="0" fontAlgn="auto" latinLnBrk="1" hangingPunct="0">
              <a:lnSpc>
                <a:spcPct val="100000"/>
              </a:lnSpc>
              <a:spcBef>
                <a:spcPts val="0"/>
              </a:spcBef>
              <a:spcAft>
                <a:spcPts val="0"/>
              </a:spcAft>
              <a:buClrTx/>
              <a:buSzTx/>
              <a:buFontTx/>
              <a:buNone/>
              <a:tabLst/>
              <a:defRPr kumimoji="0" sz="898" b="0" i="0" u="none" strike="noStrike" cap="none" spc="0" normalizeH="0" baseline="0">
                <a:ln>
                  <a:noFill/>
                </a:ln>
                <a:solidFill>
                  <a:srgbClr val="000000"/>
                </a:solidFill>
                <a:effectLst/>
                <a:uFillTx/>
              </a:defRPr>
            </a:defPPr>
            <a:lvl1pPr marL="0" marR="0" indent="0"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1pPr>
            <a:lvl2pPr marL="0" marR="0" indent="228031"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2pPr>
            <a:lvl3pPr marL="0" marR="0" indent="456063"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3pPr>
            <a:lvl4pPr marL="0" marR="0" indent="684094"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4pPr>
            <a:lvl5pPr marL="0" marR="0" indent="912126"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5pPr>
            <a:lvl6pPr marL="0" marR="0" indent="1140157"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6pPr>
            <a:lvl7pPr marL="0" marR="0" indent="1368189"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7pPr>
            <a:lvl8pPr marL="0" marR="0" indent="1596220"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8pPr>
            <a:lvl9pPr marL="0" marR="0" indent="1824252"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9pPr>
          </a:lstStyle>
          <a:p>
            <a:pPr marL="226060" marR="0" lvl="0" indent="-226060" algn="l" defTabSz="1206490" rtl="0" eaLnBrk="1" fontAlgn="auto" latinLnBrk="0" hangingPunct="0">
              <a:lnSpc>
                <a:spcPct val="100000"/>
              </a:lnSpc>
              <a:spcBef>
                <a:spcPts val="297"/>
              </a:spcBef>
              <a:spcAft>
                <a:spcPts val="0"/>
              </a:spcAft>
              <a:buClrTx/>
              <a:buSzTx/>
              <a:buFont typeface="Arial" panose="020B0604020202020204" pitchFamily="34" charset="0"/>
              <a:buChar char="•"/>
              <a:tabLst/>
              <a:defRPr/>
            </a:pPr>
            <a:r>
              <a:rPr kumimoji="0" lang="fr-FR" sz="1400" b="0" i="0" u="none" strike="noStrike" kern="0" cap="none" spc="0" normalizeH="0" baseline="0" noProof="0" dirty="0">
                <a:ln>
                  <a:noFill/>
                </a:ln>
                <a:solidFill>
                  <a:srgbClr val="000000"/>
                </a:solidFill>
                <a:effectLst/>
                <a:uLnTx/>
                <a:uFillTx/>
                <a:latin typeface="Arial"/>
                <a:cs typeface="Arial"/>
                <a:sym typeface="Helvetica Neue"/>
              </a:rPr>
              <a:t>Les volontaires et les agents de santé ont été de grandes sources  d’information au fil des campagnes;</a:t>
            </a:r>
            <a:endParaRPr lang="fr-FR" sz="1400" b="0" i="0" u="none" strike="noStrike" kern="0" cap="none" spc="0" normalizeH="0" baseline="0" noProof="0" dirty="0">
              <a:ln>
                <a:noFill/>
              </a:ln>
              <a:solidFill>
                <a:srgbClr val="000000"/>
              </a:solidFill>
              <a:effectLst/>
              <a:uLnTx/>
              <a:uFillTx/>
              <a:latin typeface="Arial"/>
              <a:cs typeface="Arial"/>
            </a:endParaRPr>
          </a:p>
          <a:p>
            <a:pPr marL="226060" marR="0" lvl="0" indent="-226060" algn="l" defTabSz="1206490" rtl="0" eaLnBrk="1" fontAlgn="auto" latinLnBrk="0" hangingPunct="0">
              <a:lnSpc>
                <a:spcPct val="100000"/>
              </a:lnSpc>
              <a:spcBef>
                <a:spcPts val="297"/>
              </a:spcBef>
              <a:spcAft>
                <a:spcPts val="0"/>
              </a:spcAft>
              <a:buClrTx/>
              <a:buSzTx/>
              <a:buFont typeface="Arial" panose="020B0604020202020204" pitchFamily="34" charset="0"/>
              <a:buChar char="•"/>
              <a:tabLst/>
              <a:defRPr/>
            </a:pPr>
            <a:r>
              <a:rPr kumimoji="0" lang="fr-FR" sz="1400" b="0" i="0" u="none" strike="noStrike" kern="0" cap="none" spc="0" normalizeH="0" baseline="0" noProof="0" dirty="0">
                <a:ln>
                  <a:noFill/>
                </a:ln>
                <a:solidFill>
                  <a:srgbClr val="000000"/>
                </a:solidFill>
                <a:effectLst/>
                <a:uLnTx/>
                <a:uFillTx/>
                <a:latin typeface="Arial"/>
                <a:cs typeface="Arial"/>
                <a:sym typeface="Helvetica Neue"/>
              </a:rPr>
              <a:t>Il faudra noter une bonne implication des leaders religieux. </a:t>
            </a:r>
            <a:endParaRPr lang="fr-FR" sz="1400" b="0" i="0" u="none" strike="noStrike" kern="0" cap="none" spc="0" normalizeH="0" baseline="0" noProof="0" dirty="0">
              <a:ln>
                <a:noFill/>
              </a:ln>
              <a:solidFill>
                <a:srgbClr val="000000"/>
              </a:solidFill>
              <a:effectLst/>
              <a:uLnTx/>
              <a:uFillTx/>
              <a:latin typeface="Arial"/>
              <a:cs typeface="Arial"/>
            </a:endParaRPr>
          </a:p>
          <a:p>
            <a:pPr marL="0" marR="0" lvl="0" indent="0" algn="l" defTabSz="1206490" rtl="0" eaLnBrk="1" fontAlgn="auto" latinLnBrk="0" hangingPunct="0">
              <a:lnSpc>
                <a:spcPct val="100000"/>
              </a:lnSpc>
              <a:spcBef>
                <a:spcPts val="297"/>
              </a:spcBef>
              <a:spcAft>
                <a:spcPts val="0"/>
              </a:spcAft>
              <a:buClrTx/>
              <a:buSzTx/>
              <a:buFontTx/>
              <a:buNone/>
              <a:tabLst/>
              <a:defRPr/>
            </a:pPr>
            <a:endParaRPr kumimoji="0" lang="fr-FR" sz="1385"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Helvetica Neue"/>
            </a:endParaRPr>
          </a:p>
        </p:txBody>
      </p:sp>
      <p:sp>
        <p:nvSpPr>
          <p:cNvPr id="4" name="Text Placeholder 2">
            <a:extLst>
              <a:ext uri="{FF2B5EF4-FFF2-40B4-BE49-F238E27FC236}">
                <a16:creationId xmlns:a16="http://schemas.microsoft.com/office/drawing/2014/main" id="{D4CF5D7B-68EB-DDED-B389-964560BFFE3C}"/>
              </a:ext>
            </a:extLst>
          </p:cNvPr>
          <p:cNvSpPr>
            <a:spLocks noGrp="1"/>
          </p:cNvSpPr>
          <p:nvPr>
            <p:ph type="body" sz="quarter" idx="21"/>
          </p:nvPr>
        </p:nvSpPr>
        <p:spPr>
          <a:xfrm>
            <a:off x="9335522" y="705990"/>
            <a:ext cx="1927061" cy="324053"/>
          </a:xfrm>
        </p:spPr>
        <p:txBody>
          <a:bodyPr>
            <a:noAutofit/>
          </a:bodyPr>
          <a:lstStyle>
            <a:defPPr marL="0" marR="0" indent="0" algn="l" defTabSz="456063" rtl="0" fontAlgn="auto" latinLnBrk="1" hangingPunct="0">
              <a:lnSpc>
                <a:spcPct val="100000"/>
              </a:lnSpc>
              <a:spcBef>
                <a:spcPts val="0"/>
              </a:spcBef>
              <a:spcAft>
                <a:spcPts val="0"/>
              </a:spcAft>
              <a:buClrTx/>
              <a:buSzTx/>
              <a:buFontTx/>
              <a:buNone/>
              <a:tabLst/>
              <a:defRPr kumimoji="0" sz="898" b="0" i="0" u="none" strike="noStrike" cap="none" spc="0" normalizeH="0" baseline="0">
                <a:ln>
                  <a:noFill/>
                </a:ln>
                <a:solidFill>
                  <a:srgbClr val="000000"/>
                </a:solidFill>
                <a:effectLst/>
                <a:uFillTx/>
              </a:defRPr>
            </a:defPPr>
            <a:lvl1pPr marL="0" marR="0" indent="0"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1pPr>
            <a:lvl2pPr marL="0" marR="0" indent="228031"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2pPr>
            <a:lvl3pPr marL="0" marR="0" indent="456063"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3pPr>
            <a:lvl4pPr marL="0" marR="0" indent="684094"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4pPr>
            <a:lvl5pPr marL="0" marR="0" indent="912126"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5pPr>
            <a:lvl6pPr marL="0" marR="0" indent="1140157"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6pPr>
            <a:lvl7pPr marL="0" marR="0" indent="1368189"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7pPr>
            <a:lvl8pPr marL="0" marR="0" indent="1596220"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8pPr>
            <a:lvl9pPr marL="0" marR="0" indent="1824252" algn="l" defTabSz="1216137" rtl="0" fontAlgn="auto" latinLnBrk="0" hangingPunct="0">
              <a:lnSpc>
                <a:spcPct val="90000"/>
              </a:lnSpc>
              <a:spcBef>
                <a:spcPts val="2244"/>
              </a:spcBef>
              <a:spcAft>
                <a:spcPts val="0"/>
              </a:spcAft>
              <a:buClrTx/>
              <a:buSzTx/>
              <a:buFontTx/>
              <a:buNone/>
              <a:tabLst/>
              <a:defRPr kumimoji="0" sz="2394" b="0" i="0" u="none" strike="noStrike" cap="none" spc="0" normalizeH="0" baseline="0">
                <a:ln>
                  <a:noFill/>
                </a:ln>
                <a:solidFill>
                  <a:srgbClr val="000000"/>
                </a:solidFill>
                <a:effectLst/>
                <a:uFillTx/>
                <a:latin typeface="+mn-lt"/>
                <a:ea typeface="+mn-ea"/>
                <a:cs typeface="+mn-cs"/>
                <a:sym typeface="Helvetica Neue"/>
              </a:defRPr>
            </a:lvl9pPr>
          </a:lstStyle>
          <a:p>
            <a:r>
              <a:rPr lang="fr-FR" sz="1400" b="0" noProof="0" dirty="0"/>
              <a:t>Source: IM Data</a:t>
            </a:r>
            <a:endParaRPr lang="fr-FR" sz="1400" noProof="0" dirty="0"/>
          </a:p>
        </p:txBody>
      </p:sp>
      <p:graphicFrame>
        <p:nvGraphicFramePr>
          <p:cNvPr id="3" name="Graphique 2">
            <a:extLst>
              <a:ext uri="{FF2B5EF4-FFF2-40B4-BE49-F238E27FC236}">
                <a16:creationId xmlns:a16="http://schemas.microsoft.com/office/drawing/2014/main" id="{6003174C-6BCE-04EE-6085-ED948CBB3024}"/>
              </a:ext>
            </a:extLst>
          </p:cNvPr>
          <p:cNvGraphicFramePr>
            <a:graphicFrameLocks/>
          </p:cNvGraphicFramePr>
          <p:nvPr/>
        </p:nvGraphicFramePr>
        <p:xfrm>
          <a:off x="1120299" y="812329"/>
          <a:ext cx="10136548" cy="508861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064674998"/>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61404-52C2-C839-F43C-EACF469121A6}"/>
              </a:ext>
            </a:extLst>
          </p:cNvPr>
          <p:cNvSpPr>
            <a:spLocks noGrp="1"/>
          </p:cNvSpPr>
          <p:nvPr>
            <p:ph type="title"/>
          </p:nvPr>
        </p:nvSpPr>
        <p:spPr>
          <a:xfrm>
            <a:off x="838200" y="365126"/>
            <a:ext cx="10515600" cy="562244"/>
          </a:xfrm>
        </p:spPr>
        <p:txBody>
          <a:bodyPr>
            <a:normAutofit/>
          </a:bodyPr>
          <a:lstStyle/>
          <a:p>
            <a:r>
              <a:rPr lang="fr-FR" sz="2700" kern="1200" noProof="0" dirty="0">
                <a:solidFill>
                  <a:srgbClr val="1155CC"/>
                </a:solidFill>
                <a:latin typeface="+mj-lt"/>
                <a:ea typeface="+mn-ea"/>
                <a:cs typeface="Times New Roman" panose="02020603050405020304"/>
                <a:sym typeface="Helvetica Neue"/>
              </a:rPr>
              <a:t>RAISONS DE NON-VACCINATION – AVS 2025</a:t>
            </a:r>
          </a:p>
        </p:txBody>
      </p:sp>
      <p:graphicFrame>
        <p:nvGraphicFramePr>
          <p:cNvPr id="4" name="Chart 3">
            <a:extLst>
              <a:ext uri="{FF2B5EF4-FFF2-40B4-BE49-F238E27FC236}">
                <a16:creationId xmlns:a16="http://schemas.microsoft.com/office/drawing/2014/main" id="{B7A05957-8F42-BA6C-1442-D710016A745B}"/>
              </a:ext>
            </a:extLst>
          </p:cNvPr>
          <p:cNvGraphicFramePr>
            <a:graphicFrameLocks/>
          </p:cNvGraphicFramePr>
          <p:nvPr>
            <p:extLst>
              <p:ext uri="{D42A27DB-BD31-4B8C-83A1-F6EECF244321}">
                <p14:modId xmlns:p14="http://schemas.microsoft.com/office/powerpoint/2010/main" val="263239653"/>
              </p:ext>
            </p:extLst>
          </p:nvPr>
        </p:nvGraphicFramePr>
        <p:xfrm>
          <a:off x="358303" y="1081016"/>
          <a:ext cx="11362070" cy="4695968"/>
        </p:xfrm>
        <a:graphic>
          <a:graphicData uri="http://schemas.openxmlformats.org/drawingml/2006/chart">
            <c:chart xmlns:c="http://schemas.openxmlformats.org/drawingml/2006/chart" xmlns:r="http://schemas.openxmlformats.org/officeDocument/2006/relationships" r:id="rId2"/>
          </a:graphicData>
        </a:graphic>
      </p:graphicFrame>
      <p:sp>
        <p:nvSpPr>
          <p:cNvPr id="6" name="Oval 5">
            <a:extLst>
              <a:ext uri="{FF2B5EF4-FFF2-40B4-BE49-F238E27FC236}">
                <a16:creationId xmlns:a16="http://schemas.microsoft.com/office/drawing/2014/main" id="{17BD293B-78B9-0EE7-B4BE-0ED0E5F7BA1A}"/>
              </a:ext>
            </a:extLst>
          </p:cNvPr>
          <p:cNvSpPr/>
          <p:nvPr/>
        </p:nvSpPr>
        <p:spPr>
          <a:xfrm>
            <a:off x="971549" y="3252037"/>
            <a:ext cx="1028701" cy="353925"/>
          </a:xfrm>
          <a:prstGeom prst="ellipse">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l" defTabSz="914309"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000000"/>
              </a:solidFill>
              <a:effectLst/>
              <a:uLnTx/>
              <a:uFillTx/>
              <a:latin typeface="+mj-lt"/>
              <a:ea typeface="+mn-ea"/>
              <a:cs typeface="+mn-cs"/>
            </a:endParaRPr>
          </a:p>
        </p:txBody>
      </p:sp>
      <p:sp>
        <p:nvSpPr>
          <p:cNvPr id="5" name="Oval 4">
            <a:extLst>
              <a:ext uri="{FF2B5EF4-FFF2-40B4-BE49-F238E27FC236}">
                <a16:creationId xmlns:a16="http://schemas.microsoft.com/office/drawing/2014/main" id="{17BD293B-78B9-0EE7-B4BE-0ED0E5F7BA1A}"/>
              </a:ext>
            </a:extLst>
          </p:cNvPr>
          <p:cNvSpPr/>
          <p:nvPr/>
        </p:nvSpPr>
        <p:spPr>
          <a:xfrm>
            <a:off x="6319739" y="3931920"/>
            <a:ext cx="572552" cy="685476"/>
          </a:xfrm>
          <a:prstGeom prst="ellipse">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l" defTabSz="914309"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000000"/>
              </a:solidFill>
              <a:effectLst/>
              <a:uLnTx/>
              <a:uFillTx/>
              <a:latin typeface="+mj-lt"/>
              <a:ea typeface="+mn-ea"/>
              <a:cs typeface="+mn-cs"/>
            </a:endParaRPr>
          </a:p>
        </p:txBody>
      </p:sp>
      <p:sp>
        <p:nvSpPr>
          <p:cNvPr id="9" name="TextBox 8">
            <a:extLst>
              <a:ext uri="{FF2B5EF4-FFF2-40B4-BE49-F238E27FC236}">
                <a16:creationId xmlns:a16="http://schemas.microsoft.com/office/drawing/2014/main" id="{859D64EC-5562-A980-E62D-7A8EDC82DB93}"/>
              </a:ext>
            </a:extLst>
          </p:cNvPr>
          <p:cNvSpPr txBox="1"/>
          <p:nvPr/>
        </p:nvSpPr>
        <p:spPr>
          <a:xfrm>
            <a:off x="358303" y="6545171"/>
            <a:ext cx="3604097" cy="261610"/>
          </a:xfrm>
          <a:prstGeom prst="rect">
            <a:avLst/>
          </a:prstGeom>
          <a:noFill/>
        </p:spPr>
        <p:txBody>
          <a:bodyPr wrap="square">
            <a:sp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dirty="0">
                <a:ln>
                  <a:noFill/>
                </a:ln>
                <a:solidFill>
                  <a:srgbClr val="000000"/>
                </a:solidFill>
                <a:effectLst/>
                <a:uLnTx/>
                <a:uFillTx/>
                <a:latin typeface="+mj-lt"/>
                <a:ea typeface="+mn-ea"/>
                <a:cs typeface="+mn-cs"/>
              </a:rPr>
              <a:t>Source: Monitorage Indépendant AVS – PEV 2025</a:t>
            </a:r>
          </a:p>
        </p:txBody>
      </p:sp>
      <p:sp>
        <p:nvSpPr>
          <p:cNvPr id="3" name="TextBox 6">
            <a:extLst>
              <a:ext uri="{FF2B5EF4-FFF2-40B4-BE49-F238E27FC236}">
                <a16:creationId xmlns:a16="http://schemas.microsoft.com/office/drawing/2014/main" id="{06C708B9-57B1-F8C0-E75E-633F39A8567D}"/>
              </a:ext>
            </a:extLst>
          </p:cNvPr>
          <p:cNvSpPr txBox="1"/>
          <p:nvPr/>
        </p:nvSpPr>
        <p:spPr>
          <a:xfrm>
            <a:off x="709513" y="5947628"/>
            <a:ext cx="11220451" cy="609911"/>
          </a:xfrm>
          <a:prstGeom prst="rect">
            <a:avLst/>
          </a:prstGeom>
          <a:noFill/>
        </p:spPr>
        <p:txBody>
          <a:bodyPr wrap="square" rtlCol="0">
            <a:spAutoFit/>
          </a:bodyPr>
          <a:lstStyle/>
          <a:p>
            <a:pPr marR="0" lvl="0" indent="0" algn="ctr" defTabSz="1219170" eaLnBrk="0" fontAlgn="base" hangingPunct="0">
              <a:lnSpc>
                <a:spcPct val="90000"/>
              </a:lnSpc>
              <a:spcBef>
                <a:spcPct val="0"/>
              </a:spcBef>
              <a:spcAft>
                <a:spcPct val="0"/>
              </a:spcAft>
              <a:buClrTx/>
              <a:buSzTx/>
              <a:buFontTx/>
              <a:buNone/>
              <a:tabLst/>
              <a:defRPr/>
            </a:pPr>
            <a:r>
              <a:rPr lang="fr-FR" sz="1400" b="1" kern="0" dirty="0">
                <a:solidFill>
                  <a:srgbClr val="0070C0"/>
                </a:solidFill>
                <a:latin typeface="+mj-lt"/>
                <a:ea typeface="Source Serif Pro"/>
              </a:rPr>
              <a:t>Pour les AVS polio, FJ, Rougeole et cholera les raisons de non- vaccination majeures sont: </a:t>
            </a:r>
            <a:r>
              <a:rPr lang="fr-FR" sz="1400" b="1" kern="0" dirty="0">
                <a:solidFill>
                  <a:srgbClr val="FF0000"/>
                </a:solidFill>
                <a:latin typeface="+mj-lt"/>
                <a:ea typeface="Source Serif Pro"/>
              </a:rPr>
              <a:t>Absence et Refus</a:t>
            </a:r>
          </a:p>
          <a:p>
            <a:pPr marL="0" marR="0" lvl="0" indent="0" algn="l" defTabSz="914309" rtl="0" eaLnBrk="1" fontAlgn="auto" latinLnBrk="0" hangingPunct="1">
              <a:lnSpc>
                <a:spcPct val="150000"/>
              </a:lnSpc>
              <a:spcBef>
                <a:spcPts val="0"/>
              </a:spcBef>
              <a:spcAft>
                <a:spcPts val="0"/>
              </a:spcAft>
              <a:buClrTx/>
              <a:buSzTx/>
              <a:buFontTx/>
              <a:buNone/>
              <a:tabLst/>
              <a:defRPr/>
            </a:pPr>
            <a:endParaRPr kumimoji="0" lang="fr-FR" sz="1600" b="0" i="0" u="none" strike="noStrike" kern="1200" cap="none" spc="0" normalizeH="0" baseline="0" noProof="0" dirty="0">
              <a:ln>
                <a:noFill/>
              </a:ln>
              <a:solidFill>
                <a:srgbClr val="000000"/>
              </a:solidFill>
              <a:effectLst/>
              <a:uLnTx/>
              <a:uFillTx/>
              <a:latin typeface="+mj-lt"/>
            </a:endParaRPr>
          </a:p>
        </p:txBody>
      </p:sp>
    </p:spTree>
    <p:extLst>
      <p:ext uri="{BB962C8B-B14F-4D97-AF65-F5344CB8AC3E}">
        <p14:creationId xmlns:p14="http://schemas.microsoft.com/office/powerpoint/2010/main" val="38453668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8E4DA-5CC9-3A13-D4BA-475417627BC2}"/>
            </a:ext>
          </a:extLst>
        </p:cNvPr>
        <p:cNvGrpSpPr/>
        <p:nvPr/>
      </p:nvGrpSpPr>
      <p:grpSpPr>
        <a:xfrm>
          <a:off x="0" y="0"/>
          <a:ext cx="0" cy="0"/>
          <a:chOff x="0" y="0"/>
          <a:chExt cx="0" cy="0"/>
        </a:xfrm>
      </p:grpSpPr>
      <p:sp>
        <p:nvSpPr>
          <p:cNvPr id="4" name="Titre 1">
            <a:extLst>
              <a:ext uri="{FF2B5EF4-FFF2-40B4-BE49-F238E27FC236}">
                <a16:creationId xmlns:a16="http://schemas.microsoft.com/office/drawing/2014/main" id="{D56BA148-026C-36BF-203F-FCFCC8890327}"/>
              </a:ext>
            </a:extLst>
          </p:cNvPr>
          <p:cNvSpPr txBox="1">
            <a:spLocks/>
          </p:cNvSpPr>
          <p:nvPr/>
        </p:nvSpPr>
        <p:spPr>
          <a:xfrm>
            <a:off x="1" y="455602"/>
            <a:ext cx="12191999" cy="866775"/>
          </a:xfrm>
          <a:prstGeom prst="rect">
            <a:avLst/>
          </a:prstGeom>
          <a:solidFill>
            <a:schemeClr val="accent1">
              <a:lumMod val="50000"/>
            </a:schemeClr>
          </a:solidFill>
          <a:ln>
            <a:noFill/>
          </a:ln>
        </p:spPr>
        <p:txBody>
          <a:bodyPr spcFirstLastPara="1" wrap="square" lIns="91416" tIns="91416" rIns="91416" bIns="91416" anchor="ctr" anchorCtr="0">
            <a:normAutofit lnSpcReduction="100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panose="020B0604020202020204"/>
              <a:buNone/>
              <a:defRPr sz="4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chemeClr val="dk1"/>
              </a:buClr>
              <a:buSzPts val="3600"/>
              <a:buFont typeface="Arial" panose="020B0604020202020204"/>
              <a:buNone/>
              <a:defRPr sz="4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chemeClr val="dk1"/>
              </a:buClr>
              <a:buSzPts val="3600"/>
              <a:buFont typeface="Arial" panose="020B0604020202020204"/>
              <a:buNone/>
              <a:defRPr sz="4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chemeClr val="dk1"/>
              </a:buClr>
              <a:buSzPts val="3600"/>
              <a:buFont typeface="Arial" panose="020B0604020202020204"/>
              <a:buNone/>
              <a:defRPr sz="4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chemeClr val="dk1"/>
              </a:buClr>
              <a:buSzPts val="3600"/>
              <a:buFont typeface="Arial" panose="020B0604020202020204"/>
              <a:buNone/>
              <a:defRPr sz="4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chemeClr val="dk1"/>
              </a:buClr>
              <a:buSzPts val="3600"/>
              <a:buFont typeface="Arial" panose="020B0604020202020204"/>
              <a:buNone/>
              <a:defRPr sz="4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chemeClr val="dk1"/>
              </a:buClr>
              <a:buSzPts val="3600"/>
              <a:buFont typeface="Arial" panose="020B0604020202020204"/>
              <a:buNone/>
              <a:defRPr sz="4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chemeClr val="dk1"/>
              </a:buClr>
              <a:buSzPts val="3600"/>
              <a:buFont typeface="Arial" panose="020B0604020202020204"/>
              <a:buNone/>
              <a:defRPr sz="4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chemeClr val="dk1"/>
              </a:buClr>
              <a:buSzPts val="3600"/>
              <a:buFont typeface="Arial" panose="020B0604020202020204"/>
              <a:buNone/>
              <a:defRPr sz="4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defTabSz="914400"/>
            <a:r>
              <a:rPr lang="fr-FR" kern="0" noProof="0" dirty="0">
                <a:solidFill>
                  <a:schemeClr val="bg1"/>
                </a:solidFill>
              </a:rPr>
              <a:t>Communication numérique</a:t>
            </a:r>
          </a:p>
        </p:txBody>
      </p:sp>
      <p:pic>
        <p:nvPicPr>
          <p:cNvPr id="2" name="Image 1" descr="Une image contenant texte, capture d’écran, Police&#10;&#10;Le contenu généré par l’IA peut être incorrect.">
            <a:extLst>
              <a:ext uri="{FF2B5EF4-FFF2-40B4-BE49-F238E27FC236}">
                <a16:creationId xmlns:a16="http://schemas.microsoft.com/office/drawing/2014/main" id="{EDE5EE9F-6A0B-1C23-C4B1-FEA6FA29B23A}"/>
              </a:ext>
            </a:extLst>
          </p:cNvPr>
          <p:cNvPicPr>
            <a:picLocks noChangeAspect="1"/>
          </p:cNvPicPr>
          <p:nvPr/>
        </p:nvPicPr>
        <p:blipFill>
          <a:blip r:embed="rId2"/>
          <a:stretch>
            <a:fillRect/>
          </a:stretch>
        </p:blipFill>
        <p:spPr>
          <a:xfrm>
            <a:off x="5308992" y="1666433"/>
            <a:ext cx="6658575" cy="5193600"/>
          </a:xfrm>
          <a:prstGeom prst="rect">
            <a:avLst/>
          </a:prstGeom>
        </p:spPr>
      </p:pic>
    </p:spTree>
    <p:extLst>
      <p:ext uri="{BB962C8B-B14F-4D97-AF65-F5344CB8AC3E}">
        <p14:creationId xmlns:p14="http://schemas.microsoft.com/office/powerpoint/2010/main" val="1476860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8" name="Google Shape;338;p51"/>
          <p:cNvSpPr txBox="1"/>
          <p:nvPr/>
        </p:nvSpPr>
        <p:spPr>
          <a:xfrm>
            <a:off x="9849178" y="6346233"/>
            <a:ext cx="2049953" cy="433965"/>
          </a:xfrm>
          <a:prstGeom prst="rect">
            <a:avLst/>
          </a:prstGeom>
          <a:noFill/>
          <a:ln>
            <a:noFill/>
          </a:ln>
        </p:spPr>
        <p:txBody>
          <a:bodyPr spcFirstLastPara="1" wrap="square" lIns="0" tIns="0" rIns="0" bIns="0" anchor="t" anchorCtr="0">
            <a:spAutoFit/>
          </a:bodyPr>
          <a:lstStyle/>
          <a:p>
            <a:pPr algn="r">
              <a:lnSpc>
                <a:spcPct val="140800"/>
              </a:lnSpc>
            </a:pPr>
            <a:r>
              <a:rPr lang="fr-FR" sz="2000" noProof="0" dirty="0">
                <a:solidFill>
                  <a:srgbClr val="FFFFFF"/>
                </a:solidFill>
                <a:latin typeface="Montserrat SemiBold"/>
                <a:ea typeface="Montserrat SemiBold"/>
                <a:cs typeface="Montserrat SemiBold"/>
                <a:sym typeface="Montserrat SemiBold"/>
              </a:rPr>
              <a:t>1</a:t>
            </a:r>
            <a:endParaRPr lang="fr-FR" sz="1400" noProof="0" dirty="0"/>
          </a:p>
        </p:txBody>
      </p:sp>
      <p:graphicFrame>
        <p:nvGraphicFramePr>
          <p:cNvPr id="6" name="Table 5">
            <a:extLst>
              <a:ext uri="{FF2B5EF4-FFF2-40B4-BE49-F238E27FC236}">
                <a16:creationId xmlns:a16="http://schemas.microsoft.com/office/drawing/2014/main" id="{7EB2CD28-5881-2630-C8D5-02322F3270E4}"/>
              </a:ext>
            </a:extLst>
          </p:cNvPr>
          <p:cNvGraphicFramePr>
            <a:graphicFrameLocks noGrp="1"/>
          </p:cNvGraphicFramePr>
          <p:nvPr>
            <p:extLst>
              <p:ext uri="{D42A27DB-BD31-4B8C-83A1-F6EECF244321}">
                <p14:modId xmlns:p14="http://schemas.microsoft.com/office/powerpoint/2010/main" val="3420563073"/>
              </p:ext>
            </p:extLst>
          </p:nvPr>
        </p:nvGraphicFramePr>
        <p:xfrm>
          <a:off x="5856819" y="1591089"/>
          <a:ext cx="5779965" cy="3712952"/>
        </p:xfrm>
        <a:graphic>
          <a:graphicData uri="http://schemas.openxmlformats.org/drawingml/2006/table">
            <a:tbl>
              <a:tblPr firstRow="1" bandRow="1">
                <a:tableStyleId>{5C22544A-7EE6-4342-B048-85BDC9FD1C3A}</a:tableStyleId>
              </a:tblPr>
              <a:tblGrid>
                <a:gridCol w="2902381">
                  <a:extLst>
                    <a:ext uri="{9D8B030D-6E8A-4147-A177-3AD203B41FA5}">
                      <a16:colId xmlns:a16="http://schemas.microsoft.com/office/drawing/2014/main" val="3432356928"/>
                    </a:ext>
                  </a:extLst>
                </a:gridCol>
                <a:gridCol w="2877584">
                  <a:extLst>
                    <a:ext uri="{9D8B030D-6E8A-4147-A177-3AD203B41FA5}">
                      <a16:colId xmlns:a16="http://schemas.microsoft.com/office/drawing/2014/main" val="4145041572"/>
                    </a:ext>
                  </a:extLst>
                </a:gridCol>
              </a:tblGrid>
              <a:tr h="1834353">
                <a:tc>
                  <a:txBody>
                    <a:bodyPr/>
                    <a:lstStyle/>
                    <a:p>
                      <a:pPr algn="l"/>
                      <a:r>
                        <a:rPr lang="fr-FR" sz="2500" noProof="0" dirty="0">
                          <a:solidFill>
                            <a:srgbClr val="FF0000"/>
                          </a:solidFill>
                        </a:rPr>
                        <a:t>Impression </a:t>
                      </a:r>
                      <a:br>
                        <a:rPr lang="fr-FR" sz="2500" noProof="0" dirty="0"/>
                      </a:br>
                      <a:r>
                        <a:rPr lang="fr-FR" sz="3200" b="1" noProof="0" dirty="0">
                          <a:solidFill>
                            <a:srgbClr val="223AA8"/>
                          </a:solidFill>
                        </a:rPr>
                        <a:t>18,6 M </a:t>
                      </a:r>
                      <a:r>
                        <a:rPr lang="fr-FR" sz="1900" b="0" noProof="0" dirty="0">
                          <a:solidFill>
                            <a:schemeClr val="accent1">
                              <a:lumMod val="75000"/>
                            </a:schemeClr>
                          </a:solidFill>
                        </a:rPr>
                        <a:t>↑ 53,9%</a:t>
                      </a:r>
                      <a:endParaRPr lang="fr-FR" sz="2500" b="0" noProof="0" dirty="0">
                        <a:solidFill>
                          <a:schemeClr val="accent1">
                            <a:lumMod val="75000"/>
                          </a:schemeClr>
                        </a:solidFill>
                      </a:endParaRPr>
                    </a:p>
                  </a:txBody>
                  <a:tcPr marL="121920" marR="121920" marT="60960" marB="60960" anchor="ct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2500" noProof="0" dirty="0">
                          <a:solidFill>
                            <a:srgbClr val="FF0000"/>
                          </a:solidFill>
                        </a:rPr>
                        <a:t>Couverture </a:t>
                      </a:r>
                      <a:br>
                        <a:rPr lang="fr-FR" sz="2500" noProof="0" dirty="0"/>
                      </a:br>
                      <a:r>
                        <a:rPr lang="fr-FR" sz="3200" b="1" noProof="0" dirty="0">
                          <a:solidFill>
                            <a:srgbClr val="223AA8"/>
                          </a:solidFill>
                        </a:rPr>
                        <a:t>5,1 M </a:t>
                      </a:r>
                      <a:r>
                        <a:rPr lang="fr-FR" sz="1900" b="0" noProof="0" dirty="0">
                          <a:solidFill>
                            <a:schemeClr val="accent1">
                              <a:lumMod val="75000"/>
                            </a:schemeClr>
                          </a:solidFill>
                        </a:rPr>
                        <a:t>↑ </a:t>
                      </a:r>
                      <a:r>
                        <a:rPr lang="fr-FR" sz="1900" b="0" noProof="0" dirty="0">
                          <a:solidFill>
                            <a:srgbClr val="FF0000"/>
                          </a:solidFill>
                        </a:rPr>
                        <a:t>45k%</a:t>
                      </a:r>
                      <a:endParaRPr lang="fr-FR" sz="2500" b="0" noProof="0" dirty="0">
                        <a:solidFill>
                          <a:srgbClr val="FF0000"/>
                        </a:solidFill>
                      </a:endParaRPr>
                    </a:p>
                  </a:txBody>
                  <a:tcPr marL="121920" marR="121920" marT="60960" marB="60960" anchor="ctr">
                    <a:solidFill>
                      <a:schemeClr val="accent1">
                        <a:lumMod val="20000"/>
                        <a:lumOff val="80000"/>
                      </a:schemeClr>
                    </a:solidFill>
                  </a:tcPr>
                </a:tc>
                <a:extLst>
                  <a:ext uri="{0D108BD9-81ED-4DB2-BD59-A6C34878D82A}">
                    <a16:rowId xmlns:a16="http://schemas.microsoft.com/office/drawing/2014/main" val="1210735903"/>
                  </a:ext>
                </a:extLst>
              </a:tr>
              <a:tr h="1878599">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2500" b="1" noProof="0" dirty="0">
                          <a:solidFill>
                            <a:srgbClr val="FF0000"/>
                          </a:solidFill>
                        </a:rPr>
                        <a:t>Interactions</a:t>
                      </a:r>
                      <a:r>
                        <a:rPr lang="fr-FR" sz="2500" noProof="0" dirty="0">
                          <a:solidFill>
                            <a:srgbClr val="FF0000"/>
                          </a:solidFill>
                        </a:rPr>
                        <a:t> </a:t>
                      </a:r>
                      <a:br>
                        <a:rPr lang="fr-FR" sz="2500" noProof="0" dirty="0"/>
                      </a:br>
                      <a:r>
                        <a:rPr lang="fr-FR" sz="3200" b="1" noProof="0" dirty="0">
                          <a:solidFill>
                            <a:srgbClr val="223AA8"/>
                          </a:solidFill>
                        </a:rPr>
                        <a:t>554,1 K </a:t>
                      </a:r>
                      <a:r>
                        <a:rPr lang="fr-FR" sz="1900" b="0" noProof="0" dirty="0">
                          <a:solidFill>
                            <a:schemeClr val="accent1">
                              <a:lumMod val="75000"/>
                            </a:schemeClr>
                          </a:solidFill>
                        </a:rPr>
                        <a:t>↑ 58%</a:t>
                      </a:r>
                      <a:endParaRPr lang="fr-FR" sz="2500" b="0" noProof="0" dirty="0">
                        <a:solidFill>
                          <a:schemeClr val="accent1">
                            <a:lumMod val="75000"/>
                          </a:schemeClr>
                        </a:solidFill>
                      </a:endParaRPr>
                    </a:p>
                  </a:txBody>
                  <a:tcPr marL="121920" marR="121920" marT="60960" marB="60960" anchor="ct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2500" b="1" noProof="0" dirty="0">
                          <a:solidFill>
                            <a:srgbClr val="FF0000"/>
                          </a:solidFill>
                        </a:rPr>
                        <a:t>Followers </a:t>
                      </a:r>
                      <a:br>
                        <a:rPr lang="fr-FR" sz="2500" noProof="0" dirty="0"/>
                      </a:br>
                      <a:r>
                        <a:rPr lang="fr-FR" sz="3200" b="1" noProof="0" dirty="0">
                          <a:solidFill>
                            <a:srgbClr val="223AA8"/>
                          </a:solidFill>
                        </a:rPr>
                        <a:t>36,7 K </a:t>
                      </a:r>
                      <a:r>
                        <a:rPr lang="fr-FR" sz="1900" b="0" noProof="0" dirty="0">
                          <a:solidFill>
                            <a:schemeClr val="accent1">
                              <a:lumMod val="75000"/>
                            </a:schemeClr>
                          </a:solidFill>
                        </a:rPr>
                        <a:t>↑ 45%</a:t>
                      </a:r>
                      <a:endParaRPr lang="fr-FR" sz="2500" b="0" noProof="0" dirty="0">
                        <a:solidFill>
                          <a:schemeClr val="accent1">
                            <a:lumMod val="75000"/>
                          </a:schemeClr>
                        </a:solidFill>
                      </a:endParaRPr>
                    </a:p>
                  </a:txBody>
                  <a:tcPr marL="121920" marR="121920" marT="60960" marB="60960" anchor="ctr">
                    <a:solidFill>
                      <a:schemeClr val="accent1">
                        <a:lumMod val="20000"/>
                        <a:lumOff val="80000"/>
                      </a:schemeClr>
                    </a:solidFill>
                  </a:tcPr>
                </a:tc>
                <a:extLst>
                  <a:ext uri="{0D108BD9-81ED-4DB2-BD59-A6C34878D82A}">
                    <a16:rowId xmlns:a16="http://schemas.microsoft.com/office/drawing/2014/main" val="4062905169"/>
                  </a:ext>
                </a:extLst>
              </a:tr>
            </a:tbl>
          </a:graphicData>
        </a:graphic>
      </p:graphicFrame>
      <p:sp>
        <p:nvSpPr>
          <p:cNvPr id="8" name="Google Shape;320;p18">
            <a:extLst>
              <a:ext uri="{FF2B5EF4-FFF2-40B4-BE49-F238E27FC236}">
                <a16:creationId xmlns:a16="http://schemas.microsoft.com/office/drawing/2014/main" id="{7D75FCFE-1D9F-EC0D-B4F2-EA55BCE4D8D8}"/>
              </a:ext>
            </a:extLst>
          </p:cNvPr>
          <p:cNvSpPr txBox="1"/>
          <p:nvPr/>
        </p:nvSpPr>
        <p:spPr>
          <a:xfrm>
            <a:off x="207900" y="375636"/>
            <a:ext cx="11984100" cy="781111"/>
          </a:xfrm>
          <a:prstGeom prst="rect">
            <a:avLst/>
          </a:prstGeom>
          <a:solidFill>
            <a:schemeClr val="bg1"/>
          </a:solidFill>
          <a:ln>
            <a:noFill/>
          </a:ln>
        </p:spPr>
        <p:txBody>
          <a:bodyPr spcFirstLastPara="1" wrap="square" lIns="0" tIns="0" rIns="0" bIns="0" anchor="t" anchorCtr="0">
            <a:spAutoFit/>
          </a:bodyPr>
          <a:lstStyle/>
          <a:p>
            <a:pPr>
              <a:lnSpc>
                <a:spcPct val="140800"/>
              </a:lnSpc>
            </a:pPr>
            <a:r>
              <a:rPr lang="fr-FR" sz="3600" b="1" noProof="0" dirty="0">
                <a:solidFill>
                  <a:srgbClr val="0070C0"/>
                </a:solidFill>
                <a:latin typeface="+mj-lt"/>
                <a:ea typeface="Arimo" panose="020B0604020202020204" charset="0"/>
                <a:cs typeface="Arimo" panose="020B0604020202020204" charset="0"/>
                <a:sym typeface="Montserrat SemiBold"/>
              </a:rPr>
              <a:t>Résultats clés de la communication digitale</a:t>
            </a:r>
            <a:endParaRPr lang="fr-FR" sz="2400" b="1" noProof="0" dirty="0">
              <a:solidFill>
                <a:srgbClr val="0070C0"/>
              </a:solidFill>
              <a:latin typeface="+mj-lt"/>
              <a:ea typeface="Arimo" panose="020B0604020202020204" charset="0"/>
              <a:cs typeface="Arimo" panose="020B0604020202020204" charset="0"/>
            </a:endParaRPr>
          </a:p>
        </p:txBody>
      </p:sp>
      <p:sp>
        <p:nvSpPr>
          <p:cNvPr id="13" name="TextBox 12">
            <a:extLst>
              <a:ext uri="{FF2B5EF4-FFF2-40B4-BE49-F238E27FC236}">
                <a16:creationId xmlns:a16="http://schemas.microsoft.com/office/drawing/2014/main" id="{D03E51C8-4E75-A42A-7B9B-ADB045A26FAF}"/>
              </a:ext>
            </a:extLst>
          </p:cNvPr>
          <p:cNvSpPr txBox="1"/>
          <p:nvPr/>
        </p:nvSpPr>
        <p:spPr>
          <a:xfrm>
            <a:off x="207900" y="5730679"/>
            <a:ext cx="11297835" cy="1077218"/>
          </a:xfrm>
          <a:prstGeom prst="rect">
            <a:avLst/>
          </a:prstGeom>
          <a:noFill/>
        </p:spPr>
        <p:txBody>
          <a:bodyPr wrap="square" lIns="91440" tIns="45720" rIns="91440" bIns="45720" anchor="t">
            <a:spAutoFit/>
          </a:bodyPr>
          <a:lstStyle/>
          <a:p>
            <a:pPr marL="285750" indent="-285750" algn="just">
              <a:buFont typeface="Calibri"/>
              <a:buChar char="-"/>
            </a:pPr>
            <a:r>
              <a:rPr lang="fr-FR" sz="1600" noProof="0" dirty="0"/>
              <a:t>De 2024 à 2025, nous sommes passés de 31 981 à 36 772  followers sur nos réseaux sociaux,(45%);</a:t>
            </a:r>
            <a:endParaRPr lang="fr-FR" sz="1600" noProof="0" dirty="0">
              <a:cs typeface="Arial"/>
            </a:endParaRPr>
          </a:p>
          <a:p>
            <a:pPr marL="285750" indent="-285750" algn="just">
              <a:buFont typeface="Calibri"/>
              <a:buChar char="-"/>
            </a:pPr>
            <a:r>
              <a:rPr lang="fr-FR" sz="1600" noProof="0" dirty="0"/>
              <a:t>424 124 à 554 178 interactions sur nos publications sur toutes les plateformes;</a:t>
            </a:r>
            <a:endParaRPr lang="fr-FR" sz="1600" noProof="0" dirty="0">
              <a:cs typeface="Arial"/>
            </a:endParaRPr>
          </a:p>
          <a:p>
            <a:pPr marL="285750" indent="-285750" algn="just">
              <a:buFont typeface="Calibri"/>
              <a:buChar char="-"/>
            </a:pPr>
            <a:r>
              <a:rPr lang="fr-FR" sz="1600" noProof="0" dirty="0">
                <a:solidFill>
                  <a:srgbClr val="202020"/>
                </a:solidFill>
              </a:rPr>
              <a:t>Campagne SMS en Français et en 4 langues nationales à travers les réseaux </a:t>
            </a:r>
            <a:r>
              <a:rPr lang="fr-FR" sz="1600" noProof="0" dirty="0" err="1">
                <a:solidFill>
                  <a:srgbClr val="202020"/>
                </a:solidFill>
              </a:rPr>
              <a:t>Vodacom</a:t>
            </a:r>
            <a:r>
              <a:rPr lang="fr-FR" sz="1600" noProof="0" dirty="0">
                <a:solidFill>
                  <a:srgbClr val="202020"/>
                </a:solidFill>
              </a:rPr>
              <a:t>, Airtel, Orange et </a:t>
            </a:r>
            <a:r>
              <a:rPr lang="fr-FR" sz="1600" noProof="0" dirty="0" err="1">
                <a:solidFill>
                  <a:srgbClr val="202020"/>
                </a:solidFill>
              </a:rPr>
              <a:t>Africell</a:t>
            </a:r>
            <a:r>
              <a:rPr lang="fr-FR" sz="1600" noProof="0" dirty="0">
                <a:solidFill>
                  <a:srgbClr val="202020"/>
                </a:solidFill>
              </a:rPr>
              <a:t> (+14 505 214 SMS envoyés dans les 26 provinces).</a:t>
            </a:r>
            <a:endParaRPr lang="fr-FR" sz="1600" noProof="0" dirty="0">
              <a:solidFill>
                <a:srgbClr val="202020"/>
              </a:solidFill>
              <a:cs typeface="Arial"/>
            </a:endParaRPr>
          </a:p>
        </p:txBody>
      </p:sp>
      <p:graphicFrame>
        <p:nvGraphicFramePr>
          <p:cNvPr id="4" name="Graphique 3">
            <a:extLst>
              <a:ext uri="{FF2B5EF4-FFF2-40B4-BE49-F238E27FC236}">
                <a16:creationId xmlns:a16="http://schemas.microsoft.com/office/drawing/2014/main" id="{A3EA674F-61EE-9790-5210-AADA1C1DC964}"/>
              </a:ext>
            </a:extLst>
          </p:cNvPr>
          <p:cNvGraphicFramePr>
            <a:graphicFrameLocks/>
          </p:cNvGraphicFramePr>
          <p:nvPr>
            <p:extLst>
              <p:ext uri="{D42A27DB-BD31-4B8C-83A1-F6EECF244321}">
                <p14:modId xmlns:p14="http://schemas.microsoft.com/office/powerpoint/2010/main" val="2109106856"/>
              </p:ext>
            </p:extLst>
          </p:nvPr>
        </p:nvGraphicFramePr>
        <p:xfrm>
          <a:off x="351692" y="1481559"/>
          <a:ext cx="5333999" cy="3822482"/>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54" name="Google Shape;354;p52"/>
          <p:cNvSpPr txBox="1"/>
          <p:nvPr/>
        </p:nvSpPr>
        <p:spPr>
          <a:xfrm>
            <a:off x="466035" y="5863589"/>
            <a:ext cx="11594336" cy="754040"/>
          </a:xfrm>
          <a:prstGeom prst="rect">
            <a:avLst/>
          </a:prstGeom>
          <a:noFill/>
          <a:ln>
            <a:noFill/>
          </a:ln>
        </p:spPr>
        <p:txBody>
          <a:bodyPr spcFirstLastPara="1" wrap="square" lIns="60948" tIns="30474" rIns="60948" bIns="30474" anchor="t" anchorCtr="0">
            <a:spAutoFit/>
          </a:bodyPr>
          <a:lstStyle/>
          <a:p>
            <a:pPr marL="285750" indent="-285750">
              <a:buFont typeface="Calibri"/>
              <a:buChar char="-"/>
            </a:pPr>
            <a:r>
              <a:rPr lang="fr-FR" sz="1500" noProof="0" dirty="0"/>
              <a:t>Environ 663 contenus attrayants (témoignage de vaccination, sensibilisation des parents, le calendrier vaccinal des enfants, Etc… ); diffusés sur les réseaux sociaux du PEV;</a:t>
            </a:r>
          </a:p>
          <a:p>
            <a:pPr marL="285750" indent="-285750">
              <a:buFont typeface="Calibri"/>
              <a:buChar char="-"/>
            </a:pPr>
            <a:r>
              <a:rPr lang="fr-FR" sz="1500" noProof="0" dirty="0"/>
              <a:t>Pour gérer les rumeurs en lignes autour de la vaccination, voici le guide que les veilleurs du web utilisent (</a:t>
            </a:r>
            <a:r>
              <a:rPr lang="fr-FR" sz="1500" noProof="0" dirty="0">
                <a:hlinkClick r:id="rId3"/>
              </a:rPr>
              <a:t>Premier</a:t>
            </a:r>
            <a:r>
              <a:rPr lang="fr-FR" sz="1500" noProof="0" dirty="0"/>
              <a:t>, </a:t>
            </a:r>
            <a:r>
              <a:rPr lang="fr-FR" sz="1500" noProof="0" dirty="0">
                <a:hlinkClick r:id="rId4"/>
              </a:rPr>
              <a:t>Deuxième</a:t>
            </a:r>
            <a:r>
              <a:rPr lang="fr-FR" sz="1500" noProof="0" dirty="0"/>
              <a:t>).</a:t>
            </a:r>
            <a:r>
              <a:rPr lang="fr-FR" sz="1500" noProof="0" dirty="0">
                <a:solidFill>
                  <a:srgbClr val="FF0000"/>
                </a:solidFill>
              </a:rPr>
              <a:t> </a:t>
            </a:r>
            <a:endParaRPr lang="fr-FR" sz="1500" noProof="0" dirty="0">
              <a:solidFill>
                <a:srgbClr val="FF0000"/>
              </a:solidFill>
              <a:cs typeface="Arial"/>
            </a:endParaRPr>
          </a:p>
        </p:txBody>
      </p:sp>
      <p:sp>
        <p:nvSpPr>
          <p:cNvPr id="20" name="Rectangle 13">
            <a:extLst>
              <a:ext uri="{FF2B5EF4-FFF2-40B4-BE49-F238E27FC236}">
                <a16:creationId xmlns:a16="http://schemas.microsoft.com/office/drawing/2014/main" id="{52CB2994-067D-B484-1E4B-141EF86A54F2}"/>
              </a:ext>
            </a:extLst>
          </p:cNvPr>
          <p:cNvSpPr>
            <a:spLocks noChangeArrowheads="1"/>
          </p:cNvSpPr>
          <p:nvPr/>
        </p:nvSpPr>
        <p:spPr bwMode="auto">
          <a:xfrm>
            <a:off x="5371760" y="-1173962"/>
            <a:ext cx="246216" cy="3282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121914" tIns="60957" rIns="121914" bIns="60957" numCol="1" anchor="ctr" anchorCtr="0" compatLnSpc="1">
            <a:prstTxWarp prst="textNoShape">
              <a:avLst/>
            </a:prstTxWarp>
            <a:spAutoFit/>
          </a:bodyPr>
          <a:lstStyle/>
          <a:p>
            <a:pPr algn="just" defTabSz="1219140" eaLnBrk="0" fontAlgn="base" hangingPunct="0">
              <a:spcBef>
                <a:spcPct val="0"/>
              </a:spcBef>
              <a:spcAft>
                <a:spcPct val="0"/>
              </a:spcAft>
            </a:pPr>
            <a:r>
              <a:rPr lang="fr-FR" sz="1300" noProof="0" dirty="0">
                <a:latin typeface="Arial" panose="020B0604020202020204" pitchFamily="34" charset="0"/>
                <a:ea typeface="Arial" panose="020B0604020202020204" pitchFamily="34" charset="0"/>
              </a:rPr>
              <a:t>  </a:t>
            </a:r>
            <a:endParaRPr lang="fr-FR" sz="2400" noProof="0" dirty="0">
              <a:latin typeface="Arial" panose="020B0604020202020204" pitchFamily="34" charset="0"/>
            </a:endParaRPr>
          </a:p>
        </p:txBody>
      </p:sp>
      <p:sp>
        <p:nvSpPr>
          <p:cNvPr id="22" name="Rectangle 15">
            <a:extLst>
              <a:ext uri="{FF2B5EF4-FFF2-40B4-BE49-F238E27FC236}">
                <a16:creationId xmlns:a16="http://schemas.microsoft.com/office/drawing/2014/main" id="{0FC2265C-AEAE-9E49-91BE-2F734C399B66}"/>
              </a:ext>
            </a:extLst>
          </p:cNvPr>
          <p:cNvSpPr>
            <a:spLocks noChangeArrowheads="1"/>
          </p:cNvSpPr>
          <p:nvPr/>
        </p:nvSpPr>
        <p:spPr bwMode="auto">
          <a:xfrm>
            <a:off x="5972893" y="7042939"/>
            <a:ext cx="246216" cy="3282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121914" tIns="60957" rIns="121914" bIns="60957" numCol="1" anchor="ctr" anchorCtr="0" compatLnSpc="1">
            <a:prstTxWarp prst="textNoShape">
              <a:avLst/>
            </a:prstTxWarp>
            <a:spAutoFit/>
          </a:bodyPr>
          <a:lstStyle/>
          <a:p>
            <a:pPr algn="just" defTabSz="1219140" eaLnBrk="0" fontAlgn="base" hangingPunct="0">
              <a:spcBef>
                <a:spcPct val="0"/>
              </a:spcBef>
              <a:spcAft>
                <a:spcPct val="0"/>
              </a:spcAft>
            </a:pPr>
            <a:r>
              <a:rPr lang="fr-FR" sz="1300" noProof="0" dirty="0">
                <a:latin typeface="Times New Roman" panose="02020603050405020304" pitchFamily="18" charset="0"/>
                <a:ea typeface="Arial" panose="020B0604020202020204" pitchFamily="34" charset="0"/>
                <a:cs typeface="Times New Roman" panose="02020603050405020304" pitchFamily="18" charset="0"/>
              </a:rPr>
              <a:t> </a:t>
            </a:r>
            <a:endParaRPr lang="fr-FR" sz="2400" noProof="0" dirty="0">
              <a:latin typeface="Arial" panose="020B0604020202020204" pitchFamily="34" charset="0"/>
            </a:endParaRPr>
          </a:p>
        </p:txBody>
      </p:sp>
      <p:sp>
        <p:nvSpPr>
          <p:cNvPr id="23" name="Rectangle 16">
            <a:extLst>
              <a:ext uri="{FF2B5EF4-FFF2-40B4-BE49-F238E27FC236}">
                <a16:creationId xmlns:a16="http://schemas.microsoft.com/office/drawing/2014/main" id="{D24B0187-1B58-297A-EBF4-B797F07C1C5F}"/>
              </a:ext>
            </a:extLst>
          </p:cNvPr>
          <p:cNvSpPr>
            <a:spLocks noChangeArrowheads="1"/>
          </p:cNvSpPr>
          <p:nvPr/>
        </p:nvSpPr>
        <p:spPr bwMode="auto">
          <a:xfrm>
            <a:off x="5972893" y="10996873"/>
            <a:ext cx="246216" cy="3282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121914" tIns="60957" rIns="121914" bIns="60957" numCol="1" anchor="ctr" anchorCtr="0" compatLnSpc="1">
            <a:prstTxWarp prst="textNoShape">
              <a:avLst/>
            </a:prstTxWarp>
            <a:spAutoFit/>
          </a:bodyPr>
          <a:lstStyle/>
          <a:p>
            <a:pPr algn="just" defTabSz="1219140" eaLnBrk="0" fontAlgn="base" hangingPunct="0">
              <a:spcBef>
                <a:spcPct val="0"/>
              </a:spcBef>
              <a:spcAft>
                <a:spcPct val="0"/>
              </a:spcAft>
            </a:pPr>
            <a:r>
              <a:rPr lang="fr-FR" sz="1300" noProof="0" dirty="0">
                <a:latin typeface="Times New Roman" panose="02020603050405020304" pitchFamily="18" charset="0"/>
                <a:ea typeface="Arial" panose="020B0604020202020204" pitchFamily="34" charset="0"/>
                <a:cs typeface="Times New Roman" panose="02020603050405020304" pitchFamily="18" charset="0"/>
              </a:rPr>
              <a:t> </a:t>
            </a:r>
            <a:endParaRPr lang="fr-FR" sz="2400" noProof="0" dirty="0">
              <a:latin typeface="Arial" panose="020B0604020202020204" pitchFamily="34" charset="0"/>
            </a:endParaRPr>
          </a:p>
        </p:txBody>
      </p:sp>
      <p:sp>
        <p:nvSpPr>
          <p:cNvPr id="24" name="Rectangle 17">
            <a:extLst>
              <a:ext uri="{FF2B5EF4-FFF2-40B4-BE49-F238E27FC236}">
                <a16:creationId xmlns:a16="http://schemas.microsoft.com/office/drawing/2014/main" id="{E8C27660-3D00-B642-E74E-5FE6360CFCC9}"/>
              </a:ext>
            </a:extLst>
          </p:cNvPr>
          <p:cNvSpPr>
            <a:spLocks noChangeArrowheads="1"/>
          </p:cNvSpPr>
          <p:nvPr/>
        </p:nvSpPr>
        <p:spPr bwMode="auto">
          <a:xfrm>
            <a:off x="0" y="14907205"/>
            <a:ext cx="246215" cy="41549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121914" tIns="60957" rIns="121914" bIns="60957" numCol="1" anchor="ctr" anchorCtr="0" compatLnSpc="1">
            <a:prstTxWarp prst="textNoShape">
              <a:avLst/>
            </a:prstTxWarp>
            <a:spAutoFit/>
          </a:bodyPr>
          <a:lstStyle/>
          <a:p>
            <a:endParaRPr lang="fr-FR" noProof="0" dirty="0"/>
          </a:p>
        </p:txBody>
      </p:sp>
      <p:sp>
        <p:nvSpPr>
          <p:cNvPr id="27" name="Google Shape;221;p16"/>
          <p:cNvSpPr txBox="1"/>
          <p:nvPr/>
        </p:nvSpPr>
        <p:spPr>
          <a:xfrm>
            <a:off x="458600" y="124360"/>
            <a:ext cx="11748005" cy="607539"/>
          </a:xfrm>
          <a:prstGeom prst="rect">
            <a:avLst/>
          </a:prstGeom>
          <a:solidFill>
            <a:schemeClr val="bg1"/>
          </a:solidFill>
          <a:ln>
            <a:noFill/>
          </a:ln>
        </p:spPr>
        <p:txBody>
          <a:bodyPr spcFirstLastPara="1" wrap="square" lIns="0" tIns="0" rIns="0" bIns="0" anchor="t" anchorCtr="0">
            <a:spAutoFit/>
          </a:bodyPr>
          <a:lstStyle>
            <a:defPPr>
              <a:defRPr lang="zh-CN"/>
            </a:defPPr>
            <a:lvl1pPr>
              <a:lnSpc>
                <a:spcPct val="140800"/>
              </a:lnSpc>
              <a:defRPr sz="3600" b="1">
                <a:solidFill>
                  <a:srgbClr val="0070C0"/>
                </a:solidFill>
                <a:latin typeface="+mj-lt"/>
                <a:ea typeface="Arimo" panose="020B0604020202020204" charset="0"/>
                <a:cs typeface="Arimo" panose="020B0604020202020204" charset="0"/>
              </a:defRPr>
            </a:lvl1pPr>
          </a:lstStyle>
          <a:p>
            <a:pPr algn="ctr"/>
            <a:r>
              <a:rPr lang="fr-FR" sz="2800" noProof="0" dirty="0">
                <a:sym typeface="Source Serif Pro"/>
              </a:rPr>
              <a:t>Création de contenus pertinents,  rumeurs et préoccupations</a:t>
            </a:r>
            <a:endParaRPr lang="fr-FR" sz="2800" noProof="0" dirty="0"/>
          </a:p>
        </p:txBody>
      </p:sp>
      <p:pic>
        <p:nvPicPr>
          <p:cNvPr id="5" name="Image 4" descr="Une image contenant texte, Visage humain, capture d’écran, Site web&#10;&#10;Le contenu généré par l’IA peut être incorrect.">
            <a:extLst>
              <a:ext uri="{FF2B5EF4-FFF2-40B4-BE49-F238E27FC236}">
                <a16:creationId xmlns:a16="http://schemas.microsoft.com/office/drawing/2014/main" id="{6AA7F902-436C-1BEB-F078-42A1D2BDF66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3036" y="1066741"/>
            <a:ext cx="2126362" cy="4611388"/>
          </a:xfrm>
          <a:prstGeom prst="rect">
            <a:avLst/>
          </a:prstGeom>
          <a:ln>
            <a:solidFill>
              <a:schemeClr val="accent1"/>
            </a:solidFill>
          </a:ln>
        </p:spPr>
      </p:pic>
      <p:pic>
        <p:nvPicPr>
          <p:cNvPr id="4" name="Image 3" descr="Une image contenant texte, capture d’écran, Visage humain, habits&#10;&#10;Le contenu généré par l’IA peut être incorrect.">
            <a:extLst>
              <a:ext uri="{FF2B5EF4-FFF2-40B4-BE49-F238E27FC236}">
                <a16:creationId xmlns:a16="http://schemas.microsoft.com/office/drawing/2014/main" id="{888D8F3D-21A6-E1ED-E516-DB6B1A2A7DB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743037" y="1066741"/>
            <a:ext cx="2126362" cy="4611388"/>
          </a:xfrm>
          <a:prstGeom prst="rect">
            <a:avLst/>
          </a:prstGeom>
          <a:ln>
            <a:solidFill>
              <a:schemeClr val="accent1"/>
            </a:solidFill>
          </a:ln>
        </p:spPr>
      </p:pic>
      <p:pic>
        <p:nvPicPr>
          <p:cNvPr id="2" name="Image 1" descr="Une image contenant texte, Police, Site web, Page web&#10;&#10;Le contenu généré par l’IA peut être incorrect.">
            <a:extLst>
              <a:ext uri="{FF2B5EF4-FFF2-40B4-BE49-F238E27FC236}">
                <a16:creationId xmlns:a16="http://schemas.microsoft.com/office/drawing/2014/main" id="{465475DF-9D97-4D95-F916-3DA4635A9B10}"/>
              </a:ext>
            </a:extLst>
          </p:cNvPr>
          <p:cNvPicPr>
            <a:picLocks noChangeAspect="1"/>
          </p:cNvPicPr>
          <p:nvPr/>
        </p:nvPicPr>
        <p:blipFill>
          <a:blip r:embed="rId7"/>
          <a:stretch>
            <a:fillRect/>
          </a:stretch>
        </p:blipFill>
        <p:spPr>
          <a:xfrm>
            <a:off x="4910138" y="1081088"/>
            <a:ext cx="2371725" cy="4695825"/>
          </a:xfrm>
          <a:prstGeom prst="rect">
            <a:avLst/>
          </a:prstGeom>
        </p:spPr>
      </p:pic>
      <p:pic>
        <p:nvPicPr>
          <p:cNvPr id="6" name="Image 5" descr="Une image contenant texte, Page web, Site web, logiciel&#10;&#10;Le contenu généré par l’IA peut être incorrect.">
            <a:extLst>
              <a:ext uri="{FF2B5EF4-FFF2-40B4-BE49-F238E27FC236}">
                <a16:creationId xmlns:a16="http://schemas.microsoft.com/office/drawing/2014/main" id="{3DE1EB5E-41A3-10BB-361B-9DBA46C9A380}"/>
              </a:ext>
            </a:extLst>
          </p:cNvPr>
          <p:cNvPicPr>
            <a:picLocks noChangeAspect="1"/>
          </p:cNvPicPr>
          <p:nvPr/>
        </p:nvPicPr>
        <p:blipFill>
          <a:blip r:embed="rId8"/>
          <a:stretch>
            <a:fillRect/>
          </a:stretch>
        </p:blipFill>
        <p:spPr>
          <a:xfrm>
            <a:off x="9815271" y="1108325"/>
            <a:ext cx="2270646" cy="4682604"/>
          </a:xfrm>
          <a:prstGeom prst="rect">
            <a:avLst/>
          </a:prstGeom>
        </p:spPr>
      </p:pic>
      <p:pic>
        <p:nvPicPr>
          <p:cNvPr id="8" name="Image 7" descr="Une image contenant texte, Page web, logiciel, Site web&#10;&#10;Le contenu généré par l’IA peut être incorrect.">
            <a:extLst>
              <a:ext uri="{FF2B5EF4-FFF2-40B4-BE49-F238E27FC236}">
                <a16:creationId xmlns:a16="http://schemas.microsoft.com/office/drawing/2014/main" id="{B491382C-EAC0-FDAE-7F57-AF0EB2CA34E7}"/>
              </a:ext>
            </a:extLst>
          </p:cNvPr>
          <p:cNvPicPr>
            <a:picLocks noChangeAspect="1"/>
          </p:cNvPicPr>
          <p:nvPr/>
        </p:nvPicPr>
        <p:blipFill>
          <a:blip r:embed="rId9"/>
          <a:stretch>
            <a:fillRect/>
          </a:stretch>
        </p:blipFill>
        <p:spPr>
          <a:xfrm>
            <a:off x="7281136" y="1076325"/>
            <a:ext cx="2305050" cy="4705350"/>
          </a:xfrm>
          <a:prstGeom prst="rect">
            <a:avLst/>
          </a:prstGeom>
        </p:spPr>
      </p:pic>
    </p:spTree>
    <p:extLst>
      <p:ext uri="{BB962C8B-B14F-4D97-AF65-F5344CB8AC3E}">
        <p14:creationId xmlns:p14="http://schemas.microsoft.com/office/powerpoint/2010/main" val="4977592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A7793-3154-5B7E-66DF-E3BACBB74230}"/>
            </a:ext>
          </a:extLst>
        </p:cNvPr>
        <p:cNvGrpSpPr/>
        <p:nvPr/>
      </p:nvGrpSpPr>
      <p:grpSpPr>
        <a:xfrm>
          <a:off x="0" y="0"/>
          <a:ext cx="0" cy="0"/>
          <a:chOff x="0" y="0"/>
          <a:chExt cx="0" cy="0"/>
        </a:xfrm>
      </p:grpSpPr>
      <p:graphicFrame>
        <p:nvGraphicFramePr>
          <p:cNvPr id="5" name="Table 13">
            <a:extLst>
              <a:ext uri="{FF2B5EF4-FFF2-40B4-BE49-F238E27FC236}">
                <a16:creationId xmlns:a16="http://schemas.microsoft.com/office/drawing/2014/main" id="{CAC781E2-2EF4-C9F2-A854-1E2B8D13DDB1}"/>
              </a:ext>
            </a:extLst>
          </p:cNvPr>
          <p:cNvGraphicFramePr>
            <a:graphicFrameLocks noGrp="1"/>
          </p:cNvGraphicFramePr>
          <p:nvPr>
            <p:extLst>
              <p:ext uri="{D42A27DB-BD31-4B8C-83A1-F6EECF244321}">
                <p14:modId xmlns:p14="http://schemas.microsoft.com/office/powerpoint/2010/main" val="3421720543"/>
              </p:ext>
            </p:extLst>
          </p:nvPr>
        </p:nvGraphicFramePr>
        <p:xfrm>
          <a:off x="373041" y="1868138"/>
          <a:ext cx="5060442" cy="4581538"/>
        </p:xfrm>
        <a:graphic>
          <a:graphicData uri="http://schemas.openxmlformats.org/drawingml/2006/table">
            <a:tbl>
              <a:tblPr firstRow="1" bandRow="1"/>
              <a:tblGrid>
                <a:gridCol w="2530221">
                  <a:extLst>
                    <a:ext uri="{9D8B030D-6E8A-4147-A177-3AD203B41FA5}">
                      <a16:colId xmlns:a16="http://schemas.microsoft.com/office/drawing/2014/main" val="827875879"/>
                    </a:ext>
                  </a:extLst>
                </a:gridCol>
                <a:gridCol w="2530221">
                  <a:extLst>
                    <a:ext uri="{9D8B030D-6E8A-4147-A177-3AD203B41FA5}">
                      <a16:colId xmlns:a16="http://schemas.microsoft.com/office/drawing/2014/main" val="3357619146"/>
                    </a:ext>
                  </a:extLst>
                </a:gridCol>
              </a:tblGrid>
              <a:tr h="2290769">
                <a:tc>
                  <a:txBody>
                    <a:bodyPr/>
                    <a:lstStyle>
                      <a:lvl1pPr marL="0" marR="0" indent="0" algn="r" defTabSz="914400" rtl="0" latinLnBrk="0">
                        <a:lnSpc>
                          <a:spcPct val="100000"/>
                        </a:lnSpc>
                        <a:spcBef>
                          <a:spcPts val="0"/>
                        </a:spcBef>
                        <a:spcAft>
                          <a:spcPts val="0"/>
                        </a:spcAft>
                        <a:buClrTx/>
                        <a:buSzTx/>
                        <a:buFontTx/>
                        <a:buNone/>
                        <a:tabLst/>
                        <a:defRPr sz="1800" b="1" i="0" u="none" strike="noStrike" cap="none" spc="0" baseline="0">
                          <a:solidFill>
                            <a:schemeClr val="lt1"/>
                          </a:solidFill>
                          <a:uFillTx/>
                          <a:latin typeface="Arial"/>
                          <a:sym typeface="Helvetica"/>
                        </a:defRPr>
                      </a:lvl1pPr>
                      <a:lvl2pPr marL="0" marR="0" indent="0" algn="r" defTabSz="914400" rtl="0" latinLnBrk="0">
                        <a:lnSpc>
                          <a:spcPct val="100000"/>
                        </a:lnSpc>
                        <a:spcBef>
                          <a:spcPts val="0"/>
                        </a:spcBef>
                        <a:spcAft>
                          <a:spcPts val="0"/>
                        </a:spcAft>
                        <a:buClrTx/>
                        <a:buSzTx/>
                        <a:buFontTx/>
                        <a:buNone/>
                        <a:tabLst/>
                        <a:defRPr sz="1800" b="1" i="0" u="none" strike="noStrike" cap="none" spc="0" baseline="0">
                          <a:solidFill>
                            <a:schemeClr val="lt1"/>
                          </a:solidFill>
                          <a:uFillTx/>
                          <a:latin typeface="Arial"/>
                          <a:sym typeface="Helvetica"/>
                        </a:defRPr>
                      </a:lvl2pPr>
                      <a:lvl3pPr marL="0" marR="0" indent="0" algn="r" defTabSz="914400" rtl="0" latinLnBrk="0">
                        <a:lnSpc>
                          <a:spcPct val="100000"/>
                        </a:lnSpc>
                        <a:spcBef>
                          <a:spcPts val="0"/>
                        </a:spcBef>
                        <a:spcAft>
                          <a:spcPts val="0"/>
                        </a:spcAft>
                        <a:buClrTx/>
                        <a:buSzTx/>
                        <a:buFontTx/>
                        <a:buNone/>
                        <a:tabLst/>
                        <a:defRPr sz="1800" b="1" i="0" u="none" strike="noStrike" cap="none" spc="0" baseline="0">
                          <a:solidFill>
                            <a:schemeClr val="lt1"/>
                          </a:solidFill>
                          <a:uFillTx/>
                          <a:latin typeface="Arial"/>
                          <a:sym typeface="Helvetica"/>
                        </a:defRPr>
                      </a:lvl3pPr>
                      <a:lvl4pPr marL="0" marR="0" indent="0" algn="r" defTabSz="914400" rtl="0" latinLnBrk="0">
                        <a:lnSpc>
                          <a:spcPct val="100000"/>
                        </a:lnSpc>
                        <a:spcBef>
                          <a:spcPts val="0"/>
                        </a:spcBef>
                        <a:spcAft>
                          <a:spcPts val="0"/>
                        </a:spcAft>
                        <a:buClrTx/>
                        <a:buSzTx/>
                        <a:buFontTx/>
                        <a:buNone/>
                        <a:tabLst/>
                        <a:defRPr sz="1800" b="1" i="0" u="none" strike="noStrike" cap="none" spc="0" baseline="0">
                          <a:solidFill>
                            <a:schemeClr val="lt1"/>
                          </a:solidFill>
                          <a:uFillTx/>
                          <a:latin typeface="Arial"/>
                          <a:sym typeface="Helvetica"/>
                        </a:defRPr>
                      </a:lvl4pPr>
                      <a:lvl5pPr marL="0" marR="0" indent="0" algn="r" defTabSz="914400" rtl="0" latinLnBrk="0">
                        <a:lnSpc>
                          <a:spcPct val="100000"/>
                        </a:lnSpc>
                        <a:spcBef>
                          <a:spcPts val="0"/>
                        </a:spcBef>
                        <a:spcAft>
                          <a:spcPts val="0"/>
                        </a:spcAft>
                        <a:buClrTx/>
                        <a:buSzTx/>
                        <a:buFontTx/>
                        <a:buNone/>
                        <a:tabLst/>
                        <a:defRPr sz="1800" b="1" i="0" u="none" strike="noStrike" cap="none" spc="0" baseline="0">
                          <a:solidFill>
                            <a:schemeClr val="lt1"/>
                          </a:solidFill>
                          <a:uFillTx/>
                          <a:latin typeface="Arial"/>
                          <a:sym typeface="Helvetica"/>
                        </a:defRPr>
                      </a:lvl5pPr>
                      <a:lvl6pPr marL="0" marR="0" indent="0" algn="r" defTabSz="914400" rtl="0" latinLnBrk="0">
                        <a:lnSpc>
                          <a:spcPct val="100000"/>
                        </a:lnSpc>
                        <a:spcBef>
                          <a:spcPts val="0"/>
                        </a:spcBef>
                        <a:spcAft>
                          <a:spcPts val="0"/>
                        </a:spcAft>
                        <a:buClrTx/>
                        <a:buSzTx/>
                        <a:buFontTx/>
                        <a:buNone/>
                        <a:tabLst/>
                        <a:defRPr sz="1800" b="1" i="0" u="none" strike="noStrike" cap="none" spc="0" baseline="0">
                          <a:solidFill>
                            <a:schemeClr val="lt1"/>
                          </a:solidFill>
                          <a:uFillTx/>
                          <a:latin typeface="Arial"/>
                          <a:sym typeface="Helvetica"/>
                        </a:defRPr>
                      </a:lvl6pPr>
                      <a:lvl7pPr marL="0" marR="0" indent="0" algn="r" defTabSz="914400" rtl="0" latinLnBrk="0">
                        <a:lnSpc>
                          <a:spcPct val="100000"/>
                        </a:lnSpc>
                        <a:spcBef>
                          <a:spcPts val="0"/>
                        </a:spcBef>
                        <a:spcAft>
                          <a:spcPts val="0"/>
                        </a:spcAft>
                        <a:buClrTx/>
                        <a:buSzTx/>
                        <a:buFontTx/>
                        <a:buNone/>
                        <a:tabLst/>
                        <a:defRPr sz="1800" b="1" i="0" u="none" strike="noStrike" cap="none" spc="0" baseline="0">
                          <a:solidFill>
                            <a:schemeClr val="lt1"/>
                          </a:solidFill>
                          <a:uFillTx/>
                          <a:latin typeface="Arial"/>
                          <a:sym typeface="Helvetica"/>
                        </a:defRPr>
                      </a:lvl7pPr>
                      <a:lvl8pPr marL="0" marR="0" indent="0" algn="r" defTabSz="914400" rtl="0" latinLnBrk="0">
                        <a:lnSpc>
                          <a:spcPct val="100000"/>
                        </a:lnSpc>
                        <a:spcBef>
                          <a:spcPts val="0"/>
                        </a:spcBef>
                        <a:spcAft>
                          <a:spcPts val="0"/>
                        </a:spcAft>
                        <a:buClrTx/>
                        <a:buSzTx/>
                        <a:buFontTx/>
                        <a:buNone/>
                        <a:tabLst/>
                        <a:defRPr sz="1800" b="1" i="0" u="none" strike="noStrike" cap="none" spc="0" baseline="0">
                          <a:solidFill>
                            <a:schemeClr val="lt1"/>
                          </a:solidFill>
                          <a:uFillTx/>
                          <a:latin typeface="Arial"/>
                          <a:sym typeface="Helvetica"/>
                        </a:defRPr>
                      </a:lvl8pPr>
                      <a:lvl9pPr marL="0" marR="0" indent="0" algn="r" defTabSz="914400" rtl="0" latinLnBrk="0">
                        <a:lnSpc>
                          <a:spcPct val="100000"/>
                        </a:lnSpc>
                        <a:spcBef>
                          <a:spcPts val="0"/>
                        </a:spcBef>
                        <a:spcAft>
                          <a:spcPts val="0"/>
                        </a:spcAft>
                        <a:buClrTx/>
                        <a:buSzTx/>
                        <a:buFontTx/>
                        <a:buNone/>
                        <a:tabLst/>
                        <a:defRPr sz="1800" b="1" i="0" u="none" strike="noStrike" cap="none" spc="0" baseline="0">
                          <a:solidFill>
                            <a:schemeClr val="lt1"/>
                          </a:solidFill>
                          <a:uFillTx/>
                          <a:latin typeface="Arial"/>
                          <a:sym typeface="Helvetica"/>
                        </a:defRPr>
                      </a:lvl9pPr>
                    </a:lstStyle>
                    <a:p>
                      <a:endParaRPr lang="fr-FR" sz="4100" noProof="0" dirty="0"/>
                    </a:p>
                  </a:txBody>
                  <a:tcPr marL="121860" marR="121860" marT="60930" marB="60930">
                    <a:lnL w="12700" cmpd="sng">
                      <a:noFill/>
                    </a:lnL>
                    <a:lnR w="38100" cap="flat" cmpd="sng" algn="ctr">
                      <a:solidFill>
                        <a:schemeClr val="bg1"/>
                      </a:solidFill>
                      <a:prstDash val="solid"/>
                      <a:round/>
                      <a:headEnd type="none" w="med" len="med"/>
                      <a:tailEnd type="none" w="med" len="med"/>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tabLst/>
                        <a:defRPr sz="1800" b="1" i="0" u="none" strike="noStrike" cap="none" spc="0" baseline="0">
                          <a:solidFill>
                            <a:schemeClr val="lt1"/>
                          </a:solidFill>
                          <a:uFillTx/>
                          <a:latin typeface="Arial"/>
                          <a:sym typeface="Helvetica"/>
                        </a:defRPr>
                      </a:lvl1pPr>
                      <a:lvl2pPr marL="0" marR="0" indent="0" algn="r" defTabSz="914400" rtl="0" latinLnBrk="0">
                        <a:lnSpc>
                          <a:spcPct val="100000"/>
                        </a:lnSpc>
                        <a:spcBef>
                          <a:spcPts val="0"/>
                        </a:spcBef>
                        <a:spcAft>
                          <a:spcPts val="0"/>
                        </a:spcAft>
                        <a:buClrTx/>
                        <a:buSzTx/>
                        <a:buFontTx/>
                        <a:buNone/>
                        <a:tabLst/>
                        <a:defRPr sz="1800" b="1" i="0" u="none" strike="noStrike" cap="none" spc="0" baseline="0">
                          <a:solidFill>
                            <a:schemeClr val="lt1"/>
                          </a:solidFill>
                          <a:uFillTx/>
                          <a:latin typeface="Arial"/>
                          <a:sym typeface="Helvetica"/>
                        </a:defRPr>
                      </a:lvl2pPr>
                      <a:lvl3pPr marL="0" marR="0" indent="0" algn="r" defTabSz="914400" rtl="0" latinLnBrk="0">
                        <a:lnSpc>
                          <a:spcPct val="100000"/>
                        </a:lnSpc>
                        <a:spcBef>
                          <a:spcPts val="0"/>
                        </a:spcBef>
                        <a:spcAft>
                          <a:spcPts val="0"/>
                        </a:spcAft>
                        <a:buClrTx/>
                        <a:buSzTx/>
                        <a:buFontTx/>
                        <a:buNone/>
                        <a:tabLst/>
                        <a:defRPr sz="1800" b="1" i="0" u="none" strike="noStrike" cap="none" spc="0" baseline="0">
                          <a:solidFill>
                            <a:schemeClr val="lt1"/>
                          </a:solidFill>
                          <a:uFillTx/>
                          <a:latin typeface="Arial"/>
                          <a:sym typeface="Helvetica"/>
                        </a:defRPr>
                      </a:lvl3pPr>
                      <a:lvl4pPr marL="0" marR="0" indent="0" algn="r" defTabSz="914400" rtl="0" latinLnBrk="0">
                        <a:lnSpc>
                          <a:spcPct val="100000"/>
                        </a:lnSpc>
                        <a:spcBef>
                          <a:spcPts val="0"/>
                        </a:spcBef>
                        <a:spcAft>
                          <a:spcPts val="0"/>
                        </a:spcAft>
                        <a:buClrTx/>
                        <a:buSzTx/>
                        <a:buFontTx/>
                        <a:buNone/>
                        <a:tabLst/>
                        <a:defRPr sz="1800" b="1" i="0" u="none" strike="noStrike" cap="none" spc="0" baseline="0">
                          <a:solidFill>
                            <a:schemeClr val="lt1"/>
                          </a:solidFill>
                          <a:uFillTx/>
                          <a:latin typeface="Arial"/>
                          <a:sym typeface="Helvetica"/>
                        </a:defRPr>
                      </a:lvl4pPr>
                      <a:lvl5pPr marL="0" marR="0" indent="0" algn="r" defTabSz="914400" rtl="0" latinLnBrk="0">
                        <a:lnSpc>
                          <a:spcPct val="100000"/>
                        </a:lnSpc>
                        <a:spcBef>
                          <a:spcPts val="0"/>
                        </a:spcBef>
                        <a:spcAft>
                          <a:spcPts val="0"/>
                        </a:spcAft>
                        <a:buClrTx/>
                        <a:buSzTx/>
                        <a:buFontTx/>
                        <a:buNone/>
                        <a:tabLst/>
                        <a:defRPr sz="1800" b="1" i="0" u="none" strike="noStrike" cap="none" spc="0" baseline="0">
                          <a:solidFill>
                            <a:schemeClr val="lt1"/>
                          </a:solidFill>
                          <a:uFillTx/>
                          <a:latin typeface="Arial"/>
                          <a:sym typeface="Helvetica"/>
                        </a:defRPr>
                      </a:lvl5pPr>
                      <a:lvl6pPr marL="0" marR="0" indent="0" algn="r" defTabSz="914400" rtl="0" latinLnBrk="0">
                        <a:lnSpc>
                          <a:spcPct val="100000"/>
                        </a:lnSpc>
                        <a:spcBef>
                          <a:spcPts val="0"/>
                        </a:spcBef>
                        <a:spcAft>
                          <a:spcPts val="0"/>
                        </a:spcAft>
                        <a:buClrTx/>
                        <a:buSzTx/>
                        <a:buFontTx/>
                        <a:buNone/>
                        <a:tabLst/>
                        <a:defRPr sz="1800" b="1" i="0" u="none" strike="noStrike" cap="none" spc="0" baseline="0">
                          <a:solidFill>
                            <a:schemeClr val="lt1"/>
                          </a:solidFill>
                          <a:uFillTx/>
                          <a:latin typeface="Arial"/>
                          <a:sym typeface="Helvetica"/>
                        </a:defRPr>
                      </a:lvl6pPr>
                      <a:lvl7pPr marL="0" marR="0" indent="0" algn="r" defTabSz="914400" rtl="0" latinLnBrk="0">
                        <a:lnSpc>
                          <a:spcPct val="100000"/>
                        </a:lnSpc>
                        <a:spcBef>
                          <a:spcPts val="0"/>
                        </a:spcBef>
                        <a:spcAft>
                          <a:spcPts val="0"/>
                        </a:spcAft>
                        <a:buClrTx/>
                        <a:buSzTx/>
                        <a:buFontTx/>
                        <a:buNone/>
                        <a:tabLst/>
                        <a:defRPr sz="1800" b="1" i="0" u="none" strike="noStrike" cap="none" spc="0" baseline="0">
                          <a:solidFill>
                            <a:schemeClr val="lt1"/>
                          </a:solidFill>
                          <a:uFillTx/>
                          <a:latin typeface="Arial"/>
                          <a:sym typeface="Helvetica"/>
                        </a:defRPr>
                      </a:lvl7pPr>
                      <a:lvl8pPr marL="0" marR="0" indent="0" algn="r" defTabSz="914400" rtl="0" latinLnBrk="0">
                        <a:lnSpc>
                          <a:spcPct val="100000"/>
                        </a:lnSpc>
                        <a:spcBef>
                          <a:spcPts val="0"/>
                        </a:spcBef>
                        <a:spcAft>
                          <a:spcPts val="0"/>
                        </a:spcAft>
                        <a:buClrTx/>
                        <a:buSzTx/>
                        <a:buFontTx/>
                        <a:buNone/>
                        <a:tabLst/>
                        <a:defRPr sz="1800" b="1" i="0" u="none" strike="noStrike" cap="none" spc="0" baseline="0">
                          <a:solidFill>
                            <a:schemeClr val="lt1"/>
                          </a:solidFill>
                          <a:uFillTx/>
                          <a:latin typeface="Arial"/>
                          <a:sym typeface="Helvetica"/>
                        </a:defRPr>
                      </a:lvl8pPr>
                      <a:lvl9pPr marL="0" marR="0" indent="0" algn="r" defTabSz="914400" rtl="0" latinLnBrk="0">
                        <a:lnSpc>
                          <a:spcPct val="100000"/>
                        </a:lnSpc>
                        <a:spcBef>
                          <a:spcPts val="0"/>
                        </a:spcBef>
                        <a:spcAft>
                          <a:spcPts val="0"/>
                        </a:spcAft>
                        <a:buClrTx/>
                        <a:buSzTx/>
                        <a:buFontTx/>
                        <a:buNone/>
                        <a:tabLst/>
                        <a:defRPr sz="1800" b="1" i="0" u="none" strike="noStrike" cap="none" spc="0" baseline="0">
                          <a:solidFill>
                            <a:schemeClr val="lt1"/>
                          </a:solidFill>
                          <a:uFillTx/>
                          <a:latin typeface="Arial"/>
                          <a:sym typeface="Helvetica"/>
                        </a:defRPr>
                      </a:lvl9pPr>
                    </a:lstStyle>
                    <a:p>
                      <a:endParaRPr lang="fr-FR" sz="4100" noProof="0" dirty="0"/>
                    </a:p>
                  </a:txBody>
                  <a:tcPr marL="121860" marR="121860" marT="60930" marB="60930">
                    <a:lnL w="38100" cap="flat" cmpd="sng" algn="ctr">
                      <a:solidFill>
                        <a:schemeClr val="bg1"/>
                      </a:solidFill>
                      <a:prstDash val="solid"/>
                      <a:round/>
                      <a:headEnd type="none" w="med" len="med"/>
                      <a:tailEnd type="none" w="med" len="med"/>
                    </a:lnL>
                    <a:lnR w="38100" cap="flat" cmpd="sng" algn="ctr">
                      <a:noFill/>
                      <a:prstDash val="solid"/>
                      <a:round/>
                      <a:headEnd type="none" w="med" len="med"/>
                      <a:tailEnd type="none" w="med" len="med"/>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72678399"/>
                  </a:ext>
                </a:extLst>
              </a:tr>
              <a:tr h="2290769">
                <a:tc>
                  <a:txBody>
                    <a:bodyPr/>
                    <a:lstStyle>
                      <a:lvl1pPr marL="0" marR="0" indent="0" algn="r" defTabSz="914400" rtl="0" latinLnBrk="0">
                        <a:lnSpc>
                          <a:spcPct val="100000"/>
                        </a:lnSpc>
                        <a:spcBef>
                          <a:spcPts val="0"/>
                        </a:spcBef>
                        <a:spcAft>
                          <a:spcPts val="0"/>
                        </a:spcAft>
                        <a:buClrTx/>
                        <a:buSzTx/>
                        <a:buFontTx/>
                        <a:buNone/>
                        <a:tabLst/>
                        <a:defRPr sz="1800" b="0" i="0" u="none" strike="noStrike" cap="none" spc="0" baseline="0">
                          <a:solidFill>
                            <a:schemeClr val="dk1"/>
                          </a:solidFill>
                          <a:uFillTx/>
                          <a:latin typeface="Arial"/>
                          <a:sym typeface="Helvetica"/>
                        </a:defRPr>
                      </a:lvl1pPr>
                      <a:lvl2pPr marL="0" marR="0" indent="0" algn="r" defTabSz="914400" rtl="0" latinLnBrk="0">
                        <a:lnSpc>
                          <a:spcPct val="100000"/>
                        </a:lnSpc>
                        <a:spcBef>
                          <a:spcPts val="0"/>
                        </a:spcBef>
                        <a:spcAft>
                          <a:spcPts val="0"/>
                        </a:spcAft>
                        <a:buClrTx/>
                        <a:buSzTx/>
                        <a:buFontTx/>
                        <a:buNone/>
                        <a:tabLst/>
                        <a:defRPr sz="1800" b="0" i="0" u="none" strike="noStrike" cap="none" spc="0" baseline="0">
                          <a:solidFill>
                            <a:schemeClr val="dk1"/>
                          </a:solidFill>
                          <a:uFillTx/>
                          <a:latin typeface="Arial"/>
                          <a:sym typeface="Helvetica"/>
                        </a:defRPr>
                      </a:lvl2pPr>
                      <a:lvl3pPr marL="0" marR="0" indent="0" algn="r" defTabSz="914400" rtl="0" latinLnBrk="0">
                        <a:lnSpc>
                          <a:spcPct val="100000"/>
                        </a:lnSpc>
                        <a:spcBef>
                          <a:spcPts val="0"/>
                        </a:spcBef>
                        <a:spcAft>
                          <a:spcPts val="0"/>
                        </a:spcAft>
                        <a:buClrTx/>
                        <a:buSzTx/>
                        <a:buFontTx/>
                        <a:buNone/>
                        <a:tabLst/>
                        <a:defRPr sz="1800" b="0" i="0" u="none" strike="noStrike" cap="none" spc="0" baseline="0">
                          <a:solidFill>
                            <a:schemeClr val="dk1"/>
                          </a:solidFill>
                          <a:uFillTx/>
                          <a:latin typeface="Arial"/>
                          <a:sym typeface="Helvetica"/>
                        </a:defRPr>
                      </a:lvl3pPr>
                      <a:lvl4pPr marL="0" marR="0" indent="0" algn="r" defTabSz="914400" rtl="0" latinLnBrk="0">
                        <a:lnSpc>
                          <a:spcPct val="100000"/>
                        </a:lnSpc>
                        <a:spcBef>
                          <a:spcPts val="0"/>
                        </a:spcBef>
                        <a:spcAft>
                          <a:spcPts val="0"/>
                        </a:spcAft>
                        <a:buClrTx/>
                        <a:buSzTx/>
                        <a:buFontTx/>
                        <a:buNone/>
                        <a:tabLst/>
                        <a:defRPr sz="1800" b="0" i="0" u="none" strike="noStrike" cap="none" spc="0" baseline="0">
                          <a:solidFill>
                            <a:schemeClr val="dk1"/>
                          </a:solidFill>
                          <a:uFillTx/>
                          <a:latin typeface="Arial"/>
                          <a:sym typeface="Helvetica"/>
                        </a:defRPr>
                      </a:lvl4pPr>
                      <a:lvl5pPr marL="0" marR="0" indent="0" algn="r" defTabSz="914400" rtl="0" latinLnBrk="0">
                        <a:lnSpc>
                          <a:spcPct val="100000"/>
                        </a:lnSpc>
                        <a:spcBef>
                          <a:spcPts val="0"/>
                        </a:spcBef>
                        <a:spcAft>
                          <a:spcPts val="0"/>
                        </a:spcAft>
                        <a:buClrTx/>
                        <a:buSzTx/>
                        <a:buFontTx/>
                        <a:buNone/>
                        <a:tabLst/>
                        <a:defRPr sz="1800" b="0" i="0" u="none" strike="noStrike" cap="none" spc="0" baseline="0">
                          <a:solidFill>
                            <a:schemeClr val="dk1"/>
                          </a:solidFill>
                          <a:uFillTx/>
                          <a:latin typeface="Arial"/>
                          <a:sym typeface="Helvetica"/>
                        </a:defRPr>
                      </a:lvl5pPr>
                      <a:lvl6pPr marL="0" marR="0" indent="0" algn="r" defTabSz="914400" rtl="0" latinLnBrk="0">
                        <a:lnSpc>
                          <a:spcPct val="100000"/>
                        </a:lnSpc>
                        <a:spcBef>
                          <a:spcPts val="0"/>
                        </a:spcBef>
                        <a:spcAft>
                          <a:spcPts val="0"/>
                        </a:spcAft>
                        <a:buClrTx/>
                        <a:buSzTx/>
                        <a:buFontTx/>
                        <a:buNone/>
                        <a:tabLst/>
                        <a:defRPr sz="1800" b="0" i="0" u="none" strike="noStrike" cap="none" spc="0" baseline="0">
                          <a:solidFill>
                            <a:schemeClr val="dk1"/>
                          </a:solidFill>
                          <a:uFillTx/>
                          <a:latin typeface="Arial"/>
                          <a:sym typeface="Helvetica"/>
                        </a:defRPr>
                      </a:lvl6pPr>
                      <a:lvl7pPr marL="0" marR="0" indent="0" algn="r" defTabSz="914400" rtl="0" latinLnBrk="0">
                        <a:lnSpc>
                          <a:spcPct val="100000"/>
                        </a:lnSpc>
                        <a:spcBef>
                          <a:spcPts val="0"/>
                        </a:spcBef>
                        <a:spcAft>
                          <a:spcPts val="0"/>
                        </a:spcAft>
                        <a:buClrTx/>
                        <a:buSzTx/>
                        <a:buFontTx/>
                        <a:buNone/>
                        <a:tabLst/>
                        <a:defRPr sz="1800" b="0" i="0" u="none" strike="noStrike" cap="none" spc="0" baseline="0">
                          <a:solidFill>
                            <a:schemeClr val="dk1"/>
                          </a:solidFill>
                          <a:uFillTx/>
                          <a:latin typeface="Arial"/>
                          <a:sym typeface="Helvetica"/>
                        </a:defRPr>
                      </a:lvl7pPr>
                      <a:lvl8pPr marL="0" marR="0" indent="0" algn="r" defTabSz="914400" rtl="0" latinLnBrk="0">
                        <a:lnSpc>
                          <a:spcPct val="100000"/>
                        </a:lnSpc>
                        <a:spcBef>
                          <a:spcPts val="0"/>
                        </a:spcBef>
                        <a:spcAft>
                          <a:spcPts val="0"/>
                        </a:spcAft>
                        <a:buClrTx/>
                        <a:buSzTx/>
                        <a:buFontTx/>
                        <a:buNone/>
                        <a:tabLst/>
                        <a:defRPr sz="1800" b="0" i="0" u="none" strike="noStrike" cap="none" spc="0" baseline="0">
                          <a:solidFill>
                            <a:schemeClr val="dk1"/>
                          </a:solidFill>
                          <a:uFillTx/>
                          <a:latin typeface="Arial"/>
                          <a:sym typeface="Helvetica"/>
                        </a:defRPr>
                      </a:lvl8pPr>
                      <a:lvl9pPr marL="0" marR="0" indent="0" algn="r" defTabSz="914400" rtl="0" latinLnBrk="0">
                        <a:lnSpc>
                          <a:spcPct val="100000"/>
                        </a:lnSpc>
                        <a:spcBef>
                          <a:spcPts val="0"/>
                        </a:spcBef>
                        <a:spcAft>
                          <a:spcPts val="0"/>
                        </a:spcAft>
                        <a:buClrTx/>
                        <a:buSzTx/>
                        <a:buFontTx/>
                        <a:buNone/>
                        <a:tabLst/>
                        <a:defRPr sz="1800" b="0" i="0" u="none" strike="noStrike" cap="none" spc="0" baseline="0">
                          <a:solidFill>
                            <a:schemeClr val="dk1"/>
                          </a:solidFill>
                          <a:uFillTx/>
                          <a:latin typeface="Arial"/>
                          <a:sym typeface="Helvetica"/>
                        </a:defRPr>
                      </a:lvl9pPr>
                    </a:lstStyle>
                    <a:p>
                      <a:endParaRPr lang="fr-FR" sz="4100" noProof="0" dirty="0"/>
                    </a:p>
                  </a:txBody>
                  <a:tcPr marL="121860" marR="121860" marT="60930" marB="60930">
                    <a:lnL w="12700" cmpd="sng">
                      <a:noFill/>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tabLst/>
                        <a:defRPr sz="1800" b="0" i="0" u="none" strike="noStrike" cap="none" spc="0" baseline="0">
                          <a:solidFill>
                            <a:schemeClr val="dk1"/>
                          </a:solidFill>
                          <a:uFillTx/>
                          <a:latin typeface="Arial"/>
                          <a:sym typeface="Helvetica"/>
                        </a:defRPr>
                      </a:lvl1pPr>
                      <a:lvl2pPr marL="0" marR="0" indent="0" algn="r" defTabSz="914400" rtl="0" latinLnBrk="0">
                        <a:lnSpc>
                          <a:spcPct val="100000"/>
                        </a:lnSpc>
                        <a:spcBef>
                          <a:spcPts val="0"/>
                        </a:spcBef>
                        <a:spcAft>
                          <a:spcPts val="0"/>
                        </a:spcAft>
                        <a:buClrTx/>
                        <a:buSzTx/>
                        <a:buFontTx/>
                        <a:buNone/>
                        <a:tabLst/>
                        <a:defRPr sz="1800" b="0" i="0" u="none" strike="noStrike" cap="none" spc="0" baseline="0">
                          <a:solidFill>
                            <a:schemeClr val="dk1"/>
                          </a:solidFill>
                          <a:uFillTx/>
                          <a:latin typeface="Arial"/>
                          <a:sym typeface="Helvetica"/>
                        </a:defRPr>
                      </a:lvl2pPr>
                      <a:lvl3pPr marL="0" marR="0" indent="0" algn="r" defTabSz="914400" rtl="0" latinLnBrk="0">
                        <a:lnSpc>
                          <a:spcPct val="100000"/>
                        </a:lnSpc>
                        <a:spcBef>
                          <a:spcPts val="0"/>
                        </a:spcBef>
                        <a:spcAft>
                          <a:spcPts val="0"/>
                        </a:spcAft>
                        <a:buClrTx/>
                        <a:buSzTx/>
                        <a:buFontTx/>
                        <a:buNone/>
                        <a:tabLst/>
                        <a:defRPr sz="1800" b="0" i="0" u="none" strike="noStrike" cap="none" spc="0" baseline="0">
                          <a:solidFill>
                            <a:schemeClr val="dk1"/>
                          </a:solidFill>
                          <a:uFillTx/>
                          <a:latin typeface="Arial"/>
                          <a:sym typeface="Helvetica"/>
                        </a:defRPr>
                      </a:lvl3pPr>
                      <a:lvl4pPr marL="0" marR="0" indent="0" algn="r" defTabSz="914400" rtl="0" latinLnBrk="0">
                        <a:lnSpc>
                          <a:spcPct val="100000"/>
                        </a:lnSpc>
                        <a:spcBef>
                          <a:spcPts val="0"/>
                        </a:spcBef>
                        <a:spcAft>
                          <a:spcPts val="0"/>
                        </a:spcAft>
                        <a:buClrTx/>
                        <a:buSzTx/>
                        <a:buFontTx/>
                        <a:buNone/>
                        <a:tabLst/>
                        <a:defRPr sz="1800" b="0" i="0" u="none" strike="noStrike" cap="none" spc="0" baseline="0">
                          <a:solidFill>
                            <a:schemeClr val="dk1"/>
                          </a:solidFill>
                          <a:uFillTx/>
                          <a:latin typeface="Arial"/>
                          <a:sym typeface="Helvetica"/>
                        </a:defRPr>
                      </a:lvl4pPr>
                      <a:lvl5pPr marL="0" marR="0" indent="0" algn="r" defTabSz="914400" rtl="0" latinLnBrk="0">
                        <a:lnSpc>
                          <a:spcPct val="100000"/>
                        </a:lnSpc>
                        <a:spcBef>
                          <a:spcPts val="0"/>
                        </a:spcBef>
                        <a:spcAft>
                          <a:spcPts val="0"/>
                        </a:spcAft>
                        <a:buClrTx/>
                        <a:buSzTx/>
                        <a:buFontTx/>
                        <a:buNone/>
                        <a:tabLst/>
                        <a:defRPr sz="1800" b="0" i="0" u="none" strike="noStrike" cap="none" spc="0" baseline="0">
                          <a:solidFill>
                            <a:schemeClr val="dk1"/>
                          </a:solidFill>
                          <a:uFillTx/>
                          <a:latin typeface="Arial"/>
                          <a:sym typeface="Helvetica"/>
                        </a:defRPr>
                      </a:lvl5pPr>
                      <a:lvl6pPr marL="0" marR="0" indent="0" algn="r" defTabSz="914400" rtl="0" latinLnBrk="0">
                        <a:lnSpc>
                          <a:spcPct val="100000"/>
                        </a:lnSpc>
                        <a:spcBef>
                          <a:spcPts val="0"/>
                        </a:spcBef>
                        <a:spcAft>
                          <a:spcPts val="0"/>
                        </a:spcAft>
                        <a:buClrTx/>
                        <a:buSzTx/>
                        <a:buFontTx/>
                        <a:buNone/>
                        <a:tabLst/>
                        <a:defRPr sz="1800" b="0" i="0" u="none" strike="noStrike" cap="none" spc="0" baseline="0">
                          <a:solidFill>
                            <a:schemeClr val="dk1"/>
                          </a:solidFill>
                          <a:uFillTx/>
                          <a:latin typeface="Arial"/>
                          <a:sym typeface="Helvetica"/>
                        </a:defRPr>
                      </a:lvl6pPr>
                      <a:lvl7pPr marL="0" marR="0" indent="0" algn="r" defTabSz="914400" rtl="0" latinLnBrk="0">
                        <a:lnSpc>
                          <a:spcPct val="100000"/>
                        </a:lnSpc>
                        <a:spcBef>
                          <a:spcPts val="0"/>
                        </a:spcBef>
                        <a:spcAft>
                          <a:spcPts val="0"/>
                        </a:spcAft>
                        <a:buClrTx/>
                        <a:buSzTx/>
                        <a:buFontTx/>
                        <a:buNone/>
                        <a:tabLst/>
                        <a:defRPr sz="1800" b="0" i="0" u="none" strike="noStrike" cap="none" spc="0" baseline="0">
                          <a:solidFill>
                            <a:schemeClr val="dk1"/>
                          </a:solidFill>
                          <a:uFillTx/>
                          <a:latin typeface="Arial"/>
                          <a:sym typeface="Helvetica"/>
                        </a:defRPr>
                      </a:lvl7pPr>
                      <a:lvl8pPr marL="0" marR="0" indent="0" algn="r" defTabSz="914400" rtl="0" latinLnBrk="0">
                        <a:lnSpc>
                          <a:spcPct val="100000"/>
                        </a:lnSpc>
                        <a:spcBef>
                          <a:spcPts val="0"/>
                        </a:spcBef>
                        <a:spcAft>
                          <a:spcPts val="0"/>
                        </a:spcAft>
                        <a:buClrTx/>
                        <a:buSzTx/>
                        <a:buFontTx/>
                        <a:buNone/>
                        <a:tabLst/>
                        <a:defRPr sz="1800" b="0" i="0" u="none" strike="noStrike" cap="none" spc="0" baseline="0">
                          <a:solidFill>
                            <a:schemeClr val="dk1"/>
                          </a:solidFill>
                          <a:uFillTx/>
                          <a:latin typeface="Arial"/>
                          <a:sym typeface="Helvetica"/>
                        </a:defRPr>
                      </a:lvl8pPr>
                      <a:lvl9pPr marL="0" marR="0" indent="0" algn="r" defTabSz="914400" rtl="0" latinLnBrk="0">
                        <a:lnSpc>
                          <a:spcPct val="100000"/>
                        </a:lnSpc>
                        <a:spcBef>
                          <a:spcPts val="0"/>
                        </a:spcBef>
                        <a:spcAft>
                          <a:spcPts val="0"/>
                        </a:spcAft>
                        <a:buClrTx/>
                        <a:buSzTx/>
                        <a:buFontTx/>
                        <a:buNone/>
                        <a:tabLst/>
                        <a:defRPr sz="1800" b="0" i="0" u="none" strike="noStrike" cap="none" spc="0" baseline="0">
                          <a:solidFill>
                            <a:schemeClr val="dk1"/>
                          </a:solidFill>
                          <a:uFillTx/>
                          <a:latin typeface="Arial"/>
                          <a:sym typeface="Helvetica"/>
                        </a:defRPr>
                      </a:lvl9pPr>
                    </a:lstStyle>
                    <a:p>
                      <a:endParaRPr lang="fr-FR" sz="4100" noProof="0" dirty="0"/>
                    </a:p>
                  </a:txBody>
                  <a:tcPr marL="121860" marR="121860" marT="60930" marB="60930">
                    <a:lnL w="38100" cap="flat" cmpd="sng" algn="ctr">
                      <a:solidFill>
                        <a:schemeClr val="bg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100381773"/>
                  </a:ext>
                </a:extLst>
              </a:tr>
            </a:tbl>
          </a:graphicData>
        </a:graphic>
      </p:graphicFrame>
      <p:sp>
        <p:nvSpPr>
          <p:cNvPr id="8" name="TextBox 7">
            <a:extLst>
              <a:ext uri="{FF2B5EF4-FFF2-40B4-BE49-F238E27FC236}">
                <a16:creationId xmlns:a16="http://schemas.microsoft.com/office/drawing/2014/main" id="{06DD74DE-D00D-CF4D-8E39-328046B7BEB3}"/>
              </a:ext>
            </a:extLst>
          </p:cNvPr>
          <p:cNvSpPr txBox="1"/>
          <p:nvPr/>
        </p:nvSpPr>
        <p:spPr>
          <a:xfrm>
            <a:off x="373041" y="532696"/>
            <a:ext cx="10190200" cy="10772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fr-FR" sz="3200" b="1" noProof="0" dirty="0">
                <a:solidFill>
                  <a:srgbClr val="0070C0"/>
                </a:solidFill>
                <a:latin typeface="Arial" panose="020B0604020202020204" pitchFamily="34" charset="0"/>
                <a:cs typeface="Arial" panose="020B0604020202020204" pitchFamily="34" charset="0"/>
              </a:rPr>
              <a:t>La plateforme et les communautés U-Report en appui à la vaccination dans les 26 provinces</a:t>
            </a:r>
          </a:p>
        </p:txBody>
      </p:sp>
      <p:sp>
        <p:nvSpPr>
          <p:cNvPr id="3" name="TextBox 2">
            <a:extLst>
              <a:ext uri="{FF2B5EF4-FFF2-40B4-BE49-F238E27FC236}">
                <a16:creationId xmlns:a16="http://schemas.microsoft.com/office/drawing/2014/main" id="{702EB28B-A9F7-0318-CE14-8368ECD383AE}"/>
              </a:ext>
            </a:extLst>
          </p:cNvPr>
          <p:cNvSpPr txBox="1"/>
          <p:nvPr/>
        </p:nvSpPr>
        <p:spPr>
          <a:xfrm>
            <a:off x="5500956" y="-754164"/>
            <a:ext cx="56058" cy="2240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27726" tIns="27726" rIns="27726" bIns="27726" numCol="1" spcCol="38100" rtlCol="0" anchor="t">
            <a:spAutoFit/>
          </a:bodyPr>
          <a:lstStyle/>
          <a:p>
            <a:pPr defTabSz="554492" hangingPunct="0"/>
            <a:endParaRPr lang="fr-FR" sz="1092" noProof="0" dirty="0">
              <a:solidFill>
                <a:srgbClr val="000000"/>
              </a:solidFill>
              <a:latin typeface="+mj-lt"/>
              <a:ea typeface="+mj-ea"/>
              <a:cs typeface="+mj-cs"/>
              <a:sym typeface="Calibri"/>
            </a:endParaRPr>
          </a:p>
        </p:txBody>
      </p:sp>
      <p:sp>
        <p:nvSpPr>
          <p:cNvPr id="2" name="Google Shape;76;p2">
            <a:extLst>
              <a:ext uri="{FF2B5EF4-FFF2-40B4-BE49-F238E27FC236}">
                <a16:creationId xmlns:a16="http://schemas.microsoft.com/office/drawing/2014/main" id="{4A6009C1-086E-7B5E-49C0-B290D70F49C5}"/>
              </a:ext>
            </a:extLst>
          </p:cNvPr>
          <p:cNvSpPr txBox="1">
            <a:spLocks noGrp="1"/>
          </p:cNvSpPr>
          <p:nvPr>
            <p:ph type="body" idx="1"/>
          </p:nvPr>
        </p:nvSpPr>
        <p:spPr>
          <a:xfrm>
            <a:off x="266256" y="1800785"/>
            <a:ext cx="2247664" cy="963473"/>
          </a:xfrm>
          <a:prstGeom prst="rect">
            <a:avLst/>
          </a:prstGeom>
          <a:noFill/>
          <a:ln>
            <a:noFill/>
          </a:ln>
        </p:spPr>
        <p:txBody>
          <a:bodyPr spcFirstLastPara="1" vert="horz" wrap="square" lIns="121840" tIns="121840" rIns="121840" bIns="121840" rtlCol="0" anchor="t" anchorCtr="0">
            <a:noAutofit/>
          </a:bodyPr>
          <a:lstStyle/>
          <a:p>
            <a:pPr marL="152312">
              <a:lnSpc>
                <a:spcPct val="115000"/>
              </a:lnSpc>
              <a:buClr>
                <a:schemeClr val="lt1"/>
              </a:buClr>
              <a:buSzPts val="1800"/>
            </a:pPr>
            <a:r>
              <a:rPr lang="fr-FR" sz="4851" b="1" noProof="0" dirty="0">
                <a:solidFill>
                  <a:srgbClr val="0070C0"/>
                </a:solidFill>
                <a:latin typeface="Arial" panose="020B0604020202020204" pitchFamily="34" charset="0"/>
                <a:cs typeface="Arial" panose="020B0604020202020204" pitchFamily="34" charset="0"/>
              </a:rPr>
              <a:t>343</a:t>
            </a:r>
          </a:p>
        </p:txBody>
      </p:sp>
      <p:sp>
        <p:nvSpPr>
          <p:cNvPr id="7" name="TextBox 7">
            <a:extLst>
              <a:ext uri="{FF2B5EF4-FFF2-40B4-BE49-F238E27FC236}">
                <a16:creationId xmlns:a16="http://schemas.microsoft.com/office/drawing/2014/main" id="{CE25443E-E2C1-420C-B4C0-A1C17D8178E1}"/>
              </a:ext>
            </a:extLst>
          </p:cNvPr>
          <p:cNvSpPr txBox="1"/>
          <p:nvPr/>
        </p:nvSpPr>
        <p:spPr>
          <a:xfrm>
            <a:off x="3111343" y="2926295"/>
            <a:ext cx="2446299" cy="1056319"/>
          </a:xfrm>
          <a:prstGeom prst="rect">
            <a:avLst/>
          </a:prstGeom>
          <a:noFill/>
        </p:spPr>
        <p:txBody>
          <a:bodyPr wrap="square" lIns="121860" tIns="60930" rIns="121860" bIns="60930" anchor="t">
            <a:spAutoFit/>
          </a:bodyPr>
          <a:lstStyle/>
          <a:p>
            <a:r>
              <a:rPr lang="fr-FR" sz="1213" noProof="0" dirty="0">
                <a:latin typeface="Arial" panose="020B0604020202020204" pitchFamily="34" charset="0"/>
                <a:cs typeface="Arial" panose="020B0604020202020204" pitchFamily="34" charset="0"/>
              </a:rPr>
              <a:t>personnes ont été mobilisées par les U-Reporters dans des lieux de rassemblement à chaque campagne de vaccination polio.</a:t>
            </a:r>
          </a:p>
        </p:txBody>
      </p:sp>
      <p:sp>
        <p:nvSpPr>
          <p:cNvPr id="9" name="TextBox 8">
            <a:extLst>
              <a:ext uri="{FF2B5EF4-FFF2-40B4-BE49-F238E27FC236}">
                <a16:creationId xmlns:a16="http://schemas.microsoft.com/office/drawing/2014/main" id="{7DA41566-48F4-05B5-A5A8-A44DB3E2A0AF}"/>
              </a:ext>
            </a:extLst>
          </p:cNvPr>
          <p:cNvSpPr txBox="1"/>
          <p:nvPr/>
        </p:nvSpPr>
        <p:spPr>
          <a:xfrm>
            <a:off x="514651" y="5218834"/>
            <a:ext cx="2398933" cy="869665"/>
          </a:xfrm>
          <a:prstGeom prst="rect">
            <a:avLst/>
          </a:prstGeom>
          <a:noFill/>
        </p:spPr>
        <p:txBody>
          <a:bodyPr wrap="square" lIns="121860" tIns="60930" rIns="121860" bIns="60930" anchor="t">
            <a:spAutoFit/>
          </a:bodyPr>
          <a:lstStyle/>
          <a:p>
            <a:r>
              <a:rPr lang="fr-FR" sz="1213" noProof="0" dirty="0">
                <a:latin typeface="Arial" panose="020B0604020202020204" pitchFamily="34" charset="0"/>
                <a:cs typeface="Arial" panose="020B0604020202020204" pitchFamily="34" charset="0"/>
              </a:rPr>
              <a:t>Refus de vaccination enregistrés par les U-Reporters ont été gérés en diffusant des bonnes informations.</a:t>
            </a:r>
          </a:p>
        </p:txBody>
      </p:sp>
      <p:sp>
        <p:nvSpPr>
          <p:cNvPr id="11" name="TextBox 10">
            <a:extLst>
              <a:ext uri="{FF2B5EF4-FFF2-40B4-BE49-F238E27FC236}">
                <a16:creationId xmlns:a16="http://schemas.microsoft.com/office/drawing/2014/main" id="{2CF7C599-DBFF-5B8D-CC92-121B74AC0F46}"/>
              </a:ext>
            </a:extLst>
          </p:cNvPr>
          <p:cNvSpPr txBox="1"/>
          <p:nvPr/>
        </p:nvSpPr>
        <p:spPr>
          <a:xfrm>
            <a:off x="392342" y="2944335"/>
            <a:ext cx="2503276" cy="963473"/>
          </a:xfrm>
          <a:prstGeom prst="rect">
            <a:avLst/>
          </a:prstGeom>
          <a:noFill/>
        </p:spPr>
        <p:txBody>
          <a:bodyPr wrap="square" lIns="121860" tIns="60930" rIns="121860" bIns="60930" anchor="t">
            <a:spAutoFit/>
          </a:bodyPr>
          <a:lstStyle/>
          <a:p>
            <a:pPr marL="152312">
              <a:lnSpc>
                <a:spcPct val="115000"/>
              </a:lnSpc>
              <a:buClr>
                <a:schemeClr val="lt1"/>
              </a:buClr>
              <a:buSzPts val="1800"/>
            </a:pPr>
            <a:r>
              <a:rPr lang="fr-FR" sz="1213" noProof="0" dirty="0">
                <a:latin typeface="Arial" panose="020B0604020202020204" pitchFamily="34" charset="0"/>
                <a:cs typeface="Arial" panose="020B0604020202020204" pitchFamily="34" charset="0"/>
              </a:rPr>
              <a:t>communautés U-Report mobiliser pour sensibiliser sur l'importance de la vaccination des enfants.</a:t>
            </a:r>
          </a:p>
        </p:txBody>
      </p:sp>
      <p:sp>
        <p:nvSpPr>
          <p:cNvPr id="12" name="TextBox 19">
            <a:extLst>
              <a:ext uri="{FF2B5EF4-FFF2-40B4-BE49-F238E27FC236}">
                <a16:creationId xmlns:a16="http://schemas.microsoft.com/office/drawing/2014/main" id="{C340425A-7E55-8D5D-24BB-4125E71A7413}"/>
              </a:ext>
            </a:extLst>
          </p:cNvPr>
          <p:cNvSpPr txBox="1"/>
          <p:nvPr/>
        </p:nvSpPr>
        <p:spPr>
          <a:xfrm>
            <a:off x="590499" y="4342768"/>
            <a:ext cx="2778780" cy="838819"/>
          </a:xfrm>
          <a:prstGeom prst="rect">
            <a:avLst/>
          </a:prstGeom>
          <a:noFill/>
        </p:spPr>
        <p:txBody>
          <a:bodyPr wrap="square">
            <a:spAutoFit/>
          </a:bodyPr>
          <a:lstStyle/>
          <a:p>
            <a:r>
              <a:rPr lang="fr-FR" sz="4851" b="1" noProof="0" dirty="0">
                <a:solidFill>
                  <a:srgbClr val="0070C0"/>
                </a:solidFill>
                <a:latin typeface="Arial" panose="020B0604020202020204" pitchFamily="34" charset="0"/>
                <a:cs typeface="Arial" panose="020B0604020202020204" pitchFamily="34" charset="0"/>
              </a:rPr>
              <a:t>1357 </a:t>
            </a:r>
            <a:endParaRPr lang="fr-FR" sz="4851" noProof="0" dirty="0">
              <a:solidFill>
                <a:srgbClr val="0070C0"/>
              </a:solidFill>
              <a:latin typeface="Arial" panose="020B0604020202020204" pitchFamily="34" charset="0"/>
              <a:cs typeface="Arial" panose="020B0604020202020204" pitchFamily="34" charset="0"/>
            </a:endParaRPr>
          </a:p>
        </p:txBody>
      </p:sp>
      <p:sp>
        <p:nvSpPr>
          <p:cNvPr id="13" name="TextBox 21">
            <a:extLst>
              <a:ext uri="{FF2B5EF4-FFF2-40B4-BE49-F238E27FC236}">
                <a16:creationId xmlns:a16="http://schemas.microsoft.com/office/drawing/2014/main" id="{3EAAA896-DB6E-8C99-F4AD-7CC27DFEF88D}"/>
              </a:ext>
            </a:extLst>
          </p:cNvPr>
          <p:cNvSpPr txBox="1"/>
          <p:nvPr/>
        </p:nvSpPr>
        <p:spPr>
          <a:xfrm>
            <a:off x="2913584" y="2038464"/>
            <a:ext cx="2503276" cy="877741"/>
          </a:xfrm>
          <a:prstGeom prst="rect">
            <a:avLst/>
          </a:prstGeom>
          <a:noFill/>
        </p:spPr>
        <p:txBody>
          <a:bodyPr wrap="square">
            <a:spAutoFit/>
          </a:bodyPr>
          <a:lstStyle/>
          <a:p>
            <a:pPr marL="152312">
              <a:lnSpc>
                <a:spcPct val="115000"/>
              </a:lnSpc>
              <a:buClr>
                <a:schemeClr val="lt1"/>
              </a:buClr>
              <a:buSzPts val="1800"/>
            </a:pPr>
            <a:r>
              <a:rPr lang="fr-FR" sz="4851" b="1" noProof="0" dirty="0">
                <a:solidFill>
                  <a:srgbClr val="0070C0"/>
                </a:solidFill>
                <a:latin typeface="Arial" panose="020B0604020202020204" pitchFamily="34" charset="0"/>
                <a:cs typeface="Arial" panose="020B0604020202020204" pitchFamily="34" charset="0"/>
              </a:rPr>
              <a:t>+140K</a:t>
            </a:r>
          </a:p>
        </p:txBody>
      </p:sp>
      <p:sp>
        <p:nvSpPr>
          <p:cNvPr id="14" name="TextBox 8">
            <a:extLst>
              <a:ext uri="{FF2B5EF4-FFF2-40B4-BE49-F238E27FC236}">
                <a16:creationId xmlns:a16="http://schemas.microsoft.com/office/drawing/2014/main" id="{93582BB7-238D-D9DA-F2CE-D52A20E5C98E}"/>
              </a:ext>
            </a:extLst>
          </p:cNvPr>
          <p:cNvSpPr txBox="1"/>
          <p:nvPr/>
        </p:nvSpPr>
        <p:spPr>
          <a:xfrm>
            <a:off x="3099472" y="5178189"/>
            <a:ext cx="2458170" cy="1056319"/>
          </a:xfrm>
          <a:prstGeom prst="rect">
            <a:avLst/>
          </a:prstGeom>
          <a:noFill/>
        </p:spPr>
        <p:txBody>
          <a:bodyPr wrap="square" lIns="121860" tIns="60930" rIns="121860" bIns="60930" anchor="t">
            <a:spAutoFit/>
          </a:bodyPr>
          <a:lstStyle/>
          <a:p>
            <a:r>
              <a:rPr lang="fr-FR" sz="1213" noProof="0" dirty="0">
                <a:latin typeface="Arial" panose="020B0604020202020204" pitchFamily="34" charset="0"/>
                <a:cs typeface="Arial" panose="020B0604020202020204" pitchFamily="34" charset="0"/>
              </a:rPr>
              <a:t>Enfants récupérés sur les 12371 identifiés grâce aux U-Reporters en routine et lors de l’intégration du vaccin antipaludique.</a:t>
            </a:r>
          </a:p>
        </p:txBody>
      </p:sp>
      <p:sp>
        <p:nvSpPr>
          <p:cNvPr id="15" name="TextBox 19">
            <a:extLst>
              <a:ext uri="{FF2B5EF4-FFF2-40B4-BE49-F238E27FC236}">
                <a16:creationId xmlns:a16="http://schemas.microsoft.com/office/drawing/2014/main" id="{FFCBF99D-E7A5-A41A-32A2-D25EA8A2B6D4}"/>
              </a:ext>
            </a:extLst>
          </p:cNvPr>
          <p:cNvSpPr txBox="1"/>
          <p:nvPr/>
        </p:nvSpPr>
        <p:spPr>
          <a:xfrm>
            <a:off x="3099471" y="4356488"/>
            <a:ext cx="2287829" cy="838691"/>
          </a:xfrm>
          <a:prstGeom prst="rect">
            <a:avLst/>
          </a:prstGeom>
          <a:noFill/>
        </p:spPr>
        <p:txBody>
          <a:bodyPr wrap="square" lIns="91440" tIns="45720" rIns="91440" bIns="45720" anchor="t">
            <a:spAutoFit/>
          </a:bodyPr>
          <a:lstStyle/>
          <a:p>
            <a:r>
              <a:rPr lang="fr-FR" sz="4850" b="1" noProof="0" dirty="0">
                <a:solidFill>
                  <a:srgbClr val="0070C0"/>
                </a:solidFill>
                <a:latin typeface="Arial"/>
                <a:cs typeface="Arial"/>
              </a:rPr>
              <a:t>+10,7K</a:t>
            </a:r>
            <a:endParaRPr lang="fr-FR" sz="4850" noProof="0" dirty="0">
              <a:solidFill>
                <a:srgbClr val="0070C0"/>
              </a:solidFill>
              <a:latin typeface="Arial"/>
              <a:cs typeface="Arial"/>
            </a:endParaRPr>
          </a:p>
        </p:txBody>
      </p:sp>
      <p:graphicFrame>
        <p:nvGraphicFramePr>
          <p:cNvPr id="10" name="Table 9">
            <a:extLst>
              <a:ext uri="{FF2B5EF4-FFF2-40B4-BE49-F238E27FC236}">
                <a16:creationId xmlns:a16="http://schemas.microsoft.com/office/drawing/2014/main" id="{FBB22644-1849-E248-B11E-BECBEFB1C344}"/>
              </a:ext>
            </a:extLst>
          </p:cNvPr>
          <p:cNvGraphicFramePr>
            <a:graphicFrameLocks noGrp="1"/>
          </p:cNvGraphicFramePr>
          <p:nvPr>
            <p:extLst>
              <p:ext uri="{D42A27DB-BD31-4B8C-83A1-F6EECF244321}">
                <p14:modId xmlns:p14="http://schemas.microsoft.com/office/powerpoint/2010/main" val="1630191215"/>
              </p:ext>
            </p:extLst>
          </p:nvPr>
        </p:nvGraphicFramePr>
        <p:xfrm>
          <a:off x="6556175" y="1868138"/>
          <a:ext cx="5148000" cy="4581538"/>
        </p:xfrm>
        <a:graphic>
          <a:graphicData uri="http://schemas.openxmlformats.org/drawingml/2006/table">
            <a:tbl>
              <a:tblPr firstRow="1" bandRow="1"/>
              <a:tblGrid>
                <a:gridCol w="2574000">
                  <a:extLst>
                    <a:ext uri="{9D8B030D-6E8A-4147-A177-3AD203B41FA5}">
                      <a16:colId xmlns:a16="http://schemas.microsoft.com/office/drawing/2014/main" val="827875879"/>
                    </a:ext>
                  </a:extLst>
                </a:gridCol>
                <a:gridCol w="2574000">
                  <a:extLst>
                    <a:ext uri="{9D8B030D-6E8A-4147-A177-3AD203B41FA5}">
                      <a16:colId xmlns:a16="http://schemas.microsoft.com/office/drawing/2014/main" val="3357619146"/>
                    </a:ext>
                  </a:extLst>
                </a:gridCol>
              </a:tblGrid>
              <a:tr h="2290769">
                <a:tc>
                  <a:txBody>
                    <a:bodyPr/>
                    <a:lstStyle>
                      <a:lvl1pPr marL="0" marR="0" indent="0" algn="r" defTabSz="914400" rtl="0" latinLnBrk="0">
                        <a:lnSpc>
                          <a:spcPct val="100000"/>
                        </a:lnSpc>
                        <a:spcBef>
                          <a:spcPts val="0"/>
                        </a:spcBef>
                        <a:spcAft>
                          <a:spcPts val="0"/>
                        </a:spcAft>
                        <a:buClrTx/>
                        <a:buSzTx/>
                        <a:buFontTx/>
                        <a:buNone/>
                        <a:tabLst/>
                        <a:defRPr sz="1800" b="1" i="0" u="none" strike="noStrike" cap="none" spc="0" baseline="0">
                          <a:solidFill>
                            <a:schemeClr val="lt1"/>
                          </a:solidFill>
                          <a:uFillTx/>
                          <a:latin typeface="Arial"/>
                          <a:sym typeface="Helvetica"/>
                        </a:defRPr>
                      </a:lvl1pPr>
                      <a:lvl2pPr marL="0" marR="0" indent="0" algn="r" defTabSz="914400" rtl="0" latinLnBrk="0">
                        <a:lnSpc>
                          <a:spcPct val="100000"/>
                        </a:lnSpc>
                        <a:spcBef>
                          <a:spcPts val="0"/>
                        </a:spcBef>
                        <a:spcAft>
                          <a:spcPts val="0"/>
                        </a:spcAft>
                        <a:buClrTx/>
                        <a:buSzTx/>
                        <a:buFontTx/>
                        <a:buNone/>
                        <a:tabLst/>
                        <a:defRPr sz="1800" b="1" i="0" u="none" strike="noStrike" cap="none" spc="0" baseline="0">
                          <a:solidFill>
                            <a:schemeClr val="lt1"/>
                          </a:solidFill>
                          <a:uFillTx/>
                          <a:latin typeface="Arial"/>
                          <a:sym typeface="Helvetica"/>
                        </a:defRPr>
                      </a:lvl2pPr>
                      <a:lvl3pPr marL="0" marR="0" indent="0" algn="r" defTabSz="914400" rtl="0" latinLnBrk="0">
                        <a:lnSpc>
                          <a:spcPct val="100000"/>
                        </a:lnSpc>
                        <a:spcBef>
                          <a:spcPts val="0"/>
                        </a:spcBef>
                        <a:spcAft>
                          <a:spcPts val="0"/>
                        </a:spcAft>
                        <a:buClrTx/>
                        <a:buSzTx/>
                        <a:buFontTx/>
                        <a:buNone/>
                        <a:tabLst/>
                        <a:defRPr sz="1800" b="1" i="0" u="none" strike="noStrike" cap="none" spc="0" baseline="0">
                          <a:solidFill>
                            <a:schemeClr val="lt1"/>
                          </a:solidFill>
                          <a:uFillTx/>
                          <a:latin typeface="Arial"/>
                          <a:sym typeface="Helvetica"/>
                        </a:defRPr>
                      </a:lvl3pPr>
                      <a:lvl4pPr marL="0" marR="0" indent="0" algn="r" defTabSz="914400" rtl="0" latinLnBrk="0">
                        <a:lnSpc>
                          <a:spcPct val="100000"/>
                        </a:lnSpc>
                        <a:spcBef>
                          <a:spcPts val="0"/>
                        </a:spcBef>
                        <a:spcAft>
                          <a:spcPts val="0"/>
                        </a:spcAft>
                        <a:buClrTx/>
                        <a:buSzTx/>
                        <a:buFontTx/>
                        <a:buNone/>
                        <a:tabLst/>
                        <a:defRPr sz="1800" b="1" i="0" u="none" strike="noStrike" cap="none" spc="0" baseline="0">
                          <a:solidFill>
                            <a:schemeClr val="lt1"/>
                          </a:solidFill>
                          <a:uFillTx/>
                          <a:latin typeface="Arial"/>
                          <a:sym typeface="Helvetica"/>
                        </a:defRPr>
                      </a:lvl4pPr>
                      <a:lvl5pPr marL="0" marR="0" indent="0" algn="r" defTabSz="914400" rtl="0" latinLnBrk="0">
                        <a:lnSpc>
                          <a:spcPct val="100000"/>
                        </a:lnSpc>
                        <a:spcBef>
                          <a:spcPts val="0"/>
                        </a:spcBef>
                        <a:spcAft>
                          <a:spcPts val="0"/>
                        </a:spcAft>
                        <a:buClrTx/>
                        <a:buSzTx/>
                        <a:buFontTx/>
                        <a:buNone/>
                        <a:tabLst/>
                        <a:defRPr sz="1800" b="1" i="0" u="none" strike="noStrike" cap="none" spc="0" baseline="0">
                          <a:solidFill>
                            <a:schemeClr val="lt1"/>
                          </a:solidFill>
                          <a:uFillTx/>
                          <a:latin typeface="Arial"/>
                          <a:sym typeface="Helvetica"/>
                        </a:defRPr>
                      </a:lvl5pPr>
                      <a:lvl6pPr marL="0" marR="0" indent="0" algn="r" defTabSz="914400" rtl="0" latinLnBrk="0">
                        <a:lnSpc>
                          <a:spcPct val="100000"/>
                        </a:lnSpc>
                        <a:spcBef>
                          <a:spcPts val="0"/>
                        </a:spcBef>
                        <a:spcAft>
                          <a:spcPts val="0"/>
                        </a:spcAft>
                        <a:buClrTx/>
                        <a:buSzTx/>
                        <a:buFontTx/>
                        <a:buNone/>
                        <a:tabLst/>
                        <a:defRPr sz="1800" b="1" i="0" u="none" strike="noStrike" cap="none" spc="0" baseline="0">
                          <a:solidFill>
                            <a:schemeClr val="lt1"/>
                          </a:solidFill>
                          <a:uFillTx/>
                          <a:latin typeface="Arial"/>
                          <a:sym typeface="Helvetica"/>
                        </a:defRPr>
                      </a:lvl6pPr>
                      <a:lvl7pPr marL="0" marR="0" indent="0" algn="r" defTabSz="914400" rtl="0" latinLnBrk="0">
                        <a:lnSpc>
                          <a:spcPct val="100000"/>
                        </a:lnSpc>
                        <a:spcBef>
                          <a:spcPts val="0"/>
                        </a:spcBef>
                        <a:spcAft>
                          <a:spcPts val="0"/>
                        </a:spcAft>
                        <a:buClrTx/>
                        <a:buSzTx/>
                        <a:buFontTx/>
                        <a:buNone/>
                        <a:tabLst/>
                        <a:defRPr sz="1800" b="1" i="0" u="none" strike="noStrike" cap="none" spc="0" baseline="0">
                          <a:solidFill>
                            <a:schemeClr val="lt1"/>
                          </a:solidFill>
                          <a:uFillTx/>
                          <a:latin typeface="Arial"/>
                          <a:sym typeface="Helvetica"/>
                        </a:defRPr>
                      </a:lvl7pPr>
                      <a:lvl8pPr marL="0" marR="0" indent="0" algn="r" defTabSz="914400" rtl="0" latinLnBrk="0">
                        <a:lnSpc>
                          <a:spcPct val="100000"/>
                        </a:lnSpc>
                        <a:spcBef>
                          <a:spcPts val="0"/>
                        </a:spcBef>
                        <a:spcAft>
                          <a:spcPts val="0"/>
                        </a:spcAft>
                        <a:buClrTx/>
                        <a:buSzTx/>
                        <a:buFontTx/>
                        <a:buNone/>
                        <a:tabLst/>
                        <a:defRPr sz="1800" b="1" i="0" u="none" strike="noStrike" cap="none" spc="0" baseline="0">
                          <a:solidFill>
                            <a:schemeClr val="lt1"/>
                          </a:solidFill>
                          <a:uFillTx/>
                          <a:latin typeface="Arial"/>
                          <a:sym typeface="Helvetica"/>
                        </a:defRPr>
                      </a:lvl8pPr>
                      <a:lvl9pPr marL="0" marR="0" indent="0" algn="r" defTabSz="914400" rtl="0" latinLnBrk="0">
                        <a:lnSpc>
                          <a:spcPct val="100000"/>
                        </a:lnSpc>
                        <a:spcBef>
                          <a:spcPts val="0"/>
                        </a:spcBef>
                        <a:spcAft>
                          <a:spcPts val="0"/>
                        </a:spcAft>
                        <a:buClrTx/>
                        <a:buSzTx/>
                        <a:buFontTx/>
                        <a:buNone/>
                        <a:tabLst/>
                        <a:defRPr sz="1800" b="1" i="0" u="none" strike="noStrike" cap="none" spc="0" baseline="0">
                          <a:solidFill>
                            <a:schemeClr val="lt1"/>
                          </a:solidFill>
                          <a:uFillTx/>
                          <a:latin typeface="Arial"/>
                          <a:sym typeface="Helvetica"/>
                        </a:defRPr>
                      </a:lvl9pPr>
                    </a:lstStyle>
                    <a:p>
                      <a:endParaRPr lang="fr-FR" sz="4100" noProof="0" dirty="0"/>
                    </a:p>
                  </a:txBody>
                  <a:tcPr marL="121860" marR="121860" marT="60930" marB="60930">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EEEEEE"/>
                    </a:solidFill>
                  </a:tcPr>
                </a:tc>
                <a:tc>
                  <a:txBody>
                    <a:bodyPr/>
                    <a:lstStyle>
                      <a:lvl1pPr marL="0" marR="0" indent="0" algn="r" defTabSz="914400" rtl="0" latinLnBrk="0">
                        <a:lnSpc>
                          <a:spcPct val="100000"/>
                        </a:lnSpc>
                        <a:spcBef>
                          <a:spcPts val="0"/>
                        </a:spcBef>
                        <a:spcAft>
                          <a:spcPts val="0"/>
                        </a:spcAft>
                        <a:buClrTx/>
                        <a:buSzTx/>
                        <a:buFontTx/>
                        <a:buNone/>
                        <a:tabLst/>
                        <a:defRPr sz="1800" b="1" i="0" u="none" strike="noStrike" cap="none" spc="0" baseline="0">
                          <a:solidFill>
                            <a:schemeClr val="lt1"/>
                          </a:solidFill>
                          <a:uFillTx/>
                          <a:latin typeface="Arial"/>
                          <a:sym typeface="Helvetica"/>
                        </a:defRPr>
                      </a:lvl1pPr>
                      <a:lvl2pPr marL="0" marR="0" indent="0" algn="r" defTabSz="914400" rtl="0" latinLnBrk="0">
                        <a:lnSpc>
                          <a:spcPct val="100000"/>
                        </a:lnSpc>
                        <a:spcBef>
                          <a:spcPts val="0"/>
                        </a:spcBef>
                        <a:spcAft>
                          <a:spcPts val="0"/>
                        </a:spcAft>
                        <a:buClrTx/>
                        <a:buSzTx/>
                        <a:buFontTx/>
                        <a:buNone/>
                        <a:tabLst/>
                        <a:defRPr sz="1800" b="1" i="0" u="none" strike="noStrike" cap="none" spc="0" baseline="0">
                          <a:solidFill>
                            <a:schemeClr val="lt1"/>
                          </a:solidFill>
                          <a:uFillTx/>
                          <a:latin typeface="Arial"/>
                          <a:sym typeface="Helvetica"/>
                        </a:defRPr>
                      </a:lvl2pPr>
                      <a:lvl3pPr marL="0" marR="0" indent="0" algn="r" defTabSz="914400" rtl="0" latinLnBrk="0">
                        <a:lnSpc>
                          <a:spcPct val="100000"/>
                        </a:lnSpc>
                        <a:spcBef>
                          <a:spcPts val="0"/>
                        </a:spcBef>
                        <a:spcAft>
                          <a:spcPts val="0"/>
                        </a:spcAft>
                        <a:buClrTx/>
                        <a:buSzTx/>
                        <a:buFontTx/>
                        <a:buNone/>
                        <a:tabLst/>
                        <a:defRPr sz="1800" b="1" i="0" u="none" strike="noStrike" cap="none" spc="0" baseline="0">
                          <a:solidFill>
                            <a:schemeClr val="lt1"/>
                          </a:solidFill>
                          <a:uFillTx/>
                          <a:latin typeface="Arial"/>
                          <a:sym typeface="Helvetica"/>
                        </a:defRPr>
                      </a:lvl3pPr>
                      <a:lvl4pPr marL="0" marR="0" indent="0" algn="r" defTabSz="914400" rtl="0" latinLnBrk="0">
                        <a:lnSpc>
                          <a:spcPct val="100000"/>
                        </a:lnSpc>
                        <a:spcBef>
                          <a:spcPts val="0"/>
                        </a:spcBef>
                        <a:spcAft>
                          <a:spcPts val="0"/>
                        </a:spcAft>
                        <a:buClrTx/>
                        <a:buSzTx/>
                        <a:buFontTx/>
                        <a:buNone/>
                        <a:tabLst/>
                        <a:defRPr sz="1800" b="1" i="0" u="none" strike="noStrike" cap="none" spc="0" baseline="0">
                          <a:solidFill>
                            <a:schemeClr val="lt1"/>
                          </a:solidFill>
                          <a:uFillTx/>
                          <a:latin typeface="Arial"/>
                          <a:sym typeface="Helvetica"/>
                        </a:defRPr>
                      </a:lvl4pPr>
                      <a:lvl5pPr marL="0" marR="0" indent="0" algn="r" defTabSz="914400" rtl="0" latinLnBrk="0">
                        <a:lnSpc>
                          <a:spcPct val="100000"/>
                        </a:lnSpc>
                        <a:spcBef>
                          <a:spcPts val="0"/>
                        </a:spcBef>
                        <a:spcAft>
                          <a:spcPts val="0"/>
                        </a:spcAft>
                        <a:buClrTx/>
                        <a:buSzTx/>
                        <a:buFontTx/>
                        <a:buNone/>
                        <a:tabLst/>
                        <a:defRPr sz="1800" b="1" i="0" u="none" strike="noStrike" cap="none" spc="0" baseline="0">
                          <a:solidFill>
                            <a:schemeClr val="lt1"/>
                          </a:solidFill>
                          <a:uFillTx/>
                          <a:latin typeface="Arial"/>
                          <a:sym typeface="Helvetica"/>
                        </a:defRPr>
                      </a:lvl5pPr>
                      <a:lvl6pPr marL="0" marR="0" indent="0" algn="r" defTabSz="914400" rtl="0" latinLnBrk="0">
                        <a:lnSpc>
                          <a:spcPct val="100000"/>
                        </a:lnSpc>
                        <a:spcBef>
                          <a:spcPts val="0"/>
                        </a:spcBef>
                        <a:spcAft>
                          <a:spcPts val="0"/>
                        </a:spcAft>
                        <a:buClrTx/>
                        <a:buSzTx/>
                        <a:buFontTx/>
                        <a:buNone/>
                        <a:tabLst/>
                        <a:defRPr sz="1800" b="1" i="0" u="none" strike="noStrike" cap="none" spc="0" baseline="0">
                          <a:solidFill>
                            <a:schemeClr val="lt1"/>
                          </a:solidFill>
                          <a:uFillTx/>
                          <a:latin typeface="Arial"/>
                          <a:sym typeface="Helvetica"/>
                        </a:defRPr>
                      </a:lvl6pPr>
                      <a:lvl7pPr marL="0" marR="0" indent="0" algn="r" defTabSz="914400" rtl="0" latinLnBrk="0">
                        <a:lnSpc>
                          <a:spcPct val="100000"/>
                        </a:lnSpc>
                        <a:spcBef>
                          <a:spcPts val="0"/>
                        </a:spcBef>
                        <a:spcAft>
                          <a:spcPts val="0"/>
                        </a:spcAft>
                        <a:buClrTx/>
                        <a:buSzTx/>
                        <a:buFontTx/>
                        <a:buNone/>
                        <a:tabLst/>
                        <a:defRPr sz="1800" b="1" i="0" u="none" strike="noStrike" cap="none" spc="0" baseline="0">
                          <a:solidFill>
                            <a:schemeClr val="lt1"/>
                          </a:solidFill>
                          <a:uFillTx/>
                          <a:latin typeface="Arial"/>
                          <a:sym typeface="Helvetica"/>
                        </a:defRPr>
                      </a:lvl7pPr>
                      <a:lvl8pPr marL="0" marR="0" indent="0" algn="r" defTabSz="914400" rtl="0" latinLnBrk="0">
                        <a:lnSpc>
                          <a:spcPct val="100000"/>
                        </a:lnSpc>
                        <a:spcBef>
                          <a:spcPts val="0"/>
                        </a:spcBef>
                        <a:spcAft>
                          <a:spcPts val="0"/>
                        </a:spcAft>
                        <a:buClrTx/>
                        <a:buSzTx/>
                        <a:buFontTx/>
                        <a:buNone/>
                        <a:tabLst/>
                        <a:defRPr sz="1800" b="1" i="0" u="none" strike="noStrike" cap="none" spc="0" baseline="0">
                          <a:solidFill>
                            <a:schemeClr val="lt1"/>
                          </a:solidFill>
                          <a:uFillTx/>
                          <a:latin typeface="Arial"/>
                          <a:sym typeface="Helvetica"/>
                        </a:defRPr>
                      </a:lvl8pPr>
                      <a:lvl9pPr marL="0" marR="0" indent="0" algn="r" defTabSz="914400" rtl="0" latinLnBrk="0">
                        <a:lnSpc>
                          <a:spcPct val="100000"/>
                        </a:lnSpc>
                        <a:spcBef>
                          <a:spcPts val="0"/>
                        </a:spcBef>
                        <a:spcAft>
                          <a:spcPts val="0"/>
                        </a:spcAft>
                        <a:buClrTx/>
                        <a:buSzTx/>
                        <a:buFontTx/>
                        <a:buNone/>
                        <a:tabLst/>
                        <a:defRPr sz="1800" b="1" i="0" u="none" strike="noStrike" cap="none" spc="0" baseline="0">
                          <a:solidFill>
                            <a:schemeClr val="lt1"/>
                          </a:solidFill>
                          <a:uFillTx/>
                          <a:latin typeface="Arial"/>
                          <a:sym typeface="Helvetica"/>
                        </a:defRPr>
                      </a:lvl9pPr>
                    </a:lstStyle>
                    <a:p>
                      <a:endParaRPr lang="fr-FR" sz="4100" noProof="0" dirty="0"/>
                    </a:p>
                  </a:txBody>
                  <a:tcPr marL="121860" marR="121860" marT="60930" marB="60930">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EEEEEE"/>
                    </a:solidFill>
                  </a:tcPr>
                </a:tc>
                <a:extLst>
                  <a:ext uri="{0D108BD9-81ED-4DB2-BD59-A6C34878D82A}">
                    <a16:rowId xmlns:a16="http://schemas.microsoft.com/office/drawing/2014/main" val="272678399"/>
                  </a:ext>
                </a:extLst>
              </a:tr>
              <a:tr h="2290769">
                <a:tc>
                  <a:txBody>
                    <a:bodyPr/>
                    <a:lstStyle>
                      <a:lvl1pPr marL="0" marR="0" indent="0" algn="r" defTabSz="914400" rtl="0" latinLnBrk="0">
                        <a:lnSpc>
                          <a:spcPct val="100000"/>
                        </a:lnSpc>
                        <a:spcBef>
                          <a:spcPts val="0"/>
                        </a:spcBef>
                        <a:spcAft>
                          <a:spcPts val="0"/>
                        </a:spcAft>
                        <a:buClrTx/>
                        <a:buSzTx/>
                        <a:buFontTx/>
                        <a:buNone/>
                        <a:tabLst/>
                        <a:defRPr sz="1800" b="0" i="0" u="none" strike="noStrike" cap="none" spc="0" baseline="0">
                          <a:solidFill>
                            <a:schemeClr val="dk1"/>
                          </a:solidFill>
                          <a:uFillTx/>
                          <a:latin typeface="Arial"/>
                          <a:sym typeface="Helvetica"/>
                        </a:defRPr>
                      </a:lvl1pPr>
                      <a:lvl2pPr marL="0" marR="0" indent="0" algn="r" defTabSz="914400" rtl="0" latinLnBrk="0">
                        <a:lnSpc>
                          <a:spcPct val="100000"/>
                        </a:lnSpc>
                        <a:spcBef>
                          <a:spcPts val="0"/>
                        </a:spcBef>
                        <a:spcAft>
                          <a:spcPts val="0"/>
                        </a:spcAft>
                        <a:buClrTx/>
                        <a:buSzTx/>
                        <a:buFontTx/>
                        <a:buNone/>
                        <a:tabLst/>
                        <a:defRPr sz="1800" b="0" i="0" u="none" strike="noStrike" cap="none" spc="0" baseline="0">
                          <a:solidFill>
                            <a:schemeClr val="dk1"/>
                          </a:solidFill>
                          <a:uFillTx/>
                          <a:latin typeface="Arial"/>
                          <a:sym typeface="Helvetica"/>
                        </a:defRPr>
                      </a:lvl2pPr>
                      <a:lvl3pPr marL="0" marR="0" indent="0" algn="r" defTabSz="914400" rtl="0" latinLnBrk="0">
                        <a:lnSpc>
                          <a:spcPct val="100000"/>
                        </a:lnSpc>
                        <a:spcBef>
                          <a:spcPts val="0"/>
                        </a:spcBef>
                        <a:spcAft>
                          <a:spcPts val="0"/>
                        </a:spcAft>
                        <a:buClrTx/>
                        <a:buSzTx/>
                        <a:buFontTx/>
                        <a:buNone/>
                        <a:tabLst/>
                        <a:defRPr sz="1800" b="0" i="0" u="none" strike="noStrike" cap="none" spc="0" baseline="0">
                          <a:solidFill>
                            <a:schemeClr val="dk1"/>
                          </a:solidFill>
                          <a:uFillTx/>
                          <a:latin typeface="Arial"/>
                          <a:sym typeface="Helvetica"/>
                        </a:defRPr>
                      </a:lvl3pPr>
                      <a:lvl4pPr marL="0" marR="0" indent="0" algn="r" defTabSz="914400" rtl="0" latinLnBrk="0">
                        <a:lnSpc>
                          <a:spcPct val="100000"/>
                        </a:lnSpc>
                        <a:spcBef>
                          <a:spcPts val="0"/>
                        </a:spcBef>
                        <a:spcAft>
                          <a:spcPts val="0"/>
                        </a:spcAft>
                        <a:buClrTx/>
                        <a:buSzTx/>
                        <a:buFontTx/>
                        <a:buNone/>
                        <a:tabLst/>
                        <a:defRPr sz="1800" b="0" i="0" u="none" strike="noStrike" cap="none" spc="0" baseline="0">
                          <a:solidFill>
                            <a:schemeClr val="dk1"/>
                          </a:solidFill>
                          <a:uFillTx/>
                          <a:latin typeface="Arial"/>
                          <a:sym typeface="Helvetica"/>
                        </a:defRPr>
                      </a:lvl4pPr>
                      <a:lvl5pPr marL="0" marR="0" indent="0" algn="r" defTabSz="914400" rtl="0" latinLnBrk="0">
                        <a:lnSpc>
                          <a:spcPct val="100000"/>
                        </a:lnSpc>
                        <a:spcBef>
                          <a:spcPts val="0"/>
                        </a:spcBef>
                        <a:spcAft>
                          <a:spcPts val="0"/>
                        </a:spcAft>
                        <a:buClrTx/>
                        <a:buSzTx/>
                        <a:buFontTx/>
                        <a:buNone/>
                        <a:tabLst/>
                        <a:defRPr sz="1800" b="0" i="0" u="none" strike="noStrike" cap="none" spc="0" baseline="0">
                          <a:solidFill>
                            <a:schemeClr val="dk1"/>
                          </a:solidFill>
                          <a:uFillTx/>
                          <a:latin typeface="Arial"/>
                          <a:sym typeface="Helvetica"/>
                        </a:defRPr>
                      </a:lvl5pPr>
                      <a:lvl6pPr marL="0" marR="0" indent="0" algn="r" defTabSz="914400" rtl="0" latinLnBrk="0">
                        <a:lnSpc>
                          <a:spcPct val="100000"/>
                        </a:lnSpc>
                        <a:spcBef>
                          <a:spcPts val="0"/>
                        </a:spcBef>
                        <a:spcAft>
                          <a:spcPts val="0"/>
                        </a:spcAft>
                        <a:buClrTx/>
                        <a:buSzTx/>
                        <a:buFontTx/>
                        <a:buNone/>
                        <a:tabLst/>
                        <a:defRPr sz="1800" b="0" i="0" u="none" strike="noStrike" cap="none" spc="0" baseline="0">
                          <a:solidFill>
                            <a:schemeClr val="dk1"/>
                          </a:solidFill>
                          <a:uFillTx/>
                          <a:latin typeface="Arial"/>
                          <a:sym typeface="Helvetica"/>
                        </a:defRPr>
                      </a:lvl6pPr>
                      <a:lvl7pPr marL="0" marR="0" indent="0" algn="r" defTabSz="914400" rtl="0" latinLnBrk="0">
                        <a:lnSpc>
                          <a:spcPct val="100000"/>
                        </a:lnSpc>
                        <a:spcBef>
                          <a:spcPts val="0"/>
                        </a:spcBef>
                        <a:spcAft>
                          <a:spcPts val="0"/>
                        </a:spcAft>
                        <a:buClrTx/>
                        <a:buSzTx/>
                        <a:buFontTx/>
                        <a:buNone/>
                        <a:tabLst/>
                        <a:defRPr sz="1800" b="0" i="0" u="none" strike="noStrike" cap="none" spc="0" baseline="0">
                          <a:solidFill>
                            <a:schemeClr val="dk1"/>
                          </a:solidFill>
                          <a:uFillTx/>
                          <a:latin typeface="Arial"/>
                          <a:sym typeface="Helvetica"/>
                        </a:defRPr>
                      </a:lvl7pPr>
                      <a:lvl8pPr marL="0" marR="0" indent="0" algn="r" defTabSz="914400" rtl="0" latinLnBrk="0">
                        <a:lnSpc>
                          <a:spcPct val="100000"/>
                        </a:lnSpc>
                        <a:spcBef>
                          <a:spcPts val="0"/>
                        </a:spcBef>
                        <a:spcAft>
                          <a:spcPts val="0"/>
                        </a:spcAft>
                        <a:buClrTx/>
                        <a:buSzTx/>
                        <a:buFontTx/>
                        <a:buNone/>
                        <a:tabLst/>
                        <a:defRPr sz="1800" b="0" i="0" u="none" strike="noStrike" cap="none" spc="0" baseline="0">
                          <a:solidFill>
                            <a:schemeClr val="dk1"/>
                          </a:solidFill>
                          <a:uFillTx/>
                          <a:latin typeface="Arial"/>
                          <a:sym typeface="Helvetica"/>
                        </a:defRPr>
                      </a:lvl8pPr>
                      <a:lvl9pPr marL="0" marR="0" indent="0" algn="r" defTabSz="914400" rtl="0" latinLnBrk="0">
                        <a:lnSpc>
                          <a:spcPct val="100000"/>
                        </a:lnSpc>
                        <a:spcBef>
                          <a:spcPts val="0"/>
                        </a:spcBef>
                        <a:spcAft>
                          <a:spcPts val="0"/>
                        </a:spcAft>
                        <a:buClrTx/>
                        <a:buSzTx/>
                        <a:buFontTx/>
                        <a:buNone/>
                        <a:tabLst/>
                        <a:defRPr sz="1800" b="0" i="0" u="none" strike="noStrike" cap="none" spc="0" baseline="0">
                          <a:solidFill>
                            <a:schemeClr val="dk1"/>
                          </a:solidFill>
                          <a:uFillTx/>
                          <a:latin typeface="Arial"/>
                          <a:sym typeface="Helvetica"/>
                        </a:defRPr>
                      </a:lvl9pPr>
                    </a:lstStyle>
                    <a:p>
                      <a:endParaRPr lang="fr-FR" sz="4100" noProof="0" dirty="0"/>
                    </a:p>
                  </a:txBody>
                  <a:tcPr marL="121860" marR="121860" marT="60930" marB="60930">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EEEEEE"/>
                    </a:solidFill>
                  </a:tcPr>
                </a:tc>
                <a:tc>
                  <a:txBody>
                    <a:bodyPr/>
                    <a:lstStyle>
                      <a:lvl1pPr marL="0" marR="0" indent="0" algn="r" defTabSz="914400" rtl="0" latinLnBrk="0">
                        <a:lnSpc>
                          <a:spcPct val="100000"/>
                        </a:lnSpc>
                        <a:spcBef>
                          <a:spcPts val="0"/>
                        </a:spcBef>
                        <a:spcAft>
                          <a:spcPts val="0"/>
                        </a:spcAft>
                        <a:buClrTx/>
                        <a:buSzTx/>
                        <a:buFontTx/>
                        <a:buNone/>
                        <a:tabLst/>
                        <a:defRPr sz="1800" b="0" i="0" u="none" strike="noStrike" cap="none" spc="0" baseline="0">
                          <a:solidFill>
                            <a:schemeClr val="dk1"/>
                          </a:solidFill>
                          <a:uFillTx/>
                          <a:latin typeface="Arial"/>
                          <a:sym typeface="Helvetica"/>
                        </a:defRPr>
                      </a:lvl1pPr>
                      <a:lvl2pPr marL="0" marR="0" indent="0" algn="r" defTabSz="914400" rtl="0" latinLnBrk="0">
                        <a:lnSpc>
                          <a:spcPct val="100000"/>
                        </a:lnSpc>
                        <a:spcBef>
                          <a:spcPts val="0"/>
                        </a:spcBef>
                        <a:spcAft>
                          <a:spcPts val="0"/>
                        </a:spcAft>
                        <a:buClrTx/>
                        <a:buSzTx/>
                        <a:buFontTx/>
                        <a:buNone/>
                        <a:tabLst/>
                        <a:defRPr sz="1800" b="0" i="0" u="none" strike="noStrike" cap="none" spc="0" baseline="0">
                          <a:solidFill>
                            <a:schemeClr val="dk1"/>
                          </a:solidFill>
                          <a:uFillTx/>
                          <a:latin typeface="Arial"/>
                          <a:sym typeface="Helvetica"/>
                        </a:defRPr>
                      </a:lvl2pPr>
                      <a:lvl3pPr marL="0" marR="0" indent="0" algn="r" defTabSz="914400" rtl="0" latinLnBrk="0">
                        <a:lnSpc>
                          <a:spcPct val="100000"/>
                        </a:lnSpc>
                        <a:spcBef>
                          <a:spcPts val="0"/>
                        </a:spcBef>
                        <a:spcAft>
                          <a:spcPts val="0"/>
                        </a:spcAft>
                        <a:buClrTx/>
                        <a:buSzTx/>
                        <a:buFontTx/>
                        <a:buNone/>
                        <a:tabLst/>
                        <a:defRPr sz="1800" b="0" i="0" u="none" strike="noStrike" cap="none" spc="0" baseline="0">
                          <a:solidFill>
                            <a:schemeClr val="dk1"/>
                          </a:solidFill>
                          <a:uFillTx/>
                          <a:latin typeface="Arial"/>
                          <a:sym typeface="Helvetica"/>
                        </a:defRPr>
                      </a:lvl3pPr>
                      <a:lvl4pPr marL="0" marR="0" indent="0" algn="r" defTabSz="914400" rtl="0" latinLnBrk="0">
                        <a:lnSpc>
                          <a:spcPct val="100000"/>
                        </a:lnSpc>
                        <a:spcBef>
                          <a:spcPts val="0"/>
                        </a:spcBef>
                        <a:spcAft>
                          <a:spcPts val="0"/>
                        </a:spcAft>
                        <a:buClrTx/>
                        <a:buSzTx/>
                        <a:buFontTx/>
                        <a:buNone/>
                        <a:tabLst/>
                        <a:defRPr sz="1800" b="0" i="0" u="none" strike="noStrike" cap="none" spc="0" baseline="0">
                          <a:solidFill>
                            <a:schemeClr val="dk1"/>
                          </a:solidFill>
                          <a:uFillTx/>
                          <a:latin typeface="Arial"/>
                          <a:sym typeface="Helvetica"/>
                        </a:defRPr>
                      </a:lvl4pPr>
                      <a:lvl5pPr marL="0" marR="0" indent="0" algn="r" defTabSz="914400" rtl="0" latinLnBrk="0">
                        <a:lnSpc>
                          <a:spcPct val="100000"/>
                        </a:lnSpc>
                        <a:spcBef>
                          <a:spcPts val="0"/>
                        </a:spcBef>
                        <a:spcAft>
                          <a:spcPts val="0"/>
                        </a:spcAft>
                        <a:buClrTx/>
                        <a:buSzTx/>
                        <a:buFontTx/>
                        <a:buNone/>
                        <a:tabLst/>
                        <a:defRPr sz="1800" b="0" i="0" u="none" strike="noStrike" cap="none" spc="0" baseline="0">
                          <a:solidFill>
                            <a:schemeClr val="dk1"/>
                          </a:solidFill>
                          <a:uFillTx/>
                          <a:latin typeface="Arial"/>
                          <a:sym typeface="Helvetica"/>
                        </a:defRPr>
                      </a:lvl5pPr>
                      <a:lvl6pPr marL="0" marR="0" indent="0" algn="r" defTabSz="914400" rtl="0" latinLnBrk="0">
                        <a:lnSpc>
                          <a:spcPct val="100000"/>
                        </a:lnSpc>
                        <a:spcBef>
                          <a:spcPts val="0"/>
                        </a:spcBef>
                        <a:spcAft>
                          <a:spcPts val="0"/>
                        </a:spcAft>
                        <a:buClrTx/>
                        <a:buSzTx/>
                        <a:buFontTx/>
                        <a:buNone/>
                        <a:tabLst/>
                        <a:defRPr sz="1800" b="0" i="0" u="none" strike="noStrike" cap="none" spc="0" baseline="0">
                          <a:solidFill>
                            <a:schemeClr val="dk1"/>
                          </a:solidFill>
                          <a:uFillTx/>
                          <a:latin typeface="Arial"/>
                          <a:sym typeface="Helvetica"/>
                        </a:defRPr>
                      </a:lvl6pPr>
                      <a:lvl7pPr marL="0" marR="0" indent="0" algn="r" defTabSz="914400" rtl="0" latinLnBrk="0">
                        <a:lnSpc>
                          <a:spcPct val="100000"/>
                        </a:lnSpc>
                        <a:spcBef>
                          <a:spcPts val="0"/>
                        </a:spcBef>
                        <a:spcAft>
                          <a:spcPts val="0"/>
                        </a:spcAft>
                        <a:buClrTx/>
                        <a:buSzTx/>
                        <a:buFontTx/>
                        <a:buNone/>
                        <a:tabLst/>
                        <a:defRPr sz="1800" b="0" i="0" u="none" strike="noStrike" cap="none" spc="0" baseline="0">
                          <a:solidFill>
                            <a:schemeClr val="dk1"/>
                          </a:solidFill>
                          <a:uFillTx/>
                          <a:latin typeface="Arial"/>
                          <a:sym typeface="Helvetica"/>
                        </a:defRPr>
                      </a:lvl7pPr>
                      <a:lvl8pPr marL="0" marR="0" indent="0" algn="r" defTabSz="914400" rtl="0" latinLnBrk="0">
                        <a:lnSpc>
                          <a:spcPct val="100000"/>
                        </a:lnSpc>
                        <a:spcBef>
                          <a:spcPts val="0"/>
                        </a:spcBef>
                        <a:spcAft>
                          <a:spcPts val="0"/>
                        </a:spcAft>
                        <a:buClrTx/>
                        <a:buSzTx/>
                        <a:buFontTx/>
                        <a:buNone/>
                        <a:tabLst/>
                        <a:defRPr sz="1800" b="0" i="0" u="none" strike="noStrike" cap="none" spc="0" baseline="0">
                          <a:solidFill>
                            <a:schemeClr val="dk1"/>
                          </a:solidFill>
                          <a:uFillTx/>
                          <a:latin typeface="Arial"/>
                          <a:sym typeface="Helvetica"/>
                        </a:defRPr>
                      </a:lvl8pPr>
                      <a:lvl9pPr marL="0" marR="0" indent="0" algn="r" defTabSz="914400" rtl="0" latinLnBrk="0">
                        <a:lnSpc>
                          <a:spcPct val="100000"/>
                        </a:lnSpc>
                        <a:spcBef>
                          <a:spcPts val="0"/>
                        </a:spcBef>
                        <a:spcAft>
                          <a:spcPts val="0"/>
                        </a:spcAft>
                        <a:buClrTx/>
                        <a:buSzTx/>
                        <a:buFontTx/>
                        <a:buNone/>
                        <a:tabLst/>
                        <a:defRPr sz="1800" b="0" i="0" u="none" strike="noStrike" cap="none" spc="0" baseline="0">
                          <a:solidFill>
                            <a:schemeClr val="dk1"/>
                          </a:solidFill>
                          <a:uFillTx/>
                          <a:latin typeface="Arial"/>
                          <a:sym typeface="Helvetica"/>
                        </a:defRPr>
                      </a:lvl9pPr>
                    </a:lstStyle>
                    <a:p>
                      <a:endParaRPr lang="fr-FR" sz="4100" noProof="0" dirty="0"/>
                    </a:p>
                  </a:txBody>
                  <a:tcPr marL="121860" marR="121860" marT="60930" marB="60930">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EEEEEE"/>
                    </a:solidFill>
                  </a:tcPr>
                </a:tc>
                <a:extLst>
                  <a:ext uri="{0D108BD9-81ED-4DB2-BD59-A6C34878D82A}">
                    <a16:rowId xmlns:a16="http://schemas.microsoft.com/office/drawing/2014/main" val="3100381773"/>
                  </a:ext>
                </a:extLst>
              </a:tr>
            </a:tbl>
          </a:graphicData>
        </a:graphic>
      </p:graphicFrame>
      <p:sp>
        <p:nvSpPr>
          <p:cNvPr id="18" name="Google Shape;76;p2">
            <a:extLst>
              <a:ext uri="{FF2B5EF4-FFF2-40B4-BE49-F238E27FC236}">
                <a16:creationId xmlns:a16="http://schemas.microsoft.com/office/drawing/2014/main" id="{6A1C9F19-FB11-366A-19B8-14DD221BDC17}"/>
              </a:ext>
            </a:extLst>
          </p:cNvPr>
          <p:cNvSpPr txBox="1">
            <a:spLocks/>
          </p:cNvSpPr>
          <p:nvPr/>
        </p:nvSpPr>
        <p:spPr>
          <a:xfrm>
            <a:off x="6556175" y="1929275"/>
            <a:ext cx="2500672" cy="756322"/>
          </a:xfrm>
          <a:prstGeom prst="rect">
            <a:avLst/>
          </a:prstGeom>
          <a:noFill/>
          <a:ln>
            <a:noFill/>
          </a:ln>
        </p:spPr>
        <p:txBody>
          <a:bodyPr spcFirstLastPara="1" wrap="square" lIns="121840" tIns="121840" rIns="121840" bIns="121840" anchor="t" anchorCtr="0">
            <a:noAutofit/>
          </a:bodyPr>
          <a:lstStyle>
            <a:defPPr marR="0" lvl="0" algn="l" rtl="0">
              <a:lnSpc>
                <a:spcPct val="100000"/>
              </a:lnSpc>
              <a:spcBef>
                <a:spcPts val="0"/>
              </a:spcBef>
              <a:spcAft>
                <a:spcPts val="0"/>
              </a:spcAft>
            </a:defPPr>
            <a:lvl1pPr marL="1004697" marR="0" lvl="0" indent="-753523"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2009394" marR="0" lvl="1" indent="-697706" algn="l" rtl="0">
              <a:lnSpc>
                <a:spcPct val="115000"/>
              </a:lnSpc>
              <a:spcBef>
                <a:spcPts val="0"/>
              </a:spcBef>
              <a:spcAft>
                <a:spcPts val="0"/>
              </a:spcAft>
              <a:buClr>
                <a:schemeClr val="dk2"/>
              </a:buClr>
              <a:buSzPts val="1400"/>
              <a:buFont typeface="Arial"/>
              <a:buChar char="○"/>
              <a:defRPr sz="3077" b="0" i="0" u="none" strike="noStrike" cap="none">
                <a:solidFill>
                  <a:schemeClr val="dk2"/>
                </a:solidFill>
                <a:latin typeface="Arial"/>
                <a:ea typeface="Arial"/>
                <a:cs typeface="Arial"/>
                <a:sym typeface="Arial"/>
              </a:defRPr>
            </a:lvl2pPr>
            <a:lvl3pPr marL="3014091" marR="0" lvl="2" indent="-697706" algn="l" rtl="0">
              <a:lnSpc>
                <a:spcPct val="115000"/>
              </a:lnSpc>
              <a:spcBef>
                <a:spcPts val="0"/>
              </a:spcBef>
              <a:spcAft>
                <a:spcPts val="0"/>
              </a:spcAft>
              <a:buClr>
                <a:schemeClr val="dk2"/>
              </a:buClr>
              <a:buSzPts val="1400"/>
              <a:buFont typeface="Arial"/>
              <a:buChar char="■"/>
              <a:defRPr sz="3077" b="0" i="0" u="none" strike="noStrike" cap="none">
                <a:solidFill>
                  <a:schemeClr val="dk2"/>
                </a:solidFill>
                <a:latin typeface="Arial"/>
                <a:ea typeface="Arial"/>
                <a:cs typeface="Arial"/>
                <a:sym typeface="Arial"/>
              </a:defRPr>
            </a:lvl3pPr>
            <a:lvl4pPr marL="4018788" marR="0" lvl="3" indent="-697706" algn="l" rtl="0">
              <a:lnSpc>
                <a:spcPct val="115000"/>
              </a:lnSpc>
              <a:spcBef>
                <a:spcPts val="0"/>
              </a:spcBef>
              <a:spcAft>
                <a:spcPts val="0"/>
              </a:spcAft>
              <a:buClr>
                <a:schemeClr val="dk2"/>
              </a:buClr>
              <a:buSzPts val="1400"/>
              <a:buFont typeface="Arial"/>
              <a:buChar char="●"/>
              <a:defRPr sz="3077" b="0" i="0" u="none" strike="noStrike" cap="none">
                <a:solidFill>
                  <a:schemeClr val="dk2"/>
                </a:solidFill>
                <a:latin typeface="Arial"/>
                <a:ea typeface="Arial"/>
                <a:cs typeface="Arial"/>
                <a:sym typeface="Arial"/>
              </a:defRPr>
            </a:lvl4pPr>
            <a:lvl5pPr marL="5023485" marR="0" lvl="4" indent="-697706" algn="l" rtl="0">
              <a:lnSpc>
                <a:spcPct val="115000"/>
              </a:lnSpc>
              <a:spcBef>
                <a:spcPts val="0"/>
              </a:spcBef>
              <a:spcAft>
                <a:spcPts val="0"/>
              </a:spcAft>
              <a:buClr>
                <a:schemeClr val="dk2"/>
              </a:buClr>
              <a:buSzPts val="1400"/>
              <a:buFont typeface="Arial"/>
              <a:buChar char="○"/>
              <a:defRPr sz="3077" b="0" i="0" u="none" strike="noStrike" cap="none">
                <a:solidFill>
                  <a:schemeClr val="dk2"/>
                </a:solidFill>
                <a:latin typeface="Arial"/>
                <a:ea typeface="Arial"/>
                <a:cs typeface="Arial"/>
                <a:sym typeface="Arial"/>
              </a:defRPr>
            </a:lvl5pPr>
            <a:lvl6pPr marL="6028182" marR="0" lvl="5" indent="-697706" algn="l" rtl="0">
              <a:lnSpc>
                <a:spcPct val="115000"/>
              </a:lnSpc>
              <a:spcBef>
                <a:spcPts val="0"/>
              </a:spcBef>
              <a:spcAft>
                <a:spcPts val="0"/>
              </a:spcAft>
              <a:buClr>
                <a:schemeClr val="dk2"/>
              </a:buClr>
              <a:buSzPts val="1400"/>
              <a:buFont typeface="Arial"/>
              <a:buChar char="■"/>
              <a:defRPr sz="3077" b="0" i="0" u="none" strike="noStrike" cap="none">
                <a:solidFill>
                  <a:schemeClr val="dk2"/>
                </a:solidFill>
                <a:latin typeface="Arial"/>
                <a:ea typeface="Arial"/>
                <a:cs typeface="Arial"/>
                <a:sym typeface="Arial"/>
              </a:defRPr>
            </a:lvl6pPr>
            <a:lvl7pPr marL="7032879" marR="0" lvl="6" indent="-697706" algn="l" rtl="0">
              <a:lnSpc>
                <a:spcPct val="115000"/>
              </a:lnSpc>
              <a:spcBef>
                <a:spcPts val="0"/>
              </a:spcBef>
              <a:spcAft>
                <a:spcPts val="0"/>
              </a:spcAft>
              <a:buClr>
                <a:schemeClr val="dk2"/>
              </a:buClr>
              <a:buSzPts val="1400"/>
              <a:buFont typeface="Arial"/>
              <a:buChar char="●"/>
              <a:defRPr sz="3077" b="0" i="0" u="none" strike="noStrike" cap="none">
                <a:solidFill>
                  <a:schemeClr val="dk2"/>
                </a:solidFill>
                <a:latin typeface="Arial"/>
                <a:ea typeface="Arial"/>
                <a:cs typeface="Arial"/>
                <a:sym typeface="Arial"/>
              </a:defRPr>
            </a:lvl7pPr>
            <a:lvl8pPr marL="8037576" marR="0" lvl="7" indent="-697706" algn="l" rtl="0">
              <a:lnSpc>
                <a:spcPct val="115000"/>
              </a:lnSpc>
              <a:spcBef>
                <a:spcPts val="0"/>
              </a:spcBef>
              <a:spcAft>
                <a:spcPts val="0"/>
              </a:spcAft>
              <a:buClr>
                <a:schemeClr val="dk2"/>
              </a:buClr>
              <a:buSzPts val="1400"/>
              <a:buFont typeface="Arial"/>
              <a:buChar char="○"/>
              <a:defRPr sz="3077" b="0" i="0" u="none" strike="noStrike" cap="none">
                <a:solidFill>
                  <a:schemeClr val="dk2"/>
                </a:solidFill>
                <a:latin typeface="Arial"/>
                <a:ea typeface="Arial"/>
                <a:cs typeface="Arial"/>
                <a:sym typeface="Arial"/>
              </a:defRPr>
            </a:lvl8pPr>
            <a:lvl9pPr marL="9042273" marR="0" lvl="8" indent="-697706" algn="l" rtl="0">
              <a:lnSpc>
                <a:spcPct val="115000"/>
              </a:lnSpc>
              <a:spcBef>
                <a:spcPts val="0"/>
              </a:spcBef>
              <a:spcAft>
                <a:spcPts val="0"/>
              </a:spcAft>
              <a:buClr>
                <a:schemeClr val="dk2"/>
              </a:buClr>
              <a:buSzPts val="1400"/>
              <a:buFont typeface="Arial"/>
              <a:buChar char="■"/>
              <a:defRPr sz="3077" b="0" i="0" u="none" strike="noStrike" cap="none">
                <a:solidFill>
                  <a:schemeClr val="dk2"/>
                </a:solidFill>
                <a:latin typeface="Arial"/>
                <a:ea typeface="Arial"/>
                <a:cs typeface="Arial"/>
                <a:sym typeface="Arial"/>
              </a:defRPr>
            </a:lvl9pPr>
          </a:lstStyle>
          <a:p>
            <a:pPr marL="152312" indent="0" defTabSz="554492">
              <a:buClr>
                <a:srgbClr val="FFFFFF"/>
              </a:buClr>
              <a:buNone/>
              <a:defRPr/>
            </a:pPr>
            <a:r>
              <a:rPr lang="fr-FR" sz="4851" b="1" kern="0" noProof="0" dirty="0">
                <a:solidFill>
                  <a:srgbClr val="0070C0"/>
                </a:solidFill>
              </a:rPr>
              <a:t>+14,5M</a:t>
            </a:r>
          </a:p>
        </p:txBody>
      </p:sp>
      <p:sp>
        <p:nvSpPr>
          <p:cNvPr id="19" name="TextBox 10">
            <a:extLst>
              <a:ext uri="{FF2B5EF4-FFF2-40B4-BE49-F238E27FC236}">
                <a16:creationId xmlns:a16="http://schemas.microsoft.com/office/drawing/2014/main" id="{71E95387-B7FF-028E-E289-A49A827E6621}"/>
              </a:ext>
            </a:extLst>
          </p:cNvPr>
          <p:cNvSpPr txBox="1"/>
          <p:nvPr/>
        </p:nvSpPr>
        <p:spPr>
          <a:xfrm>
            <a:off x="6621413" y="3014543"/>
            <a:ext cx="2435434" cy="1136145"/>
          </a:xfrm>
          <a:prstGeom prst="rect">
            <a:avLst/>
          </a:prstGeom>
          <a:noFill/>
        </p:spPr>
        <p:txBody>
          <a:bodyPr wrap="square" lIns="91440" tIns="45720" rIns="91440" bIns="45720" anchor="t">
            <a:spAutoFit/>
          </a:bodyPr>
          <a:lstStyle/>
          <a:p>
            <a:pPr marL="151765" defTabSz="1218497">
              <a:lnSpc>
                <a:spcPct val="115000"/>
              </a:lnSpc>
              <a:buClr>
                <a:srgbClr val="FFFFFF"/>
              </a:buClr>
              <a:buSzPts val="1800"/>
            </a:pPr>
            <a:r>
              <a:rPr lang="fr-FR" sz="1200" noProof="0" dirty="0">
                <a:latin typeface="Arial"/>
                <a:cs typeface="Arial"/>
                <a:sym typeface="Arial"/>
              </a:rPr>
              <a:t>Personnes mobilisées via la plateforme U-Report, par SMS</a:t>
            </a:r>
            <a:br>
              <a:rPr lang="fr-FR" sz="1200" noProof="0" dirty="0">
                <a:latin typeface="Arial"/>
                <a:cs typeface="Arial"/>
              </a:rPr>
            </a:br>
            <a:r>
              <a:rPr lang="fr-FR" sz="1200" noProof="0" dirty="0">
                <a:latin typeface="Arial"/>
                <a:cs typeface="Arial"/>
                <a:sym typeface="Arial"/>
              </a:rPr>
              <a:t>lors des campagnes de vaccination contre la polio et la routine.</a:t>
            </a:r>
            <a:endParaRPr lang="fr-FR" sz="1200" noProof="0" dirty="0"/>
          </a:p>
        </p:txBody>
      </p:sp>
      <p:sp>
        <p:nvSpPr>
          <p:cNvPr id="20" name="Google Shape;76;p2">
            <a:extLst>
              <a:ext uri="{FF2B5EF4-FFF2-40B4-BE49-F238E27FC236}">
                <a16:creationId xmlns:a16="http://schemas.microsoft.com/office/drawing/2014/main" id="{8DE4AD72-1974-BE1A-B87C-0C9A58FF0BBE}"/>
              </a:ext>
            </a:extLst>
          </p:cNvPr>
          <p:cNvSpPr txBox="1">
            <a:spLocks/>
          </p:cNvSpPr>
          <p:nvPr/>
        </p:nvSpPr>
        <p:spPr>
          <a:xfrm>
            <a:off x="9116643" y="1900436"/>
            <a:ext cx="2500672" cy="756322"/>
          </a:xfrm>
          <a:prstGeom prst="rect">
            <a:avLst/>
          </a:prstGeom>
          <a:noFill/>
          <a:ln>
            <a:noFill/>
          </a:ln>
        </p:spPr>
        <p:txBody>
          <a:bodyPr spcFirstLastPara="1" wrap="square" lIns="121840" tIns="121840" rIns="121840" bIns="121840"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52312" indent="0" defTabSz="1218497">
              <a:buClr>
                <a:srgbClr val="FFFFFF"/>
              </a:buClr>
              <a:buNone/>
              <a:defRPr/>
            </a:pPr>
            <a:r>
              <a:rPr lang="fr-FR" sz="4851" b="1" kern="0" noProof="0" dirty="0">
                <a:solidFill>
                  <a:srgbClr val="0070C0"/>
                </a:solidFill>
              </a:rPr>
              <a:t>+2</a:t>
            </a:r>
            <a:r>
              <a:rPr lang="fr-FR" sz="4851" b="1" noProof="0" dirty="0">
                <a:solidFill>
                  <a:srgbClr val="0070C0"/>
                </a:solidFill>
              </a:rPr>
              <a:t>M</a:t>
            </a:r>
            <a:endParaRPr lang="fr-FR" sz="4851" b="1" kern="0" noProof="0" dirty="0">
              <a:solidFill>
                <a:srgbClr val="0070C0"/>
              </a:solidFill>
            </a:endParaRPr>
          </a:p>
        </p:txBody>
      </p:sp>
      <p:sp>
        <p:nvSpPr>
          <p:cNvPr id="22" name="TextBox 12">
            <a:extLst>
              <a:ext uri="{FF2B5EF4-FFF2-40B4-BE49-F238E27FC236}">
                <a16:creationId xmlns:a16="http://schemas.microsoft.com/office/drawing/2014/main" id="{A54B2978-04E7-F5A1-CB24-01C3DD74918A}"/>
              </a:ext>
            </a:extLst>
          </p:cNvPr>
          <p:cNvSpPr txBox="1"/>
          <p:nvPr/>
        </p:nvSpPr>
        <p:spPr>
          <a:xfrm>
            <a:off x="9142031" y="2985703"/>
            <a:ext cx="2459471" cy="838948"/>
          </a:xfrm>
          <a:prstGeom prst="rect">
            <a:avLst/>
          </a:prstGeom>
          <a:noFill/>
        </p:spPr>
        <p:txBody>
          <a:bodyPr wrap="square" lIns="91440" tIns="45720" rIns="91440" bIns="45720" anchor="t">
            <a:spAutoFit/>
          </a:bodyPr>
          <a:lstStyle/>
          <a:p>
            <a:pPr marL="151765" defTabSz="1218497">
              <a:buClr>
                <a:srgbClr val="FFFFFF"/>
              </a:buClr>
              <a:buSzPts val="1800"/>
            </a:pPr>
            <a:r>
              <a:rPr lang="fr-FR" sz="1200" noProof="0" dirty="0">
                <a:latin typeface="Arial"/>
                <a:cs typeface="Arial"/>
                <a:sym typeface="Arial"/>
              </a:rPr>
              <a:t>Personnes ont accès aux bonnes informations sur la vaccination grâce au centre d’informations</a:t>
            </a:r>
            <a:r>
              <a:rPr lang="fr-FR" sz="1200" b="1" noProof="0" dirty="0">
                <a:latin typeface="Arial"/>
                <a:cs typeface="Arial"/>
                <a:sym typeface="Arial"/>
              </a:rPr>
              <a:t>.</a:t>
            </a:r>
            <a:endParaRPr lang="fr-FR" noProof="0" dirty="0"/>
          </a:p>
        </p:txBody>
      </p:sp>
      <p:sp>
        <p:nvSpPr>
          <p:cNvPr id="23" name="Google Shape;76;p2">
            <a:extLst>
              <a:ext uri="{FF2B5EF4-FFF2-40B4-BE49-F238E27FC236}">
                <a16:creationId xmlns:a16="http://schemas.microsoft.com/office/drawing/2014/main" id="{420BEB0D-887E-6BD5-774A-5663D986D234}"/>
              </a:ext>
            </a:extLst>
          </p:cNvPr>
          <p:cNvSpPr txBox="1">
            <a:spLocks/>
          </p:cNvSpPr>
          <p:nvPr/>
        </p:nvSpPr>
        <p:spPr>
          <a:xfrm>
            <a:off x="6556175" y="4236145"/>
            <a:ext cx="2500672" cy="756322"/>
          </a:xfrm>
          <a:prstGeom prst="rect">
            <a:avLst/>
          </a:prstGeom>
          <a:noFill/>
          <a:ln>
            <a:noFill/>
          </a:ln>
        </p:spPr>
        <p:txBody>
          <a:bodyPr spcFirstLastPara="1" wrap="square" lIns="121840" tIns="121840" rIns="121840" bIns="121840"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52312" indent="0" defTabSz="554492">
              <a:buClr>
                <a:srgbClr val="FFFFFF"/>
              </a:buClr>
              <a:buNone/>
              <a:defRPr/>
            </a:pPr>
            <a:r>
              <a:rPr lang="fr-FR" sz="4851" b="1" kern="0" noProof="0" dirty="0">
                <a:solidFill>
                  <a:srgbClr val="0070C0"/>
                </a:solidFill>
              </a:rPr>
              <a:t>+11,5M</a:t>
            </a:r>
          </a:p>
        </p:txBody>
      </p:sp>
      <p:sp>
        <p:nvSpPr>
          <p:cNvPr id="24" name="TextBox 14">
            <a:extLst>
              <a:ext uri="{FF2B5EF4-FFF2-40B4-BE49-F238E27FC236}">
                <a16:creationId xmlns:a16="http://schemas.microsoft.com/office/drawing/2014/main" id="{E3ABB458-0E16-28E6-71FF-84330F34F3B5}"/>
              </a:ext>
            </a:extLst>
          </p:cNvPr>
          <p:cNvSpPr txBox="1"/>
          <p:nvPr/>
        </p:nvSpPr>
        <p:spPr>
          <a:xfrm>
            <a:off x="6556175" y="5223556"/>
            <a:ext cx="2371044" cy="869665"/>
          </a:xfrm>
          <a:prstGeom prst="rect">
            <a:avLst/>
          </a:prstGeom>
          <a:noFill/>
        </p:spPr>
        <p:txBody>
          <a:bodyPr wrap="square" lIns="121860" tIns="60930" rIns="121860" bIns="60930" anchor="t">
            <a:spAutoFit/>
          </a:bodyPr>
          <a:lstStyle/>
          <a:p>
            <a:pPr marL="151765" defTabSz="1218497">
              <a:buClr>
                <a:srgbClr val="FFFFFF"/>
              </a:buClr>
              <a:buSzPts val="1800"/>
            </a:pPr>
            <a:r>
              <a:rPr lang="fr-FR" sz="1200" noProof="0" dirty="0">
                <a:latin typeface="Arial"/>
                <a:cs typeface="Arial"/>
                <a:sym typeface="Arial"/>
              </a:rPr>
              <a:t>Personnes ont répondu aux sondages lancés lors des campagnes de vaccination contre la polio et de routine</a:t>
            </a:r>
            <a:endParaRPr lang="fr-FR" sz="1200" noProof="0" dirty="0"/>
          </a:p>
        </p:txBody>
      </p:sp>
      <p:sp>
        <p:nvSpPr>
          <p:cNvPr id="25" name="Google Shape;76;p2">
            <a:extLst>
              <a:ext uri="{FF2B5EF4-FFF2-40B4-BE49-F238E27FC236}">
                <a16:creationId xmlns:a16="http://schemas.microsoft.com/office/drawing/2014/main" id="{CA7D5E60-27A7-A121-88F7-AEC6D71A5509}"/>
              </a:ext>
            </a:extLst>
          </p:cNvPr>
          <p:cNvSpPr txBox="1">
            <a:spLocks/>
          </p:cNvSpPr>
          <p:nvPr/>
        </p:nvSpPr>
        <p:spPr>
          <a:xfrm>
            <a:off x="8932036" y="4243567"/>
            <a:ext cx="2500672" cy="756322"/>
          </a:xfrm>
          <a:prstGeom prst="rect">
            <a:avLst/>
          </a:prstGeom>
          <a:noFill/>
          <a:ln>
            <a:noFill/>
          </a:ln>
        </p:spPr>
        <p:txBody>
          <a:bodyPr spcFirstLastPara="1" wrap="square" lIns="121840" tIns="121840" rIns="121840" bIns="121840"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52312" indent="0" defTabSz="1218497">
              <a:buClr>
                <a:srgbClr val="FFFFFF"/>
              </a:buClr>
              <a:buNone/>
              <a:defRPr/>
            </a:pPr>
            <a:r>
              <a:rPr lang="fr-FR" sz="4851" b="1" kern="0" noProof="0" dirty="0">
                <a:solidFill>
                  <a:srgbClr val="0070C0"/>
                </a:solidFill>
              </a:rPr>
              <a:t>+19,9K</a:t>
            </a:r>
          </a:p>
        </p:txBody>
      </p:sp>
      <p:sp>
        <p:nvSpPr>
          <p:cNvPr id="26" name="TextBox 16">
            <a:extLst>
              <a:ext uri="{FF2B5EF4-FFF2-40B4-BE49-F238E27FC236}">
                <a16:creationId xmlns:a16="http://schemas.microsoft.com/office/drawing/2014/main" id="{32720329-3F3B-5AB4-8ADB-1EECEE53E755}"/>
              </a:ext>
            </a:extLst>
          </p:cNvPr>
          <p:cNvSpPr txBox="1"/>
          <p:nvPr/>
        </p:nvSpPr>
        <p:spPr>
          <a:xfrm>
            <a:off x="9029892" y="5230977"/>
            <a:ext cx="2571610" cy="1025602"/>
          </a:xfrm>
          <a:prstGeom prst="rect">
            <a:avLst/>
          </a:prstGeom>
          <a:noFill/>
        </p:spPr>
        <p:txBody>
          <a:bodyPr wrap="square">
            <a:spAutoFit/>
          </a:bodyPr>
          <a:lstStyle/>
          <a:p>
            <a:pPr marL="152312" defTabSz="1218497">
              <a:buClr>
                <a:srgbClr val="FFFFFF"/>
              </a:buClr>
              <a:buSzPts val="1800"/>
            </a:pPr>
            <a:r>
              <a:rPr lang="fr-FR" sz="1213" noProof="0" dirty="0">
                <a:latin typeface="Arial"/>
                <a:cs typeface="Arial"/>
                <a:sym typeface="Arial"/>
              </a:rPr>
              <a:t>U-Reporteurs mobilisés dans toutes les provinces pour sensibiliser et lutter contre les rumeurs autour de la vaccination.</a:t>
            </a:r>
          </a:p>
        </p:txBody>
      </p:sp>
    </p:spTree>
    <p:extLst>
      <p:ext uri="{BB962C8B-B14F-4D97-AF65-F5344CB8AC3E}">
        <p14:creationId xmlns:p14="http://schemas.microsoft.com/office/powerpoint/2010/main" val="29188537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AD49B-0F39-C2BD-F91E-7BB2517B364B}"/>
            </a:ext>
          </a:extLst>
        </p:cNvPr>
        <p:cNvGrpSpPr/>
        <p:nvPr/>
      </p:nvGrpSpPr>
      <p:grpSpPr>
        <a:xfrm>
          <a:off x="0" y="0"/>
          <a:ext cx="0" cy="0"/>
          <a:chOff x="0" y="0"/>
          <a:chExt cx="0" cy="0"/>
        </a:xfrm>
      </p:grpSpPr>
      <p:sp>
        <p:nvSpPr>
          <p:cNvPr id="4" name="Titre 1">
            <a:extLst>
              <a:ext uri="{FF2B5EF4-FFF2-40B4-BE49-F238E27FC236}">
                <a16:creationId xmlns:a16="http://schemas.microsoft.com/office/drawing/2014/main" id="{F400AD60-5808-0F64-32F4-95595C2FC3D7}"/>
              </a:ext>
            </a:extLst>
          </p:cNvPr>
          <p:cNvSpPr txBox="1">
            <a:spLocks/>
          </p:cNvSpPr>
          <p:nvPr/>
        </p:nvSpPr>
        <p:spPr>
          <a:xfrm>
            <a:off x="1" y="3298886"/>
            <a:ext cx="12191999" cy="866775"/>
          </a:xfrm>
          <a:prstGeom prst="rect">
            <a:avLst/>
          </a:prstGeom>
          <a:solidFill>
            <a:schemeClr val="accent1">
              <a:lumMod val="50000"/>
            </a:schemeClr>
          </a:solidFill>
          <a:ln>
            <a:noFill/>
          </a:ln>
        </p:spPr>
        <p:txBody>
          <a:bodyPr spcFirstLastPara="1" wrap="square" lIns="91416" tIns="91416" rIns="91416" bIns="91416" anchor="ctr" anchorCtr="0">
            <a:normAutofit lnSpcReduction="100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panose="020B0604020202020204"/>
              <a:buNone/>
              <a:defRPr sz="4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chemeClr val="dk1"/>
              </a:buClr>
              <a:buSzPts val="3600"/>
              <a:buFont typeface="Arial" panose="020B0604020202020204"/>
              <a:buNone/>
              <a:defRPr sz="4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chemeClr val="dk1"/>
              </a:buClr>
              <a:buSzPts val="3600"/>
              <a:buFont typeface="Arial" panose="020B0604020202020204"/>
              <a:buNone/>
              <a:defRPr sz="4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chemeClr val="dk1"/>
              </a:buClr>
              <a:buSzPts val="3600"/>
              <a:buFont typeface="Arial" panose="020B0604020202020204"/>
              <a:buNone/>
              <a:defRPr sz="4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chemeClr val="dk1"/>
              </a:buClr>
              <a:buSzPts val="3600"/>
              <a:buFont typeface="Arial" panose="020B0604020202020204"/>
              <a:buNone/>
              <a:defRPr sz="4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chemeClr val="dk1"/>
              </a:buClr>
              <a:buSzPts val="3600"/>
              <a:buFont typeface="Arial" panose="020B0604020202020204"/>
              <a:buNone/>
              <a:defRPr sz="4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chemeClr val="dk1"/>
              </a:buClr>
              <a:buSzPts val="3600"/>
              <a:buFont typeface="Arial" panose="020B0604020202020204"/>
              <a:buNone/>
              <a:defRPr sz="4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chemeClr val="dk1"/>
              </a:buClr>
              <a:buSzPts val="3600"/>
              <a:buFont typeface="Arial" panose="020B0604020202020204"/>
              <a:buNone/>
              <a:defRPr sz="4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chemeClr val="dk1"/>
              </a:buClr>
              <a:buSzPts val="3600"/>
              <a:buFont typeface="Arial" panose="020B0604020202020204"/>
              <a:buNone/>
              <a:defRPr sz="4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defTabSz="914400"/>
            <a:r>
              <a:rPr lang="fr-FR" kern="0" noProof="0" dirty="0">
                <a:solidFill>
                  <a:schemeClr val="bg1"/>
                </a:solidFill>
              </a:rPr>
              <a:t>Equité et Genre en vaccination</a:t>
            </a:r>
          </a:p>
        </p:txBody>
      </p:sp>
    </p:spTree>
    <p:extLst>
      <p:ext uri="{BB962C8B-B14F-4D97-AF65-F5344CB8AC3E}">
        <p14:creationId xmlns:p14="http://schemas.microsoft.com/office/powerpoint/2010/main" val="18380134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BCE99-4C52-95BB-ED21-2C2675124FDF}"/>
            </a:ext>
          </a:extLst>
        </p:cNvPr>
        <p:cNvGrpSpPr/>
        <p:nvPr/>
      </p:nvGrpSpPr>
      <p:grpSpPr>
        <a:xfrm>
          <a:off x="0" y="0"/>
          <a:ext cx="0" cy="0"/>
          <a:chOff x="0" y="0"/>
          <a:chExt cx="0" cy="0"/>
        </a:xfrm>
      </p:grpSpPr>
      <p:sp>
        <p:nvSpPr>
          <p:cNvPr id="648" name="Titre 647">
            <a:extLst>
              <a:ext uri="{FF2B5EF4-FFF2-40B4-BE49-F238E27FC236}">
                <a16:creationId xmlns:a16="http://schemas.microsoft.com/office/drawing/2014/main" id="{2627B6C5-1CBE-2808-B607-B767A2A3DC2A}"/>
              </a:ext>
            </a:extLst>
          </p:cNvPr>
          <p:cNvSpPr>
            <a:spLocks noGrp="1"/>
          </p:cNvSpPr>
          <p:nvPr>
            <p:ph type="title"/>
          </p:nvPr>
        </p:nvSpPr>
        <p:spPr>
          <a:xfrm>
            <a:off x="255848" y="193304"/>
            <a:ext cx="10261600" cy="465723"/>
          </a:xfrm>
        </p:spPr>
        <p:txBody>
          <a:bodyPr>
            <a:normAutofit fontScale="90000"/>
          </a:bodyPr>
          <a:lstStyle/>
          <a:p>
            <a:r>
              <a:rPr lang="fr-FR" sz="3200" kern="1200" dirty="0">
                <a:solidFill>
                  <a:srgbClr val="0070C0"/>
                </a:solidFill>
                <a:latin typeface="+mj-lt"/>
                <a:cs typeface="Times New Roman" panose="02020603050405020304"/>
              </a:rPr>
              <a:t>Mise en œuvre de la feuille de route Genre et Vaccination</a:t>
            </a:r>
          </a:p>
        </p:txBody>
      </p:sp>
      <p:pic>
        <p:nvPicPr>
          <p:cNvPr id="1028" name="Picture 4" descr="Icône de ligne de symbole d'apprentissage des personnes, illustration  vectorielle Image Vectorielle Stock - Alamy">
            <a:extLst>
              <a:ext uri="{FF2B5EF4-FFF2-40B4-BE49-F238E27FC236}">
                <a16:creationId xmlns:a16="http://schemas.microsoft.com/office/drawing/2014/main" id="{C19384C1-348A-C4CA-B90C-769AC39919F4}"/>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0676" t="13333" r="20271" b="19716"/>
          <a:stretch>
            <a:fillRect/>
          </a:stretch>
        </p:blipFill>
        <p:spPr bwMode="auto">
          <a:xfrm>
            <a:off x="255848" y="2061785"/>
            <a:ext cx="1041637" cy="126280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mage téléchargée">
            <a:extLst>
              <a:ext uri="{FF2B5EF4-FFF2-40B4-BE49-F238E27FC236}">
                <a16:creationId xmlns:a16="http://schemas.microsoft.com/office/drawing/2014/main" id="{95D11C5F-CE53-47CB-7EF9-6B22CB07D8EA}"/>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28039" r="3104"/>
          <a:stretch>
            <a:fillRect/>
          </a:stretch>
        </p:blipFill>
        <p:spPr bwMode="auto">
          <a:xfrm>
            <a:off x="272375" y="5184961"/>
            <a:ext cx="1483188" cy="1101511"/>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tick man megaphone : résultats (984) d'images libres de droits, de photos  de stock et d'illustrations | Shutterstock">
            <a:extLst>
              <a:ext uri="{FF2B5EF4-FFF2-40B4-BE49-F238E27FC236}">
                <a16:creationId xmlns:a16="http://schemas.microsoft.com/office/drawing/2014/main" id="{CABE15EC-51AA-7057-F3BE-8773928CE05F}"/>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6062" t="5562" r="19414" b="9574"/>
          <a:stretch>
            <a:fillRect/>
          </a:stretch>
        </p:blipFill>
        <p:spPr bwMode="auto">
          <a:xfrm>
            <a:off x="6399932" y="1831355"/>
            <a:ext cx="1320687" cy="1496491"/>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43 700+ Père Fils Adulte Stock Illustrations, graphiques vectoriels libre  de droits et Clip Art - iStock">
            <a:extLst>
              <a:ext uri="{FF2B5EF4-FFF2-40B4-BE49-F238E27FC236}">
                <a16:creationId xmlns:a16="http://schemas.microsoft.com/office/drawing/2014/main" id="{8EC52C73-E7DC-22F2-D995-BB8257D1CB38}"/>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3409" t="5746" r="2531" b="5093"/>
          <a:stretch>
            <a:fillRect/>
          </a:stretch>
        </p:blipFill>
        <p:spPr bwMode="auto">
          <a:xfrm>
            <a:off x="5954154" y="4653998"/>
            <a:ext cx="1374931" cy="130332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608D941-6E5E-F2A3-DC2F-8A27CC758036}"/>
              </a:ext>
            </a:extLst>
          </p:cNvPr>
          <p:cNvSpPr txBox="1"/>
          <p:nvPr/>
        </p:nvSpPr>
        <p:spPr>
          <a:xfrm>
            <a:off x="706876" y="924733"/>
            <a:ext cx="3612204" cy="338554"/>
          </a:xfrm>
          <a:prstGeom prst="rect">
            <a:avLst/>
          </a:prstGeom>
          <a:noFill/>
        </p:spPr>
        <p:txBody>
          <a:bodyPr wrap="square" rtlCol="0">
            <a:spAutoFit/>
          </a:bodyPr>
          <a:lstStyle/>
          <a:p>
            <a:r>
              <a:rPr lang="fr-BE" sz="1600" b="1" noProof="0" dirty="0">
                <a:solidFill>
                  <a:schemeClr val="accent4">
                    <a:lumMod val="75000"/>
                  </a:schemeClr>
                </a:solidFill>
                <a:latin typeface="+mj-lt"/>
              </a:rPr>
              <a:t>RENFORCEMENT</a:t>
            </a:r>
            <a:r>
              <a:rPr lang="fr-BE" sz="1600" b="1" noProof="0" dirty="0">
                <a:solidFill>
                  <a:schemeClr val="accent1">
                    <a:lumMod val="50000"/>
                  </a:schemeClr>
                </a:solidFill>
                <a:latin typeface="+mj-lt"/>
              </a:rPr>
              <a:t> </a:t>
            </a:r>
            <a:r>
              <a:rPr lang="fr-BE" sz="1600" b="1" dirty="0">
                <a:solidFill>
                  <a:schemeClr val="accent4">
                    <a:lumMod val="75000"/>
                  </a:schemeClr>
                </a:solidFill>
                <a:latin typeface="+mj-lt"/>
              </a:rPr>
              <a:t>DES CAPACITES</a:t>
            </a:r>
          </a:p>
        </p:txBody>
      </p:sp>
      <p:sp>
        <p:nvSpPr>
          <p:cNvPr id="7" name="TextBox 6">
            <a:extLst>
              <a:ext uri="{FF2B5EF4-FFF2-40B4-BE49-F238E27FC236}">
                <a16:creationId xmlns:a16="http://schemas.microsoft.com/office/drawing/2014/main" id="{4C3B353E-14D6-158D-C6FC-10C06B9418F7}"/>
              </a:ext>
            </a:extLst>
          </p:cNvPr>
          <p:cNvSpPr txBox="1"/>
          <p:nvPr/>
        </p:nvSpPr>
        <p:spPr>
          <a:xfrm>
            <a:off x="1806870" y="1363255"/>
            <a:ext cx="4306112" cy="661720"/>
          </a:xfrm>
          <a:prstGeom prst="rect">
            <a:avLst/>
          </a:prstGeom>
          <a:noFill/>
        </p:spPr>
        <p:txBody>
          <a:bodyPr wrap="square" rtlCol="0">
            <a:spAutoFit/>
          </a:bodyPr>
          <a:lstStyle/>
          <a:p>
            <a:pPr lvl="0"/>
            <a:r>
              <a:rPr lang="fr-FR" sz="1700" dirty="0">
                <a:latin typeface="+mj-lt"/>
              </a:rPr>
              <a:t>E-learning genre, équité &amp; vaccination: </a:t>
            </a:r>
            <a:r>
              <a:rPr lang="fr-FR" sz="2000" dirty="0">
                <a:solidFill>
                  <a:schemeClr val="accent1">
                    <a:lumMod val="50000"/>
                  </a:schemeClr>
                </a:solidFill>
                <a:latin typeface="+mj-lt"/>
              </a:rPr>
              <a:t>120</a:t>
            </a:r>
            <a:r>
              <a:rPr lang="fr-FR" sz="1700" dirty="0">
                <a:latin typeface="+mj-lt"/>
              </a:rPr>
              <a:t> Personnes de </a:t>
            </a:r>
            <a:r>
              <a:rPr lang="fr-FR" sz="2000" dirty="0">
                <a:solidFill>
                  <a:schemeClr val="accent1">
                    <a:lumMod val="50000"/>
                  </a:schemeClr>
                </a:solidFill>
                <a:latin typeface="+mj-lt"/>
              </a:rPr>
              <a:t>7</a:t>
            </a:r>
            <a:r>
              <a:rPr lang="fr-FR" sz="1700" dirty="0">
                <a:latin typeface="+mj-lt"/>
              </a:rPr>
              <a:t>  provinces</a:t>
            </a:r>
          </a:p>
        </p:txBody>
      </p:sp>
      <p:sp>
        <p:nvSpPr>
          <p:cNvPr id="8" name="TextBox 7">
            <a:extLst>
              <a:ext uri="{FF2B5EF4-FFF2-40B4-BE49-F238E27FC236}">
                <a16:creationId xmlns:a16="http://schemas.microsoft.com/office/drawing/2014/main" id="{31A21473-20CF-FDBA-DA18-B7C24F4A4748}"/>
              </a:ext>
            </a:extLst>
          </p:cNvPr>
          <p:cNvSpPr txBox="1"/>
          <p:nvPr/>
        </p:nvSpPr>
        <p:spPr>
          <a:xfrm>
            <a:off x="1863700" y="2133970"/>
            <a:ext cx="4306112" cy="1231106"/>
          </a:xfrm>
          <a:prstGeom prst="rect">
            <a:avLst/>
          </a:prstGeom>
          <a:noFill/>
        </p:spPr>
        <p:txBody>
          <a:bodyPr wrap="square" rtlCol="0">
            <a:spAutoFit/>
          </a:bodyPr>
          <a:lstStyle/>
          <a:p>
            <a:pPr lvl="0"/>
            <a:r>
              <a:rPr lang="fr-FR" sz="1800" dirty="0">
                <a:latin typeface="+mj-lt"/>
              </a:rPr>
              <a:t>Séances de vaccination des sites de proximité : </a:t>
            </a:r>
            <a:r>
              <a:rPr lang="fr-FR" sz="2000" dirty="0">
                <a:solidFill>
                  <a:schemeClr val="accent1">
                    <a:lumMod val="50000"/>
                  </a:schemeClr>
                </a:solidFill>
                <a:latin typeface="+mj-lt"/>
              </a:rPr>
              <a:t>62</a:t>
            </a:r>
            <a:r>
              <a:rPr lang="fr-FR" sz="1800" dirty="0">
                <a:latin typeface="+mj-lt"/>
              </a:rPr>
              <a:t> personnes (</a:t>
            </a:r>
            <a:r>
              <a:rPr lang="fr-FR" sz="2000" dirty="0">
                <a:solidFill>
                  <a:schemeClr val="accent1">
                    <a:lumMod val="50000"/>
                  </a:schemeClr>
                </a:solidFill>
                <a:latin typeface="+mj-lt"/>
              </a:rPr>
              <a:t>21 </a:t>
            </a:r>
            <a:r>
              <a:rPr lang="fr-FR" sz="1800" dirty="0">
                <a:latin typeface="+mj-lt"/>
              </a:rPr>
              <a:t>Fem) niveau intermédiaire et périphérique formées</a:t>
            </a:r>
            <a:endParaRPr lang="en-US" sz="1800" dirty="0">
              <a:latin typeface="+mj-lt"/>
            </a:endParaRPr>
          </a:p>
        </p:txBody>
      </p:sp>
      <p:sp>
        <p:nvSpPr>
          <p:cNvPr id="9" name="TextBox 8">
            <a:extLst>
              <a:ext uri="{FF2B5EF4-FFF2-40B4-BE49-F238E27FC236}">
                <a16:creationId xmlns:a16="http://schemas.microsoft.com/office/drawing/2014/main" id="{6F72A3D1-5FE9-0D59-E608-13A791BD08D2}"/>
              </a:ext>
            </a:extLst>
          </p:cNvPr>
          <p:cNvSpPr txBox="1"/>
          <p:nvPr/>
        </p:nvSpPr>
        <p:spPr>
          <a:xfrm>
            <a:off x="7885888" y="4109849"/>
            <a:ext cx="4033737" cy="369332"/>
          </a:xfrm>
          <a:prstGeom prst="rect">
            <a:avLst/>
          </a:prstGeom>
          <a:noFill/>
        </p:spPr>
        <p:txBody>
          <a:bodyPr wrap="square" rtlCol="0">
            <a:spAutoFit/>
          </a:bodyPr>
          <a:lstStyle/>
          <a:p>
            <a:pPr lvl="0"/>
            <a:r>
              <a:rPr lang="fr-FR" sz="1800" dirty="0">
                <a:latin typeface="+mj-lt"/>
              </a:rPr>
              <a:t>Plan stratégique de communication</a:t>
            </a:r>
            <a:endParaRPr lang="fr-FR" sz="1700" dirty="0">
              <a:latin typeface="+mj-lt"/>
            </a:endParaRPr>
          </a:p>
        </p:txBody>
      </p:sp>
      <p:sp>
        <p:nvSpPr>
          <p:cNvPr id="10" name="TextBox 9">
            <a:extLst>
              <a:ext uri="{FF2B5EF4-FFF2-40B4-BE49-F238E27FC236}">
                <a16:creationId xmlns:a16="http://schemas.microsoft.com/office/drawing/2014/main" id="{367A9666-0A32-9795-A92D-523D26B1038F}"/>
              </a:ext>
            </a:extLst>
          </p:cNvPr>
          <p:cNvSpPr txBox="1"/>
          <p:nvPr/>
        </p:nvSpPr>
        <p:spPr>
          <a:xfrm>
            <a:off x="8207501" y="1955391"/>
            <a:ext cx="3735421" cy="677108"/>
          </a:xfrm>
          <a:prstGeom prst="rect">
            <a:avLst/>
          </a:prstGeom>
          <a:noFill/>
        </p:spPr>
        <p:txBody>
          <a:bodyPr wrap="square" rtlCol="0">
            <a:spAutoFit/>
          </a:bodyPr>
          <a:lstStyle/>
          <a:p>
            <a:pPr lvl="0"/>
            <a:r>
              <a:rPr lang="fr-FR" sz="2000" dirty="0">
                <a:solidFill>
                  <a:schemeClr val="accent1">
                    <a:lumMod val="50000"/>
                  </a:schemeClr>
                </a:solidFill>
                <a:latin typeface="+mj-lt"/>
              </a:rPr>
              <a:t>3 597</a:t>
            </a:r>
            <a:r>
              <a:rPr lang="fr-FR" sz="1800" dirty="0">
                <a:latin typeface="+mj-lt"/>
              </a:rPr>
              <a:t> couples sensibilisés  sur la vaccination</a:t>
            </a:r>
            <a:endParaRPr lang="en-US" sz="1800" dirty="0">
              <a:latin typeface="+mj-lt"/>
            </a:endParaRPr>
          </a:p>
        </p:txBody>
      </p:sp>
      <p:sp>
        <p:nvSpPr>
          <p:cNvPr id="11" name="TextBox 10">
            <a:extLst>
              <a:ext uri="{FF2B5EF4-FFF2-40B4-BE49-F238E27FC236}">
                <a16:creationId xmlns:a16="http://schemas.microsoft.com/office/drawing/2014/main" id="{7CF0D58A-FE10-B768-526B-575DFCA4AA2A}"/>
              </a:ext>
            </a:extLst>
          </p:cNvPr>
          <p:cNvSpPr txBox="1"/>
          <p:nvPr/>
        </p:nvSpPr>
        <p:spPr>
          <a:xfrm>
            <a:off x="8084285" y="1225675"/>
            <a:ext cx="3981855" cy="677108"/>
          </a:xfrm>
          <a:prstGeom prst="rect">
            <a:avLst/>
          </a:prstGeom>
          <a:noFill/>
        </p:spPr>
        <p:txBody>
          <a:bodyPr wrap="square" rtlCol="0">
            <a:spAutoFit/>
          </a:bodyPr>
          <a:lstStyle/>
          <a:p>
            <a:pPr lvl="0"/>
            <a:r>
              <a:rPr lang="fr-FR" sz="2000" dirty="0">
                <a:solidFill>
                  <a:schemeClr val="accent1">
                    <a:lumMod val="50000"/>
                  </a:schemeClr>
                </a:solidFill>
                <a:latin typeface="+mj-lt"/>
              </a:rPr>
              <a:t>10 436 </a:t>
            </a:r>
            <a:r>
              <a:rPr lang="fr-FR" sz="1800" dirty="0">
                <a:latin typeface="+mj-lt"/>
              </a:rPr>
              <a:t>femmes accompagnées par les groupes de soutien des mamans</a:t>
            </a:r>
            <a:endParaRPr lang="en-US" sz="1800" dirty="0">
              <a:latin typeface="+mj-lt"/>
            </a:endParaRPr>
          </a:p>
        </p:txBody>
      </p:sp>
      <p:sp>
        <p:nvSpPr>
          <p:cNvPr id="13" name="TextBox 12">
            <a:extLst>
              <a:ext uri="{FF2B5EF4-FFF2-40B4-BE49-F238E27FC236}">
                <a16:creationId xmlns:a16="http://schemas.microsoft.com/office/drawing/2014/main" id="{B65BA9DF-D67C-FEDD-D885-0B9BA9BEDB89}"/>
              </a:ext>
            </a:extLst>
          </p:cNvPr>
          <p:cNvSpPr txBox="1"/>
          <p:nvPr/>
        </p:nvSpPr>
        <p:spPr>
          <a:xfrm>
            <a:off x="2248452" y="5277466"/>
            <a:ext cx="3648468" cy="677108"/>
          </a:xfrm>
          <a:prstGeom prst="rect">
            <a:avLst/>
          </a:prstGeom>
          <a:noFill/>
        </p:spPr>
        <p:txBody>
          <a:bodyPr wrap="square" rtlCol="0">
            <a:spAutoFit/>
          </a:bodyPr>
          <a:lstStyle/>
          <a:p>
            <a:pPr lvl="0"/>
            <a:r>
              <a:rPr lang="fr-FR" sz="2000" dirty="0">
                <a:solidFill>
                  <a:schemeClr val="accent1">
                    <a:lumMod val="50000"/>
                  </a:schemeClr>
                </a:solidFill>
                <a:latin typeface="+mj-lt"/>
              </a:rPr>
              <a:t>44</a:t>
            </a:r>
            <a:r>
              <a:rPr lang="fr-FR" sz="1800" dirty="0">
                <a:latin typeface="+mj-lt"/>
              </a:rPr>
              <a:t> OAC féminines dans la promotion de la vaccination </a:t>
            </a:r>
            <a:endParaRPr lang="en-US" sz="1800" dirty="0">
              <a:latin typeface="+mj-lt"/>
            </a:endParaRPr>
          </a:p>
        </p:txBody>
      </p:sp>
      <p:sp>
        <p:nvSpPr>
          <p:cNvPr id="14" name="TextBox 13">
            <a:extLst>
              <a:ext uri="{FF2B5EF4-FFF2-40B4-BE49-F238E27FC236}">
                <a16:creationId xmlns:a16="http://schemas.microsoft.com/office/drawing/2014/main" id="{F1ABCDA7-30F8-3EC1-8479-FD4ECD763E84}"/>
              </a:ext>
            </a:extLst>
          </p:cNvPr>
          <p:cNvSpPr txBox="1"/>
          <p:nvPr/>
        </p:nvSpPr>
        <p:spPr>
          <a:xfrm>
            <a:off x="2191217" y="4521155"/>
            <a:ext cx="3806201" cy="677108"/>
          </a:xfrm>
          <a:prstGeom prst="rect">
            <a:avLst/>
          </a:prstGeom>
          <a:noFill/>
        </p:spPr>
        <p:txBody>
          <a:bodyPr wrap="square" rtlCol="0">
            <a:spAutoFit/>
          </a:bodyPr>
          <a:lstStyle/>
          <a:p>
            <a:pPr lvl="0"/>
            <a:r>
              <a:rPr lang="fr-FR" sz="1800" dirty="0">
                <a:latin typeface="+mj-lt"/>
              </a:rPr>
              <a:t>Celebration SAV 2025 avec </a:t>
            </a:r>
            <a:r>
              <a:rPr lang="fr-FR" sz="2000" dirty="0">
                <a:solidFill>
                  <a:schemeClr val="accent1">
                    <a:lumMod val="50000"/>
                  </a:schemeClr>
                </a:solidFill>
                <a:latin typeface="+mj-lt"/>
              </a:rPr>
              <a:t>70</a:t>
            </a:r>
            <a:r>
              <a:rPr lang="fr-FR" sz="1800" dirty="0">
                <a:latin typeface="+mj-lt"/>
              </a:rPr>
              <a:t> leaders Associations Féminines</a:t>
            </a:r>
          </a:p>
        </p:txBody>
      </p:sp>
      <p:sp>
        <p:nvSpPr>
          <p:cNvPr id="15" name="TextBox 14">
            <a:extLst>
              <a:ext uri="{FF2B5EF4-FFF2-40B4-BE49-F238E27FC236}">
                <a16:creationId xmlns:a16="http://schemas.microsoft.com/office/drawing/2014/main" id="{8F3E58B5-9E0C-C312-7ED1-942DF36A533E}"/>
              </a:ext>
            </a:extLst>
          </p:cNvPr>
          <p:cNvSpPr txBox="1"/>
          <p:nvPr/>
        </p:nvSpPr>
        <p:spPr>
          <a:xfrm>
            <a:off x="1818304" y="3429000"/>
            <a:ext cx="4232300" cy="646331"/>
          </a:xfrm>
          <a:prstGeom prst="rect">
            <a:avLst/>
          </a:prstGeom>
          <a:noFill/>
        </p:spPr>
        <p:txBody>
          <a:bodyPr wrap="square" rtlCol="0">
            <a:spAutoFit/>
          </a:bodyPr>
          <a:lstStyle/>
          <a:p>
            <a:r>
              <a:rPr lang="fr-FR" sz="1800" dirty="0">
                <a:latin typeface="+mj-lt"/>
              </a:rPr>
              <a:t>Superviseurs niveau central briefer en Genre &amp; Vaccination</a:t>
            </a:r>
            <a:endParaRPr lang="fr-FR" sz="1700" dirty="0">
              <a:latin typeface="+mj-lt"/>
            </a:endParaRPr>
          </a:p>
        </p:txBody>
      </p:sp>
      <p:sp>
        <p:nvSpPr>
          <p:cNvPr id="17" name="TextBox 16">
            <a:extLst>
              <a:ext uri="{FF2B5EF4-FFF2-40B4-BE49-F238E27FC236}">
                <a16:creationId xmlns:a16="http://schemas.microsoft.com/office/drawing/2014/main" id="{C6E77513-CA34-D171-A95B-66A2280B73FA}"/>
              </a:ext>
            </a:extLst>
          </p:cNvPr>
          <p:cNvSpPr txBox="1"/>
          <p:nvPr/>
        </p:nvSpPr>
        <p:spPr>
          <a:xfrm>
            <a:off x="272375" y="4291932"/>
            <a:ext cx="5536660" cy="338554"/>
          </a:xfrm>
          <a:prstGeom prst="rect">
            <a:avLst/>
          </a:prstGeom>
          <a:noFill/>
        </p:spPr>
        <p:txBody>
          <a:bodyPr wrap="square">
            <a:spAutoFit/>
          </a:bodyPr>
          <a:lstStyle/>
          <a:p>
            <a:pPr lvl="0"/>
            <a:r>
              <a:rPr lang="fr-FR" sz="1600" b="1" dirty="0">
                <a:solidFill>
                  <a:schemeClr val="accent4">
                    <a:lumMod val="75000"/>
                  </a:schemeClr>
                </a:solidFill>
                <a:latin typeface="+mj-lt"/>
              </a:rPr>
              <a:t>PARTENARIAT ET APPROCHES TRANSFORMATRICES</a:t>
            </a:r>
            <a:endParaRPr lang="en-US" sz="1600" b="1" dirty="0">
              <a:solidFill>
                <a:schemeClr val="accent4">
                  <a:lumMod val="75000"/>
                </a:schemeClr>
              </a:solidFill>
              <a:latin typeface="+mj-lt"/>
            </a:endParaRPr>
          </a:p>
        </p:txBody>
      </p:sp>
      <p:sp>
        <p:nvSpPr>
          <p:cNvPr id="18" name="TextBox 17">
            <a:extLst>
              <a:ext uri="{FF2B5EF4-FFF2-40B4-BE49-F238E27FC236}">
                <a16:creationId xmlns:a16="http://schemas.microsoft.com/office/drawing/2014/main" id="{B2773E4F-F49A-4317-9A0E-281443FF677E}"/>
              </a:ext>
            </a:extLst>
          </p:cNvPr>
          <p:cNvSpPr txBox="1"/>
          <p:nvPr/>
        </p:nvSpPr>
        <p:spPr>
          <a:xfrm>
            <a:off x="7324236" y="834118"/>
            <a:ext cx="3612204" cy="338554"/>
          </a:xfrm>
          <a:prstGeom prst="rect">
            <a:avLst/>
          </a:prstGeom>
          <a:noFill/>
        </p:spPr>
        <p:txBody>
          <a:bodyPr wrap="square" rtlCol="0">
            <a:spAutoFit/>
          </a:bodyPr>
          <a:lstStyle/>
          <a:p>
            <a:r>
              <a:rPr lang="fr-BE" sz="1600" b="1" dirty="0">
                <a:solidFill>
                  <a:schemeClr val="accent4">
                    <a:lumMod val="75000"/>
                  </a:schemeClr>
                </a:solidFill>
                <a:latin typeface="+mj-lt"/>
              </a:rPr>
              <a:t>SENSIBILISATION</a:t>
            </a:r>
          </a:p>
        </p:txBody>
      </p:sp>
      <p:sp>
        <p:nvSpPr>
          <p:cNvPr id="19" name="TextBox 18">
            <a:extLst>
              <a:ext uri="{FF2B5EF4-FFF2-40B4-BE49-F238E27FC236}">
                <a16:creationId xmlns:a16="http://schemas.microsoft.com/office/drawing/2014/main" id="{F13A156F-CADC-6DA0-717C-6D4B61F48A82}"/>
              </a:ext>
            </a:extLst>
          </p:cNvPr>
          <p:cNvSpPr txBox="1"/>
          <p:nvPr/>
        </p:nvSpPr>
        <p:spPr>
          <a:xfrm>
            <a:off x="6514189" y="3906054"/>
            <a:ext cx="4586888" cy="338554"/>
          </a:xfrm>
          <a:prstGeom prst="rect">
            <a:avLst/>
          </a:prstGeom>
          <a:noFill/>
        </p:spPr>
        <p:txBody>
          <a:bodyPr wrap="square" rtlCol="0">
            <a:spAutoFit/>
          </a:bodyPr>
          <a:lstStyle/>
          <a:p>
            <a:r>
              <a:rPr lang="fr-BE" sz="1600" b="1" dirty="0">
                <a:solidFill>
                  <a:schemeClr val="accent4">
                    <a:lumMod val="75000"/>
                  </a:schemeClr>
                </a:solidFill>
                <a:latin typeface="+mj-lt"/>
              </a:rPr>
              <a:t>GENRE &amp; DOCUMENTS STRATEGIQUES PEV</a:t>
            </a:r>
          </a:p>
        </p:txBody>
      </p:sp>
      <p:sp>
        <p:nvSpPr>
          <p:cNvPr id="22" name="TextBox 21">
            <a:extLst>
              <a:ext uri="{FF2B5EF4-FFF2-40B4-BE49-F238E27FC236}">
                <a16:creationId xmlns:a16="http://schemas.microsoft.com/office/drawing/2014/main" id="{CA85A314-422C-4126-5F5A-E8C7F1FC0C74}"/>
              </a:ext>
            </a:extLst>
          </p:cNvPr>
          <p:cNvSpPr txBox="1"/>
          <p:nvPr/>
        </p:nvSpPr>
        <p:spPr>
          <a:xfrm>
            <a:off x="7789997" y="5077513"/>
            <a:ext cx="3863739" cy="923330"/>
          </a:xfrm>
          <a:prstGeom prst="rect">
            <a:avLst/>
          </a:prstGeom>
          <a:noFill/>
        </p:spPr>
        <p:txBody>
          <a:bodyPr wrap="square" rtlCol="0">
            <a:spAutoFit/>
          </a:bodyPr>
          <a:lstStyle/>
          <a:p>
            <a:pPr lvl="0"/>
            <a:r>
              <a:rPr lang="fr-FR" sz="1800" dirty="0">
                <a:latin typeface="+mj-lt"/>
              </a:rPr>
              <a:t>Curriculum formation des infirmiers, accoucheuses et assistant en pharmacie</a:t>
            </a:r>
            <a:endParaRPr lang="fr-FR" sz="1700" dirty="0">
              <a:latin typeface="+mj-lt"/>
            </a:endParaRPr>
          </a:p>
        </p:txBody>
      </p:sp>
      <p:sp>
        <p:nvSpPr>
          <p:cNvPr id="24" name="TextBox 23">
            <a:extLst>
              <a:ext uri="{FF2B5EF4-FFF2-40B4-BE49-F238E27FC236}">
                <a16:creationId xmlns:a16="http://schemas.microsoft.com/office/drawing/2014/main" id="{50CB3DB8-2C28-7B2D-F72D-E4762A6DF1C5}"/>
              </a:ext>
            </a:extLst>
          </p:cNvPr>
          <p:cNvSpPr txBox="1"/>
          <p:nvPr/>
        </p:nvSpPr>
        <p:spPr>
          <a:xfrm>
            <a:off x="7922157" y="4546773"/>
            <a:ext cx="4306112" cy="369332"/>
          </a:xfrm>
          <a:prstGeom prst="rect">
            <a:avLst/>
          </a:prstGeom>
          <a:noFill/>
        </p:spPr>
        <p:txBody>
          <a:bodyPr wrap="square" rtlCol="0">
            <a:spAutoFit/>
          </a:bodyPr>
          <a:lstStyle/>
          <a:p>
            <a:pPr lvl="0"/>
            <a:r>
              <a:rPr lang="fr-FR" sz="1800" dirty="0">
                <a:latin typeface="+mj-lt"/>
              </a:rPr>
              <a:t>Plan de transition – Subvention GAVI</a:t>
            </a:r>
            <a:endParaRPr lang="fr-FR" sz="1700" dirty="0">
              <a:latin typeface="+mj-lt"/>
            </a:endParaRPr>
          </a:p>
        </p:txBody>
      </p:sp>
      <p:sp>
        <p:nvSpPr>
          <p:cNvPr id="25" name="TextBox 24">
            <a:extLst>
              <a:ext uri="{FF2B5EF4-FFF2-40B4-BE49-F238E27FC236}">
                <a16:creationId xmlns:a16="http://schemas.microsoft.com/office/drawing/2014/main" id="{533A97B3-67F8-3B29-E537-01673B8177D1}"/>
              </a:ext>
            </a:extLst>
          </p:cNvPr>
          <p:cNvSpPr txBox="1"/>
          <p:nvPr/>
        </p:nvSpPr>
        <p:spPr>
          <a:xfrm>
            <a:off x="7789997" y="6076006"/>
            <a:ext cx="4306112" cy="369332"/>
          </a:xfrm>
          <a:prstGeom prst="rect">
            <a:avLst/>
          </a:prstGeom>
          <a:noFill/>
        </p:spPr>
        <p:txBody>
          <a:bodyPr wrap="square" rtlCol="0">
            <a:spAutoFit/>
          </a:bodyPr>
          <a:lstStyle/>
          <a:p>
            <a:pPr lvl="0"/>
            <a:r>
              <a:rPr lang="fr-FR" sz="1800" dirty="0">
                <a:latin typeface="+mj-lt"/>
              </a:rPr>
              <a:t>Elaboration de la stratégie genre</a:t>
            </a:r>
          </a:p>
        </p:txBody>
      </p:sp>
      <p:sp>
        <p:nvSpPr>
          <p:cNvPr id="26" name="Action Button: Go Forward or Next 25">
            <a:hlinkClick r:id="" action="ppaction://hlinkshowjump?jump=nextslide" highlightClick="1"/>
            <a:extLst>
              <a:ext uri="{FF2B5EF4-FFF2-40B4-BE49-F238E27FC236}">
                <a16:creationId xmlns:a16="http://schemas.microsoft.com/office/drawing/2014/main" id="{1E790CAC-A2EF-5013-A699-0E08F9956924}"/>
              </a:ext>
            </a:extLst>
          </p:cNvPr>
          <p:cNvSpPr/>
          <p:nvPr/>
        </p:nvSpPr>
        <p:spPr>
          <a:xfrm>
            <a:off x="7549837" y="5410620"/>
            <a:ext cx="168612" cy="205400"/>
          </a:xfrm>
          <a:prstGeom prst="actionButtonForwardNex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latin typeface="+mj-lt"/>
            </a:endParaRPr>
          </a:p>
        </p:txBody>
      </p:sp>
      <p:sp>
        <p:nvSpPr>
          <p:cNvPr id="27" name="Action Button: Go Forward or Next 26">
            <a:hlinkClick r:id="" action="ppaction://hlinkshowjump?jump=nextslide" highlightClick="1"/>
            <a:extLst>
              <a:ext uri="{FF2B5EF4-FFF2-40B4-BE49-F238E27FC236}">
                <a16:creationId xmlns:a16="http://schemas.microsoft.com/office/drawing/2014/main" id="{5B221087-BB5A-49E5-679F-875E789C0D16}"/>
              </a:ext>
            </a:extLst>
          </p:cNvPr>
          <p:cNvSpPr/>
          <p:nvPr/>
        </p:nvSpPr>
        <p:spPr>
          <a:xfrm>
            <a:off x="2059738" y="5426633"/>
            <a:ext cx="168612" cy="205400"/>
          </a:xfrm>
          <a:prstGeom prst="actionButtonForwardNex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latin typeface="+mj-lt"/>
            </a:endParaRPr>
          </a:p>
        </p:txBody>
      </p:sp>
      <p:sp>
        <p:nvSpPr>
          <p:cNvPr id="28" name="Action Button: Go Forward or Next 27">
            <a:hlinkClick r:id="" action="ppaction://hlinkshowjump?jump=nextslide" highlightClick="1"/>
            <a:extLst>
              <a:ext uri="{FF2B5EF4-FFF2-40B4-BE49-F238E27FC236}">
                <a16:creationId xmlns:a16="http://schemas.microsoft.com/office/drawing/2014/main" id="{6CBAD780-E3FE-3EB9-3732-678BD4AA3915}"/>
              </a:ext>
            </a:extLst>
          </p:cNvPr>
          <p:cNvSpPr/>
          <p:nvPr/>
        </p:nvSpPr>
        <p:spPr>
          <a:xfrm>
            <a:off x="7733840" y="1432794"/>
            <a:ext cx="168612" cy="205400"/>
          </a:xfrm>
          <a:prstGeom prst="actionButtonForwardNex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dirty="0">
              <a:latin typeface="+mj-lt"/>
            </a:endParaRPr>
          </a:p>
        </p:txBody>
      </p:sp>
      <p:sp>
        <p:nvSpPr>
          <p:cNvPr id="29" name="Action Button: Go Forward or Next 28">
            <a:hlinkClick r:id="" action="ppaction://hlinkshowjump?jump=nextslide" highlightClick="1"/>
            <a:extLst>
              <a:ext uri="{FF2B5EF4-FFF2-40B4-BE49-F238E27FC236}">
                <a16:creationId xmlns:a16="http://schemas.microsoft.com/office/drawing/2014/main" id="{F466D418-44E5-D277-1210-81974CF3037B}"/>
              </a:ext>
            </a:extLst>
          </p:cNvPr>
          <p:cNvSpPr/>
          <p:nvPr/>
        </p:nvSpPr>
        <p:spPr>
          <a:xfrm>
            <a:off x="1483085" y="1610045"/>
            <a:ext cx="168612" cy="205400"/>
          </a:xfrm>
          <a:prstGeom prst="actionButtonForwardNex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latin typeface="+mj-lt"/>
            </a:endParaRPr>
          </a:p>
        </p:txBody>
      </p:sp>
      <p:sp>
        <p:nvSpPr>
          <p:cNvPr id="30" name="Action Button: Go Forward or Next 29">
            <a:hlinkClick r:id="" action="ppaction://hlinkshowjump?jump=nextslide" highlightClick="1"/>
            <a:extLst>
              <a:ext uri="{FF2B5EF4-FFF2-40B4-BE49-F238E27FC236}">
                <a16:creationId xmlns:a16="http://schemas.microsoft.com/office/drawing/2014/main" id="{08653E22-2767-CDA0-F3B3-8C395EDB57C6}"/>
              </a:ext>
            </a:extLst>
          </p:cNvPr>
          <p:cNvSpPr/>
          <p:nvPr/>
        </p:nvSpPr>
        <p:spPr>
          <a:xfrm>
            <a:off x="1483085" y="2508323"/>
            <a:ext cx="168612" cy="205400"/>
          </a:xfrm>
          <a:prstGeom prst="actionButtonForwardNex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latin typeface="+mj-lt"/>
            </a:endParaRPr>
          </a:p>
        </p:txBody>
      </p:sp>
      <p:sp>
        <p:nvSpPr>
          <p:cNvPr id="31" name="Action Button: Go Forward or Next 30">
            <a:hlinkClick r:id="" action="ppaction://hlinkshowjump?jump=nextslide" highlightClick="1"/>
            <a:extLst>
              <a:ext uri="{FF2B5EF4-FFF2-40B4-BE49-F238E27FC236}">
                <a16:creationId xmlns:a16="http://schemas.microsoft.com/office/drawing/2014/main" id="{311B5C40-8368-7779-E039-97005E02B165}"/>
              </a:ext>
            </a:extLst>
          </p:cNvPr>
          <p:cNvSpPr/>
          <p:nvPr/>
        </p:nvSpPr>
        <p:spPr>
          <a:xfrm>
            <a:off x="7753545" y="2169808"/>
            <a:ext cx="168612" cy="205400"/>
          </a:xfrm>
          <a:prstGeom prst="actionButtonForwardNex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latin typeface="+mj-lt"/>
            </a:endParaRPr>
          </a:p>
        </p:txBody>
      </p:sp>
      <p:sp>
        <p:nvSpPr>
          <p:cNvPr id="32" name="Action Button: Go Forward or Next 31">
            <a:hlinkClick r:id="" action="ppaction://hlinkshowjump?jump=nextslide" highlightClick="1"/>
            <a:extLst>
              <a:ext uri="{FF2B5EF4-FFF2-40B4-BE49-F238E27FC236}">
                <a16:creationId xmlns:a16="http://schemas.microsoft.com/office/drawing/2014/main" id="{9396143C-2757-23A2-EDE0-BE86DB45DD85}"/>
              </a:ext>
            </a:extLst>
          </p:cNvPr>
          <p:cNvSpPr/>
          <p:nvPr/>
        </p:nvSpPr>
        <p:spPr>
          <a:xfrm>
            <a:off x="1483085" y="3693519"/>
            <a:ext cx="168612" cy="205400"/>
          </a:xfrm>
          <a:prstGeom prst="actionButtonForwardNex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latin typeface="+mj-lt"/>
            </a:endParaRPr>
          </a:p>
        </p:txBody>
      </p:sp>
      <p:sp>
        <p:nvSpPr>
          <p:cNvPr id="33" name="Action Button: Go Forward or Next 32">
            <a:hlinkClick r:id="" action="ppaction://hlinkshowjump?jump=nextslide" highlightClick="1"/>
            <a:extLst>
              <a:ext uri="{FF2B5EF4-FFF2-40B4-BE49-F238E27FC236}">
                <a16:creationId xmlns:a16="http://schemas.microsoft.com/office/drawing/2014/main" id="{57727C71-63A5-8FF4-59F0-47E610947DB8}"/>
              </a:ext>
            </a:extLst>
          </p:cNvPr>
          <p:cNvSpPr/>
          <p:nvPr/>
        </p:nvSpPr>
        <p:spPr>
          <a:xfrm>
            <a:off x="7550883" y="4216668"/>
            <a:ext cx="168612" cy="205400"/>
          </a:xfrm>
          <a:prstGeom prst="actionButtonForwardNex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latin typeface="+mj-lt"/>
            </a:endParaRPr>
          </a:p>
        </p:txBody>
      </p:sp>
      <p:sp>
        <p:nvSpPr>
          <p:cNvPr id="34" name="Action Button: Go Forward or Next 33">
            <a:hlinkClick r:id="" action="ppaction://hlinkshowjump?jump=nextslide" highlightClick="1"/>
            <a:extLst>
              <a:ext uri="{FF2B5EF4-FFF2-40B4-BE49-F238E27FC236}">
                <a16:creationId xmlns:a16="http://schemas.microsoft.com/office/drawing/2014/main" id="{AAEF42FC-D89E-82D6-95CC-78A97C6DC6E6}"/>
              </a:ext>
            </a:extLst>
          </p:cNvPr>
          <p:cNvSpPr/>
          <p:nvPr/>
        </p:nvSpPr>
        <p:spPr>
          <a:xfrm>
            <a:off x="7550883" y="4684840"/>
            <a:ext cx="168612" cy="205400"/>
          </a:xfrm>
          <a:prstGeom prst="actionButtonForwardNex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latin typeface="+mj-lt"/>
            </a:endParaRPr>
          </a:p>
        </p:txBody>
      </p:sp>
      <p:sp>
        <p:nvSpPr>
          <p:cNvPr id="35" name="Action Button: Go Forward or Next 34">
            <a:hlinkClick r:id="" action="ppaction://hlinkshowjump?jump=nextslide" highlightClick="1"/>
            <a:extLst>
              <a:ext uri="{FF2B5EF4-FFF2-40B4-BE49-F238E27FC236}">
                <a16:creationId xmlns:a16="http://schemas.microsoft.com/office/drawing/2014/main" id="{C4525672-CB42-B5D2-FF56-CBAAC85BF4B4}"/>
              </a:ext>
            </a:extLst>
          </p:cNvPr>
          <p:cNvSpPr/>
          <p:nvPr/>
        </p:nvSpPr>
        <p:spPr>
          <a:xfrm>
            <a:off x="2022605" y="4787540"/>
            <a:ext cx="168612" cy="205400"/>
          </a:xfrm>
          <a:prstGeom prst="actionButtonForwardNex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latin typeface="+mj-lt"/>
              </a:rPr>
              <a:t>V</a:t>
            </a:r>
          </a:p>
        </p:txBody>
      </p:sp>
      <p:sp>
        <p:nvSpPr>
          <p:cNvPr id="36" name="Action Button: Go Forward or Next 35">
            <a:hlinkClick r:id="" action="ppaction://hlinkshowjump?jump=nextslide" highlightClick="1"/>
            <a:extLst>
              <a:ext uri="{FF2B5EF4-FFF2-40B4-BE49-F238E27FC236}">
                <a16:creationId xmlns:a16="http://schemas.microsoft.com/office/drawing/2014/main" id="{4CC52571-DC19-6FCF-7E6B-90B3B91A16F7}"/>
              </a:ext>
            </a:extLst>
          </p:cNvPr>
          <p:cNvSpPr/>
          <p:nvPr/>
        </p:nvSpPr>
        <p:spPr>
          <a:xfrm>
            <a:off x="7549837" y="6339010"/>
            <a:ext cx="168612" cy="205400"/>
          </a:xfrm>
          <a:prstGeom prst="actionButtonForwardNex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latin typeface="+mj-lt"/>
            </a:endParaRPr>
          </a:p>
        </p:txBody>
      </p:sp>
      <p:sp>
        <p:nvSpPr>
          <p:cNvPr id="2" name="TextBox 12">
            <a:extLst>
              <a:ext uri="{FF2B5EF4-FFF2-40B4-BE49-F238E27FC236}">
                <a16:creationId xmlns:a16="http://schemas.microsoft.com/office/drawing/2014/main" id="{1034FFEF-F58C-90F4-C1DA-3D7ACF9DFE51}"/>
              </a:ext>
            </a:extLst>
          </p:cNvPr>
          <p:cNvSpPr txBox="1"/>
          <p:nvPr/>
        </p:nvSpPr>
        <p:spPr>
          <a:xfrm>
            <a:off x="2350240" y="5998770"/>
            <a:ext cx="3937680" cy="1107996"/>
          </a:xfrm>
          <a:prstGeom prst="rect">
            <a:avLst/>
          </a:prstGeom>
          <a:noFill/>
        </p:spPr>
        <p:txBody>
          <a:bodyPr wrap="square" rtlCol="0">
            <a:spAutoFit/>
          </a:bodyPr>
          <a:lstStyle/>
          <a:p>
            <a:r>
              <a:rPr lang="fr-FR" sz="1600" dirty="0">
                <a:latin typeface="+mj-lt"/>
              </a:rPr>
              <a:t>7756 EZD, 9683 ESV suivis par les OAC à travers les approches groupes de soutien des mamans (4DPS)</a:t>
            </a:r>
          </a:p>
          <a:p>
            <a:pPr lvl="0"/>
            <a:r>
              <a:rPr lang="fr-FR" sz="1600" dirty="0">
                <a:latin typeface="+mj-lt"/>
              </a:rPr>
              <a:t> </a:t>
            </a:r>
            <a:endParaRPr lang="en-US" sz="1600" dirty="0">
              <a:latin typeface="+mj-lt"/>
            </a:endParaRPr>
          </a:p>
        </p:txBody>
      </p:sp>
      <p:pic>
        <p:nvPicPr>
          <p:cNvPr id="4" name="Image 3">
            <a:extLst>
              <a:ext uri="{FF2B5EF4-FFF2-40B4-BE49-F238E27FC236}">
                <a16:creationId xmlns:a16="http://schemas.microsoft.com/office/drawing/2014/main" id="{4180BE21-4708-0370-1678-8794A03321AC}"/>
              </a:ext>
            </a:extLst>
          </p:cNvPr>
          <p:cNvPicPr>
            <a:picLocks noChangeAspect="1"/>
          </p:cNvPicPr>
          <p:nvPr/>
        </p:nvPicPr>
        <p:blipFill>
          <a:blip r:embed="rId7"/>
          <a:stretch>
            <a:fillRect/>
          </a:stretch>
        </p:blipFill>
        <p:spPr>
          <a:xfrm>
            <a:off x="2106911" y="6113438"/>
            <a:ext cx="188992" cy="225572"/>
          </a:xfrm>
          <a:prstGeom prst="rect">
            <a:avLst/>
          </a:prstGeom>
        </p:spPr>
      </p:pic>
      <p:sp>
        <p:nvSpPr>
          <p:cNvPr id="5" name="TextBox 9">
            <a:extLst>
              <a:ext uri="{FF2B5EF4-FFF2-40B4-BE49-F238E27FC236}">
                <a16:creationId xmlns:a16="http://schemas.microsoft.com/office/drawing/2014/main" id="{AA51862A-37AB-02BD-3B47-A06E6F9F02F5}"/>
              </a:ext>
            </a:extLst>
          </p:cNvPr>
          <p:cNvSpPr txBox="1">
            <a:spLocks noGrp="1" noRot="1" noMove="1" noResize="1" noEditPoints="1" noAdjustHandles="1" noChangeArrowheads="1" noChangeShapeType="1"/>
          </p:cNvSpPr>
          <p:nvPr/>
        </p:nvSpPr>
        <p:spPr>
          <a:xfrm>
            <a:off x="8184204" y="3065588"/>
            <a:ext cx="3735421" cy="1015663"/>
          </a:xfrm>
          <a:prstGeom prst="rect">
            <a:avLst/>
          </a:prstGeom>
          <a:noFill/>
        </p:spPr>
        <p:txBody>
          <a:bodyPr wrap="square" rtlCol="0">
            <a:spAutoFit/>
          </a:bodyPr>
          <a:lstStyle/>
          <a:p>
            <a:pPr lvl="0"/>
            <a:r>
              <a:rPr lang="fr-FR" sz="2000" dirty="0">
                <a:latin typeface="+mj-lt"/>
              </a:rPr>
              <a:t>120 personnes vulnérables( filles mères, filles vivant avec handicap,…</a:t>
            </a:r>
          </a:p>
        </p:txBody>
      </p:sp>
      <p:pic>
        <p:nvPicPr>
          <p:cNvPr id="12" name="Image 11">
            <a:extLst>
              <a:ext uri="{FF2B5EF4-FFF2-40B4-BE49-F238E27FC236}">
                <a16:creationId xmlns:a16="http://schemas.microsoft.com/office/drawing/2014/main" id="{D004C63B-A4C2-1B9F-CA44-F009431EB194}"/>
              </a:ext>
            </a:extLst>
          </p:cNvPr>
          <p:cNvPicPr>
            <a:picLocks noChangeAspect="1"/>
          </p:cNvPicPr>
          <p:nvPr/>
        </p:nvPicPr>
        <p:blipFill>
          <a:blip r:embed="rId7"/>
          <a:stretch>
            <a:fillRect/>
          </a:stretch>
        </p:blipFill>
        <p:spPr>
          <a:xfrm>
            <a:off x="7743355" y="2749523"/>
            <a:ext cx="188992" cy="225572"/>
          </a:xfrm>
          <a:prstGeom prst="rect">
            <a:avLst/>
          </a:prstGeom>
        </p:spPr>
      </p:pic>
    </p:spTree>
    <p:extLst>
      <p:ext uri="{BB962C8B-B14F-4D97-AF65-F5344CB8AC3E}">
        <p14:creationId xmlns:p14="http://schemas.microsoft.com/office/powerpoint/2010/main" val="1229853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
          <p:cNvSpPr txBox="1">
            <a:spLocks noGrp="1"/>
          </p:cNvSpPr>
          <p:nvPr>
            <p:ph type="sldNum" idx="12"/>
          </p:nvPr>
        </p:nvSpPr>
        <p:spPr>
          <a:xfrm>
            <a:off x="11296611" y="6217623"/>
            <a:ext cx="731600" cy="524800"/>
          </a:xfrm>
          <a:prstGeom prst="rect">
            <a:avLst/>
          </a:prstGeom>
          <a:noFill/>
          <a:ln>
            <a:noFill/>
          </a:ln>
        </p:spPr>
        <p:txBody>
          <a:bodyPr spcFirstLastPara="1" wrap="square" lIns="121889" tIns="121889" rIns="121889" bIns="121889" anchor="ctr" anchorCtr="0">
            <a:normAutofit/>
          </a:bodyPr>
          <a:lstStyle/>
          <a:p>
            <a:pPr>
              <a:buSzPts val="1000"/>
            </a:pPr>
            <a:fld id="{00000000-1234-1234-1234-123412341234}" type="slidenum">
              <a:rPr lang="fr-FR" sz="1600" noProof="0" smtClean="0"/>
              <a:pPr>
                <a:buSzPts val="1000"/>
              </a:pPr>
              <a:t>31</a:t>
            </a:fld>
            <a:endParaRPr lang="fr-FR" sz="1600" noProof="0" dirty="0"/>
          </a:p>
        </p:txBody>
      </p:sp>
      <p:sp>
        <p:nvSpPr>
          <p:cNvPr id="167" name="Google Shape;167;p1"/>
          <p:cNvSpPr txBox="1"/>
          <p:nvPr/>
        </p:nvSpPr>
        <p:spPr>
          <a:xfrm>
            <a:off x="295033" y="5920422"/>
            <a:ext cx="3302000" cy="353943"/>
          </a:xfrm>
          <a:prstGeom prst="rect">
            <a:avLst/>
          </a:prstGeom>
          <a:noFill/>
          <a:ln>
            <a:noFill/>
          </a:ln>
        </p:spPr>
        <p:txBody>
          <a:bodyPr spcFirstLastPara="1" wrap="square" lIns="0" tIns="0" rIns="0" bIns="0" anchor="t" anchorCtr="0">
            <a:spAutoFit/>
          </a:bodyPr>
          <a:lstStyle/>
          <a:p>
            <a:pPr>
              <a:buClr>
                <a:srgbClr val="000000"/>
              </a:buClr>
              <a:buSzPts val="1700"/>
            </a:pPr>
            <a:r>
              <a:rPr lang="fr-FR" sz="2300" noProof="0" dirty="0" err="1">
                <a:solidFill>
                  <a:srgbClr val="FFFFFF"/>
                </a:solidFill>
                <a:latin typeface="Arial" panose="020B0604020202020204"/>
                <a:ea typeface="Arial" panose="020B0604020202020204"/>
                <a:cs typeface="Arial" panose="020B0604020202020204"/>
                <a:sym typeface="Arial" panose="020B0604020202020204"/>
              </a:rPr>
              <a:t>October</a:t>
            </a:r>
            <a:r>
              <a:rPr lang="fr-FR" sz="2300" noProof="0" dirty="0">
                <a:solidFill>
                  <a:srgbClr val="FFFFFF"/>
                </a:solidFill>
                <a:latin typeface="Arial" panose="020B0604020202020204"/>
                <a:ea typeface="Arial" panose="020B0604020202020204"/>
                <a:cs typeface="Arial" panose="020B0604020202020204"/>
                <a:sym typeface="Arial" panose="020B0604020202020204"/>
              </a:rPr>
              <a:t> 2024</a:t>
            </a:r>
          </a:p>
        </p:txBody>
      </p:sp>
      <p:pic>
        <p:nvPicPr>
          <p:cNvPr id="168" name="Google Shape;168;p1"/>
          <p:cNvPicPr preferRelativeResize="0"/>
          <p:nvPr/>
        </p:nvPicPr>
        <p:blipFill rotWithShape="1">
          <a:blip r:embed="rId3"/>
          <a:srcRect l="-17785"/>
          <a:stretch>
            <a:fillRect/>
          </a:stretch>
        </p:blipFill>
        <p:spPr>
          <a:xfrm>
            <a:off x="-405311" y="1694829"/>
            <a:ext cx="4248263" cy="3618486"/>
          </a:xfrm>
          <a:prstGeom prst="rect">
            <a:avLst/>
          </a:prstGeom>
          <a:noFill/>
          <a:ln>
            <a:noFill/>
          </a:ln>
        </p:spPr>
      </p:pic>
      <p:sp>
        <p:nvSpPr>
          <p:cNvPr id="169" name="Google Shape;169;p1"/>
          <p:cNvSpPr txBox="1"/>
          <p:nvPr/>
        </p:nvSpPr>
        <p:spPr>
          <a:xfrm>
            <a:off x="4338049" y="2570472"/>
            <a:ext cx="7324362" cy="2259040"/>
          </a:xfrm>
          <a:prstGeom prst="rect">
            <a:avLst/>
          </a:prstGeom>
          <a:noFill/>
          <a:ln>
            <a:noFill/>
          </a:ln>
        </p:spPr>
        <p:txBody>
          <a:bodyPr spcFirstLastPara="1" wrap="square" lIns="0" tIns="0" rIns="0" bIns="0" anchor="t" anchorCtr="0">
            <a:noAutofit/>
          </a:bodyPr>
          <a:lstStyle/>
          <a:p>
            <a:pPr>
              <a:buClr>
                <a:srgbClr val="000000"/>
              </a:buClr>
              <a:buSzPts val="1500"/>
            </a:pPr>
            <a:r>
              <a:rPr lang="fr-FR" sz="4000" b="1" noProof="0" dirty="0">
                <a:solidFill>
                  <a:srgbClr val="145ABE"/>
                </a:solidFill>
                <a:latin typeface="Arial" panose="020B0604020202020204" pitchFamily="34" charset="0"/>
                <a:ea typeface="Times New Roman" panose="02020603050405020304"/>
                <a:cs typeface="Arial" panose="020B0604020202020204" pitchFamily="34" charset="0"/>
                <a:sym typeface="Times New Roman" panose="02020603050405020304"/>
              </a:rPr>
              <a:t>ANALYSE FFOM </a:t>
            </a:r>
          </a:p>
          <a:p>
            <a:pPr>
              <a:buSzPts val="1500"/>
            </a:pPr>
            <a:r>
              <a:rPr lang="fr-FR" sz="4000" b="1" noProof="0" dirty="0">
                <a:solidFill>
                  <a:srgbClr val="145ABE"/>
                </a:solidFill>
                <a:latin typeface="Arial" panose="020B0604020202020204" pitchFamily="34" charset="0"/>
                <a:ea typeface="Times New Roman" panose="02020603050405020304"/>
                <a:cs typeface="Arial" panose="020B0604020202020204" pitchFamily="34" charset="0"/>
                <a:sym typeface="Times New Roman" panose="02020603050405020304"/>
              </a:rPr>
              <a:t>LEÇONS APPRISES </a:t>
            </a:r>
          </a:p>
          <a:p>
            <a:pPr>
              <a:buSzPts val="1500"/>
            </a:pPr>
            <a:r>
              <a:rPr lang="fr-FR" sz="4000" b="1" noProof="0" dirty="0">
                <a:solidFill>
                  <a:srgbClr val="145ABE"/>
                </a:solidFill>
                <a:latin typeface="Arial" panose="020B0604020202020204" pitchFamily="34" charset="0"/>
                <a:ea typeface="Times New Roman" panose="02020603050405020304"/>
                <a:cs typeface="Arial" panose="020B0604020202020204" pitchFamily="34" charset="0"/>
                <a:sym typeface="Times New Roman" panose="02020603050405020304"/>
              </a:rPr>
              <a:t>BONNES PRATIQUES</a:t>
            </a:r>
            <a:endParaRPr lang="fr-FR" sz="4000" b="1" noProof="0" dirty="0">
              <a:solidFill>
                <a:srgbClr val="145ABE"/>
              </a:solidFill>
              <a:latin typeface="Arial" panose="020B0604020202020204" pitchFamily="34" charset="0"/>
              <a:ea typeface="Times New Roman" panose="02020603050405020304"/>
              <a:cs typeface="Arial" panose="020B0604020202020204" pitchFamily="34" charset="0"/>
            </a:endParaRPr>
          </a:p>
        </p:txBody>
      </p:sp>
      <p:sp>
        <p:nvSpPr>
          <p:cNvPr id="170" name="Google Shape;170;p1"/>
          <p:cNvSpPr/>
          <p:nvPr/>
        </p:nvSpPr>
        <p:spPr>
          <a:xfrm>
            <a:off x="3656152" y="2570472"/>
            <a:ext cx="373600" cy="1867200"/>
          </a:xfrm>
          <a:prstGeom prst="rect">
            <a:avLst/>
          </a:prstGeom>
          <a:solidFill>
            <a:srgbClr val="145ABE"/>
          </a:solidFill>
          <a:ln>
            <a:noFill/>
          </a:ln>
        </p:spPr>
        <p:txBody>
          <a:bodyPr spcFirstLastPara="1" wrap="square" lIns="91424" tIns="91424" rIns="91424" bIns="91424" anchor="ctr" anchorCtr="0">
            <a:noAutofit/>
          </a:bodyPr>
          <a:lstStyle/>
          <a:p>
            <a:pPr>
              <a:buClr>
                <a:srgbClr val="000000"/>
              </a:buClr>
              <a:buSzPts val="1100"/>
            </a:pPr>
            <a:endParaRPr lang="fr-FR" sz="1500" noProof="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D4F374CB-F50D-D58F-D693-DA4D6FBC0B38}"/>
            </a:ext>
          </a:extLst>
        </p:cNvPr>
        <p:cNvGrpSpPr/>
        <p:nvPr/>
      </p:nvGrpSpPr>
      <p:grpSpPr>
        <a:xfrm>
          <a:off x="0" y="0"/>
          <a:ext cx="0" cy="0"/>
          <a:chOff x="0" y="0"/>
          <a:chExt cx="0" cy="0"/>
        </a:xfrm>
      </p:grpSpPr>
      <p:sp>
        <p:nvSpPr>
          <p:cNvPr id="221" name="Google Shape;221;p16">
            <a:extLst>
              <a:ext uri="{FF2B5EF4-FFF2-40B4-BE49-F238E27FC236}">
                <a16:creationId xmlns:a16="http://schemas.microsoft.com/office/drawing/2014/main" id="{FCBDA0A5-B945-054B-1413-3DB86A6E455F}"/>
              </a:ext>
            </a:extLst>
          </p:cNvPr>
          <p:cNvSpPr txBox="1"/>
          <p:nvPr/>
        </p:nvSpPr>
        <p:spPr>
          <a:xfrm>
            <a:off x="458592" y="63941"/>
            <a:ext cx="11274800" cy="731600"/>
          </a:xfrm>
          <a:prstGeom prst="rect">
            <a:avLst/>
          </a:prstGeom>
          <a:noFill/>
          <a:ln>
            <a:noFill/>
          </a:ln>
        </p:spPr>
        <p:txBody>
          <a:bodyPr spcFirstLastPara="1" wrap="square" lIns="0" tIns="0" rIns="0" bIns="0" anchor="t" anchorCtr="0">
            <a:noAutofit/>
          </a:bodyPr>
          <a:lstStyle/>
          <a:p>
            <a:pPr>
              <a:buSzPts val="1100"/>
            </a:pPr>
            <a:r>
              <a:rPr lang="fr-FR" sz="2700" b="1" noProof="0" dirty="0">
                <a:solidFill>
                  <a:srgbClr val="1155CC"/>
                </a:solidFill>
                <a:latin typeface="Arial" panose="020B0604020202020204" pitchFamily="34" charset="0"/>
                <a:ea typeface="Times New Roman" panose="02020603050405020304"/>
                <a:cs typeface="Arial" panose="020B0604020202020204" pitchFamily="34" charset="0"/>
                <a:sym typeface="Times New Roman" panose="02020603050405020304"/>
              </a:rPr>
              <a:t>Forces - Faiblesses - Opportunités - Menaces</a:t>
            </a:r>
            <a:endParaRPr lang="fr-FR" sz="3200" b="1" noProof="0" dirty="0">
              <a:solidFill>
                <a:srgbClr val="0070C0"/>
              </a:solidFill>
              <a:latin typeface="Arial" panose="020B0604020202020204" pitchFamily="34" charset="0"/>
              <a:ea typeface="Times New Roman" panose="02020603050405020304"/>
              <a:cs typeface="Arial" panose="020B0604020202020204" pitchFamily="34" charset="0"/>
              <a:sym typeface="Times New Roman" panose="02020603050405020304"/>
            </a:endParaRPr>
          </a:p>
        </p:txBody>
      </p:sp>
      <p:sp>
        <p:nvSpPr>
          <p:cNvPr id="222" name="Google Shape;222;p16">
            <a:extLst>
              <a:ext uri="{FF2B5EF4-FFF2-40B4-BE49-F238E27FC236}">
                <a16:creationId xmlns:a16="http://schemas.microsoft.com/office/drawing/2014/main" id="{AFDB2B5D-A7CF-E046-0708-1AA3BDFEE189}"/>
              </a:ext>
            </a:extLst>
          </p:cNvPr>
          <p:cNvSpPr/>
          <p:nvPr/>
        </p:nvSpPr>
        <p:spPr>
          <a:xfrm>
            <a:off x="0" y="272241"/>
            <a:ext cx="235600" cy="655200"/>
          </a:xfrm>
          <a:prstGeom prst="rect">
            <a:avLst/>
          </a:prstGeom>
          <a:solidFill>
            <a:srgbClr val="1155CC"/>
          </a:solidFill>
          <a:ln>
            <a:noFill/>
          </a:ln>
        </p:spPr>
        <p:txBody>
          <a:bodyPr spcFirstLastPara="1" wrap="square" lIns="91392" tIns="91392" rIns="91392" bIns="91392" anchor="ctr" anchorCtr="0">
            <a:noAutofit/>
          </a:bodyPr>
          <a:lstStyle/>
          <a:p>
            <a:endParaRPr lang="fr-FR" noProof="0" dirty="0">
              <a:solidFill>
                <a:srgbClr val="0070C0"/>
              </a:solidFill>
              <a:latin typeface="Arial" panose="020B0604020202020204" pitchFamily="34" charset="0"/>
              <a:ea typeface="Times New Roman" panose="02020603050405020304"/>
              <a:cs typeface="Arial" panose="020B0604020202020204" pitchFamily="34" charset="0"/>
              <a:sym typeface="Times New Roman" panose="02020603050405020304"/>
            </a:endParaRPr>
          </a:p>
        </p:txBody>
      </p:sp>
      <p:grpSp>
        <p:nvGrpSpPr>
          <p:cNvPr id="17" name="Grouper 16">
            <a:extLst>
              <a:ext uri="{FF2B5EF4-FFF2-40B4-BE49-F238E27FC236}">
                <a16:creationId xmlns:a16="http://schemas.microsoft.com/office/drawing/2014/main" id="{A388A80A-4228-ADE7-3B69-4AB37F884942}"/>
              </a:ext>
            </a:extLst>
          </p:cNvPr>
          <p:cNvGrpSpPr/>
          <p:nvPr/>
        </p:nvGrpSpPr>
        <p:grpSpPr>
          <a:xfrm>
            <a:off x="-391" y="164"/>
            <a:ext cx="11975714" cy="6498499"/>
            <a:chOff x="-130" y="328"/>
            <a:chExt cx="18727" cy="10187"/>
          </a:xfrm>
        </p:grpSpPr>
        <p:sp>
          <p:nvSpPr>
            <p:cNvPr id="224" name="Google Shape;224;p16">
              <a:extLst>
                <a:ext uri="{FF2B5EF4-FFF2-40B4-BE49-F238E27FC236}">
                  <a16:creationId xmlns:a16="http://schemas.microsoft.com/office/drawing/2014/main" id="{767792C0-3A90-903C-6970-05F78B7E9834}"/>
                </a:ext>
              </a:extLst>
            </p:cNvPr>
            <p:cNvSpPr txBox="1"/>
            <p:nvPr/>
          </p:nvSpPr>
          <p:spPr>
            <a:xfrm>
              <a:off x="422" y="10225"/>
              <a:ext cx="17976" cy="290"/>
            </a:xfrm>
            <a:prstGeom prst="rect">
              <a:avLst/>
            </a:prstGeom>
            <a:noFill/>
            <a:ln>
              <a:noFill/>
            </a:ln>
          </p:spPr>
          <p:txBody>
            <a:bodyPr spcFirstLastPara="1" wrap="square" lIns="0" tIns="0" rIns="121900" bIns="0" anchor="t" anchorCtr="0">
              <a:spAutoFit/>
            </a:bodyPr>
            <a:lstStyle/>
            <a:p>
              <a:r>
                <a:rPr lang="fr-FR" sz="1200" b="1" noProof="0" dirty="0">
                  <a:solidFill>
                    <a:srgbClr val="1155CC"/>
                  </a:solidFill>
                  <a:latin typeface="Arial" panose="020B0604020202020204" pitchFamily="34" charset="0"/>
                  <a:ea typeface="Times New Roman" panose="02020603050405020304"/>
                  <a:cs typeface="Arial" panose="020B0604020202020204" pitchFamily="34" charset="0"/>
                  <a:sym typeface="Times New Roman" panose="02020603050405020304"/>
                </a:rPr>
                <a:t>Revue annuelle PEV 2025</a:t>
              </a:r>
            </a:p>
          </p:txBody>
        </p:sp>
        <p:sp>
          <p:nvSpPr>
            <p:cNvPr id="3" name="Rectangle 2">
              <a:extLst>
                <a:ext uri="{FF2B5EF4-FFF2-40B4-BE49-F238E27FC236}">
                  <a16:creationId xmlns:a16="http://schemas.microsoft.com/office/drawing/2014/main" id="{FB929DF8-ADFB-4EEB-2833-1CD8A8E47D42}"/>
                </a:ext>
              </a:extLst>
            </p:cNvPr>
            <p:cNvSpPr/>
            <p:nvPr/>
          </p:nvSpPr>
          <p:spPr>
            <a:xfrm>
              <a:off x="9373" y="2114"/>
              <a:ext cx="284" cy="6747"/>
            </a:xfrm>
            <a:prstGeom prst="rect">
              <a:avLst/>
            </a:prstGeom>
            <a:ln>
              <a:prstDash val="dash"/>
            </a:ln>
          </p:spPr>
          <p:style>
            <a:lnRef idx="2">
              <a:schemeClr val="accent1">
                <a:lumMod val="75000"/>
              </a:schemeClr>
            </a:lnRef>
            <a:fillRef idx="1">
              <a:schemeClr val="accent1"/>
            </a:fillRef>
            <a:effectRef idx="0">
              <a:srgbClr val="FFFFFF"/>
            </a:effectRef>
            <a:fontRef idx="minor">
              <a:schemeClr val="lt1"/>
            </a:fontRef>
          </p:style>
          <p:txBody>
            <a:bodyPr lIns="91440" tIns="45720" rIns="91440" bIns="45720" rtlCol="0" anchor="ctr"/>
            <a:lstStyle/>
            <a:p>
              <a:pPr algn="ctr"/>
              <a:endParaRPr lang="fr-FR" noProof="0" dirty="0">
                <a:latin typeface="Arial" panose="020B0604020202020204" pitchFamily="34" charset="0"/>
                <a:cs typeface="Arial" panose="020B0604020202020204" pitchFamily="34" charset="0"/>
              </a:endParaRPr>
            </a:p>
            <a:p>
              <a:pPr algn="ctr"/>
              <a:endParaRPr lang="fr-FR" noProof="0" dirty="0">
                <a:latin typeface="Arial" panose="020B0604020202020204" pitchFamily="34" charset="0"/>
                <a:cs typeface="Arial" panose="020B0604020202020204" pitchFamily="34" charset="0"/>
              </a:endParaRPr>
            </a:p>
          </p:txBody>
        </p:sp>
        <p:sp>
          <p:nvSpPr>
            <p:cNvPr id="4" name="Zone de texte 3">
              <a:extLst>
                <a:ext uri="{FF2B5EF4-FFF2-40B4-BE49-F238E27FC236}">
                  <a16:creationId xmlns:a16="http://schemas.microsoft.com/office/drawing/2014/main" id="{F1E4FBE1-FA51-F06C-4A8C-1376B59D5938}"/>
                </a:ext>
              </a:extLst>
            </p:cNvPr>
            <p:cNvSpPr txBox="1"/>
            <p:nvPr>
              <p:custDataLst>
                <p:tags r:id="rId2"/>
              </p:custDataLst>
            </p:nvPr>
          </p:nvSpPr>
          <p:spPr>
            <a:xfrm>
              <a:off x="324" y="1162"/>
              <a:ext cx="8000" cy="606"/>
            </a:xfrm>
            <a:prstGeom prst="rect">
              <a:avLst/>
            </a:prstGeom>
            <a:noFill/>
          </p:spPr>
          <p:txBody>
            <a:bodyPr wrap="square" lIns="91440" tIns="45720" rIns="91440" bIns="45720" rtlCol="0" anchor="t">
              <a:spAutoFit/>
            </a:bodyPr>
            <a:lstStyle/>
            <a:p>
              <a:pPr lvl="0" algn="l">
                <a:buClrTx/>
                <a:buSzTx/>
                <a:buFontTx/>
              </a:pPr>
              <a:r>
                <a:rPr lang="fr-FR" b="1" noProof="0" dirty="0">
                  <a:latin typeface="Arial" panose="020B0604020202020204" pitchFamily="34" charset="0"/>
                  <a:cs typeface="Arial" panose="020B0604020202020204" pitchFamily="34" charset="0"/>
                  <a:sym typeface="+mn-ea"/>
                </a:rPr>
                <a:t>Forces </a:t>
              </a:r>
            </a:p>
          </p:txBody>
        </p:sp>
        <p:sp>
          <p:nvSpPr>
            <p:cNvPr id="6" name="Zone de texte 5">
              <a:extLst>
                <a:ext uri="{FF2B5EF4-FFF2-40B4-BE49-F238E27FC236}">
                  <a16:creationId xmlns:a16="http://schemas.microsoft.com/office/drawing/2014/main" id="{1BEF550E-9782-EA44-698E-8DA9FEC0C576}"/>
                </a:ext>
              </a:extLst>
            </p:cNvPr>
            <p:cNvSpPr txBox="1"/>
            <p:nvPr>
              <p:custDataLst>
                <p:tags r:id="rId3"/>
              </p:custDataLst>
            </p:nvPr>
          </p:nvSpPr>
          <p:spPr>
            <a:xfrm>
              <a:off x="9708" y="5939"/>
              <a:ext cx="4533" cy="606"/>
            </a:xfrm>
            <a:prstGeom prst="rect">
              <a:avLst/>
            </a:prstGeom>
            <a:noFill/>
          </p:spPr>
          <p:txBody>
            <a:bodyPr wrap="square" lIns="91440" tIns="45720" rIns="91440" bIns="45720" rtlCol="0" anchor="t">
              <a:spAutoFit/>
            </a:bodyPr>
            <a:lstStyle/>
            <a:p>
              <a:pPr lvl="0" algn="l">
                <a:buClrTx/>
                <a:buSzTx/>
                <a:buFontTx/>
              </a:pPr>
              <a:r>
                <a:rPr lang="fr-FR" b="1" noProof="0" dirty="0">
                  <a:latin typeface="Arial" panose="020B0604020202020204" pitchFamily="34" charset="0"/>
                  <a:cs typeface="Arial" panose="020B0604020202020204" pitchFamily="34" charset="0"/>
                  <a:sym typeface="+mn-ea"/>
                </a:rPr>
                <a:t>Menaces </a:t>
              </a:r>
              <a:r>
                <a:rPr lang="fr-FR" noProof="0" dirty="0">
                  <a:latin typeface="Arial" panose="020B0604020202020204" pitchFamily="34" charset="0"/>
                  <a:cs typeface="Arial" panose="020B0604020202020204" pitchFamily="34" charset="0"/>
                  <a:sym typeface="+mn-ea"/>
                </a:rPr>
                <a:t> </a:t>
              </a:r>
            </a:p>
          </p:txBody>
        </p:sp>
        <p:sp>
          <p:nvSpPr>
            <p:cNvPr id="8" name="Zone de texte 7">
              <a:extLst>
                <a:ext uri="{FF2B5EF4-FFF2-40B4-BE49-F238E27FC236}">
                  <a16:creationId xmlns:a16="http://schemas.microsoft.com/office/drawing/2014/main" id="{71E59E0D-96F4-8F68-30FE-3B3FCB645A4B}"/>
                </a:ext>
              </a:extLst>
            </p:cNvPr>
            <p:cNvSpPr txBox="1"/>
            <p:nvPr>
              <p:custDataLst>
                <p:tags r:id="rId4"/>
              </p:custDataLst>
            </p:nvPr>
          </p:nvSpPr>
          <p:spPr>
            <a:xfrm>
              <a:off x="9977" y="1168"/>
              <a:ext cx="4533" cy="606"/>
            </a:xfrm>
            <a:prstGeom prst="rect">
              <a:avLst/>
            </a:prstGeom>
            <a:noFill/>
          </p:spPr>
          <p:txBody>
            <a:bodyPr wrap="square" lIns="91440" tIns="45720" rIns="91440" bIns="45720" rtlCol="0" anchor="t">
              <a:spAutoFit/>
            </a:bodyPr>
            <a:lstStyle/>
            <a:p>
              <a:pPr lvl="0" algn="l">
                <a:buClrTx/>
                <a:buSzTx/>
                <a:buFontTx/>
              </a:pPr>
              <a:r>
                <a:rPr lang="fr-FR" b="1" noProof="0" dirty="0">
                  <a:latin typeface="Arial" panose="020B0604020202020204" pitchFamily="34" charset="0"/>
                  <a:cs typeface="Arial" panose="020B0604020202020204" pitchFamily="34" charset="0"/>
                  <a:sym typeface="+mn-ea"/>
                </a:rPr>
                <a:t>Faiblesses </a:t>
              </a:r>
            </a:p>
          </p:txBody>
        </p:sp>
        <p:sp>
          <p:nvSpPr>
            <p:cNvPr id="10" name="Rectangle 9">
              <a:extLst>
                <a:ext uri="{FF2B5EF4-FFF2-40B4-BE49-F238E27FC236}">
                  <a16:creationId xmlns:a16="http://schemas.microsoft.com/office/drawing/2014/main" id="{39B209C8-9202-A99E-7100-598AFBB01100}"/>
                </a:ext>
              </a:extLst>
            </p:cNvPr>
            <p:cNvSpPr/>
            <p:nvPr/>
          </p:nvSpPr>
          <p:spPr>
            <a:xfrm>
              <a:off x="-130" y="328"/>
              <a:ext cx="0" cy="0"/>
            </a:xfrm>
            <a:prstGeom prst="rect">
              <a:avLst/>
            </a:prstGeom>
            <a:ln>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fr-FR" noProof="0" dirty="0">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95F28080-26DF-2013-7C3F-7A175915B235}"/>
                </a:ext>
              </a:extLst>
            </p:cNvPr>
            <p:cNvSpPr/>
            <p:nvPr/>
          </p:nvSpPr>
          <p:spPr>
            <a:xfrm>
              <a:off x="10117" y="5694"/>
              <a:ext cx="7691" cy="0"/>
            </a:xfrm>
            <a:prstGeom prst="rect">
              <a:avLst/>
            </a:prstGeom>
            <a:ln>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fr-FR" noProof="0" dirty="0">
                <a:latin typeface="Arial" panose="020B0604020202020204" pitchFamily="34" charset="0"/>
                <a:cs typeface="Arial" panose="020B0604020202020204" pitchFamily="34" charset="0"/>
              </a:endParaRPr>
            </a:p>
          </p:txBody>
        </p:sp>
        <p:sp>
          <p:nvSpPr>
            <p:cNvPr id="12" name="Zone de texte 11">
              <a:extLst>
                <a:ext uri="{FF2B5EF4-FFF2-40B4-BE49-F238E27FC236}">
                  <a16:creationId xmlns:a16="http://schemas.microsoft.com/office/drawing/2014/main" id="{0C0F18FA-2B18-E553-69E2-5D90055CECCF}"/>
                </a:ext>
              </a:extLst>
            </p:cNvPr>
            <p:cNvSpPr txBox="1"/>
            <p:nvPr/>
          </p:nvSpPr>
          <p:spPr>
            <a:xfrm>
              <a:off x="379" y="1891"/>
              <a:ext cx="9017" cy="5426"/>
            </a:xfrm>
            <a:prstGeom prst="rect">
              <a:avLst/>
            </a:prstGeom>
            <a:noFill/>
          </p:spPr>
          <p:txBody>
            <a:bodyPr wrap="square" lIns="91440" tIns="45720" rIns="91440" bIns="45720" rtlCol="0" anchor="t">
              <a:noAutofit/>
            </a:bodyPr>
            <a:lstStyle/>
            <a:p>
              <a:pPr marL="285115" indent="-285115">
                <a:buFont typeface="Arial" panose="020B0604020202020204" pitchFamily="34" charset="0"/>
                <a:buChar char="•"/>
              </a:pPr>
              <a:endParaRPr lang="fr-FR" sz="1200" i="1" noProof="0" dirty="0">
                <a:latin typeface="Arial" panose="020B0604020202020204" pitchFamily="34" charset="0"/>
                <a:ea typeface="Calibri"/>
                <a:cs typeface="Arial" panose="020B0604020202020204" pitchFamily="34" charset="0"/>
              </a:endParaRPr>
            </a:p>
          </p:txBody>
        </p:sp>
        <p:sp>
          <p:nvSpPr>
            <p:cNvPr id="14" name="Zone de texte 13">
              <a:extLst>
                <a:ext uri="{FF2B5EF4-FFF2-40B4-BE49-F238E27FC236}">
                  <a16:creationId xmlns:a16="http://schemas.microsoft.com/office/drawing/2014/main" id="{52E3FE30-5F8B-B7FF-5DDE-6365DA60047D}"/>
                </a:ext>
              </a:extLst>
            </p:cNvPr>
            <p:cNvSpPr txBox="1"/>
            <p:nvPr/>
          </p:nvSpPr>
          <p:spPr>
            <a:xfrm>
              <a:off x="10095" y="1920"/>
              <a:ext cx="8499" cy="5390"/>
            </a:xfrm>
            <a:prstGeom prst="rect">
              <a:avLst/>
            </a:prstGeom>
            <a:noFill/>
          </p:spPr>
          <p:txBody>
            <a:bodyPr wrap="square" lIns="91440" tIns="45720" rIns="91440" bIns="45720" rtlCol="0" anchor="t">
              <a:noAutofit/>
            </a:bodyPr>
            <a:lstStyle/>
            <a:p>
              <a:pPr marL="285115" indent="-285115">
                <a:buFont typeface="Arial" panose="020B0604020202020204" pitchFamily="34" charset="0"/>
                <a:buChar char="•"/>
              </a:pPr>
              <a:endParaRPr lang="fr-FR" sz="1200" i="1" noProof="0" dirty="0">
                <a:latin typeface="Arial" panose="020B0604020202020204" pitchFamily="34" charset="0"/>
                <a:ea typeface="Calibri"/>
                <a:cs typeface="Arial" panose="020B0604020202020204" pitchFamily="34" charset="0"/>
              </a:endParaRPr>
            </a:p>
          </p:txBody>
        </p:sp>
        <p:sp>
          <p:nvSpPr>
            <p:cNvPr id="15" name="Zone de texte 14">
              <a:extLst>
                <a:ext uri="{FF2B5EF4-FFF2-40B4-BE49-F238E27FC236}">
                  <a16:creationId xmlns:a16="http://schemas.microsoft.com/office/drawing/2014/main" id="{EA9DA442-C7D2-5D94-9DD5-F3D3AD4C7C7C}"/>
                </a:ext>
              </a:extLst>
            </p:cNvPr>
            <p:cNvSpPr txBox="1"/>
            <p:nvPr/>
          </p:nvSpPr>
          <p:spPr>
            <a:xfrm>
              <a:off x="371" y="8081"/>
              <a:ext cx="8733" cy="1443"/>
            </a:xfrm>
            <a:prstGeom prst="rect">
              <a:avLst/>
            </a:prstGeom>
            <a:noFill/>
          </p:spPr>
          <p:txBody>
            <a:bodyPr wrap="square" lIns="91440" tIns="45720" rIns="91440" bIns="45720" rtlCol="0" anchor="t">
              <a:noAutofit/>
            </a:bodyPr>
            <a:lstStyle/>
            <a:p>
              <a:pPr marL="285115" indent="-285115">
                <a:buFont typeface="Arial" panose="020B0604020202020204" pitchFamily="34" charset="0"/>
                <a:buChar char="•"/>
              </a:pPr>
              <a:endParaRPr lang="fr-FR" sz="1200" i="1" noProof="0" dirty="0">
                <a:latin typeface="Arial" panose="020B0604020202020204" pitchFamily="34" charset="0"/>
                <a:ea typeface="Calibri"/>
                <a:cs typeface="Arial" panose="020B0604020202020204" pitchFamily="34" charset="0"/>
              </a:endParaRPr>
            </a:p>
            <a:p>
              <a:pPr marL="381000" indent="-285750">
                <a:buFont typeface="Wingdings,Sans-Serif" panose="020B0604020202020204" pitchFamily="34" charset="0"/>
                <a:buChar char="q"/>
              </a:pPr>
              <a:endParaRPr lang="fr-FR" noProof="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fr-FR" noProof="0" dirty="0">
                <a:latin typeface="Arial" panose="020B0604020202020204" pitchFamily="34" charset="0"/>
                <a:cs typeface="Arial" panose="020B0604020202020204" pitchFamily="34" charset="0"/>
              </a:endParaRPr>
            </a:p>
            <a:p>
              <a:pPr marL="285115" indent="-285115">
                <a:buFont typeface="Arial" panose="020B0604020202020204" pitchFamily="34" charset="0"/>
                <a:buChar char="•"/>
              </a:pPr>
              <a:endParaRPr lang="fr-FR" sz="1400" i="1" noProof="0" dirty="0">
                <a:latin typeface="Arial" panose="020B0604020202020204" pitchFamily="34" charset="0"/>
                <a:cs typeface="Arial" panose="020B0604020202020204" pitchFamily="34" charset="0"/>
              </a:endParaRPr>
            </a:p>
          </p:txBody>
        </p:sp>
        <p:sp>
          <p:nvSpPr>
            <p:cNvPr id="16" name="Zone de texte 15">
              <a:extLst>
                <a:ext uri="{FF2B5EF4-FFF2-40B4-BE49-F238E27FC236}">
                  <a16:creationId xmlns:a16="http://schemas.microsoft.com/office/drawing/2014/main" id="{CA1CF30C-5C19-87B3-5FC1-2C0E65EAB453}"/>
                </a:ext>
              </a:extLst>
            </p:cNvPr>
            <p:cNvSpPr txBox="1"/>
            <p:nvPr/>
          </p:nvSpPr>
          <p:spPr>
            <a:xfrm>
              <a:off x="9864" y="8014"/>
              <a:ext cx="8733" cy="1994"/>
            </a:xfrm>
            <a:prstGeom prst="rect">
              <a:avLst/>
            </a:prstGeom>
            <a:noFill/>
          </p:spPr>
          <p:txBody>
            <a:bodyPr wrap="square" lIns="91440" tIns="45720" rIns="91440" bIns="45720" rtlCol="0" anchor="t">
              <a:noAutofit/>
            </a:bodyPr>
            <a:lstStyle/>
            <a:p>
              <a:pPr marL="171450" indent="-171450">
                <a:buFont typeface="Arial,Sans-Serif" panose="020B0604020202020204" pitchFamily="34" charset="0"/>
                <a:buChar char="•"/>
              </a:pPr>
              <a:endParaRPr lang="fr-FR" sz="1200" i="1" noProof="0" dirty="0">
                <a:latin typeface="Arial" panose="020B0604020202020204" pitchFamily="34" charset="0"/>
                <a:ea typeface="Calibri"/>
                <a:cs typeface="Arial" panose="020B0604020202020204" pitchFamily="34" charset="0"/>
              </a:endParaRPr>
            </a:p>
            <a:p>
              <a:pPr marL="285115" indent="-285115">
                <a:buFont typeface="Arial" panose="020B0604020202020204" pitchFamily="34" charset="0"/>
                <a:buChar char="•"/>
              </a:pPr>
              <a:endParaRPr lang="fr-FR" sz="1400" i="1" noProof="0" dirty="0">
                <a:latin typeface="Arial" panose="020B0604020202020204" pitchFamily="34" charset="0"/>
                <a:cs typeface="Arial" panose="020B0604020202020204" pitchFamily="34" charset="0"/>
              </a:endParaRPr>
            </a:p>
          </p:txBody>
        </p:sp>
      </p:grpSp>
      <p:sp>
        <p:nvSpPr>
          <p:cNvPr id="13" name="Zone de texte 11">
            <a:extLst>
              <a:ext uri="{FF2B5EF4-FFF2-40B4-BE49-F238E27FC236}">
                <a16:creationId xmlns:a16="http://schemas.microsoft.com/office/drawing/2014/main" id="{33E51C15-6A45-5BAA-5313-2F0F3A4150F5}"/>
              </a:ext>
            </a:extLst>
          </p:cNvPr>
          <p:cNvSpPr txBox="1"/>
          <p:nvPr/>
        </p:nvSpPr>
        <p:spPr>
          <a:xfrm>
            <a:off x="6291329" y="799640"/>
            <a:ext cx="5566159" cy="2764127"/>
          </a:xfrm>
          <a:prstGeom prst="rect">
            <a:avLst/>
          </a:prstGeom>
          <a:noFill/>
        </p:spPr>
        <p:txBody>
          <a:bodyPr wrap="square" lIns="91440" tIns="45720" rIns="91440" bIns="45720" rtlCol="0" anchor="t">
            <a:noAutofit/>
          </a:bodyPr>
          <a:lstStyle>
            <a:defPPr>
              <a:defRPr lang="zh-CN"/>
            </a:defPPr>
            <a:lvl1pPr marL="0" algn="l" defTabSz="914309" rtl="0" eaLnBrk="1" latinLnBrk="0" hangingPunct="1">
              <a:defRPr sz="1900" kern="1200">
                <a:solidFill>
                  <a:schemeClr val="tx1"/>
                </a:solidFill>
                <a:latin typeface="+mn-lt"/>
                <a:ea typeface="+mn-ea"/>
                <a:cs typeface="+mn-cs"/>
              </a:defRPr>
            </a:lvl1pPr>
            <a:lvl2pPr marL="457155" algn="l" defTabSz="914309" rtl="0" eaLnBrk="1" latinLnBrk="0" hangingPunct="1">
              <a:defRPr sz="1900" kern="1200">
                <a:solidFill>
                  <a:schemeClr val="tx1"/>
                </a:solidFill>
                <a:latin typeface="+mn-lt"/>
                <a:ea typeface="+mn-ea"/>
                <a:cs typeface="+mn-cs"/>
              </a:defRPr>
            </a:lvl2pPr>
            <a:lvl3pPr marL="914309" algn="l" defTabSz="914309" rtl="0" eaLnBrk="1" latinLnBrk="0" hangingPunct="1">
              <a:defRPr sz="1900" kern="1200">
                <a:solidFill>
                  <a:schemeClr val="tx1"/>
                </a:solidFill>
                <a:latin typeface="+mn-lt"/>
                <a:ea typeface="+mn-ea"/>
                <a:cs typeface="+mn-cs"/>
              </a:defRPr>
            </a:lvl3pPr>
            <a:lvl4pPr marL="1371464" algn="l" defTabSz="914309" rtl="0" eaLnBrk="1" latinLnBrk="0" hangingPunct="1">
              <a:defRPr sz="1900" kern="1200">
                <a:solidFill>
                  <a:schemeClr val="tx1"/>
                </a:solidFill>
                <a:latin typeface="+mn-lt"/>
                <a:ea typeface="+mn-ea"/>
                <a:cs typeface="+mn-cs"/>
              </a:defRPr>
            </a:lvl4pPr>
            <a:lvl5pPr marL="1828618" algn="l" defTabSz="914309" rtl="0" eaLnBrk="1" latinLnBrk="0" hangingPunct="1">
              <a:defRPr sz="1900" kern="1200">
                <a:solidFill>
                  <a:schemeClr val="tx1"/>
                </a:solidFill>
                <a:latin typeface="+mn-lt"/>
                <a:ea typeface="+mn-ea"/>
                <a:cs typeface="+mn-cs"/>
              </a:defRPr>
            </a:lvl5pPr>
            <a:lvl6pPr marL="2285774" algn="l" defTabSz="914309" rtl="0" eaLnBrk="1" latinLnBrk="0" hangingPunct="1">
              <a:defRPr sz="1900" kern="1200">
                <a:solidFill>
                  <a:schemeClr val="tx1"/>
                </a:solidFill>
                <a:latin typeface="+mn-lt"/>
                <a:ea typeface="+mn-ea"/>
                <a:cs typeface="+mn-cs"/>
              </a:defRPr>
            </a:lvl6pPr>
            <a:lvl7pPr marL="2742926" algn="l" defTabSz="914309" rtl="0" eaLnBrk="1" latinLnBrk="0" hangingPunct="1">
              <a:defRPr sz="1900" kern="1200">
                <a:solidFill>
                  <a:schemeClr val="tx1"/>
                </a:solidFill>
                <a:latin typeface="+mn-lt"/>
                <a:ea typeface="+mn-ea"/>
                <a:cs typeface="+mn-cs"/>
              </a:defRPr>
            </a:lvl7pPr>
            <a:lvl8pPr marL="3200080" algn="l" defTabSz="914309" rtl="0" eaLnBrk="1" latinLnBrk="0" hangingPunct="1">
              <a:defRPr sz="1900" kern="1200">
                <a:solidFill>
                  <a:schemeClr val="tx1"/>
                </a:solidFill>
                <a:latin typeface="+mn-lt"/>
                <a:ea typeface="+mn-ea"/>
                <a:cs typeface="+mn-cs"/>
              </a:defRPr>
            </a:lvl8pPr>
            <a:lvl9pPr marL="3657235" algn="l" defTabSz="914309" rtl="0" eaLnBrk="1" latinLnBrk="0" hangingPunct="1">
              <a:defRPr sz="1900" kern="1200">
                <a:solidFill>
                  <a:schemeClr val="tx1"/>
                </a:solidFill>
                <a:latin typeface="+mn-lt"/>
                <a:ea typeface="+mn-ea"/>
                <a:cs typeface="+mn-cs"/>
              </a:defRPr>
            </a:lvl9pPr>
          </a:lstStyle>
          <a:p>
            <a:pPr marL="285115" indent="-285115">
              <a:buFont typeface="Arial" panose="020B0604020202020204" pitchFamily="34" charset="0"/>
              <a:buChar char="•"/>
            </a:pPr>
            <a:r>
              <a:rPr lang="fr-FR" sz="1300" i="1" noProof="0" dirty="0">
                <a:latin typeface="Arial" panose="020B0604020202020204" pitchFamily="34" charset="0"/>
                <a:cs typeface="Arial" panose="020B0604020202020204" pitchFamily="34" charset="0"/>
              </a:rPr>
              <a:t>La persistance des enfants non vaccinés à cause de refus selon MI &amp; LQAS ;   </a:t>
            </a:r>
            <a:endParaRPr lang="fr-FR" sz="1300" i="1" noProof="0" dirty="0">
              <a:latin typeface="Arial" panose="020B0604020202020204" pitchFamily="34" charset="0"/>
              <a:ea typeface="Calibri"/>
              <a:cs typeface="Arial" panose="020B0604020202020204" pitchFamily="34" charset="0"/>
            </a:endParaRPr>
          </a:p>
          <a:p>
            <a:pPr marL="285115" indent="-285115">
              <a:buFont typeface="Arial" panose="020B0604020202020204" pitchFamily="34" charset="0"/>
              <a:buChar char="•"/>
            </a:pPr>
            <a:r>
              <a:rPr lang="fr-FR" sz="1300" i="1" noProof="0" dirty="0">
                <a:latin typeface="Arial" panose="020B0604020202020204" pitchFamily="34" charset="0"/>
                <a:ea typeface="Calibri"/>
                <a:cs typeface="Arial" panose="020B0604020202020204" pitchFamily="34" charset="0"/>
              </a:rPr>
              <a:t>Faible financement des interventions visant à lever les obstacles à la vaccination liés au genre ;</a:t>
            </a:r>
          </a:p>
          <a:p>
            <a:pPr marL="285115" indent="-285115">
              <a:buFont typeface="Arial" panose="020B0604020202020204" pitchFamily="34" charset="0"/>
              <a:buChar char="•"/>
            </a:pPr>
            <a:r>
              <a:rPr lang="fr-FR" sz="1300" i="1" noProof="0" dirty="0">
                <a:latin typeface="Arial" panose="020B0604020202020204" pitchFamily="34" charset="0"/>
                <a:ea typeface="Calibri"/>
                <a:cs typeface="Arial" panose="020B0604020202020204" pitchFamily="34" charset="0"/>
              </a:rPr>
              <a:t>Manque d'une plateforme unique sur le rapportage des données de la dynamique communautaire (CAC/CODESA/UCODESA) ;</a:t>
            </a:r>
          </a:p>
          <a:p>
            <a:pPr marL="285115" indent="-285115">
              <a:buFont typeface="Arial" panose="020B0604020202020204" pitchFamily="34" charset="0"/>
              <a:buChar char="•"/>
            </a:pPr>
            <a:r>
              <a:rPr lang="fr-FR" sz="1300" i="1" noProof="0" dirty="0">
                <a:latin typeface="Arial" panose="020B0604020202020204" pitchFamily="34" charset="0"/>
                <a:cs typeface="Arial" panose="020B0604020202020204" pitchFamily="34" charset="0"/>
              </a:rPr>
              <a:t>34 % des aires de santé ne sont pas couvertes totalement par les CAC ;</a:t>
            </a:r>
            <a:endParaRPr lang="fr-FR" noProof="0" dirty="0">
              <a:latin typeface="Arial" panose="020B0604020202020204" pitchFamily="34" charset="0"/>
              <a:cs typeface="Arial" panose="020B0604020202020204" pitchFamily="34" charset="0"/>
            </a:endParaRPr>
          </a:p>
          <a:p>
            <a:pPr marL="285115" indent="-285115">
              <a:buFont typeface="Arial" panose="020B0604020202020204" pitchFamily="34" charset="0"/>
              <a:buChar char="•"/>
            </a:pPr>
            <a:r>
              <a:rPr lang="fr-FR" sz="1300" i="1" noProof="0" dirty="0">
                <a:latin typeface="Arial" panose="020B0604020202020204" pitchFamily="34" charset="0"/>
                <a:cs typeface="Arial" panose="020B0604020202020204" pitchFamily="34" charset="0"/>
              </a:rPr>
              <a:t>Faible disponibilité des listes exhaustives des enfants et femmes enceintes à récupérer en routine par les CAC/ Recos auprès des IT lors des AVS  ;</a:t>
            </a:r>
            <a:endParaRPr lang="fr-FR" sz="1300" i="1" noProof="0" dirty="0">
              <a:latin typeface="Arial" panose="020B0604020202020204" pitchFamily="34" charset="0"/>
              <a:ea typeface="Calibri"/>
              <a:cs typeface="Arial" panose="020B0604020202020204" pitchFamily="34" charset="0"/>
            </a:endParaRPr>
          </a:p>
          <a:p>
            <a:pPr marL="285115" indent="-285115">
              <a:buFont typeface="Arial" panose="020B0604020202020204" pitchFamily="34" charset="0"/>
              <a:buChar char="•"/>
            </a:pPr>
            <a:r>
              <a:rPr lang="fr-FR" sz="1300" i="1" noProof="0" dirty="0">
                <a:latin typeface="Arial" panose="020B0604020202020204" pitchFamily="34" charset="0"/>
                <a:cs typeface="Arial" panose="020B0604020202020204" pitchFamily="34" charset="0"/>
              </a:rPr>
              <a:t> Faible maintien des enfants vaccinés</a:t>
            </a:r>
          </a:p>
          <a:p>
            <a:pPr marL="285115" indent="-285115">
              <a:buFont typeface="Arial" panose="020B0604020202020204" pitchFamily="34" charset="0"/>
              <a:buChar char="•"/>
            </a:pPr>
            <a:r>
              <a:rPr lang="fr-FR" sz="1300" i="1" noProof="0" dirty="0">
                <a:latin typeface="Arial" panose="020B0604020202020204" pitchFamily="34" charset="0"/>
                <a:cs typeface="Arial" panose="020B0604020202020204" pitchFamily="34" charset="0"/>
              </a:rPr>
              <a:t>Faible mobilisation des ressources locales (matérielles et financières).</a:t>
            </a:r>
            <a:endParaRPr lang="fr-FR" sz="1300" i="1" noProof="0" dirty="0">
              <a:latin typeface="Arial" panose="020B0604020202020204" pitchFamily="34" charset="0"/>
              <a:ea typeface="Calibri"/>
              <a:cs typeface="Arial" panose="020B0604020202020204" pitchFamily="34" charset="0"/>
            </a:endParaRPr>
          </a:p>
        </p:txBody>
      </p:sp>
      <p:sp>
        <p:nvSpPr>
          <p:cNvPr id="18" name="Zone de texte 14">
            <a:extLst>
              <a:ext uri="{FF2B5EF4-FFF2-40B4-BE49-F238E27FC236}">
                <a16:creationId xmlns:a16="http://schemas.microsoft.com/office/drawing/2014/main" id="{9E62D315-31B3-6E18-C886-603FECBBDE87}"/>
              </a:ext>
            </a:extLst>
          </p:cNvPr>
          <p:cNvSpPr txBox="1"/>
          <p:nvPr/>
        </p:nvSpPr>
        <p:spPr>
          <a:xfrm>
            <a:off x="-3518" y="3972895"/>
            <a:ext cx="5829152" cy="1491288"/>
          </a:xfrm>
          <a:prstGeom prst="rect">
            <a:avLst/>
          </a:prstGeom>
          <a:noFill/>
        </p:spPr>
        <p:txBody>
          <a:bodyPr wrap="square" lIns="91440" tIns="45720" rIns="91440" bIns="45720" rtlCol="0" anchor="t">
            <a:noAutofit/>
          </a:bodyPr>
          <a:lstStyle>
            <a:defPPr>
              <a:defRPr lang="zh-CN"/>
            </a:defPPr>
            <a:lvl1pPr marL="0" algn="l" defTabSz="914309" rtl="0" eaLnBrk="1" latinLnBrk="0" hangingPunct="1">
              <a:defRPr sz="1900" kern="1200">
                <a:solidFill>
                  <a:schemeClr val="tx1"/>
                </a:solidFill>
                <a:latin typeface="+mn-lt"/>
                <a:ea typeface="+mn-ea"/>
                <a:cs typeface="+mn-cs"/>
              </a:defRPr>
            </a:lvl1pPr>
            <a:lvl2pPr marL="457155" algn="l" defTabSz="914309" rtl="0" eaLnBrk="1" latinLnBrk="0" hangingPunct="1">
              <a:defRPr sz="1900" kern="1200">
                <a:solidFill>
                  <a:schemeClr val="tx1"/>
                </a:solidFill>
                <a:latin typeface="+mn-lt"/>
                <a:ea typeface="+mn-ea"/>
                <a:cs typeface="+mn-cs"/>
              </a:defRPr>
            </a:lvl2pPr>
            <a:lvl3pPr marL="914309" algn="l" defTabSz="914309" rtl="0" eaLnBrk="1" latinLnBrk="0" hangingPunct="1">
              <a:defRPr sz="1900" kern="1200">
                <a:solidFill>
                  <a:schemeClr val="tx1"/>
                </a:solidFill>
                <a:latin typeface="+mn-lt"/>
                <a:ea typeface="+mn-ea"/>
                <a:cs typeface="+mn-cs"/>
              </a:defRPr>
            </a:lvl3pPr>
            <a:lvl4pPr marL="1371464" algn="l" defTabSz="914309" rtl="0" eaLnBrk="1" latinLnBrk="0" hangingPunct="1">
              <a:defRPr sz="1900" kern="1200">
                <a:solidFill>
                  <a:schemeClr val="tx1"/>
                </a:solidFill>
                <a:latin typeface="+mn-lt"/>
                <a:ea typeface="+mn-ea"/>
                <a:cs typeface="+mn-cs"/>
              </a:defRPr>
            </a:lvl4pPr>
            <a:lvl5pPr marL="1828618" algn="l" defTabSz="914309" rtl="0" eaLnBrk="1" latinLnBrk="0" hangingPunct="1">
              <a:defRPr sz="1900" kern="1200">
                <a:solidFill>
                  <a:schemeClr val="tx1"/>
                </a:solidFill>
                <a:latin typeface="+mn-lt"/>
                <a:ea typeface="+mn-ea"/>
                <a:cs typeface="+mn-cs"/>
              </a:defRPr>
            </a:lvl5pPr>
            <a:lvl6pPr marL="2285774" algn="l" defTabSz="914309" rtl="0" eaLnBrk="1" latinLnBrk="0" hangingPunct="1">
              <a:defRPr sz="1900" kern="1200">
                <a:solidFill>
                  <a:schemeClr val="tx1"/>
                </a:solidFill>
                <a:latin typeface="+mn-lt"/>
                <a:ea typeface="+mn-ea"/>
                <a:cs typeface="+mn-cs"/>
              </a:defRPr>
            </a:lvl6pPr>
            <a:lvl7pPr marL="2742926" algn="l" defTabSz="914309" rtl="0" eaLnBrk="1" latinLnBrk="0" hangingPunct="1">
              <a:defRPr sz="1900" kern="1200">
                <a:solidFill>
                  <a:schemeClr val="tx1"/>
                </a:solidFill>
                <a:latin typeface="+mn-lt"/>
                <a:ea typeface="+mn-ea"/>
                <a:cs typeface="+mn-cs"/>
              </a:defRPr>
            </a:lvl7pPr>
            <a:lvl8pPr marL="3200080" algn="l" defTabSz="914309" rtl="0" eaLnBrk="1" latinLnBrk="0" hangingPunct="1">
              <a:defRPr sz="1900" kern="1200">
                <a:solidFill>
                  <a:schemeClr val="tx1"/>
                </a:solidFill>
                <a:latin typeface="+mn-lt"/>
                <a:ea typeface="+mn-ea"/>
                <a:cs typeface="+mn-cs"/>
              </a:defRPr>
            </a:lvl8pPr>
            <a:lvl9pPr marL="3657235" algn="l" defTabSz="914309" rtl="0" eaLnBrk="1" latinLnBrk="0" hangingPunct="1">
              <a:defRPr sz="1900" kern="1200">
                <a:solidFill>
                  <a:schemeClr val="tx1"/>
                </a:solidFill>
                <a:latin typeface="+mn-lt"/>
                <a:ea typeface="+mn-ea"/>
                <a:cs typeface="+mn-cs"/>
              </a:defRPr>
            </a:lvl9pPr>
          </a:lstStyle>
          <a:p>
            <a:pPr marL="285115" indent="-285115">
              <a:buFont typeface="Arial" panose="020B0604020202020204" pitchFamily="34" charset="0"/>
              <a:buChar char="•"/>
            </a:pPr>
            <a:r>
              <a:rPr lang="fr-FR" sz="1300" i="1" noProof="0" dirty="0">
                <a:latin typeface="Arial" panose="020B0604020202020204" pitchFamily="34" charset="0"/>
                <a:ea typeface="Calibri"/>
                <a:cs typeface="Arial" panose="020B0604020202020204" pitchFamily="34" charset="0"/>
              </a:rPr>
              <a:t>Existence du RJAE ;</a:t>
            </a:r>
          </a:p>
          <a:p>
            <a:pPr marL="285115" indent="-285115">
              <a:buFont typeface="Arial" panose="020B0604020202020204" pitchFamily="34" charset="0"/>
              <a:buChar char="•"/>
            </a:pPr>
            <a:r>
              <a:rPr lang="fr-FR" sz="1300" i="1" noProof="0" dirty="0">
                <a:latin typeface="Arial" panose="020B0604020202020204" pitchFamily="34" charset="0"/>
                <a:ea typeface="Calibri"/>
                <a:cs typeface="Arial" panose="020B0604020202020204" pitchFamily="34" charset="0"/>
              </a:rPr>
              <a:t>Existence du REPACAV: Outil de plaidoyer politique au niveau national et provincial </a:t>
            </a:r>
          </a:p>
          <a:p>
            <a:pPr marL="285115" indent="-285115">
              <a:buFont typeface="Arial" panose="020B0604020202020204" pitchFamily="34" charset="0"/>
              <a:buChar char="•"/>
            </a:pPr>
            <a:r>
              <a:rPr lang="fr-FR" sz="1300" i="1" noProof="0" dirty="0">
                <a:latin typeface="Arial" panose="020B0604020202020204" pitchFamily="34" charset="0"/>
                <a:ea typeface="Calibri"/>
                <a:cs typeface="Arial" panose="020B0604020202020204" pitchFamily="34" charset="0"/>
              </a:rPr>
              <a:t>Dynamique positive autour de la lutte contre le paludisme (forte acceptabilité communautaire comme levier important pour promouvoir le vaccin) </a:t>
            </a:r>
          </a:p>
          <a:p>
            <a:pPr marL="285115" indent="-285115">
              <a:buFont typeface="Arial" panose="020B0604020202020204" pitchFamily="34" charset="0"/>
              <a:buChar char="•"/>
            </a:pPr>
            <a:r>
              <a:rPr lang="fr-FR" sz="1300" i="1" noProof="0" dirty="0">
                <a:latin typeface="Arial" panose="020B0604020202020204" pitchFamily="34" charset="0"/>
                <a:ea typeface="Calibri"/>
                <a:cs typeface="Arial" panose="020B0604020202020204" pitchFamily="34" charset="0"/>
              </a:rPr>
              <a:t>Implication accrue des leaders locaux dans les stratégies d’adhésion vaccinal</a:t>
            </a:r>
            <a:r>
              <a:rPr lang="fr-FR" sz="1200" i="1" noProof="0" dirty="0">
                <a:latin typeface="Arial" panose="020B0604020202020204" pitchFamily="34" charset="0"/>
                <a:ea typeface="Calibri"/>
                <a:cs typeface="Arial" panose="020B0604020202020204" pitchFamily="34" charset="0"/>
              </a:rPr>
              <a:t>e </a:t>
            </a:r>
          </a:p>
          <a:p>
            <a:pPr marL="285115" indent="-285115">
              <a:buFont typeface="Arial" panose="020B0604020202020204" pitchFamily="34" charset="0"/>
              <a:buChar char="•"/>
            </a:pPr>
            <a:endParaRPr lang="fr-FR" sz="1200" i="1" noProof="0" dirty="0">
              <a:latin typeface="Arial" panose="020B0604020202020204" pitchFamily="34" charset="0"/>
              <a:ea typeface="Calibri"/>
              <a:cs typeface="Arial" panose="020B0604020202020204" pitchFamily="34" charset="0"/>
            </a:endParaRPr>
          </a:p>
          <a:p>
            <a:pPr marL="285115" indent="-285115">
              <a:buFont typeface="Arial" panose="020B0604020202020204" pitchFamily="34" charset="0"/>
              <a:buChar char="•"/>
            </a:pPr>
            <a:endParaRPr lang="fr-FR" sz="1200" i="1" noProof="0" dirty="0">
              <a:latin typeface="Arial" panose="020B0604020202020204" pitchFamily="34" charset="0"/>
              <a:ea typeface="Calibri"/>
              <a:cs typeface="Arial" panose="020B0604020202020204" pitchFamily="34" charset="0"/>
            </a:endParaRPr>
          </a:p>
          <a:p>
            <a:pPr>
              <a:buFont typeface="Arial" panose="020B0604020202020204" pitchFamily="34" charset="0"/>
              <a:buChar char="•"/>
            </a:pPr>
            <a:endParaRPr lang="fr-FR" sz="1200" i="1" noProof="0" dirty="0">
              <a:latin typeface="Arial" panose="020B0604020202020204" pitchFamily="34" charset="0"/>
              <a:cs typeface="Arial" panose="020B0604020202020204" pitchFamily="34" charset="0"/>
            </a:endParaRPr>
          </a:p>
          <a:p>
            <a:pPr>
              <a:buFont typeface="Arial" panose="020B0604020202020204" pitchFamily="34" charset="0"/>
              <a:buChar char="•"/>
            </a:pPr>
            <a:endParaRPr lang="fr-FR" sz="1200" i="1" noProof="0" dirty="0">
              <a:latin typeface="Arial" panose="020B0604020202020204" pitchFamily="34" charset="0"/>
              <a:ea typeface="Calibri"/>
              <a:cs typeface="Arial" panose="020B0604020202020204" pitchFamily="34" charset="0"/>
            </a:endParaRPr>
          </a:p>
          <a:p>
            <a:pPr>
              <a:buFont typeface="Arial" panose="020B0604020202020204" pitchFamily="34" charset="0"/>
              <a:buChar char="•"/>
            </a:pPr>
            <a:endParaRPr lang="fr-FR" sz="1200" i="1" noProof="0" dirty="0">
              <a:latin typeface="Arial" panose="020B0604020202020204" pitchFamily="34" charset="0"/>
              <a:ea typeface="Calibri"/>
              <a:cs typeface="Arial" panose="020B0604020202020204" pitchFamily="34" charset="0"/>
            </a:endParaRPr>
          </a:p>
          <a:p>
            <a:pPr marL="285115" indent="-285115">
              <a:buFont typeface="Arial" panose="020B0604020202020204" pitchFamily="34" charset="0"/>
              <a:buChar char="•"/>
            </a:pPr>
            <a:endParaRPr lang="fr-FR" sz="1200" i="1" noProof="0" dirty="0">
              <a:latin typeface="Arial" panose="020B0604020202020204" pitchFamily="34" charset="0"/>
              <a:ea typeface="Calibri"/>
              <a:cs typeface="Arial" panose="020B0604020202020204" pitchFamily="34" charset="0"/>
            </a:endParaRPr>
          </a:p>
          <a:p>
            <a:pPr marL="381000" indent="-285750">
              <a:buFont typeface="Arial" panose="020B0604020202020204" pitchFamily="34" charset="0"/>
              <a:buChar char="•"/>
            </a:pPr>
            <a:endParaRPr lang="fr-FR" noProof="0" dirty="0">
              <a:latin typeface="Arial" panose="020B0604020202020204" pitchFamily="34" charset="0"/>
              <a:ea typeface="Calibri"/>
              <a:cs typeface="Arial" panose="020B0604020202020204" pitchFamily="34" charset="0"/>
            </a:endParaRPr>
          </a:p>
          <a:p>
            <a:pPr marL="285750" indent="-285750">
              <a:buFont typeface="Arial" panose="020B0604020202020204" pitchFamily="34" charset="0"/>
              <a:buChar char="•"/>
            </a:pPr>
            <a:endParaRPr lang="fr-FR" noProof="0" dirty="0">
              <a:latin typeface="Arial" panose="020B0604020202020204" pitchFamily="34" charset="0"/>
              <a:ea typeface="Calibri"/>
              <a:cs typeface="Arial" panose="020B0604020202020204" pitchFamily="34" charset="0"/>
            </a:endParaRPr>
          </a:p>
          <a:p>
            <a:pPr marL="285115" indent="-285115">
              <a:buFont typeface="Arial" panose="020B0604020202020204" pitchFamily="34" charset="0"/>
              <a:buChar char="•"/>
            </a:pPr>
            <a:endParaRPr lang="fr-FR" sz="1400" i="1" noProof="0" dirty="0">
              <a:latin typeface="Arial" panose="020B0604020202020204" pitchFamily="34" charset="0"/>
              <a:ea typeface="Calibri"/>
              <a:cs typeface="Arial" panose="020B0604020202020204" pitchFamily="34" charset="0"/>
            </a:endParaRPr>
          </a:p>
        </p:txBody>
      </p:sp>
      <p:sp>
        <p:nvSpPr>
          <p:cNvPr id="20" name="Zone de texte 15">
            <a:extLst>
              <a:ext uri="{FF2B5EF4-FFF2-40B4-BE49-F238E27FC236}">
                <a16:creationId xmlns:a16="http://schemas.microsoft.com/office/drawing/2014/main" id="{B2A9080F-034E-1CD9-9B22-A7E6F0013ACF}"/>
              </a:ext>
            </a:extLst>
          </p:cNvPr>
          <p:cNvSpPr txBox="1"/>
          <p:nvPr/>
        </p:nvSpPr>
        <p:spPr>
          <a:xfrm>
            <a:off x="6295893" y="3968353"/>
            <a:ext cx="5814182" cy="1724059"/>
          </a:xfrm>
          <a:prstGeom prst="rect">
            <a:avLst/>
          </a:prstGeom>
          <a:noFill/>
        </p:spPr>
        <p:txBody>
          <a:bodyPr wrap="square" lIns="91440" tIns="45720" rIns="91440" bIns="45720" rtlCol="0" anchor="t">
            <a:noAutofit/>
          </a:bodyPr>
          <a:lstStyle>
            <a:defPPr>
              <a:defRPr lang="zh-CN"/>
            </a:defPPr>
            <a:lvl1pPr marL="0" algn="l" defTabSz="914309" rtl="0" eaLnBrk="1" latinLnBrk="0" hangingPunct="1">
              <a:defRPr sz="1900" kern="1200">
                <a:solidFill>
                  <a:schemeClr val="tx1"/>
                </a:solidFill>
                <a:latin typeface="+mn-lt"/>
                <a:ea typeface="+mn-ea"/>
                <a:cs typeface="+mn-cs"/>
              </a:defRPr>
            </a:lvl1pPr>
            <a:lvl2pPr marL="457155" algn="l" defTabSz="914309" rtl="0" eaLnBrk="1" latinLnBrk="0" hangingPunct="1">
              <a:defRPr sz="1900" kern="1200">
                <a:solidFill>
                  <a:schemeClr val="tx1"/>
                </a:solidFill>
                <a:latin typeface="+mn-lt"/>
                <a:ea typeface="+mn-ea"/>
                <a:cs typeface="+mn-cs"/>
              </a:defRPr>
            </a:lvl2pPr>
            <a:lvl3pPr marL="914309" algn="l" defTabSz="914309" rtl="0" eaLnBrk="1" latinLnBrk="0" hangingPunct="1">
              <a:defRPr sz="1900" kern="1200">
                <a:solidFill>
                  <a:schemeClr val="tx1"/>
                </a:solidFill>
                <a:latin typeface="+mn-lt"/>
                <a:ea typeface="+mn-ea"/>
                <a:cs typeface="+mn-cs"/>
              </a:defRPr>
            </a:lvl3pPr>
            <a:lvl4pPr marL="1371464" algn="l" defTabSz="914309" rtl="0" eaLnBrk="1" latinLnBrk="0" hangingPunct="1">
              <a:defRPr sz="1900" kern="1200">
                <a:solidFill>
                  <a:schemeClr val="tx1"/>
                </a:solidFill>
                <a:latin typeface="+mn-lt"/>
                <a:ea typeface="+mn-ea"/>
                <a:cs typeface="+mn-cs"/>
              </a:defRPr>
            </a:lvl4pPr>
            <a:lvl5pPr marL="1828618" algn="l" defTabSz="914309" rtl="0" eaLnBrk="1" latinLnBrk="0" hangingPunct="1">
              <a:defRPr sz="1900" kern="1200">
                <a:solidFill>
                  <a:schemeClr val="tx1"/>
                </a:solidFill>
                <a:latin typeface="+mn-lt"/>
                <a:ea typeface="+mn-ea"/>
                <a:cs typeface="+mn-cs"/>
              </a:defRPr>
            </a:lvl5pPr>
            <a:lvl6pPr marL="2285774" algn="l" defTabSz="914309" rtl="0" eaLnBrk="1" latinLnBrk="0" hangingPunct="1">
              <a:defRPr sz="1900" kern="1200">
                <a:solidFill>
                  <a:schemeClr val="tx1"/>
                </a:solidFill>
                <a:latin typeface="+mn-lt"/>
                <a:ea typeface="+mn-ea"/>
                <a:cs typeface="+mn-cs"/>
              </a:defRPr>
            </a:lvl6pPr>
            <a:lvl7pPr marL="2742926" algn="l" defTabSz="914309" rtl="0" eaLnBrk="1" latinLnBrk="0" hangingPunct="1">
              <a:defRPr sz="1900" kern="1200">
                <a:solidFill>
                  <a:schemeClr val="tx1"/>
                </a:solidFill>
                <a:latin typeface="+mn-lt"/>
                <a:ea typeface="+mn-ea"/>
                <a:cs typeface="+mn-cs"/>
              </a:defRPr>
            </a:lvl7pPr>
            <a:lvl8pPr marL="3200080" algn="l" defTabSz="914309" rtl="0" eaLnBrk="1" latinLnBrk="0" hangingPunct="1">
              <a:defRPr sz="1900" kern="1200">
                <a:solidFill>
                  <a:schemeClr val="tx1"/>
                </a:solidFill>
                <a:latin typeface="+mn-lt"/>
                <a:ea typeface="+mn-ea"/>
                <a:cs typeface="+mn-cs"/>
              </a:defRPr>
            </a:lvl8pPr>
            <a:lvl9pPr marL="3657235" algn="l" defTabSz="914309" rtl="0" eaLnBrk="1" latinLnBrk="0" hangingPunct="1">
              <a:defRPr sz="1900" kern="1200">
                <a:solidFill>
                  <a:schemeClr val="tx1"/>
                </a:solidFill>
                <a:latin typeface="+mn-lt"/>
                <a:ea typeface="+mn-ea"/>
                <a:cs typeface="+mn-cs"/>
              </a:defRPr>
            </a:lvl9pPr>
          </a:lstStyle>
          <a:p>
            <a:pPr marL="285115" indent="-285115">
              <a:buFont typeface="Arial" panose="020B0604020202020204" pitchFamily="34" charset="0"/>
              <a:buChar char="•"/>
            </a:pPr>
            <a:r>
              <a:rPr lang="fr-FR" sz="1300" i="1" noProof="0" dirty="0">
                <a:latin typeface="Arial" panose="020B0604020202020204" pitchFamily="34" charset="0"/>
                <a:ea typeface="Calibri"/>
                <a:cs typeface="Arial" panose="020B0604020202020204" pitchFamily="34" charset="0"/>
              </a:rPr>
              <a:t>In</a:t>
            </a:r>
            <a:r>
              <a:rPr lang="fr-FR" sz="1300" i="1" noProof="0" dirty="0">
                <a:latin typeface="Arial" panose="020B0604020202020204" pitchFamily="34" charset="0"/>
                <a:cs typeface="Arial" panose="020B0604020202020204" pitchFamily="34" charset="0"/>
              </a:rPr>
              <a:t>sécurité dans certaines contrées des provinces d’Ituri, Nord-Kivu, Sud-Kivu, Kinshasa, Tanganyika et Mai-</a:t>
            </a:r>
            <a:r>
              <a:rPr lang="fr-FR" sz="1300" i="1" noProof="0" dirty="0" err="1">
                <a:latin typeface="Arial" panose="020B0604020202020204" pitchFamily="34" charset="0"/>
                <a:cs typeface="Arial" panose="020B0604020202020204" pitchFamily="34" charset="0"/>
              </a:rPr>
              <a:t>Ndombe</a:t>
            </a:r>
            <a:r>
              <a:rPr lang="fr-FR" sz="1300" i="1" noProof="0" dirty="0">
                <a:latin typeface="Arial" panose="020B0604020202020204" pitchFamily="34" charset="0"/>
                <a:cs typeface="Arial" panose="020B0604020202020204" pitchFamily="34" charset="0"/>
              </a:rPr>
              <a:t> ; </a:t>
            </a:r>
          </a:p>
          <a:p>
            <a:pPr marL="285115" indent="-285115">
              <a:buFont typeface="Arial" panose="020B0604020202020204" pitchFamily="34" charset="0"/>
              <a:buChar char="•"/>
            </a:pPr>
            <a:r>
              <a:rPr lang="fr-FR" sz="1300" i="1" noProof="0" dirty="0">
                <a:latin typeface="Arial" panose="020B0604020202020204" pitchFamily="34" charset="0"/>
                <a:cs typeface="Arial" panose="020B0604020202020204" pitchFamily="34" charset="0"/>
              </a:rPr>
              <a:t>Non- paiement des </a:t>
            </a:r>
            <a:r>
              <a:rPr lang="fr-FR" sz="1300" i="1" noProof="0" dirty="0" err="1">
                <a:latin typeface="Arial" panose="020B0604020202020204" pitchFamily="34" charset="0"/>
                <a:cs typeface="Arial" panose="020B0604020202020204" pitchFamily="34" charset="0"/>
              </a:rPr>
              <a:t>arrierés</a:t>
            </a:r>
            <a:r>
              <a:rPr lang="fr-FR" sz="1300" i="1" noProof="0" dirty="0">
                <a:latin typeface="Arial" panose="020B0604020202020204" pitchFamily="34" charset="0"/>
                <a:cs typeface="Arial" panose="020B0604020202020204" pitchFamily="34" charset="0"/>
              </a:rPr>
              <a:t> des prestataires pour les </a:t>
            </a:r>
            <a:r>
              <a:rPr lang="fr-FR" sz="1300" i="1" noProof="0" dirty="0" err="1">
                <a:latin typeface="Arial" panose="020B0604020202020204" pitchFamily="34" charset="0"/>
                <a:cs typeface="Arial" panose="020B0604020202020204" pitchFamily="34" charset="0"/>
              </a:rPr>
              <a:t>precedentes</a:t>
            </a:r>
            <a:r>
              <a:rPr lang="fr-FR" sz="1300" i="1" noProof="0" dirty="0">
                <a:latin typeface="Arial" panose="020B0604020202020204" pitchFamily="34" charset="0"/>
                <a:cs typeface="Arial" panose="020B0604020202020204" pitchFamily="34" charset="0"/>
              </a:rPr>
              <a:t> AVS</a:t>
            </a:r>
          </a:p>
          <a:p>
            <a:pPr marL="285115" indent="-285115">
              <a:buFont typeface="Arial" panose="020B0604020202020204" pitchFamily="34" charset="0"/>
              <a:buChar char="•"/>
            </a:pPr>
            <a:r>
              <a:rPr lang="fr-FR" sz="1300" i="1" noProof="0" dirty="0">
                <a:latin typeface="Arial" panose="020B0604020202020204" pitchFamily="34" charset="0"/>
                <a:cs typeface="Arial" panose="020B0604020202020204" pitchFamily="34" charset="0"/>
              </a:rPr>
              <a:t>La paupérisation de la communauté.</a:t>
            </a:r>
          </a:p>
          <a:p>
            <a:pPr marL="285115" indent="-285115">
              <a:buFont typeface="Arial" panose="020B0604020202020204" pitchFamily="34" charset="0"/>
              <a:buChar char="•"/>
            </a:pPr>
            <a:r>
              <a:rPr lang="fr-FR" sz="1300" i="1" noProof="0" dirty="0">
                <a:latin typeface="Arial" panose="020B0604020202020204" pitchFamily="34" charset="0"/>
                <a:cs typeface="Arial" panose="020B0604020202020204" pitchFamily="34" charset="0"/>
              </a:rPr>
              <a:t>Persistance des rumeurs sur la vaccination;</a:t>
            </a:r>
          </a:p>
          <a:p>
            <a:pPr marL="285115" indent="-285115">
              <a:buFont typeface="Arial" panose="020B0604020202020204" pitchFamily="34" charset="0"/>
              <a:buChar char="•"/>
            </a:pPr>
            <a:r>
              <a:rPr lang="fr-FR" sz="1300" i="1" noProof="0" dirty="0">
                <a:latin typeface="Arial" panose="020B0604020202020204" pitchFamily="34" charset="0"/>
                <a:cs typeface="Arial" panose="020B0604020202020204" pitchFamily="34" charset="0"/>
              </a:rPr>
              <a:t>Démotivation des prestataires due aux arriérés des précédentes campa</a:t>
            </a:r>
            <a:r>
              <a:rPr lang="fr-FR" sz="1300" i="1" noProof="0" dirty="0">
                <a:latin typeface="Arial" panose="020B0604020202020204" pitchFamily="34" charset="0"/>
                <a:ea typeface="Calibri"/>
                <a:cs typeface="Arial" panose="020B0604020202020204" pitchFamily="34" charset="0"/>
              </a:rPr>
              <a:t>gnes</a:t>
            </a:r>
          </a:p>
          <a:p>
            <a:pPr>
              <a:buFont typeface="Arial" panose="020B0604020202020204" pitchFamily="34" charset="0"/>
              <a:buChar char="•"/>
            </a:pPr>
            <a:endParaRPr lang="fr-FR" sz="1200" i="1" noProof="0" dirty="0">
              <a:latin typeface="Arial" panose="020B0604020202020204" pitchFamily="34" charset="0"/>
              <a:ea typeface="Calibri"/>
              <a:cs typeface="Arial" panose="020B0604020202020204" pitchFamily="34" charset="0"/>
            </a:endParaRPr>
          </a:p>
          <a:p>
            <a:pPr>
              <a:buFont typeface="Arial" panose="020B0604020202020204" pitchFamily="34" charset="0"/>
              <a:buChar char="•"/>
            </a:pPr>
            <a:endParaRPr lang="fr-FR" sz="1200" i="1" noProof="0" dirty="0">
              <a:latin typeface="Arial" panose="020B0604020202020204" pitchFamily="34" charset="0"/>
              <a:ea typeface="Calibri"/>
              <a:cs typeface="Arial" panose="020B0604020202020204" pitchFamily="34" charset="0"/>
            </a:endParaRPr>
          </a:p>
          <a:p>
            <a:pPr marL="285115" indent="-285115">
              <a:buFont typeface="Arial" panose="020B0604020202020204" pitchFamily="34" charset="0"/>
              <a:buChar char="•"/>
            </a:pPr>
            <a:endParaRPr lang="fr-FR" sz="1200" i="1" noProof="0" dirty="0">
              <a:latin typeface="Arial" panose="020B0604020202020204" pitchFamily="34" charset="0"/>
              <a:ea typeface="Calibri"/>
              <a:cs typeface="Arial" panose="020B0604020202020204" pitchFamily="34" charset="0"/>
            </a:endParaRPr>
          </a:p>
        </p:txBody>
      </p:sp>
      <p:sp>
        <p:nvSpPr>
          <p:cNvPr id="2" name="Zone de texte 11">
            <a:extLst>
              <a:ext uri="{FF2B5EF4-FFF2-40B4-BE49-F238E27FC236}">
                <a16:creationId xmlns:a16="http://schemas.microsoft.com/office/drawing/2014/main" id="{97572B25-B1F7-AD95-B056-C35D351189D2}"/>
              </a:ext>
            </a:extLst>
          </p:cNvPr>
          <p:cNvSpPr txBox="1"/>
          <p:nvPr/>
        </p:nvSpPr>
        <p:spPr>
          <a:xfrm>
            <a:off x="-7781" y="922513"/>
            <a:ext cx="5829578" cy="2654937"/>
          </a:xfrm>
          <a:prstGeom prst="rect">
            <a:avLst/>
          </a:prstGeom>
          <a:noFill/>
        </p:spPr>
        <p:txBody>
          <a:bodyPr wrap="square" lIns="91440" tIns="45720" rIns="91440" bIns="45720" rtlCol="0" anchor="t">
            <a:noAutofit/>
          </a:bodyPr>
          <a:lstStyle>
            <a:defPPr>
              <a:defRPr lang="zh-CN"/>
            </a:defPPr>
            <a:lvl1pPr marL="0" algn="l" defTabSz="914309" rtl="0" eaLnBrk="1" latinLnBrk="0" hangingPunct="1">
              <a:defRPr sz="1900" kern="1200">
                <a:solidFill>
                  <a:schemeClr val="tx1"/>
                </a:solidFill>
                <a:latin typeface="+mn-lt"/>
                <a:ea typeface="+mn-ea"/>
                <a:cs typeface="+mn-cs"/>
              </a:defRPr>
            </a:lvl1pPr>
            <a:lvl2pPr marL="457155" algn="l" defTabSz="914309" rtl="0" eaLnBrk="1" latinLnBrk="0" hangingPunct="1">
              <a:defRPr sz="1900" kern="1200">
                <a:solidFill>
                  <a:schemeClr val="tx1"/>
                </a:solidFill>
                <a:latin typeface="+mn-lt"/>
                <a:ea typeface="+mn-ea"/>
                <a:cs typeface="+mn-cs"/>
              </a:defRPr>
            </a:lvl2pPr>
            <a:lvl3pPr marL="914309" algn="l" defTabSz="914309" rtl="0" eaLnBrk="1" latinLnBrk="0" hangingPunct="1">
              <a:defRPr sz="1900" kern="1200">
                <a:solidFill>
                  <a:schemeClr val="tx1"/>
                </a:solidFill>
                <a:latin typeface="+mn-lt"/>
                <a:ea typeface="+mn-ea"/>
                <a:cs typeface="+mn-cs"/>
              </a:defRPr>
            </a:lvl3pPr>
            <a:lvl4pPr marL="1371464" algn="l" defTabSz="914309" rtl="0" eaLnBrk="1" latinLnBrk="0" hangingPunct="1">
              <a:defRPr sz="1900" kern="1200">
                <a:solidFill>
                  <a:schemeClr val="tx1"/>
                </a:solidFill>
                <a:latin typeface="+mn-lt"/>
                <a:ea typeface="+mn-ea"/>
                <a:cs typeface="+mn-cs"/>
              </a:defRPr>
            </a:lvl4pPr>
            <a:lvl5pPr marL="1828618" algn="l" defTabSz="914309" rtl="0" eaLnBrk="1" latinLnBrk="0" hangingPunct="1">
              <a:defRPr sz="1900" kern="1200">
                <a:solidFill>
                  <a:schemeClr val="tx1"/>
                </a:solidFill>
                <a:latin typeface="+mn-lt"/>
                <a:ea typeface="+mn-ea"/>
                <a:cs typeface="+mn-cs"/>
              </a:defRPr>
            </a:lvl5pPr>
            <a:lvl6pPr marL="2285774" algn="l" defTabSz="914309" rtl="0" eaLnBrk="1" latinLnBrk="0" hangingPunct="1">
              <a:defRPr sz="1900" kern="1200">
                <a:solidFill>
                  <a:schemeClr val="tx1"/>
                </a:solidFill>
                <a:latin typeface="+mn-lt"/>
                <a:ea typeface="+mn-ea"/>
                <a:cs typeface="+mn-cs"/>
              </a:defRPr>
            </a:lvl6pPr>
            <a:lvl7pPr marL="2742926" algn="l" defTabSz="914309" rtl="0" eaLnBrk="1" latinLnBrk="0" hangingPunct="1">
              <a:defRPr sz="1900" kern="1200">
                <a:solidFill>
                  <a:schemeClr val="tx1"/>
                </a:solidFill>
                <a:latin typeface="+mn-lt"/>
                <a:ea typeface="+mn-ea"/>
                <a:cs typeface="+mn-cs"/>
              </a:defRPr>
            </a:lvl7pPr>
            <a:lvl8pPr marL="3200080" algn="l" defTabSz="914309" rtl="0" eaLnBrk="1" latinLnBrk="0" hangingPunct="1">
              <a:defRPr sz="1900" kern="1200">
                <a:solidFill>
                  <a:schemeClr val="tx1"/>
                </a:solidFill>
                <a:latin typeface="+mn-lt"/>
                <a:ea typeface="+mn-ea"/>
                <a:cs typeface="+mn-cs"/>
              </a:defRPr>
            </a:lvl8pPr>
            <a:lvl9pPr marL="3657235" algn="l" defTabSz="914309" rtl="0" eaLnBrk="1" latinLnBrk="0" hangingPunct="1">
              <a:defRPr sz="1900" kern="1200">
                <a:solidFill>
                  <a:schemeClr val="tx1"/>
                </a:solidFill>
                <a:latin typeface="+mn-lt"/>
                <a:ea typeface="+mn-ea"/>
                <a:cs typeface="+mn-cs"/>
              </a:defRPr>
            </a:lvl9pPr>
          </a:lstStyle>
          <a:p>
            <a:pPr marL="285115" indent="-285115">
              <a:buFont typeface="Arial" panose="020B0604020202020204" pitchFamily="34" charset="0"/>
              <a:buChar char="•"/>
            </a:pPr>
            <a:r>
              <a:rPr lang="fr-FR" sz="1300" i="1" noProof="0" dirty="0">
                <a:latin typeface="Arial" panose="020B0604020202020204" pitchFamily="34" charset="0"/>
                <a:cs typeface="Arial" panose="020B0604020202020204" pitchFamily="34" charset="0"/>
              </a:rPr>
              <a:t> Dotation du plan de communication stratégique</a:t>
            </a:r>
            <a:r>
              <a:rPr lang="fr-FR" sz="1300" i="1" noProof="0" dirty="0">
                <a:solidFill>
                  <a:srgbClr val="000000"/>
                </a:solidFill>
                <a:latin typeface="Arial" panose="020B0604020202020204" pitchFamily="34" charset="0"/>
                <a:cs typeface="Arial" panose="020B0604020202020204" pitchFamily="34" charset="0"/>
              </a:rPr>
              <a:t>  la SNV et la </a:t>
            </a:r>
            <a:r>
              <a:rPr lang="fr-FR" sz="1200" i="1" noProof="0" dirty="0">
                <a:solidFill>
                  <a:srgbClr val="000000"/>
                </a:solidFill>
                <a:latin typeface="Arial" panose="020B0604020202020204" pitchFamily="34" charset="0"/>
                <a:cs typeface="Arial" panose="020B0604020202020204" pitchFamily="34" charset="0"/>
              </a:rPr>
              <a:t>stratégie genre en de la vaccination</a:t>
            </a:r>
            <a:r>
              <a:rPr lang="fr-FR" sz="1300" i="1" noProof="0" dirty="0">
                <a:latin typeface="Arial" panose="020B0604020202020204" pitchFamily="34" charset="0"/>
                <a:cs typeface="Arial" panose="020B0604020202020204" pitchFamily="34" charset="0"/>
              </a:rPr>
              <a:t> ;</a:t>
            </a:r>
            <a:endParaRPr lang="fr-FR" sz="1300" i="1" noProof="0" dirty="0">
              <a:latin typeface="Arial" panose="020B0604020202020204" pitchFamily="34" charset="0"/>
              <a:ea typeface="Calibri"/>
              <a:cs typeface="Arial" panose="020B0604020202020204" pitchFamily="34" charset="0"/>
            </a:endParaRPr>
          </a:p>
          <a:p>
            <a:pPr marL="285115" indent="-285115">
              <a:buFont typeface="Arial" panose="020B0604020202020204" pitchFamily="34" charset="0"/>
              <a:buChar char="•"/>
            </a:pPr>
            <a:r>
              <a:rPr lang="fr-FR" sz="1200" i="1" noProof="0" dirty="0">
                <a:latin typeface="Arial" panose="020B0604020202020204" pitchFamily="34" charset="0"/>
                <a:ea typeface="Calibri"/>
                <a:cs typeface="Arial" panose="020B0604020202020204" pitchFamily="34" charset="0"/>
              </a:rPr>
              <a:t> Amélioration de l'utilisation du DHIS2 Tracker dans 136 ZS pour la récupération des EZD et SV;</a:t>
            </a:r>
            <a:endParaRPr lang="fr-FR" noProof="0" dirty="0">
              <a:latin typeface="Arial" panose="020B0604020202020204" pitchFamily="34" charset="0"/>
              <a:ea typeface="Calibri"/>
              <a:cs typeface="Arial" panose="020B0604020202020204" pitchFamily="34" charset="0"/>
            </a:endParaRPr>
          </a:p>
          <a:p>
            <a:pPr marL="285115" indent="-285115">
              <a:buFont typeface="Arial" panose="020B0604020202020204" pitchFamily="34" charset="0"/>
              <a:buChar char="•"/>
            </a:pPr>
            <a:r>
              <a:rPr lang="fr-FR" sz="1200" i="1" noProof="0" dirty="0">
                <a:latin typeface="Arial" panose="020B0604020202020204" pitchFamily="34" charset="0"/>
                <a:ea typeface="Calibri"/>
                <a:cs typeface="Arial" panose="020B0604020202020204" pitchFamily="34" charset="0"/>
              </a:rPr>
              <a:t>Engagement de structure des PARTICOM dans l’identification et récupération des EZD et SV  (70%  </a:t>
            </a:r>
            <a:r>
              <a:rPr lang="fr-FR" sz="1200" i="1" noProof="0" dirty="0" err="1">
                <a:latin typeface="Arial" panose="020B0604020202020204" pitchFamily="34" charset="0"/>
                <a:ea typeface="Calibri"/>
                <a:cs typeface="Arial" panose="020B0604020202020204" pitchFamily="34" charset="0"/>
              </a:rPr>
              <a:t>enfantts</a:t>
            </a:r>
            <a:r>
              <a:rPr lang="fr-FR" sz="1200" i="1" noProof="0" dirty="0">
                <a:latin typeface="Arial" panose="020B0604020202020204" pitchFamily="34" charset="0"/>
                <a:ea typeface="Calibri"/>
                <a:cs typeface="Arial" panose="020B0604020202020204" pitchFamily="34" charset="0"/>
              </a:rPr>
              <a:t> 0 à 23 mois ) et  (86% enfants de 23 à 59mois) et notification des cas de MPV  36% des cas de PFA.</a:t>
            </a:r>
          </a:p>
          <a:p>
            <a:pPr marL="285115" indent="-285115">
              <a:buFont typeface="Arial" panose="020B0604020202020204" pitchFamily="34" charset="0"/>
              <a:buChar char="•"/>
            </a:pPr>
            <a:r>
              <a:rPr lang="fr-FR" sz="1300" i="1" noProof="0" dirty="0">
                <a:latin typeface="Arial" panose="020B0604020202020204" pitchFamily="34" charset="0"/>
                <a:cs typeface="Arial" panose="020B0604020202020204" pitchFamily="34" charset="0"/>
              </a:rPr>
              <a:t>Ecoute sociale à travers les outils numériques pour a collecte des  rumeurs/feedbacks communautaire ;</a:t>
            </a:r>
          </a:p>
          <a:p>
            <a:pPr marL="285115" indent="-285115">
              <a:buFont typeface="Arial" panose="020B0604020202020204" pitchFamily="34" charset="0"/>
              <a:buChar char="•"/>
            </a:pPr>
            <a:r>
              <a:rPr lang="fr-FR" sz="1300" i="1" noProof="0" dirty="0">
                <a:latin typeface="Arial" panose="020B0604020202020204" pitchFamily="34" charset="0"/>
                <a:cs typeface="Arial" panose="020B0604020202020204" pitchFamily="34" charset="0"/>
              </a:rPr>
              <a:t>Cartographie des influenceurs et leur implication dans la vaccination  ( </a:t>
            </a:r>
            <a:r>
              <a:rPr lang="fr-FR" sz="1300" i="1" noProof="0" dirty="0" err="1">
                <a:latin typeface="Arial" panose="020B0604020202020204" pitchFamily="34" charset="0"/>
                <a:cs typeface="Arial" panose="020B0604020202020204" pitchFamily="34" charset="0"/>
              </a:rPr>
              <a:t>Fally</a:t>
            </a:r>
            <a:r>
              <a:rPr lang="fr-FR" sz="1300" i="1" noProof="0" dirty="0">
                <a:latin typeface="Arial" panose="020B0604020202020204" pitchFamily="34" charset="0"/>
                <a:cs typeface="Arial" panose="020B0604020202020204" pitchFamily="34" charset="0"/>
              </a:rPr>
              <a:t> IPUPA, </a:t>
            </a:r>
            <a:r>
              <a:rPr lang="fr-FR" sz="1300" i="1" noProof="0" dirty="0" err="1">
                <a:latin typeface="Arial" panose="020B0604020202020204" pitchFamily="34" charset="0"/>
                <a:cs typeface="Arial" panose="020B0604020202020204" pitchFamily="34" charset="0"/>
              </a:rPr>
              <a:t>Lokwa</a:t>
            </a:r>
            <a:r>
              <a:rPr lang="fr-FR" sz="1300" i="1" noProof="0" dirty="0">
                <a:latin typeface="Arial" panose="020B0604020202020204" pitchFamily="34" charset="0"/>
                <a:cs typeface="Arial" panose="020B0604020202020204" pitchFamily="34" charset="0"/>
              </a:rPr>
              <a:t> KANZA, Didi Stone, </a:t>
            </a:r>
            <a:r>
              <a:rPr lang="fr-FR" sz="1300" i="1" noProof="0" dirty="0" err="1">
                <a:latin typeface="Arial" panose="020B0604020202020204" pitchFamily="34" charset="0"/>
                <a:cs typeface="Arial" panose="020B0604020202020204" pitchFamily="34" charset="0"/>
              </a:rPr>
              <a:t>Banza</a:t>
            </a:r>
            <a:r>
              <a:rPr lang="fr-FR" sz="1300" i="1" noProof="0" dirty="0">
                <a:latin typeface="Arial" panose="020B0604020202020204" pitchFamily="34" charset="0"/>
                <a:cs typeface="Arial" panose="020B0604020202020204" pitchFamily="34" charset="0"/>
              </a:rPr>
              <a:t>, Herman AMISI </a:t>
            </a:r>
            <a:r>
              <a:rPr lang="fr-FR" sz="1300" i="1" noProof="0" dirty="0" err="1">
                <a:latin typeface="Arial" panose="020B0604020202020204" pitchFamily="34" charset="0"/>
                <a:cs typeface="Arial" panose="020B0604020202020204" pitchFamily="34" charset="0"/>
              </a:rPr>
              <a:t>etc</a:t>
            </a:r>
            <a:r>
              <a:rPr lang="fr-FR" sz="1300" i="1" noProof="0" dirty="0">
                <a:latin typeface="Arial" panose="020B0604020202020204" pitchFamily="34" charset="0"/>
                <a:cs typeface="Arial" panose="020B0604020202020204" pitchFamily="34" charset="0"/>
              </a:rPr>
              <a:t>) ;</a:t>
            </a:r>
            <a:endParaRPr lang="fr-FR" sz="1300" i="1" noProof="0" dirty="0">
              <a:latin typeface="Arial" panose="020B0604020202020204" pitchFamily="34" charset="0"/>
              <a:ea typeface="Calibri"/>
              <a:cs typeface="Arial" panose="020B0604020202020204" pitchFamily="34" charset="0"/>
            </a:endParaRPr>
          </a:p>
          <a:p>
            <a:pPr marL="285115" indent="-285115">
              <a:buFont typeface="Arial" panose="020B0604020202020204" pitchFamily="34" charset="0"/>
              <a:buChar char="•"/>
            </a:pPr>
            <a:r>
              <a:rPr lang="fr-FR" sz="1300" i="1" noProof="0" dirty="0">
                <a:latin typeface="Arial" panose="020B0604020202020204" pitchFamily="34" charset="0"/>
                <a:cs typeface="Arial" panose="020B0604020202020204" pitchFamily="34" charset="0"/>
              </a:rPr>
              <a:t> Utilisation de la mix communication en Routine et AVS  </a:t>
            </a:r>
            <a:endParaRPr lang="fr-FR" sz="1300" i="1" noProof="0" dirty="0">
              <a:latin typeface="Arial" panose="020B0604020202020204" pitchFamily="34" charset="0"/>
              <a:ea typeface="Calibri"/>
              <a:cs typeface="Arial" panose="020B0604020202020204" pitchFamily="34" charset="0"/>
            </a:endParaRPr>
          </a:p>
          <a:p>
            <a:pPr marL="285115" indent="-285115">
              <a:buFont typeface="Arial,Sans-Serif" panose="020B0604020202020204" pitchFamily="34" charset="0"/>
              <a:buChar char="•"/>
            </a:pPr>
            <a:endParaRPr lang="fr-FR" sz="1200" i="1" noProof="0" dirty="0">
              <a:latin typeface="Arial" panose="020B0604020202020204" pitchFamily="34" charset="0"/>
              <a:ea typeface="Calibri"/>
              <a:cs typeface="Arial" panose="020B0604020202020204" pitchFamily="34" charset="0"/>
            </a:endParaRPr>
          </a:p>
          <a:p>
            <a:endParaRPr lang="fr-FR" sz="1200" i="1" noProof="0" dirty="0">
              <a:solidFill>
                <a:srgbClr val="FF0000"/>
              </a:solidFill>
              <a:latin typeface="Arial" panose="020B0604020202020204" pitchFamily="34" charset="0"/>
              <a:ea typeface="Calibri"/>
              <a:cs typeface="Arial" panose="020B0604020202020204" pitchFamily="34" charset="0"/>
            </a:endParaRPr>
          </a:p>
          <a:p>
            <a:endParaRPr lang="fr-FR" sz="1200" i="1" noProof="0" dirty="0">
              <a:latin typeface="Arial" panose="020B0604020202020204" pitchFamily="34" charset="0"/>
              <a:ea typeface="Calibri"/>
              <a:cs typeface="Arial" panose="020B0604020202020204" pitchFamily="34" charset="0"/>
            </a:endParaRPr>
          </a:p>
        </p:txBody>
      </p:sp>
      <p:sp>
        <p:nvSpPr>
          <p:cNvPr id="7" name="Zone de texte 14">
            <a:extLst>
              <a:ext uri="{FF2B5EF4-FFF2-40B4-BE49-F238E27FC236}">
                <a16:creationId xmlns:a16="http://schemas.microsoft.com/office/drawing/2014/main" id="{08B07FBF-6F42-B037-B4AD-E6B242C003D0}"/>
              </a:ext>
            </a:extLst>
          </p:cNvPr>
          <p:cNvSpPr txBox="1"/>
          <p:nvPr/>
        </p:nvSpPr>
        <p:spPr>
          <a:xfrm>
            <a:off x="117248" y="5505734"/>
            <a:ext cx="11730817" cy="789765"/>
          </a:xfrm>
          <a:prstGeom prst="rect">
            <a:avLst/>
          </a:prstGeom>
          <a:noFill/>
        </p:spPr>
        <p:txBody>
          <a:bodyPr wrap="square" lIns="91440" tIns="45720" rIns="91440" bIns="45720" rtlCol="0" anchor="t">
            <a:noAutofit/>
          </a:bodyPr>
          <a:lstStyle>
            <a:defPPr>
              <a:defRPr lang="zh-CN"/>
            </a:defPPr>
            <a:lvl1pPr marL="0" algn="l" defTabSz="914309" rtl="0" eaLnBrk="1" latinLnBrk="0" hangingPunct="1">
              <a:defRPr sz="1900" kern="1200">
                <a:solidFill>
                  <a:schemeClr val="tx1"/>
                </a:solidFill>
                <a:latin typeface="+mn-lt"/>
                <a:ea typeface="+mn-ea"/>
                <a:cs typeface="+mn-cs"/>
              </a:defRPr>
            </a:lvl1pPr>
            <a:lvl2pPr marL="457155" algn="l" defTabSz="914309" rtl="0" eaLnBrk="1" latinLnBrk="0" hangingPunct="1">
              <a:defRPr sz="1900" kern="1200">
                <a:solidFill>
                  <a:schemeClr val="tx1"/>
                </a:solidFill>
                <a:latin typeface="+mn-lt"/>
                <a:ea typeface="+mn-ea"/>
                <a:cs typeface="+mn-cs"/>
              </a:defRPr>
            </a:lvl2pPr>
            <a:lvl3pPr marL="914309" algn="l" defTabSz="914309" rtl="0" eaLnBrk="1" latinLnBrk="0" hangingPunct="1">
              <a:defRPr sz="1900" kern="1200">
                <a:solidFill>
                  <a:schemeClr val="tx1"/>
                </a:solidFill>
                <a:latin typeface="+mn-lt"/>
                <a:ea typeface="+mn-ea"/>
                <a:cs typeface="+mn-cs"/>
              </a:defRPr>
            </a:lvl3pPr>
            <a:lvl4pPr marL="1371464" algn="l" defTabSz="914309" rtl="0" eaLnBrk="1" latinLnBrk="0" hangingPunct="1">
              <a:defRPr sz="1900" kern="1200">
                <a:solidFill>
                  <a:schemeClr val="tx1"/>
                </a:solidFill>
                <a:latin typeface="+mn-lt"/>
                <a:ea typeface="+mn-ea"/>
                <a:cs typeface="+mn-cs"/>
              </a:defRPr>
            </a:lvl4pPr>
            <a:lvl5pPr marL="1828618" algn="l" defTabSz="914309" rtl="0" eaLnBrk="1" latinLnBrk="0" hangingPunct="1">
              <a:defRPr sz="1900" kern="1200">
                <a:solidFill>
                  <a:schemeClr val="tx1"/>
                </a:solidFill>
                <a:latin typeface="+mn-lt"/>
                <a:ea typeface="+mn-ea"/>
                <a:cs typeface="+mn-cs"/>
              </a:defRPr>
            </a:lvl5pPr>
            <a:lvl6pPr marL="2285774" algn="l" defTabSz="914309" rtl="0" eaLnBrk="1" latinLnBrk="0" hangingPunct="1">
              <a:defRPr sz="1900" kern="1200">
                <a:solidFill>
                  <a:schemeClr val="tx1"/>
                </a:solidFill>
                <a:latin typeface="+mn-lt"/>
                <a:ea typeface="+mn-ea"/>
                <a:cs typeface="+mn-cs"/>
              </a:defRPr>
            </a:lvl6pPr>
            <a:lvl7pPr marL="2742926" algn="l" defTabSz="914309" rtl="0" eaLnBrk="1" latinLnBrk="0" hangingPunct="1">
              <a:defRPr sz="1900" kern="1200">
                <a:solidFill>
                  <a:schemeClr val="tx1"/>
                </a:solidFill>
                <a:latin typeface="+mn-lt"/>
                <a:ea typeface="+mn-ea"/>
                <a:cs typeface="+mn-cs"/>
              </a:defRPr>
            </a:lvl7pPr>
            <a:lvl8pPr marL="3200080" algn="l" defTabSz="914309" rtl="0" eaLnBrk="1" latinLnBrk="0" hangingPunct="1">
              <a:defRPr sz="1900" kern="1200">
                <a:solidFill>
                  <a:schemeClr val="tx1"/>
                </a:solidFill>
                <a:latin typeface="+mn-lt"/>
                <a:ea typeface="+mn-ea"/>
                <a:cs typeface="+mn-cs"/>
              </a:defRPr>
            </a:lvl8pPr>
            <a:lvl9pPr marL="3657235" algn="l" defTabSz="914309" rtl="0" eaLnBrk="1" latinLnBrk="0" hangingPunct="1">
              <a:defRPr sz="1900" kern="1200">
                <a:solidFill>
                  <a:schemeClr val="tx1"/>
                </a:solidFill>
                <a:latin typeface="+mn-lt"/>
                <a:ea typeface="+mn-ea"/>
                <a:cs typeface="+mn-cs"/>
              </a:defRPr>
            </a:lvl9pPr>
          </a:lstStyle>
          <a:p>
            <a:r>
              <a:rPr lang="fr-FR" sz="1400" b="1" i="1" noProof="0" dirty="0">
                <a:latin typeface="Arial" panose="020B0604020202020204" pitchFamily="34" charset="0"/>
                <a:ea typeface="Calibri"/>
                <a:cs typeface="Arial" panose="020B0604020202020204" pitchFamily="34" charset="0"/>
              </a:rPr>
              <a:t>Leçons Apprises</a:t>
            </a:r>
          </a:p>
          <a:p>
            <a:pPr marL="285115" indent="-285115">
              <a:buFont typeface="Arial" panose="020B0604020202020204" pitchFamily="34" charset="0"/>
              <a:buChar char="•"/>
            </a:pPr>
            <a:r>
              <a:rPr lang="fr-FR" sz="1300" i="1" noProof="0" dirty="0">
                <a:latin typeface="Arial" panose="020B0604020202020204" pitchFamily="34" charset="0"/>
                <a:ea typeface="Calibri"/>
                <a:cs typeface="Arial" panose="020B0604020202020204" pitchFamily="34" charset="0"/>
              </a:rPr>
              <a:t>La planification basée sur les financements disponible  améliore le taux de réalisation </a:t>
            </a:r>
          </a:p>
          <a:p>
            <a:pPr marL="285115" indent="-285115">
              <a:buFont typeface="Arial" panose="020B0604020202020204" pitchFamily="34" charset="0"/>
              <a:buChar char="•"/>
            </a:pPr>
            <a:r>
              <a:rPr lang="fr-FR" sz="1300" i="1" noProof="0" dirty="0">
                <a:latin typeface="Arial" panose="020B0604020202020204" pitchFamily="34" charset="0"/>
                <a:ea typeface="Calibri"/>
                <a:cs typeface="Arial" panose="020B0604020202020204" pitchFamily="34" charset="0"/>
              </a:rPr>
              <a:t>L'implication des élus locaux pour le suivi des engagements du niveau national améliore la mobilisation des ressources locales </a:t>
            </a:r>
          </a:p>
          <a:p>
            <a:pPr marL="285115" indent="-285115">
              <a:buFont typeface="Arial" panose="020B0604020202020204" pitchFamily="34" charset="0"/>
              <a:buChar char="•"/>
            </a:pPr>
            <a:endParaRPr lang="fr-FR" sz="1200" i="1" noProof="0" dirty="0">
              <a:latin typeface="Arial" panose="020B0604020202020204" pitchFamily="34" charset="0"/>
              <a:ea typeface="Calibri"/>
              <a:cs typeface="Arial" panose="020B0604020202020204" pitchFamily="34" charset="0"/>
            </a:endParaRPr>
          </a:p>
          <a:p>
            <a:pPr>
              <a:buFont typeface="Arial" panose="020B0604020202020204" pitchFamily="34" charset="0"/>
              <a:buChar char="•"/>
            </a:pPr>
            <a:endParaRPr lang="fr-FR" sz="1200" i="1" noProof="0" dirty="0">
              <a:latin typeface="Arial" panose="020B0604020202020204" pitchFamily="34" charset="0"/>
              <a:ea typeface="Calibri"/>
              <a:cs typeface="Arial" panose="020B0604020202020204" pitchFamily="34" charset="0"/>
            </a:endParaRPr>
          </a:p>
          <a:p>
            <a:pPr>
              <a:buFont typeface="Arial" panose="020B0604020202020204" pitchFamily="34" charset="0"/>
              <a:buChar char="•"/>
            </a:pPr>
            <a:endParaRPr lang="fr-FR" sz="1200" i="1" noProof="0" dirty="0">
              <a:latin typeface="Arial" panose="020B0604020202020204" pitchFamily="34" charset="0"/>
              <a:ea typeface="Calibri"/>
              <a:cs typeface="Arial" panose="020B0604020202020204" pitchFamily="34" charset="0"/>
            </a:endParaRPr>
          </a:p>
          <a:p>
            <a:pPr>
              <a:buFont typeface="Arial" panose="020B0604020202020204" pitchFamily="34" charset="0"/>
              <a:buChar char="•"/>
            </a:pPr>
            <a:endParaRPr lang="fr-FR" sz="1200" i="1" noProof="0" dirty="0">
              <a:latin typeface="Arial" panose="020B0604020202020204" pitchFamily="34" charset="0"/>
              <a:ea typeface="Calibri"/>
              <a:cs typeface="Arial" panose="020B0604020202020204" pitchFamily="34" charset="0"/>
            </a:endParaRPr>
          </a:p>
          <a:p>
            <a:pPr marL="285115" indent="-285115">
              <a:buFont typeface="Arial" panose="020B0604020202020204" pitchFamily="34" charset="0"/>
              <a:buChar char="•"/>
            </a:pPr>
            <a:endParaRPr lang="fr-FR" sz="1200" i="1" noProof="0" dirty="0">
              <a:latin typeface="Arial" panose="020B0604020202020204" pitchFamily="34" charset="0"/>
              <a:ea typeface="Calibri"/>
              <a:cs typeface="Arial" panose="020B0604020202020204" pitchFamily="34" charset="0"/>
            </a:endParaRPr>
          </a:p>
          <a:p>
            <a:pPr marL="381000" indent="-285750">
              <a:buFont typeface="Arial" panose="020B0604020202020204" pitchFamily="34" charset="0"/>
              <a:buChar char="•"/>
            </a:pPr>
            <a:endParaRPr lang="fr-FR" noProof="0" dirty="0">
              <a:latin typeface="Arial" panose="020B0604020202020204" pitchFamily="34" charset="0"/>
              <a:ea typeface="Calibri"/>
              <a:cs typeface="Arial" panose="020B0604020202020204" pitchFamily="34" charset="0"/>
            </a:endParaRPr>
          </a:p>
          <a:p>
            <a:pPr marL="285750" indent="-285750">
              <a:buFont typeface="Arial" panose="020B0604020202020204" pitchFamily="34" charset="0"/>
              <a:buChar char="•"/>
            </a:pPr>
            <a:endParaRPr lang="fr-FR" noProof="0" dirty="0">
              <a:latin typeface="Arial" panose="020B0604020202020204" pitchFamily="34" charset="0"/>
              <a:ea typeface="Calibri"/>
              <a:cs typeface="Arial" panose="020B0604020202020204" pitchFamily="34" charset="0"/>
            </a:endParaRPr>
          </a:p>
          <a:p>
            <a:pPr marL="285115" indent="-285115">
              <a:buFont typeface="Arial" panose="020B0604020202020204" pitchFamily="34" charset="0"/>
              <a:buChar char="•"/>
            </a:pPr>
            <a:endParaRPr lang="fr-FR" sz="1400" i="1" noProof="0" dirty="0">
              <a:latin typeface="Arial" panose="020B0604020202020204" pitchFamily="34" charset="0"/>
              <a:ea typeface="Calibri"/>
              <a:cs typeface="Arial" panose="020B0604020202020204" pitchFamily="34" charset="0"/>
            </a:endParaRPr>
          </a:p>
        </p:txBody>
      </p:sp>
      <p:sp>
        <p:nvSpPr>
          <p:cNvPr id="19" name="Zone de texte 5">
            <a:extLst>
              <a:ext uri="{FF2B5EF4-FFF2-40B4-BE49-F238E27FC236}">
                <a16:creationId xmlns:a16="http://schemas.microsoft.com/office/drawing/2014/main" id="{72FA19AC-56CE-403D-CC79-88D95EAEA645}"/>
              </a:ext>
            </a:extLst>
          </p:cNvPr>
          <p:cNvSpPr txBox="1"/>
          <p:nvPr>
            <p:custDataLst>
              <p:tags r:id="rId1"/>
            </p:custDataLst>
          </p:nvPr>
        </p:nvSpPr>
        <p:spPr>
          <a:xfrm>
            <a:off x="117219" y="3586737"/>
            <a:ext cx="2898804" cy="386580"/>
          </a:xfrm>
          <a:prstGeom prst="rect">
            <a:avLst/>
          </a:prstGeom>
          <a:noFill/>
        </p:spPr>
        <p:txBody>
          <a:bodyPr wrap="square" lIns="91440" tIns="45720" rIns="91440" bIns="45720" rtlCol="0" anchor="t">
            <a:spAutoFit/>
          </a:bodyPr>
          <a:lstStyle/>
          <a:p>
            <a:pPr lvl="0" algn="l">
              <a:buClrTx/>
              <a:buSzTx/>
              <a:buFontTx/>
            </a:pPr>
            <a:r>
              <a:rPr lang="fr-FR" b="1" noProof="0" dirty="0">
                <a:latin typeface="Arial" panose="020B0604020202020204" pitchFamily="34" charset="0"/>
                <a:cs typeface="Arial" panose="020B0604020202020204" pitchFamily="34" charset="0"/>
                <a:sym typeface="+mn-ea"/>
              </a:rPr>
              <a:t>Opportunités </a:t>
            </a:r>
            <a:r>
              <a:rPr lang="fr-FR" noProof="0" dirty="0">
                <a:latin typeface="Arial" panose="020B0604020202020204" pitchFamily="34" charset="0"/>
                <a:cs typeface="Arial" panose="020B0604020202020204" pitchFamily="34" charset="0"/>
                <a:sym typeface="+mn-ea"/>
              </a:rPr>
              <a:t> </a:t>
            </a:r>
          </a:p>
        </p:txBody>
      </p:sp>
    </p:spTree>
    <p:extLst>
      <p:ext uri="{BB962C8B-B14F-4D97-AF65-F5344CB8AC3E}">
        <p14:creationId xmlns:p14="http://schemas.microsoft.com/office/powerpoint/2010/main" val="3096534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
          <p:cNvSpPr txBox="1">
            <a:spLocks noGrp="1"/>
          </p:cNvSpPr>
          <p:nvPr>
            <p:ph type="sldNum" idx="12"/>
          </p:nvPr>
        </p:nvSpPr>
        <p:spPr>
          <a:xfrm>
            <a:off x="11296611" y="6217623"/>
            <a:ext cx="731600" cy="524800"/>
          </a:xfrm>
          <a:prstGeom prst="rect">
            <a:avLst/>
          </a:prstGeom>
          <a:noFill/>
          <a:ln>
            <a:noFill/>
          </a:ln>
        </p:spPr>
        <p:txBody>
          <a:bodyPr spcFirstLastPara="1" wrap="square" lIns="121889" tIns="121889" rIns="121889" bIns="121889" anchor="ctr" anchorCtr="0">
            <a:normAutofit/>
          </a:bodyPr>
          <a:lstStyle/>
          <a:p>
            <a:pPr>
              <a:buSzPts val="1000"/>
            </a:pPr>
            <a:fld id="{00000000-1234-1234-1234-123412341234}" type="slidenum">
              <a:rPr lang="fr-FR" sz="1600" noProof="0" smtClean="0"/>
              <a:pPr>
                <a:buSzPts val="1000"/>
              </a:pPr>
              <a:t>33</a:t>
            </a:fld>
            <a:endParaRPr lang="fr-FR" sz="1600" noProof="0" dirty="0"/>
          </a:p>
        </p:txBody>
      </p:sp>
      <p:sp>
        <p:nvSpPr>
          <p:cNvPr id="167" name="Google Shape;167;p1"/>
          <p:cNvSpPr txBox="1"/>
          <p:nvPr/>
        </p:nvSpPr>
        <p:spPr>
          <a:xfrm>
            <a:off x="295033" y="5920422"/>
            <a:ext cx="3302000" cy="353943"/>
          </a:xfrm>
          <a:prstGeom prst="rect">
            <a:avLst/>
          </a:prstGeom>
          <a:noFill/>
          <a:ln>
            <a:noFill/>
          </a:ln>
        </p:spPr>
        <p:txBody>
          <a:bodyPr spcFirstLastPara="1" wrap="square" lIns="0" tIns="0" rIns="0" bIns="0" anchor="t" anchorCtr="0">
            <a:spAutoFit/>
          </a:bodyPr>
          <a:lstStyle/>
          <a:p>
            <a:pPr>
              <a:buClr>
                <a:srgbClr val="000000"/>
              </a:buClr>
              <a:buSzPts val="1700"/>
            </a:pPr>
            <a:r>
              <a:rPr lang="fr-FR" sz="2300" noProof="0" dirty="0" err="1">
                <a:solidFill>
                  <a:srgbClr val="FFFFFF"/>
                </a:solidFill>
                <a:latin typeface="Arial" panose="020B0604020202020204"/>
                <a:ea typeface="Arial" panose="020B0604020202020204"/>
                <a:cs typeface="Arial" panose="020B0604020202020204"/>
                <a:sym typeface="Arial" panose="020B0604020202020204"/>
              </a:rPr>
              <a:t>October</a:t>
            </a:r>
            <a:r>
              <a:rPr lang="fr-FR" sz="2300" noProof="0" dirty="0">
                <a:solidFill>
                  <a:srgbClr val="FFFFFF"/>
                </a:solidFill>
                <a:latin typeface="Arial" panose="020B0604020202020204"/>
                <a:ea typeface="Arial" panose="020B0604020202020204"/>
                <a:cs typeface="Arial" panose="020B0604020202020204"/>
                <a:sym typeface="Arial" panose="020B0604020202020204"/>
              </a:rPr>
              <a:t> 2024</a:t>
            </a:r>
          </a:p>
        </p:txBody>
      </p:sp>
      <p:pic>
        <p:nvPicPr>
          <p:cNvPr id="168" name="Google Shape;168;p1"/>
          <p:cNvPicPr preferRelativeResize="0"/>
          <p:nvPr/>
        </p:nvPicPr>
        <p:blipFill rotWithShape="1">
          <a:blip r:embed="rId3"/>
          <a:srcRect l="-17785"/>
          <a:stretch>
            <a:fillRect/>
          </a:stretch>
        </p:blipFill>
        <p:spPr>
          <a:xfrm>
            <a:off x="-683501" y="1646449"/>
            <a:ext cx="4526453" cy="3703151"/>
          </a:xfrm>
          <a:prstGeom prst="rect">
            <a:avLst/>
          </a:prstGeom>
          <a:noFill/>
          <a:ln>
            <a:noFill/>
          </a:ln>
        </p:spPr>
      </p:pic>
      <p:sp>
        <p:nvSpPr>
          <p:cNvPr id="169" name="Google Shape;169;p1"/>
          <p:cNvSpPr txBox="1"/>
          <p:nvPr/>
        </p:nvSpPr>
        <p:spPr>
          <a:xfrm>
            <a:off x="4317357" y="2550226"/>
            <a:ext cx="7874643" cy="1210916"/>
          </a:xfrm>
          <a:prstGeom prst="rect">
            <a:avLst/>
          </a:prstGeom>
          <a:noFill/>
          <a:ln>
            <a:noFill/>
          </a:ln>
        </p:spPr>
        <p:txBody>
          <a:bodyPr spcFirstLastPara="1" wrap="square" lIns="0" tIns="0" rIns="0" bIns="0" anchor="t" anchorCtr="0">
            <a:noAutofit/>
          </a:bodyPr>
          <a:lstStyle/>
          <a:p>
            <a:pPr>
              <a:buClr>
                <a:srgbClr val="000000"/>
              </a:buClr>
              <a:buSzPts val="1500"/>
            </a:pPr>
            <a:r>
              <a:rPr lang="fr-FR" sz="4000" b="1" noProof="0" dirty="0">
                <a:solidFill>
                  <a:srgbClr val="145ABE"/>
                </a:solidFill>
                <a:latin typeface="Arial" panose="020B0604020202020204" pitchFamily="34" charset="0"/>
                <a:ea typeface="Times New Roman" panose="02020603050405020304"/>
                <a:cs typeface="Arial" panose="020B0604020202020204" pitchFamily="34" charset="0"/>
                <a:sym typeface="Times New Roman" panose="02020603050405020304"/>
              </a:rPr>
              <a:t>RECOMMANDATIONS/</a:t>
            </a:r>
            <a:endParaRPr lang="fr-FR" sz="4000" b="1" noProof="0" dirty="0">
              <a:solidFill>
                <a:srgbClr val="145ABE"/>
              </a:solidFill>
              <a:latin typeface="Arial" panose="020B0604020202020204" pitchFamily="34" charset="0"/>
              <a:ea typeface="Times New Roman" panose="02020603050405020304"/>
              <a:cs typeface="Arial" panose="020B0604020202020204" pitchFamily="34" charset="0"/>
            </a:endParaRPr>
          </a:p>
          <a:p>
            <a:pPr>
              <a:buClr>
                <a:srgbClr val="000000"/>
              </a:buClr>
              <a:buSzPts val="1500"/>
            </a:pPr>
            <a:r>
              <a:rPr lang="fr-FR" sz="4000" b="1" noProof="0" dirty="0">
                <a:solidFill>
                  <a:srgbClr val="145ABE"/>
                </a:solidFill>
                <a:latin typeface="Arial" panose="020B0604020202020204" pitchFamily="34" charset="0"/>
                <a:ea typeface="Times New Roman" panose="02020603050405020304"/>
                <a:cs typeface="Arial" panose="020B0604020202020204" pitchFamily="34" charset="0"/>
                <a:sym typeface="Times New Roman" panose="02020603050405020304"/>
              </a:rPr>
              <a:t>ACTIONS PRIORITAIRES POUR 2026</a:t>
            </a:r>
            <a:endParaRPr lang="fr-FR" sz="4000" b="1" noProof="0" dirty="0">
              <a:solidFill>
                <a:srgbClr val="145ABE"/>
              </a:solidFill>
              <a:latin typeface="Arial" panose="020B0604020202020204" pitchFamily="34" charset="0"/>
              <a:ea typeface="Times New Roman" panose="02020603050405020304"/>
              <a:cs typeface="Arial" panose="020B0604020202020204" pitchFamily="34" charset="0"/>
            </a:endParaRPr>
          </a:p>
        </p:txBody>
      </p:sp>
      <p:sp>
        <p:nvSpPr>
          <p:cNvPr id="170" name="Google Shape;170;p1"/>
          <p:cNvSpPr/>
          <p:nvPr/>
        </p:nvSpPr>
        <p:spPr>
          <a:xfrm>
            <a:off x="3603471" y="2495400"/>
            <a:ext cx="373600" cy="1867200"/>
          </a:xfrm>
          <a:prstGeom prst="rect">
            <a:avLst/>
          </a:prstGeom>
          <a:solidFill>
            <a:srgbClr val="145ABE"/>
          </a:solidFill>
          <a:ln>
            <a:noFill/>
          </a:ln>
        </p:spPr>
        <p:txBody>
          <a:bodyPr spcFirstLastPara="1" wrap="square" lIns="91424" tIns="91424" rIns="91424" bIns="91424" anchor="ctr" anchorCtr="0">
            <a:noAutofit/>
          </a:bodyPr>
          <a:lstStyle/>
          <a:p>
            <a:pPr>
              <a:buClr>
                <a:srgbClr val="000000"/>
              </a:buClr>
              <a:buSzPts val="1100"/>
            </a:pPr>
            <a:endParaRPr lang="fr-FR" sz="1500" noProof="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6"/>
          <p:cNvSpPr txBox="1"/>
          <p:nvPr/>
        </p:nvSpPr>
        <p:spPr>
          <a:xfrm>
            <a:off x="458592" y="317941"/>
            <a:ext cx="11274800" cy="731600"/>
          </a:xfrm>
          <a:prstGeom prst="rect">
            <a:avLst/>
          </a:prstGeom>
          <a:noFill/>
          <a:ln>
            <a:noFill/>
          </a:ln>
        </p:spPr>
        <p:txBody>
          <a:bodyPr spcFirstLastPara="1" wrap="square" lIns="0" tIns="0" rIns="0" bIns="0" anchor="t" anchorCtr="0">
            <a:noAutofit/>
          </a:bodyPr>
          <a:lstStyle/>
          <a:p>
            <a:pPr>
              <a:buSzPts val="1100"/>
            </a:pPr>
            <a:r>
              <a:rPr lang="fr-FR" sz="3200" b="1" noProof="0" dirty="0">
                <a:solidFill>
                  <a:srgbClr val="0070C0"/>
                </a:solidFill>
                <a:latin typeface="+mj-lt"/>
                <a:ea typeface="Times New Roman" panose="02020603050405020304"/>
                <a:cs typeface="Times New Roman" panose="02020603050405020304"/>
                <a:sym typeface="Times New Roman" panose="02020603050405020304"/>
              </a:rPr>
              <a:t>Recommandations </a:t>
            </a:r>
          </a:p>
        </p:txBody>
      </p:sp>
      <p:sp>
        <p:nvSpPr>
          <p:cNvPr id="222" name="Google Shape;222;p16"/>
          <p:cNvSpPr/>
          <p:nvPr/>
        </p:nvSpPr>
        <p:spPr>
          <a:xfrm>
            <a:off x="0" y="272241"/>
            <a:ext cx="235600" cy="655200"/>
          </a:xfrm>
          <a:prstGeom prst="rect">
            <a:avLst/>
          </a:prstGeom>
          <a:solidFill>
            <a:srgbClr val="1155CC"/>
          </a:solidFill>
          <a:ln>
            <a:noFill/>
          </a:ln>
        </p:spPr>
        <p:txBody>
          <a:bodyPr spcFirstLastPara="1" wrap="square" lIns="91392" tIns="91392" rIns="91392" bIns="91392" anchor="ctr" anchorCtr="0">
            <a:noAutofit/>
          </a:bodyPr>
          <a:lstStyle/>
          <a:p>
            <a:endParaRPr lang="fr-FR" noProof="0" dirty="0">
              <a:solidFill>
                <a:srgbClr val="0070C0"/>
              </a:solidFill>
              <a:latin typeface="+mj-lt"/>
              <a:ea typeface="Times New Roman" panose="02020603050405020304"/>
              <a:cs typeface="Times New Roman" panose="02020603050405020304"/>
              <a:sym typeface="Times New Roman" panose="02020603050405020304"/>
            </a:endParaRPr>
          </a:p>
        </p:txBody>
      </p:sp>
      <p:sp>
        <p:nvSpPr>
          <p:cNvPr id="224" name="Google Shape;224;p16"/>
          <p:cNvSpPr txBox="1"/>
          <p:nvPr/>
        </p:nvSpPr>
        <p:spPr>
          <a:xfrm>
            <a:off x="267700" y="6492847"/>
            <a:ext cx="11414800" cy="184151"/>
          </a:xfrm>
          <a:prstGeom prst="rect">
            <a:avLst/>
          </a:prstGeom>
          <a:noFill/>
          <a:ln>
            <a:noFill/>
          </a:ln>
        </p:spPr>
        <p:txBody>
          <a:bodyPr spcFirstLastPara="1" wrap="square" lIns="0" tIns="0" rIns="121889" bIns="0" anchor="t" anchorCtr="0">
            <a:spAutoFit/>
          </a:bodyPr>
          <a:lstStyle/>
          <a:p>
            <a:r>
              <a:rPr lang="fr-FR" sz="1200" b="1" noProof="0" dirty="0">
                <a:solidFill>
                  <a:srgbClr val="1155CC"/>
                </a:solidFill>
                <a:latin typeface="+mj-lt"/>
                <a:ea typeface="Times New Roman" panose="02020603050405020304"/>
                <a:cs typeface="Times New Roman" panose="02020603050405020304"/>
                <a:sym typeface="Times New Roman" panose="02020603050405020304"/>
              </a:rPr>
              <a:t>Revue annuelle PEV 2025</a:t>
            </a:r>
          </a:p>
        </p:txBody>
      </p:sp>
      <p:sp>
        <p:nvSpPr>
          <p:cNvPr id="12" name="Zone de texte 11"/>
          <p:cNvSpPr txBox="1"/>
          <p:nvPr/>
        </p:nvSpPr>
        <p:spPr>
          <a:xfrm>
            <a:off x="216536" y="1375409"/>
            <a:ext cx="11388725" cy="5034280"/>
          </a:xfrm>
          <a:prstGeom prst="rect">
            <a:avLst/>
          </a:prstGeom>
          <a:noFill/>
        </p:spPr>
        <p:txBody>
          <a:bodyPr wrap="square" lIns="91432" tIns="45718" rIns="91432" bIns="45718" rtlCol="0" anchor="t">
            <a:noAutofit/>
          </a:bodyPr>
          <a:lstStyle/>
          <a:p>
            <a:pPr marL="457200" indent="-457200">
              <a:buAutoNum type="arabicPeriod"/>
            </a:pPr>
            <a:r>
              <a:rPr lang="fr-FR" sz="2000" noProof="0" dirty="0">
                <a:latin typeface="+mj-lt"/>
                <a:cs typeface="Arial"/>
              </a:rPr>
              <a:t>Approfondir la réflexion avec la DGOGS sur le paramétrage des organes de PARTICOM et les AGR dans le DHIS2;</a:t>
            </a:r>
          </a:p>
          <a:p>
            <a:pPr marL="457200" indent="-457200">
              <a:buAutoNum type="arabicPeriod"/>
            </a:pPr>
            <a:r>
              <a:rPr lang="fr-FR" sz="2000" noProof="0" dirty="0">
                <a:latin typeface="+mj-lt"/>
                <a:cs typeface="Arial"/>
              </a:rPr>
              <a:t>Accompagner le REPAV national dans le suivi des engagements au niveau national et provincial (Suivi des REPACAV provinciaux);</a:t>
            </a:r>
          </a:p>
          <a:p>
            <a:pPr marL="457200" indent="-457200">
              <a:buAutoNum type="arabicPeriod"/>
            </a:pPr>
            <a:r>
              <a:rPr lang="fr-FR" sz="2000" noProof="0" dirty="0">
                <a:latin typeface="+mj-lt"/>
                <a:cs typeface="Arial"/>
              </a:rPr>
              <a:t>Organiser l'évaluation de l'identification et suivi des EZD et SV avec le DHIS2 tracker dans les 11 DPS et étendre l'usage dans les 26 DPS;</a:t>
            </a:r>
          </a:p>
          <a:p>
            <a:pPr marL="457200" indent="-457200">
              <a:buAutoNum type="arabicPeriod"/>
            </a:pPr>
            <a:r>
              <a:rPr lang="fr-FR" sz="2000" noProof="0" dirty="0">
                <a:latin typeface="+mj-lt"/>
                <a:ea typeface="+mn-lt"/>
                <a:cs typeface="+mn-lt"/>
              </a:rPr>
              <a:t>Structurer un réseau durable de Partenaires Non-Traditionnels de la vaccination de routine pour renforcer l’engagement communautaire et l'introduction de nouveaux vaccins; </a:t>
            </a:r>
            <a:endParaRPr lang="fr-FR" noProof="0" dirty="0">
              <a:latin typeface="+mj-lt"/>
              <a:ea typeface="+mn-lt"/>
              <a:cs typeface="+mn-lt"/>
            </a:endParaRPr>
          </a:p>
          <a:p>
            <a:pPr marL="457200" indent="-457200">
              <a:buAutoNum type="arabicPeriod"/>
            </a:pPr>
            <a:r>
              <a:rPr lang="fr-FR" noProof="0" dirty="0">
                <a:latin typeface="+mj-lt"/>
                <a:ea typeface="+mn-lt"/>
                <a:cs typeface="+mn-lt"/>
              </a:rPr>
              <a:t>Mobiliser systématiquement les leaders religieux, coutumiers et organisations féminines pour la promotion de la vaccination.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6"/>
          <p:cNvSpPr txBox="1"/>
          <p:nvPr/>
        </p:nvSpPr>
        <p:spPr>
          <a:xfrm>
            <a:off x="458592" y="3465"/>
            <a:ext cx="11274800" cy="731600"/>
          </a:xfrm>
          <a:prstGeom prst="rect">
            <a:avLst/>
          </a:prstGeom>
          <a:noFill/>
          <a:ln>
            <a:noFill/>
          </a:ln>
        </p:spPr>
        <p:txBody>
          <a:bodyPr spcFirstLastPara="1" wrap="square" lIns="0" tIns="0" rIns="0" bIns="0" anchor="t" anchorCtr="0">
            <a:noAutofit/>
          </a:bodyPr>
          <a:lstStyle/>
          <a:p>
            <a:pPr>
              <a:buSzPts val="1100"/>
            </a:pPr>
            <a:r>
              <a:rPr lang="fr-FR" sz="3200" b="1" noProof="0" dirty="0">
                <a:solidFill>
                  <a:srgbClr val="0070C0"/>
                </a:solidFill>
                <a:latin typeface="+mj-lt"/>
                <a:ea typeface="Times New Roman" panose="02020603050405020304"/>
                <a:cs typeface="Times New Roman" panose="02020603050405020304"/>
                <a:sym typeface="Times New Roman" panose="02020603050405020304"/>
              </a:rPr>
              <a:t>Actions prioritaires pour 2026 </a:t>
            </a:r>
          </a:p>
        </p:txBody>
      </p:sp>
      <p:sp>
        <p:nvSpPr>
          <p:cNvPr id="222" name="Google Shape;222;p16"/>
          <p:cNvSpPr/>
          <p:nvPr/>
        </p:nvSpPr>
        <p:spPr>
          <a:xfrm>
            <a:off x="0" y="272241"/>
            <a:ext cx="235600" cy="655200"/>
          </a:xfrm>
          <a:prstGeom prst="rect">
            <a:avLst/>
          </a:prstGeom>
          <a:solidFill>
            <a:srgbClr val="1155CC"/>
          </a:solidFill>
          <a:ln>
            <a:noFill/>
          </a:ln>
        </p:spPr>
        <p:txBody>
          <a:bodyPr spcFirstLastPara="1" wrap="square" lIns="91392" tIns="91392" rIns="91392" bIns="91392" anchor="ctr" anchorCtr="0">
            <a:noAutofit/>
          </a:bodyPr>
          <a:lstStyle/>
          <a:p>
            <a:endParaRPr lang="fr-FR" noProof="0" dirty="0">
              <a:solidFill>
                <a:srgbClr val="0070C0"/>
              </a:solidFill>
              <a:latin typeface="+mj-lt"/>
              <a:ea typeface="Times New Roman" panose="02020603050405020304"/>
              <a:cs typeface="Times New Roman" panose="02020603050405020304"/>
              <a:sym typeface="Times New Roman" panose="02020603050405020304"/>
            </a:endParaRPr>
          </a:p>
        </p:txBody>
      </p:sp>
      <p:sp>
        <p:nvSpPr>
          <p:cNvPr id="224" name="Google Shape;224;p16"/>
          <p:cNvSpPr txBox="1"/>
          <p:nvPr/>
        </p:nvSpPr>
        <p:spPr>
          <a:xfrm>
            <a:off x="267700" y="6492847"/>
            <a:ext cx="11414800" cy="184151"/>
          </a:xfrm>
          <a:prstGeom prst="rect">
            <a:avLst/>
          </a:prstGeom>
          <a:noFill/>
          <a:ln>
            <a:noFill/>
          </a:ln>
        </p:spPr>
        <p:txBody>
          <a:bodyPr spcFirstLastPara="1" wrap="square" lIns="0" tIns="0" rIns="121889" bIns="0" anchor="t" anchorCtr="0">
            <a:spAutoFit/>
          </a:bodyPr>
          <a:lstStyle/>
          <a:p>
            <a:r>
              <a:rPr lang="fr-FR" sz="1200" b="1" noProof="0" dirty="0">
                <a:solidFill>
                  <a:srgbClr val="1155CC"/>
                </a:solidFill>
                <a:latin typeface="+mj-lt"/>
                <a:ea typeface="Times New Roman" panose="02020603050405020304"/>
                <a:cs typeface="Times New Roman" panose="02020603050405020304"/>
                <a:sym typeface="Times New Roman" panose="02020603050405020304"/>
              </a:rPr>
              <a:t>Revue annuelle PEV 2025</a:t>
            </a:r>
          </a:p>
        </p:txBody>
      </p:sp>
      <p:graphicFrame>
        <p:nvGraphicFramePr>
          <p:cNvPr id="6" name="Tableau 5">
            <a:extLst>
              <a:ext uri="{FF2B5EF4-FFF2-40B4-BE49-F238E27FC236}">
                <a16:creationId xmlns:a16="http://schemas.microsoft.com/office/drawing/2014/main" id="{96665461-117A-C9D1-9FC9-30C7B51447DA}"/>
              </a:ext>
            </a:extLst>
          </p:cNvPr>
          <p:cNvGraphicFramePr>
            <a:graphicFrameLocks noGrp="1"/>
          </p:cNvGraphicFramePr>
          <p:nvPr>
            <p:extLst>
              <p:ext uri="{D42A27DB-BD31-4B8C-83A1-F6EECF244321}">
                <p14:modId xmlns:p14="http://schemas.microsoft.com/office/powerpoint/2010/main" val="467327926"/>
              </p:ext>
            </p:extLst>
          </p:nvPr>
        </p:nvGraphicFramePr>
        <p:xfrm>
          <a:off x="-48381" y="483809"/>
          <a:ext cx="12175355" cy="6210356"/>
        </p:xfrm>
        <a:graphic>
          <a:graphicData uri="http://schemas.openxmlformats.org/drawingml/2006/table">
            <a:tbl>
              <a:tblPr firstRow="1" bandRow="1">
                <a:tableStyleId>{5C22544A-7EE6-4342-B048-85BDC9FD1C3A}</a:tableStyleId>
              </a:tblPr>
              <a:tblGrid>
                <a:gridCol w="510580">
                  <a:extLst>
                    <a:ext uri="{9D8B030D-6E8A-4147-A177-3AD203B41FA5}">
                      <a16:colId xmlns:a16="http://schemas.microsoft.com/office/drawing/2014/main" val="784215050"/>
                    </a:ext>
                  </a:extLst>
                </a:gridCol>
                <a:gridCol w="9683491">
                  <a:extLst>
                    <a:ext uri="{9D8B030D-6E8A-4147-A177-3AD203B41FA5}">
                      <a16:colId xmlns:a16="http://schemas.microsoft.com/office/drawing/2014/main" val="1229505585"/>
                    </a:ext>
                  </a:extLst>
                </a:gridCol>
                <a:gridCol w="1981284">
                  <a:extLst>
                    <a:ext uri="{9D8B030D-6E8A-4147-A177-3AD203B41FA5}">
                      <a16:colId xmlns:a16="http://schemas.microsoft.com/office/drawing/2014/main" val="2635675131"/>
                    </a:ext>
                  </a:extLst>
                </a:gridCol>
              </a:tblGrid>
              <a:tr h="450751">
                <a:tc>
                  <a:txBody>
                    <a:bodyPr/>
                    <a:lstStyle/>
                    <a:p>
                      <a:pPr lvl="0" algn="ctr">
                        <a:buNone/>
                      </a:pPr>
                      <a:r>
                        <a:rPr lang="fr-FR" sz="1600" noProof="0" dirty="0">
                          <a:latin typeface="+mj-lt"/>
                        </a:rPr>
                        <a:t>N°</a:t>
                      </a:r>
                    </a:p>
                  </a:txBody>
                  <a:tcPr/>
                </a:tc>
                <a:tc>
                  <a:txBody>
                    <a:bodyPr/>
                    <a:lstStyle/>
                    <a:p>
                      <a:pPr algn="ctr"/>
                      <a:r>
                        <a:rPr lang="fr-FR" sz="1600" noProof="0" dirty="0">
                          <a:latin typeface="+mj-lt"/>
                        </a:rPr>
                        <a:t>INTERVENTIONS CLEES</a:t>
                      </a:r>
                    </a:p>
                  </a:txBody>
                  <a:tcPr/>
                </a:tc>
                <a:tc>
                  <a:txBody>
                    <a:bodyPr/>
                    <a:lstStyle/>
                    <a:p>
                      <a:pPr lvl="0" algn="ctr">
                        <a:buNone/>
                      </a:pPr>
                      <a:r>
                        <a:rPr lang="fr-FR" sz="1600" noProof="0" dirty="0">
                          <a:latin typeface="+mj-lt"/>
                        </a:rPr>
                        <a:t>OBSERVATIONS</a:t>
                      </a:r>
                    </a:p>
                  </a:txBody>
                  <a:tcPr/>
                </a:tc>
                <a:extLst>
                  <a:ext uri="{0D108BD9-81ED-4DB2-BD59-A6C34878D82A}">
                    <a16:rowId xmlns:a16="http://schemas.microsoft.com/office/drawing/2014/main" val="2617990341"/>
                  </a:ext>
                </a:extLst>
              </a:tr>
              <a:tr h="784642">
                <a:tc>
                  <a:txBody>
                    <a:bodyPr/>
                    <a:lstStyle/>
                    <a:p>
                      <a:pPr lvl="0" algn="ctr">
                        <a:buNone/>
                      </a:pPr>
                      <a:r>
                        <a:rPr lang="fr-FR" sz="1100" b="0" i="0" u="none" strike="noStrike" noProof="0" dirty="0">
                          <a:latin typeface="+mj-lt"/>
                        </a:rPr>
                        <a:t>1</a:t>
                      </a:r>
                      <a:endParaRPr lang="fr-FR" sz="1100" noProof="0" dirty="0">
                        <a:latin typeface="+mj-lt"/>
                      </a:endParaRPr>
                    </a:p>
                  </a:txBody>
                  <a:tcPr/>
                </a:tc>
                <a:tc>
                  <a:txBody>
                    <a:bodyPr/>
                    <a:lstStyle/>
                    <a:p>
                      <a:pPr lvl="0">
                        <a:buNone/>
                      </a:pPr>
                      <a:r>
                        <a:rPr lang="fr-FR" sz="1400" b="0" i="0" u="none" strike="noStrike" cap="none" noProof="0" dirty="0">
                          <a:solidFill>
                            <a:schemeClr val="dk1"/>
                          </a:solidFill>
                          <a:latin typeface="+mj-lt"/>
                          <a:ea typeface="+mn-ea"/>
                          <a:cs typeface="+mn-cs"/>
                          <a:sym typeface="Arial" panose="020B0604020202020204"/>
                        </a:rPr>
                        <a:t>Appuyer la mise en place/redynamisation des CAC, CODESA,UCODESA et autres OPACO dans les 519 ZS des 26 DPS : Produire les outils de rapportage et supports de communication pour les CAC-RECO/CODESA/UCODESA et autres OPACO</a:t>
                      </a:r>
                    </a:p>
                  </a:txBody>
                  <a:tcPr/>
                </a:tc>
                <a:tc>
                  <a:txBody>
                    <a:bodyPr/>
                    <a:lstStyle/>
                    <a:p>
                      <a:pPr lvl="0">
                        <a:buNone/>
                      </a:pPr>
                      <a:endParaRPr lang="fr-FR" sz="3200" noProof="0" dirty="0">
                        <a:latin typeface="+mj-lt"/>
                      </a:endParaRPr>
                    </a:p>
                  </a:txBody>
                  <a:tcPr/>
                </a:tc>
                <a:extLst>
                  <a:ext uri="{0D108BD9-81ED-4DB2-BD59-A6C34878D82A}">
                    <a16:rowId xmlns:a16="http://schemas.microsoft.com/office/drawing/2014/main" val="3256615449"/>
                  </a:ext>
                </a:extLst>
              </a:tr>
              <a:tr h="784642">
                <a:tc>
                  <a:txBody>
                    <a:bodyPr/>
                    <a:lstStyle/>
                    <a:p>
                      <a:pPr lvl="0" algn="ctr">
                        <a:buNone/>
                      </a:pPr>
                      <a:r>
                        <a:rPr lang="fr-FR" sz="1100" b="1" i="0" u="none" strike="noStrike" noProof="0" dirty="0">
                          <a:latin typeface="+mj-lt"/>
                        </a:rPr>
                        <a:t>2</a:t>
                      </a:r>
                      <a:endParaRPr lang="fr-FR" sz="1100" noProof="0" dirty="0">
                        <a:latin typeface="+mj-lt"/>
                      </a:endParaRPr>
                    </a:p>
                  </a:txBody>
                  <a:tcPr/>
                </a:tc>
                <a:tc>
                  <a:txBody>
                    <a:bodyPr/>
                    <a:lstStyle/>
                    <a:p>
                      <a:pPr lvl="0">
                        <a:buNone/>
                      </a:pPr>
                      <a:r>
                        <a:rPr lang="fr-FR" sz="1400" b="0" i="0" u="none" strike="noStrike" cap="none" noProof="0" dirty="0">
                          <a:solidFill>
                            <a:schemeClr val="dk1"/>
                          </a:solidFill>
                          <a:latin typeface="+mj-lt"/>
                          <a:ea typeface="+mn-ea"/>
                          <a:cs typeface="+mn-cs"/>
                          <a:sym typeface="Arial" panose="020B0604020202020204"/>
                        </a:rPr>
                        <a:t>Appuyer l'intégration des approches Design Centré sur l'Humain, sciences comportementales, </a:t>
                      </a:r>
                      <a:r>
                        <a:rPr lang="fr-FR" sz="1400" b="0" i="0" u="none" strike="noStrike" cap="none" noProof="0" dirty="0" err="1">
                          <a:solidFill>
                            <a:schemeClr val="dk1"/>
                          </a:solidFill>
                          <a:latin typeface="+mj-lt"/>
                          <a:ea typeface="+mn-ea"/>
                          <a:cs typeface="+mn-cs"/>
                          <a:sym typeface="Arial" panose="020B0604020202020204"/>
                        </a:rPr>
                        <a:t>deviance</a:t>
                      </a:r>
                      <a:r>
                        <a:rPr lang="fr-FR" sz="1400" b="0" i="0" u="none" strike="noStrike" cap="none" noProof="0" dirty="0">
                          <a:solidFill>
                            <a:schemeClr val="dk1"/>
                          </a:solidFill>
                          <a:latin typeface="+mj-lt"/>
                          <a:ea typeface="+mn-ea"/>
                          <a:cs typeface="+mn-cs"/>
                          <a:sym typeface="Arial" panose="020B0604020202020204"/>
                        </a:rPr>
                        <a:t> positive et planification en faveur de la prise en compte des besoins de la communautés dans l'organisation des services de vaccination dans les  DPS </a:t>
                      </a:r>
                      <a:r>
                        <a:rPr lang="fr-FR" sz="1400" b="0" i="0" u="none" strike="noStrike" cap="none" noProof="0" dirty="0" err="1">
                          <a:solidFill>
                            <a:schemeClr val="dk1"/>
                          </a:solidFill>
                          <a:latin typeface="+mj-lt"/>
                          <a:ea typeface="+mn-ea"/>
                          <a:cs typeface="+mn-cs"/>
                          <a:sym typeface="Arial" panose="020B0604020202020204"/>
                        </a:rPr>
                        <a:t>Kasai</a:t>
                      </a:r>
                      <a:r>
                        <a:rPr lang="fr-FR" sz="1400" b="0" i="0" u="none" strike="noStrike" cap="none" noProof="0" dirty="0">
                          <a:solidFill>
                            <a:schemeClr val="dk1"/>
                          </a:solidFill>
                          <a:latin typeface="+mj-lt"/>
                          <a:ea typeface="+mn-ea"/>
                          <a:cs typeface="+mn-cs"/>
                          <a:sym typeface="Arial" panose="020B0604020202020204"/>
                        </a:rPr>
                        <a:t> Oriental et </a:t>
                      </a:r>
                      <a:r>
                        <a:rPr lang="fr-FR" sz="1400" b="0" i="0" u="none" strike="noStrike" cap="none" noProof="0" dirty="0" err="1">
                          <a:solidFill>
                            <a:schemeClr val="dk1"/>
                          </a:solidFill>
                          <a:latin typeface="+mj-lt"/>
                          <a:ea typeface="+mn-ea"/>
                          <a:cs typeface="+mn-cs"/>
                          <a:sym typeface="Arial" panose="020B0604020202020204"/>
                        </a:rPr>
                        <a:t>Tshuapa</a:t>
                      </a:r>
                      <a:r>
                        <a:rPr lang="fr-FR" sz="1400" b="0" i="0" u="none" strike="noStrike" cap="none" noProof="0" dirty="0">
                          <a:solidFill>
                            <a:schemeClr val="dk1"/>
                          </a:solidFill>
                          <a:latin typeface="+mj-lt"/>
                          <a:ea typeface="+mn-ea"/>
                          <a:cs typeface="+mn-cs"/>
                          <a:sym typeface="Arial" panose="020B0604020202020204"/>
                        </a:rPr>
                        <a:t> nécessitant un appui spécifique(s)</a:t>
                      </a:r>
                    </a:p>
                  </a:txBody>
                  <a:tcPr/>
                </a:tc>
                <a:tc>
                  <a:txBody>
                    <a:bodyPr/>
                    <a:lstStyle/>
                    <a:p>
                      <a:pPr lvl="0">
                        <a:buNone/>
                      </a:pPr>
                      <a:endParaRPr lang="fr-FR" sz="3200" noProof="0" dirty="0">
                        <a:latin typeface="+mj-lt"/>
                      </a:endParaRPr>
                    </a:p>
                  </a:txBody>
                  <a:tcPr/>
                </a:tc>
                <a:extLst>
                  <a:ext uri="{0D108BD9-81ED-4DB2-BD59-A6C34878D82A}">
                    <a16:rowId xmlns:a16="http://schemas.microsoft.com/office/drawing/2014/main" val="2580473211"/>
                  </a:ext>
                </a:extLst>
              </a:tr>
              <a:tr h="1018365">
                <a:tc>
                  <a:txBody>
                    <a:bodyPr/>
                    <a:lstStyle/>
                    <a:p>
                      <a:pPr lvl="0" algn="ctr">
                        <a:buNone/>
                      </a:pPr>
                      <a:r>
                        <a:rPr lang="fr-FR" sz="1100" b="0" i="0" u="none" strike="noStrike" noProof="0" dirty="0">
                          <a:latin typeface="+mj-lt"/>
                        </a:rPr>
                        <a:t>3</a:t>
                      </a:r>
                      <a:endParaRPr lang="fr-FR" sz="1100" noProof="0" dirty="0">
                        <a:latin typeface="+mj-lt"/>
                      </a:endParaRPr>
                    </a:p>
                  </a:txBody>
                  <a:tcPr/>
                </a:tc>
                <a:tc>
                  <a:txBody>
                    <a:bodyPr/>
                    <a:lstStyle/>
                    <a:p>
                      <a:pPr lvl="0">
                        <a:buNone/>
                      </a:pPr>
                      <a:r>
                        <a:rPr lang="fr-FR" sz="1400" b="0" i="0" u="none" strike="noStrike" noProof="0" dirty="0">
                          <a:latin typeface="+mj-lt"/>
                        </a:rPr>
                        <a:t>Mettre en œuvre le paquet des activités communautaires pour induire le comportement en faveur des bonnes pratiques essentielles dans la communauté dont la vaccination systématique dans les 6 DPS spécifiques (</a:t>
                      </a:r>
                      <a:r>
                        <a:rPr lang="fr-FR" sz="1400" b="0" i="0" u="none" strike="noStrike" noProof="0" dirty="0" err="1">
                          <a:latin typeface="+mj-lt"/>
                        </a:rPr>
                        <a:t>Tshopo</a:t>
                      </a:r>
                      <a:r>
                        <a:rPr lang="fr-FR" sz="1400" b="0" i="0" u="none" strike="noStrike" noProof="0" dirty="0">
                          <a:latin typeface="+mj-lt"/>
                        </a:rPr>
                        <a:t>, </a:t>
                      </a:r>
                      <a:r>
                        <a:rPr lang="fr-FR" sz="1400" b="0" i="0" u="none" strike="noStrike" noProof="0" dirty="0" err="1">
                          <a:latin typeface="+mj-lt"/>
                        </a:rPr>
                        <a:t>Mongala</a:t>
                      </a:r>
                      <a:r>
                        <a:rPr lang="fr-FR" sz="1400" b="0" i="0" u="none" strike="noStrike" noProof="0" dirty="0">
                          <a:latin typeface="+mj-lt"/>
                        </a:rPr>
                        <a:t>, </a:t>
                      </a:r>
                      <a:r>
                        <a:rPr lang="fr-FR" sz="1400" b="0" i="0" u="none" strike="noStrike" noProof="0" dirty="0" err="1">
                          <a:latin typeface="+mj-lt"/>
                        </a:rPr>
                        <a:t>Kasai</a:t>
                      </a:r>
                      <a:r>
                        <a:rPr lang="fr-FR" sz="1400" b="0" i="0" u="none" strike="noStrike" noProof="0" dirty="0">
                          <a:latin typeface="+mj-lt"/>
                        </a:rPr>
                        <a:t> Oriental, </a:t>
                      </a:r>
                      <a:r>
                        <a:rPr lang="fr-FR" sz="1400" b="0" i="0" u="none" strike="noStrike" noProof="0" dirty="0" err="1">
                          <a:latin typeface="+mj-lt"/>
                        </a:rPr>
                        <a:t>Maindombe</a:t>
                      </a:r>
                      <a:r>
                        <a:rPr lang="fr-FR" sz="1400" b="0" i="0" u="none" strike="noStrike" noProof="0" dirty="0">
                          <a:latin typeface="+mj-lt"/>
                        </a:rPr>
                        <a:t>, Haut Katanga et </a:t>
                      </a:r>
                      <a:r>
                        <a:rPr lang="fr-FR" sz="1400" b="0" i="0" u="none" strike="noStrike" noProof="0" dirty="0" err="1">
                          <a:latin typeface="+mj-lt"/>
                        </a:rPr>
                        <a:t>Tshuapa</a:t>
                      </a:r>
                      <a:r>
                        <a:rPr lang="fr-FR" sz="1400" b="0" i="0" u="none" strike="noStrike" noProof="0" dirty="0">
                          <a:latin typeface="+mj-lt"/>
                        </a:rPr>
                        <a:t>) et les 3 provinces humanitaires (Ituri, Nord Kivu et Sud Kivu).</a:t>
                      </a:r>
                      <a:endParaRPr lang="fr-FR" sz="1400" noProof="0" dirty="0">
                        <a:latin typeface="+mj-lt"/>
                      </a:endParaRPr>
                    </a:p>
                  </a:txBody>
                  <a:tcPr/>
                </a:tc>
                <a:tc>
                  <a:txBody>
                    <a:bodyPr/>
                    <a:lstStyle/>
                    <a:p>
                      <a:pPr lvl="0">
                        <a:buNone/>
                      </a:pPr>
                      <a:endParaRPr lang="fr-FR" sz="3200" noProof="0" dirty="0">
                        <a:latin typeface="+mj-lt"/>
                      </a:endParaRPr>
                    </a:p>
                  </a:txBody>
                  <a:tcPr/>
                </a:tc>
                <a:extLst>
                  <a:ext uri="{0D108BD9-81ED-4DB2-BD59-A6C34878D82A}">
                    <a16:rowId xmlns:a16="http://schemas.microsoft.com/office/drawing/2014/main" val="4139949341"/>
                  </a:ext>
                </a:extLst>
              </a:tr>
              <a:tr h="751252">
                <a:tc>
                  <a:txBody>
                    <a:bodyPr/>
                    <a:lstStyle/>
                    <a:p>
                      <a:pPr lvl="0" algn="ctr">
                        <a:buNone/>
                      </a:pPr>
                      <a:r>
                        <a:rPr lang="fr-FR" sz="1100" b="0" i="0" u="none" strike="noStrike" noProof="0" dirty="0">
                          <a:latin typeface="+mj-lt"/>
                        </a:rPr>
                        <a:t>4</a:t>
                      </a:r>
                      <a:endParaRPr lang="fr-FR" sz="1100" noProof="0" dirty="0">
                        <a:latin typeface="+mj-lt"/>
                      </a:endParaRPr>
                    </a:p>
                  </a:txBody>
                  <a:tcPr/>
                </a:tc>
                <a:tc>
                  <a:txBody>
                    <a:bodyPr/>
                    <a:lstStyle/>
                    <a:p>
                      <a:pPr lvl="0">
                        <a:buNone/>
                      </a:pPr>
                      <a:r>
                        <a:rPr lang="fr-FR" sz="1400" b="0" i="0" u="none" strike="noStrike" noProof="0" dirty="0">
                          <a:latin typeface="+mj-lt"/>
                        </a:rPr>
                        <a:t>Utiliser la communication numérique et le </a:t>
                      </a:r>
                      <a:r>
                        <a:rPr lang="fr-FR" sz="1400" b="0" i="0" u="none" strike="noStrike" noProof="0" dirty="0" err="1">
                          <a:latin typeface="+mj-lt"/>
                        </a:rPr>
                        <a:t>systeme</a:t>
                      </a:r>
                      <a:r>
                        <a:rPr lang="fr-FR" sz="1400" b="0" i="0" u="none" strike="noStrike" noProof="0" dirty="0">
                          <a:latin typeface="+mj-lt"/>
                        </a:rPr>
                        <a:t> d'écoute sociale online et offline pour la réalisation des actions en faveur de la vaccination au niveau national et provincial dans les 6  DPS nécessitant un appui spécifique. (s)</a:t>
                      </a:r>
                      <a:endParaRPr lang="fr-FR" sz="1400" noProof="0" dirty="0">
                        <a:latin typeface="+mj-lt"/>
                      </a:endParaRPr>
                    </a:p>
                  </a:txBody>
                  <a:tcPr/>
                </a:tc>
                <a:tc>
                  <a:txBody>
                    <a:bodyPr/>
                    <a:lstStyle/>
                    <a:p>
                      <a:pPr lvl="0">
                        <a:buNone/>
                      </a:pPr>
                      <a:endParaRPr lang="fr-FR" sz="3200" noProof="0" dirty="0">
                        <a:latin typeface="+mj-lt"/>
                      </a:endParaRPr>
                    </a:p>
                  </a:txBody>
                  <a:tcPr/>
                </a:tc>
                <a:extLst>
                  <a:ext uri="{0D108BD9-81ED-4DB2-BD59-A6C34878D82A}">
                    <a16:rowId xmlns:a16="http://schemas.microsoft.com/office/drawing/2014/main" val="782572419"/>
                  </a:ext>
                </a:extLst>
              </a:tr>
              <a:tr h="1018365">
                <a:tc>
                  <a:txBody>
                    <a:bodyPr/>
                    <a:lstStyle/>
                    <a:p>
                      <a:pPr lvl="0" algn="ctr">
                        <a:buNone/>
                      </a:pPr>
                      <a:r>
                        <a:rPr lang="fr-FR" sz="1100" b="0" i="0" u="none" strike="noStrike" noProof="0" dirty="0">
                          <a:solidFill>
                            <a:srgbClr val="000000"/>
                          </a:solidFill>
                          <a:latin typeface="+mj-lt"/>
                        </a:rPr>
                        <a:t>5</a:t>
                      </a:r>
                      <a:endParaRPr lang="fr-FR" sz="1100" noProof="0" dirty="0">
                        <a:latin typeface="+mj-lt"/>
                      </a:endParaRPr>
                    </a:p>
                  </a:txBody>
                  <a:tcPr/>
                </a:tc>
                <a:tc>
                  <a:txBody>
                    <a:bodyPr/>
                    <a:lstStyle/>
                    <a:p>
                      <a:pPr lvl="0">
                        <a:buNone/>
                      </a:pPr>
                      <a:r>
                        <a:rPr lang="fr-FR" sz="1400" b="0" i="0" u="none" strike="noStrike" noProof="0" dirty="0">
                          <a:solidFill>
                            <a:srgbClr val="000000"/>
                          </a:solidFill>
                          <a:latin typeface="+mj-lt"/>
                        </a:rPr>
                        <a:t>Appuyer les réseaux des associations féminines et les associations des hommes pour la réalisation des activités communautaires sur la promotion de la masculinité positive pour la vaccination, la parentalité et l'adoption des normes sociales en faveur de la vaccination au sein du couple pour les parents, les filles, garçons, et les leaders communautaires dans les provinces avec </a:t>
                      </a:r>
                      <a:r>
                        <a:rPr lang="fr-FR" sz="1400" b="0" i="0" u="none" strike="noStrike" noProof="0" dirty="0" err="1">
                          <a:solidFill>
                            <a:srgbClr val="000000"/>
                          </a:solidFill>
                          <a:latin typeface="+mj-lt"/>
                        </a:rPr>
                        <a:t>defis</a:t>
                      </a:r>
                      <a:r>
                        <a:rPr lang="fr-FR" sz="1400" b="0" i="0" u="none" strike="noStrike" noProof="0" dirty="0">
                          <a:solidFill>
                            <a:srgbClr val="000000"/>
                          </a:solidFill>
                          <a:latin typeface="+mj-lt"/>
                        </a:rPr>
                        <a:t> majeurs lies au genre (</a:t>
                      </a:r>
                      <a:r>
                        <a:rPr lang="fr-FR" sz="1400" b="0" i="0" u="none" strike="noStrike" noProof="0" dirty="0" err="1">
                          <a:solidFill>
                            <a:srgbClr val="000000"/>
                          </a:solidFill>
                          <a:latin typeface="+mj-lt"/>
                        </a:rPr>
                        <a:t>Kasai</a:t>
                      </a:r>
                      <a:r>
                        <a:rPr lang="fr-FR" sz="1400" b="0" i="0" u="none" strike="noStrike" noProof="0" dirty="0">
                          <a:solidFill>
                            <a:srgbClr val="000000"/>
                          </a:solidFill>
                          <a:latin typeface="+mj-lt"/>
                        </a:rPr>
                        <a:t> Oriental et </a:t>
                      </a:r>
                      <a:r>
                        <a:rPr lang="fr-FR" sz="1400" b="0" i="0" u="none" strike="noStrike" noProof="0" dirty="0" err="1">
                          <a:solidFill>
                            <a:srgbClr val="000000"/>
                          </a:solidFill>
                          <a:latin typeface="+mj-lt"/>
                        </a:rPr>
                        <a:t>Tshuapa</a:t>
                      </a:r>
                      <a:r>
                        <a:rPr lang="fr-FR" sz="1400" b="0" i="0" u="none" strike="noStrike" noProof="0" dirty="0">
                          <a:solidFill>
                            <a:srgbClr val="000000"/>
                          </a:solidFill>
                          <a:latin typeface="+mj-lt"/>
                        </a:rPr>
                        <a:t>)(s)</a:t>
                      </a:r>
                      <a:endParaRPr lang="fr-FR" sz="1400" noProof="0" dirty="0">
                        <a:latin typeface="+mj-lt"/>
                      </a:endParaRPr>
                    </a:p>
                  </a:txBody>
                  <a:tcPr/>
                </a:tc>
                <a:tc>
                  <a:txBody>
                    <a:bodyPr/>
                    <a:lstStyle/>
                    <a:p>
                      <a:pPr lvl="0">
                        <a:buNone/>
                      </a:pPr>
                      <a:endParaRPr lang="fr-FR" sz="3200" noProof="0" dirty="0">
                        <a:latin typeface="+mj-lt"/>
                      </a:endParaRPr>
                    </a:p>
                  </a:txBody>
                  <a:tcPr/>
                </a:tc>
                <a:extLst>
                  <a:ext uri="{0D108BD9-81ED-4DB2-BD59-A6C34878D82A}">
                    <a16:rowId xmlns:a16="http://schemas.microsoft.com/office/drawing/2014/main" val="1063607592"/>
                  </a:ext>
                </a:extLst>
              </a:tr>
              <a:tr h="784642">
                <a:tc>
                  <a:txBody>
                    <a:bodyPr/>
                    <a:lstStyle/>
                    <a:p>
                      <a:pPr lvl="0" algn="ctr">
                        <a:buNone/>
                      </a:pPr>
                      <a:r>
                        <a:rPr lang="fr-FR" sz="1100" b="0" i="0" u="none" strike="noStrike" noProof="0" dirty="0">
                          <a:latin typeface="+mj-lt"/>
                        </a:rPr>
                        <a:t>6</a:t>
                      </a:r>
                      <a:endParaRPr lang="fr-FR" sz="1100" noProof="0" dirty="0">
                        <a:latin typeface="+mj-lt"/>
                      </a:endParaRPr>
                    </a:p>
                  </a:txBody>
                  <a:tcPr/>
                </a:tc>
                <a:tc>
                  <a:txBody>
                    <a:bodyPr/>
                    <a:lstStyle/>
                    <a:p>
                      <a:pPr lvl="0">
                        <a:buNone/>
                      </a:pPr>
                      <a:r>
                        <a:rPr lang="fr-FR" sz="1400" b="0" i="0" u="none" strike="noStrike" cap="none" noProof="0" dirty="0">
                          <a:solidFill>
                            <a:srgbClr val="000000"/>
                          </a:solidFill>
                          <a:latin typeface="+mj-lt"/>
                          <a:ea typeface="+mn-ea"/>
                          <a:cs typeface="+mn-cs"/>
                          <a:sym typeface="Arial" panose="020B0604020202020204"/>
                        </a:rPr>
                        <a:t>Accompagner les OSC dans la mise en œuvre des </a:t>
                      </a:r>
                      <a:r>
                        <a:rPr lang="fr-FR" sz="1400" b="0" i="0" u="none" strike="noStrike" cap="none" noProof="0" dirty="0" err="1">
                          <a:solidFill>
                            <a:srgbClr val="000000"/>
                          </a:solidFill>
                          <a:latin typeface="+mj-lt"/>
                          <a:ea typeface="+mn-ea"/>
                          <a:cs typeface="+mn-cs"/>
                          <a:sym typeface="Arial" panose="020B0604020202020204"/>
                        </a:rPr>
                        <a:t>activites</a:t>
                      </a:r>
                      <a:r>
                        <a:rPr lang="fr-FR" sz="1400" b="0" i="0" u="none" strike="noStrike" cap="none" noProof="0" dirty="0">
                          <a:solidFill>
                            <a:srgbClr val="000000"/>
                          </a:solidFill>
                          <a:latin typeface="+mj-lt"/>
                          <a:ea typeface="+mn-ea"/>
                          <a:cs typeface="+mn-cs"/>
                          <a:sym typeface="Arial" panose="020B0604020202020204"/>
                        </a:rPr>
                        <a:t> (Assurer le fonctionnement des OSC et suivi) dans les 6 provinces </a:t>
                      </a:r>
                      <a:r>
                        <a:rPr lang="fr-FR" sz="1400" b="0" i="0" u="none" strike="noStrike" cap="none" noProof="0" dirty="0" err="1">
                          <a:solidFill>
                            <a:srgbClr val="000000"/>
                          </a:solidFill>
                          <a:latin typeface="+mj-lt"/>
                          <a:ea typeface="+mn-ea"/>
                          <a:cs typeface="+mn-cs"/>
                          <a:sym typeface="Arial" panose="020B0604020202020204"/>
                        </a:rPr>
                        <a:t>necessitant</a:t>
                      </a:r>
                      <a:r>
                        <a:rPr lang="fr-FR" sz="1400" b="0" i="0" u="none" strike="noStrike" cap="none" noProof="0" dirty="0">
                          <a:solidFill>
                            <a:srgbClr val="000000"/>
                          </a:solidFill>
                          <a:latin typeface="+mj-lt"/>
                          <a:ea typeface="+mn-ea"/>
                          <a:cs typeface="+mn-cs"/>
                          <a:sym typeface="Arial" panose="020B0604020202020204"/>
                        </a:rPr>
                        <a:t> un appui  </a:t>
                      </a:r>
                      <a:r>
                        <a:rPr lang="fr-FR" sz="1400" b="0" i="0" u="none" strike="noStrike" cap="none" noProof="0" dirty="0" err="1">
                          <a:solidFill>
                            <a:srgbClr val="000000"/>
                          </a:solidFill>
                          <a:latin typeface="+mj-lt"/>
                          <a:ea typeface="+mn-ea"/>
                          <a:cs typeface="+mn-cs"/>
                          <a:sym typeface="Arial" panose="020B0604020202020204"/>
                        </a:rPr>
                        <a:t>specifique</a:t>
                      </a:r>
                      <a:r>
                        <a:rPr lang="fr-FR" sz="1400" b="0" i="0" u="none" strike="noStrike" cap="none" noProof="0" dirty="0">
                          <a:solidFill>
                            <a:srgbClr val="000000"/>
                          </a:solidFill>
                          <a:latin typeface="+mj-lt"/>
                          <a:ea typeface="+mn-ea"/>
                          <a:cs typeface="+mn-cs"/>
                          <a:sym typeface="Arial" panose="020B0604020202020204"/>
                        </a:rPr>
                        <a:t> (Mai-</a:t>
                      </a:r>
                      <a:r>
                        <a:rPr lang="fr-FR" sz="1400" b="0" i="0" u="none" strike="noStrike" cap="none" noProof="0" dirty="0" err="1">
                          <a:solidFill>
                            <a:srgbClr val="000000"/>
                          </a:solidFill>
                          <a:latin typeface="+mj-lt"/>
                          <a:ea typeface="+mn-ea"/>
                          <a:cs typeface="+mn-cs"/>
                          <a:sym typeface="Arial" panose="020B0604020202020204"/>
                        </a:rPr>
                        <a:t>Ndombe</a:t>
                      </a:r>
                      <a:r>
                        <a:rPr lang="fr-FR" sz="1400" b="0" i="0" u="none" strike="noStrike" cap="none" noProof="0" dirty="0">
                          <a:solidFill>
                            <a:srgbClr val="000000"/>
                          </a:solidFill>
                          <a:latin typeface="+mj-lt"/>
                          <a:ea typeface="+mn-ea"/>
                          <a:cs typeface="+mn-cs"/>
                          <a:sym typeface="Arial" panose="020B0604020202020204"/>
                        </a:rPr>
                        <a:t>, </a:t>
                      </a:r>
                      <a:r>
                        <a:rPr lang="fr-FR" sz="1400" b="0" i="0" u="none" strike="noStrike" cap="none" noProof="0" dirty="0" err="1">
                          <a:solidFill>
                            <a:srgbClr val="000000"/>
                          </a:solidFill>
                          <a:latin typeface="+mj-lt"/>
                          <a:ea typeface="+mn-ea"/>
                          <a:cs typeface="+mn-cs"/>
                          <a:sym typeface="Arial" panose="020B0604020202020204"/>
                        </a:rPr>
                        <a:t>Kasai-Oriental</a:t>
                      </a:r>
                      <a:r>
                        <a:rPr lang="fr-FR" sz="1400" b="0" i="0" u="none" strike="noStrike" cap="none" noProof="0" dirty="0">
                          <a:solidFill>
                            <a:srgbClr val="000000"/>
                          </a:solidFill>
                          <a:latin typeface="+mj-lt"/>
                          <a:ea typeface="+mn-ea"/>
                          <a:cs typeface="+mn-cs"/>
                          <a:sym typeface="Arial" panose="020B0604020202020204"/>
                        </a:rPr>
                        <a:t>, </a:t>
                      </a:r>
                      <a:r>
                        <a:rPr lang="fr-FR" sz="1400" b="0" i="0" u="none" strike="noStrike" cap="none" noProof="0" dirty="0" err="1">
                          <a:solidFill>
                            <a:srgbClr val="000000"/>
                          </a:solidFill>
                          <a:latin typeface="+mj-lt"/>
                          <a:ea typeface="+mn-ea"/>
                          <a:cs typeface="+mn-cs"/>
                          <a:sym typeface="Arial" panose="020B0604020202020204"/>
                        </a:rPr>
                        <a:t>Tshopo</a:t>
                      </a:r>
                      <a:r>
                        <a:rPr lang="fr-FR" sz="1400" b="0" i="0" u="none" strike="noStrike" cap="none" noProof="0" dirty="0">
                          <a:solidFill>
                            <a:srgbClr val="000000"/>
                          </a:solidFill>
                          <a:latin typeface="+mj-lt"/>
                          <a:ea typeface="+mn-ea"/>
                          <a:cs typeface="+mn-cs"/>
                          <a:sym typeface="Arial" panose="020B0604020202020204"/>
                        </a:rPr>
                        <a:t>, Haut Katanga, </a:t>
                      </a:r>
                      <a:r>
                        <a:rPr lang="fr-FR" sz="1400" b="0" i="0" u="none" strike="noStrike" cap="none" noProof="0" dirty="0" err="1">
                          <a:solidFill>
                            <a:srgbClr val="000000"/>
                          </a:solidFill>
                          <a:latin typeface="+mj-lt"/>
                          <a:ea typeface="+mn-ea"/>
                          <a:cs typeface="+mn-cs"/>
                          <a:sym typeface="Arial" panose="020B0604020202020204"/>
                        </a:rPr>
                        <a:t>Mongala</a:t>
                      </a:r>
                      <a:r>
                        <a:rPr lang="fr-FR" sz="1400" b="0" i="0" u="none" strike="noStrike" cap="none" noProof="0" dirty="0">
                          <a:solidFill>
                            <a:srgbClr val="000000"/>
                          </a:solidFill>
                          <a:latin typeface="+mj-lt"/>
                          <a:ea typeface="+mn-ea"/>
                          <a:cs typeface="+mn-cs"/>
                          <a:sym typeface="Arial" panose="020B0604020202020204"/>
                        </a:rPr>
                        <a:t> et </a:t>
                      </a:r>
                      <a:r>
                        <a:rPr lang="fr-FR" sz="1400" b="0" i="0" u="none" strike="noStrike" cap="none" noProof="0" dirty="0" err="1">
                          <a:solidFill>
                            <a:srgbClr val="000000"/>
                          </a:solidFill>
                          <a:latin typeface="+mj-lt"/>
                          <a:ea typeface="+mn-ea"/>
                          <a:cs typeface="+mn-cs"/>
                          <a:sym typeface="Arial" panose="020B0604020202020204"/>
                        </a:rPr>
                        <a:t>Tshuapa</a:t>
                      </a:r>
                      <a:r>
                        <a:rPr lang="fr-FR" sz="1400" b="0" i="0" u="none" strike="noStrike" cap="none" noProof="0" dirty="0">
                          <a:solidFill>
                            <a:srgbClr val="000000"/>
                          </a:solidFill>
                          <a:latin typeface="+mj-lt"/>
                          <a:ea typeface="+mn-ea"/>
                          <a:cs typeface="+mn-cs"/>
                          <a:sym typeface="Arial" panose="020B0604020202020204"/>
                        </a:rPr>
                        <a:t>) (s)</a:t>
                      </a:r>
                    </a:p>
                  </a:txBody>
                  <a:tcPr/>
                </a:tc>
                <a:tc>
                  <a:txBody>
                    <a:bodyPr/>
                    <a:lstStyle/>
                    <a:p>
                      <a:pPr lvl="0">
                        <a:buNone/>
                      </a:pPr>
                      <a:endParaRPr lang="fr-FR" sz="3200" noProof="0" dirty="0">
                        <a:latin typeface="+mj-lt"/>
                      </a:endParaRPr>
                    </a:p>
                  </a:txBody>
                  <a:tcPr/>
                </a:tc>
                <a:extLst>
                  <a:ext uri="{0D108BD9-81ED-4DB2-BD59-A6C34878D82A}">
                    <a16:rowId xmlns:a16="http://schemas.microsoft.com/office/drawing/2014/main" val="4156660318"/>
                  </a:ext>
                </a:extLst>
              </a:tr>
              <a:tr h="617697">
                <a:tc>
                  <a:txBody>
                    <a:bodyPr/>
                    <a:lstStyle/>
                    <a:p>
                      <a:pPr lvl="0" algn="ctr">
                        <a:buNone/>
                      </a:pPr>
                      <a:r>
                        <a:rPr lang="fr-FR" sz="1100" b="0" i="0" u="none" strike="noStrike" noProof="0" dirty="0">
                          <a:latin typeface="+mj-lt"/>
                        </a:rPr>
                        <a:t>7</a:t>
                      </a:r>
                    </a:p>
                  </a:txBody>
                  <a:tcPr/>
                </a:tc>
                <a:tc>
                  <a:txBody>
                    <a:bodyPr/>
                    <a:lstStyle/>
                    <a:p>
                      <a:pPr lvl="0">
                        <a:buNone/>
                      </a:pPr>
                      <a:r>
                        <a:rPr lang="fr-FR" sz="1400" b="0" i="0" u="none" strike="noStrike" cap="none" noProof="0" dirty="0">
                          <a:solidFill>
                            <a:srgbClr val="000000"/>
                          </a:solidFill>
                          <a:latin typeface="+mj-lt"/>
                        </a:rPr>
                        <a:t>Assurer l'accompagnement de PNT dans la mise en œuvre, le suivi et l'évaluation de la feuille de route en faveur de la vaccination</a:t>
                      </a:r>
                      <a:endParaRPr lang="fr-FR" sz="1400" b="0" i="0" u="none" strike="noStrike" cap="none" noProof="0" dirty="0">
                        <a:solidFill>
                          <a:srgbClr val="FF0000"/>
                        </a:solidFill>
                        <a:latin typeface="+mj-lt"/>
                        <a:sym typeface="Arial" panose="020B0604020202020204"/>
                      </a:endParaRPr>
                    </a:p>
                  </a:txBody>
                  <a:tcPr/>
                </a:tc>
                <a:tc>
                  <a:txBody>
                    <a:bodyPr/>
                    <a:lstStyle/>
                    <a:p>
                      <a:pPr lvl="0">
                        <a:buNone/>
                      </a:pPr>
                      <a:endParaRPr lang="fr-FR" sz="3200" noProof="0" dirty="0">
                        <a:latin typeface="+mj-lt"/>
                      </a:endParaRPr>
                    </a:p>
                  </a:txBody>
                  <a:tcPr/>
                </a:tc>
                <a:extLst>
                  <a:ext uri="{0D108BD9-81ED-4DB2-BD59-A6C34878D82A}">
                    <a16:rowId xmlns:a16="http://schemas.microsoft.com/office/drawing/2014/main" val="3455769932"/>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6E586F43-F8C1-6EAB-EFDA-7846594C6821}"/>
            </a:ext>
          </a:extLst>
        </p:cNvPr>
        <p:cNvGrpSpPr/>
        <p:nvPr/>
      </p:nvGrpSpPr>
      <p:grpSpPr>
        <a:xfrm>
          <a:off x="0" y="0"/>
          <a:ext cx="0" cy="0"/>
          <a:chOff x="0" y="0"/>
          <a:chExt cx="0" cy="0"/>
        </a:xfrm>
      </p:grpSpPr>
      <p:sp>
        <p:nvSpPr>
          <p:cNvPr id="221" name="Google Shape;221;p16">
            <a:extLst>
              <a:ext uri="{FF2B5EF4-FFF2-40B4-BE49-F238E27FC236}">
                <a16:creationId xmlns:a16="http://schemas.microsoft.com/office/drawing/2014/main" id="{3B58B92B-E38C-DC3C-004F-4AFE217E007A}"/>
              </a:ext>
            </a:extLst>
          </p:cNvPr>
          <p:cNvSpPr txBox="1"/>
          <p:nvPr/>
        </p:nvSpPr>
        <p:spPr>
          <a:xfrm>
            <a:off x="458592" y="3465"/>
            <a:ext cx="11274800" cy="731600"/>
          </a:xfrm>
          <a:prstGeom prst="rect">
            <a:avLst/>
          </a:prstGeom>
          <a:noFill/>
          <a:ln>
            <a:noFill/>
          </a:ln>
        </p:spPr>
        <p:txBody>
          <a:bodyPr spcFirstLastPara="1" wrap="square" lIns="0" tIns="0" rIns="0" bIns="0" anchor="t" anchorCtr="0">
            <a:noAutofit/>
          </a:bodyPr>
          <a:lstStyle/>
          <a:p>
            <a:pPr>
              <a:buSzPts val="1100"/>
            </a:pPr>
            <a:r>
              <a:rPr lang="fr-FR" sz="3200" b="1" noProof="0" dirty="0">
                <a:solidFill>
                  <a:srgbClr val="0070C0"/>
                </a:solidFill>
                <a:latin typeface="+mj-lt"/>
                <a:ea typeface="Times New Roman" panose="02020603050405020304"/>
                <a:cs typeface="Times New Roman" panose="02020603050405020304"/>
                <a:sym typeface="Times New Roman" panose="02020603050405020304"/>
              </a:rPr>
              <a:t>Actions prioritaires pour 2026 </a:t>
            </a:r>
          </a:p>
        </p:txBody>
      </p:sp>
      <p:sp>
        <p:nvSpPr>
          <p:cNvPr id="222" name="Google Shape;222;p16">
            <a:extLst>
              <a:ext uri="{FF2B5EF4-FFF2-40B4-BE49-F238E27FC236}">
                <a16:creationId xmlns:a16="http://schemas.microsoft.com/office/drawing/2014/main" id="{24EE4AB5-B661-E62C-2A96-E074482338DA}"/>
              </a:ext>
            </a:extLst>
          </p:cNvPr>
          <p:cNvSpPr/>
          <p:nvPr/>
        </p:nvSpPr>
        <p:spPr>
          <a:xfrm>
            <a:off x="0" y="272241"/>
            <a:ext cx="235600" cy="655200"/>
          </a:xfrm>
          <a:prstGeom prst="rect">
            <a:avLst/>
          </a:prstGeom>
          <a:solidFill>
            <a:srgbClr val="1155CC"/>
          </a:solidFill>
          <a:ln>
            <a:noFill/>
          </a:ln>
        </p:spPr>
        <p:txBody>
          <a:bodyPr spcFirstLastPara="1" wrap="square" lIns="91392" tIns="91392" rIns="91392" bIns="91392" anchor="ctr" anchorCtr="0">
            <a:noAutofit/>
          </a:bodyPr>
          <a:lstStyle/>
          <a:p>
            <a:endParaRPr lang="fr-FR" noProof="0" dirty="0">
              <a:solidFill>
                <a:srgbClr val="0070C0"/>
              </a:solidFill>
              <a:latin typeface="+mj-lt"/>
              <a:ea typeface="Times New Roman" panose="02020603050405020304"/>
              <a:cs typeface="Times New Roman" panose="02020603050405020304"/>
              <a:sym typeface="Times New Roman" panose="02020603050405020304"/>
            </a:endParaRPr>
          </a:p>
        </p:txBody>
      </p:sp>
      <p:sp>
        <p:nvSpPr>
          <p:cNvPr id="224" name="Google Shape;224;p16">
            <a:extLst>
              <a:ext uri="{FF2B5EF4-FFF2-40B4-BE49-F238E27FC236}">
                <a16:creationId xmlns:a16="http://schemas.microsoft.com/office/drawing/2014/main" id="{6630C69A-E7EA-7076-6404-6BE8EB45566D}"/>
              </a:ext>
            </a:extLst>
          </p:cNvPr>
          <p:cNvSpPr txBox="1"/>
          <p:nvPr/>
        </p:nvSpPr>
        <p:spPr>
          <a:xfrm>
            <a:off x="267700" y="6492847"/>
            <a:ext cx="11414800" cy="184151"/>
          </a:xfrm>
          <a:prstGeom prst="rect">
            <a:avLst/>
          </a:prstGeom>
          <a:noFill/>
          <a:ln>
            <a:noFill/>
          </a:ln>
        </p:spPr>
        <p:txBody>
          <a:bodyPr spcFirstLastPara="1" wrap="square" lIns="0" tIns="0" rIns="121889" bIns="0" anchor="t" anchorCtr="0">
            <a:spAutoFit/>
          </a:bodyPr>
          <a:lstStyle/>
          <a:p>
            <a:r>
              <a:rPr lang="fr-FR" sz="1200" b="1" noProof="0" dirty="0">
                <a:solidFill>
                  <a:srgbClr val="1155CC"/>
                </a:solidFill>
                <a:latin typeface="+mj-lt"/>
                <a:ea typeface="Times New Roman" panose="02020603050405020304"/>
                <a:cs typeface="Times New Roman" panose="02020603050405020304"/>
                <a:sym typeface="Times New Roman" panose="02020603050405020304"/>
              </a:rPr>
              <a:t>Revue annuelle PEV 2025</a:t>
            </a:r>
          </a:p>
        </p:txBody>
      </p:sp>
      <p:graphicFrame>
        <p:nvGraphicFramePr>
          <p:cNvPr id="6" name="Tableau 5">
            <a:extLst>
              <a:ext uri="{FF2B5EF4-FFF2-40B4-BE49-F238E27FC236}">
                <a16:creationId xmlns:a16="http://schemas.microsoft.com/office/drawing/2014/main" id="{B72CD39E-F4A6-6422-AF15-91017D1DB5EF}"/>
              </a:ext>
            </a:extLst>
          </p:cNvPr>
          <p:cNvGraphicFramePr>
            <a:graphicFrameLocks noGrp="1"/>
          </p:cNvGraphicFramePr>
          <p:nvPr>
            <p:extLst>
              <p:ext uri="{D42A27DB-BD31-4B8C-83A1-F6EECF244321}">
                <p14:modId xmlns:p14="http://schemas.microsoft.com/office/powerpoint/2010/main" val="281545586"/>
              </p:ext>
            </p:extLst>
          </p:nvPr>
        </p:nvGraphicFramePr>
        <p:xfrm>
          <a:off x="181428" y="604761"/>
          <a:ext cx="11828128" cy="5653268"/>
        </p:xfrm>
        <a:graphic>
          <a:graphicData uri="http://schemas.openxmlformats.org/drawingml/2006/table">
            <a:tbl>
              <a:tblPr firstRow="1" bandRow="1">
                <a:tableStyleId>{5C22544A-7EE6-4342-B048-85BDC9FD1C3A}</a:tableStyleId>
              </a:tblPr>
              <a:tblGrid>
                <a:gridCol w="496019">
                  <a:extLst>
                    <a:ext uri="{9D8B030D-6E8A-4147-A177-3AD203B41FA5}">
                      <a16:colId xmlns:a16="http://schemas.microsoft.com/office/drawing/2014/main" val="784215050"/>
                    </a:ext>
                  </a:extLst>
                </a:gridCol>
                <a:gridCol w="9399895">
                  <a:extLst>
                    <a:ext uri="{9D8B030D-6E8A-4147-A177-3AD203B41FA5}">
                      <a16:colId xmlns:a16="http://schemas.microsoft.com/office/drawing/2014/main" val="1229505585"/>
                    </a:ext>
                  </a:extLst>
                </a:gridCol>
                <a:gridCol w="1932214">
                  <a:extLst>
                    <a:ext uri="{9D8B030D-6E8A-4147-A177-3AD203B41FA5}">
                      <a16:colId xmlns:a16="http://schemas.microsoft.com/office/drawing/2014/main" val="2635675131"/>
                    </a:ext>
                  </a:extLst>
                </a:gridCol>
              </a:tblGrid>
              <a:tr h="579637">
                <a:tc>
                  <a:txBody>
                    <a:bodyPr/>
                    <a:lstStyle/>
                    <a:p>
                      <a:pPr lvl="0" algn="ctr">
                        <a:buNone/>
                      </a:pPr>
                      <a:r>
                        <a:rPr lang="fr-FR" sz="1700" noProof="0" dirty="0">
                          <a:latin typeface="+mj-lt"/>
                        </a:rPr>
                        <a:t>N°</a:t>
                      </a:r>
                    </a:p>
                  </a:txBody>
                  <a:tcPr/>
                </a:tc>
                <a:tc>
                  <a:txBody>
                    <a:bodyPr/>
                    <a:lstStyle/>
                    <a:p>
                      <a:pPr algn="ctr"/>
                      <a:r>
                        <a:rPr lang="fr-FR" sz="1700" noProof="0" dirty="0">
                          <a:latin typeface="+mj-lt"/>
                        </a:rPr>
                        <a:t>INTERVENTIONS CLEES</a:t>
                      </a:r>
                    </a:p>
                  </a:txBody>
                  <a:tcPr/>
                </a:tc>
                <a:tc>
                  <a:txBody>
                    <a:bodyPr/>
                    <a:lstStyle/>
                    <a:p>
                      <a:pPr lvl="0" algn="ctr">
                        <a:buNone/>
                      </a:pPr>
                      <a:r>
                        <a:rPr lang="fr-FR" sz="1700" noProof="0" dirty="0">
                          <a:latin typeface="+mj-lt"/>
                        </a:rPr>
                        <a:t>OBSERVATIONS</a:t>
                      </a:r>
                    </a:p>
                  </a:txBody>
                  <a:tcPr/>
                </a:tc>
                <a:extLst>
                  <a:ext uri="{0D108BD9-81ED-4DB2-BD59-A6C34878D82A}">
                    <a16:rowId xmlns:a16="http://schemas.microsoft.com/office/drawing/2014/main" val="2617990341"/>
                  </a:ext>
                </a:extLst>
              </a:tr>
              <a:tr h="908098">
                <a:tc>
                  <a:txBody>
                    <a:bodyPr/>
                    <a:lstStyle/>
                    <a:p>
                      <a:pPr lvl="0" algn="ctr">
                        <a:buNone/>
                      </a:pPr>
                      <a:r>
                        <a:rPr lang="fr-FR" sz="1200" b="0" i="0" u="none" strike="noStrike" noProof="0" dirty="0">
                          <a:latin typeface="+mj-lt"/>
                        </a:rPr>
                        <a:t>8</a:t>
                      </a:r>
                    </a:p>
                  </a:txBody>
                  <a:tcPr/>
                </a:tc>
                <a:tc>
                  <a:txBody>
                    <a:bodyPr/>
                    <a:lstStyle/>
                    <a:p>
                      <a:pPr marL="0" marR="0" lvl="0" indent="0" algn="l">
                        <a:lnSpc>
                          <a:spcPct val="100000"/>
                        </a:lnSpc>
                        <a:spcBef>
                          <a:spcPts val="0"/>
                        </a:spcBef>
                        <a:spcAft>
                          <a:spcPts val="0"/>
                        </a:spcAft>
                        <a:buNone/>
                      </a:pPr>
                      <a:r>
                        <a:rPr lang="fr-FR" sz="1600" b="0" i="0" u="none" strike="noStrike" cap="none" noProof="0" dirty="0">
                          <a:solidFill>
                            <a:schemeClr val="dk1"/>
                          </a:solidFill>
                          <a:latin typeface="+mj-lt"/>
                        </a:rPr>
                        <a:t>Apporter un appui technique et financier à la génération de la demande et l'engagement communautaire en faveur de l'introduction et </a:t>
                      </a:r>
                      <a:r>
                        <a:rPr lang="fr-FR" sz="1600" b="0" i="0" u="none" strike="noStrike" cap="none" noProof="0" dirty="0" err="1">
                          <a:solidFill>
                            <a:schemeClr val="dk1"/>
                          </a:solidFill>
                          <a:latin typeface="+mj-lt"/>
                        </a:rPr>
                        <a:t>deploiement</a:t>
                      </a:r>
                      <a:r>
                        <a:rPr lang="fr-FR" sz="1600" b="0" i="0" u="none" strike="noStrike" cap="none" noProof="0" dirty="0">
                          <a:solidFill>
                            <a:schemeClr val="dk1"/>
                          </a:solidFill>
                          <a:latin typeface="+mj-lt"/>
                        </a:rPr>
                        <a:t> des nouveaux vaccins (VAP, RR et HPV) et des ripostes contre la Polio, la Rougeole, le Cholera, la campagne préventive contre la FJ, </a:t>
                      </a:r>
                      <a:r>
                        <a:rPr lang="fr-FR" sz="1600" b="0" i="0" u="none" strike="noStrike" cap="none" noProof="0" dirty="0" err="1">
                          <a:solidFill>
                            <a:schemeClr val="dk1"/>
                          </a:solidFill>
                          <a:latin typeface="+mj-lt"/>
                        </a:rPr>
                        <a:t>Mpox</a:t>
                      </a:r>
                      <a:r>
                        <a:rPr lang="fr-FR" sz="1600" b="0" i="0" u="none" strike="noStrike" cap="none" noProof="0" dirty="0">
                          <a:solidFill>
                            <a:schemeClr val="dk1"/>
                          </a:solidFill>
                          <a:latin typeface="+mj-lt"/>
                        </a:rPr>
                        <a:t>, etc. </a:t>
                      </a:r>
                      <a:endParaRPr lang="fr-FR" sz="1600" b="0" i="0" u="none" strike="noStrike" cap="none" noProof="0" dirty="0">
                        <a:solidFill>
                          <a:srgbClr val="000000"/>
                        </a:solidFill>
                        <a:latin typeface="+mj-lt"/>
                        <a:sym typeface="Arial" panose="020B0604020202020204"/>
                      </a:endParaRPr>
                    </a:p>
                  </a:txBody>
                  <a:tcPr/>
                </a:tc>
                <a:tc>
                  <a:txBody>
                    <a:bodyPr/>
                    <a:lstStyle/>
                    <a:p>
                      <a:pPr lvl="0">
                        <a:buNone/>
                      </a:pPr>
                      <a:endParaRPr lang="fr-FR" sz="3600" noProof="0" dirty="0">
                        <a:latin typeface="+mj-lt"/>
                      </a:endParaRPr>
                    </a:p>
                  </a:txBody>
                  <a:tcPr/>
                </a:tc>
                <a:extLst>
                  <a:ext uri="{0D108BD9-81ED-4DB2-BD59-A6C34878D82A}">
                    <a16:rowId xmlns:a16="http://schemas.microsoft.com/office/drawing/2014/main" val="3256615449"/>
                  </a:ext>
                </a:extLst>
              </a:tr>
              <a:tr h="908098">
                <a:tc>
                  <a:txBody>
                    <a:bodyPr/>
                    <a:lstStyle/>
                    <a:p>
                      <a:pPr lvl="0" algn="ctr">
                        <a:buNone/>
                      </a:pPr>
                      <a:r>
                        <a:rPr lang="fr-FR" sz="1200" b="0" i="0" u="none" strike="noStrike" noProof="0" dirty="0">
                          <a:latin typeface="+mj-lt"/>
                        </a:rPr>
                        <a:t>9</a:t>
                      </a:r>
                    </a:p>
                  </a:txBody>
                  <a:tcPr/>
                </a:tc>
                <a:tc>
                  <a:txBody>
                    <a:bodyPr/>
                    <a:lstStyle/>
                    <a:p>
                      <a:pPr marL="0" lvl="0" indent="0" algn="l">
                        <a:lnSpc>
                          <a:spcPct val="100000"/>
                        </a:lnSpc>
                        <a:spcBef>
                          <a:spcPts val="0"/>
                        </a:spcBef>
                        <a:spcAft>
                          <a:spcPts val="0"/>
                        </a:spcAft>
                        <a:buNone/>
                      </a:pPr>
                      <a:r>
                        <a:rPr lang="fr-FR" sz="1600" b="0" i="0" u="none" strike="noStrike" cap="none" noProof="0" dirty="0">
                          <a:solidFill>
                            <a:schemeClr val="tx1"/>
                          </a:solidFill>
                          <a:latin typeface="+mj-lt"/>
                        </a:rPr>
                        <a:t>Produire, rendre disponibles et diffuser les outils, supports/matériels de communication par les acteurs communautaires en faveur de la vaccination (Produire les spots, </a:t>
                      </a:r>
                      <a:r>
                        <a:rPr lang="fr-FR" sz="1600" b="0" i="0" u="none" strike="noStrike" cap="none" noProof="0" dirty="0" err="1">
                          <a:solidFill>
                            <a:schemeClr val="tx1"/>
                          </a:solidFill>
                          <a:latin typeface="+mj-lt"/>
                        </a:rPr>
                        <a:t>pod-cast</a:t>
                      </a:r>
                      <a:r>
                        <a:rPr lang="fr-FR" sz="1600" b="0" i="0" u="none" strike="noStrike" cap="none" noProof="0" dirty="0">
                          <a:solidFill>
                            <a:schemeClr val="tx1"/>
                          </a:solidFill>
                          <a:latin typeface="+mj-lt"/>
                        </a:rPr>
                        <a:t>, les histoires à </a:t>
                      </a:r>
                      <a:r>
                        <a:rPr lang="fr-FR" sz="1600" b="0" i="0" u="none" strike="noStrike" cap="none" noProof="0" dirty="0" err="1">
                          <a:solidFill>
                            <a:schemeClr val="tx1"/>
                          </a:solidFill>
                          <a:latin typeface="+mj-lt"/>
                        </a:rPr>
                        <a:t>succes</a:t>
                      </a:r>
                      <a:r>
                        <a:rPr lang="fr-FR" sz="1600" b="0" i="0" u="none" strike="noStrike" cap="none" noProof="0" dirty="0">
                          <a:solidFill>
                            <a:schemeClr val="tx1"/>
                          </a:solidFill>
                          <a:latin typeface="+mj-lt"/>
                        </a:rPr>
                        <a:t> et émissions radio-télévisées à audience nationale )</a:t>
                      </a:r>
                      <a:endParaRPr lang="fr-FR" noProof="0" dirty="0">
                        <a:latin typeface="+mj-lt"/>
                        <a:sym typeface="Arial" panose="020B0604020202020204"/>
                      </a:endParaRPr>
                    </a:p>
                  </a:txBody>
                  <a:tcPr/>
                </a:tc>
                <a:tc>
                  <a:txBody>
                    <a:bodyPr/>
                    <a:lstStyle/>
                    <a:p>
                      <a:pPr lvl="0">
                        <a:buNone/>
                      </a:pPr>
                      <a:endParaRPr lang="fr-FR" sz="3600" noProof="0" dirty="0">
                        <a:latin typeface="+mj-lt"/>
                      </a:endParaRPr>
                    </a:p>
                  </a:txBody>
                  <a:tcPr/>
                </a:tc>
                <a:extLst>
                  <a:ext uri="{0D108BD9-81ED-4DB2-BD59-A6C34878D82A}">
                    <a16:rowId xmlns:a16="http://schemas.microsoft.com/office/drawing/2014/main" val="1871919299"/>
                  </a:ext>
                </a:extLst>
              </a:tr>
              <a:tr h="714885">
                <a:tc>
                  <a:txBody>
                    <a:bodyPr/>
                    <a:lstStyle/>
                    <a:p>
                      <a:pPr lvl="0" algn="ctr">
                        <a:buNone/>
                      </a:pPr>
                      <a:r>
                        <a:rPr lang="fr-FR" sz="1200" b="0" i="0" u="none" strike="noStrike" noProof="0" dirty="0">
                          <a:latin typeface="+mj-lt"/>
                        </a:rPr>
                        <a:t>10</a:t>
                      </a:r>
                    </a:p>
                  </a:txBody>
                  <a:tcPr/>
                </a:tc>
                <a:tc>
                  <a:txBody>
                    <a:bodyPr/>
                    <a:lstStyle/>
                    <a:p>
                      <a:pPr marL="0" lvl="0" indent="0" algn="l">
                        <a:lnSpc>
                          <a:spcPct val="100000"/>
                        </a:lnSpc>
                        <a:spcBef>
                          <a:spcPts val="0"/>
                        </a:spcBef>
                        <a:spcAft>
                          <a:spcPts val="0"/>
                        </a:spcAft>
                        <a:buNone/>
                      </a:pPr>
                      <a:r>
                        <a:rPr lang="fr-FR" sz="1600" b="0" i="0" u="none" strike="noStrike" cap="none" noProof="0" dirty="0">
                          <a:solidFill>
                            <a:srgbClr val="000000"/>
                          </a:solidFill>
                          <a:latin typeface="+mj-lt"/>
                        </a:rPr>
                        <a:t>Apporter un appui technique et financier dans l'organisation de la 15 </a:t>
                      </a:r>
                      <a:r>
                        <a:rPr lang="fr-FR" sz="1600" b="0" i="0" u="none" strike="noStrike" cap="none" noProof="0" dirty="0" err="1">
                          <a:solidFill>
                            <a:srgbClr val="000000"/>
                          </a:solidFill>
                          <a:latin typeface="+mj-lt"/>
                        </a:rPr>
                        <a:t>ème</a:t>
                      </a:r>
                      <a:r>
                        <a:rPr lang="fr-FR" sz="1600" b="0" i="0" u="none" strike="noStrike" cap="none" noProof="0" dirty="0">
                          <a:solidFill>
                            <a:srgbClr val="000000"/>
                          </a:solidFill>
                          <a:latin typeface="+mj-lt"/>
                        </a:rPr>
                        <a:t> édition de la SAV, la célébration des journées spéciales liées aux MPV ( Polio).</a:t>
                      </a:r>
                      <a:endParaRPr lang="fr-FR" noProof="0" dirty="0">
                        <a:latin typeface="+mj-lt"/>
                        <a:sym typeface="Arial" panose="020B0604020202020204"/>
                      </a:endParaRPr>
                    </a:p>
                  </a:txBody>
                  <a:tcPr/>
                </a:tc>
                <a:tc>
                  <a:txBody>
                    <a:bodyPr/>
                    <a:lstStyle/>
                    <a:p>
                      <a:pPr lvl="0">
                        <a:buNone/>
                      </a:pPr>
                      <a:endParaRPr lang="fr-FR" sz="3600" noProof="0" dirty="0">
                        <a:latin typeface="+mj-lt"/>
                      </a:endParaRPr>
                    </a:p>
                  </a:txBody>
                  <a:tcPr/>
                </a:tc>
                <a:extLst>
                  <a:ext uri="{0D108BD9-81ED-4DB2-BD59-A6C34878D82A}">
                    <a16:rowId xmlns:a16="http://schemas.microsoft.com/office/drawing/2014/main" val="3385160385"/>
                  </a:ext>
                </a:extLst>
              </a:tr>
              <a:tr h="714885">
                <a:tc>
                  <a:txBody>
                    <a:bodyPr/>
                    <a:lstStyle/>
                    <a:p>
                      <a:pPr lvl="0" algn="ctr">
                        <a:buNone/>
                      </a:pPr>
                      <a:r>
                        <a:rPr lang="fr-FR" sz="1200" b="0" i="0" u="none" strike="noStrike" noProof="0" dirty="0">
                          <a:latin typeface="+mj-lt"/>
                        </a:rPr>
                        <a:t>11</a:t>
                      </a:r>
                    </a:p>
                  </a:txBody>
                  <a:tcPr/>
                </a:tc>
                <a:tc>
                  <a:txBody>
                    <a:bodyPr/>
                    <a:lstStyle/>
                    <a:p>
                      <a:pPr marL="0" lvl="0" indent="0" algn="l">
                        <a:lnSpc>
                          <a:spcPct val="100000"/>
                        </a:lnSpc>
                        <a:spcBef>
                          <a:spcPts val="0"/>
                        </a:spcBef>
                        <a:spcAft>
                          <a:spcPts val="0"/>
                        </a:spcAft>
                        <a:buNone/>
                      </a:pPr>
                      <a:r>
                        <a:rPr lang="fr-FR" sz="1600" b="0" i="0" u="none" strike="noStrike" cap="none" noProof="0" dirty="0">
                          <a:solidFill>
                            <a:srgbClr val="000000"/>
                          </a:solidFill>
                          <a:latin typeface="+mj-lt"/>
                        </a:rPr>
                        <a:t>Sensibiliser à travers les réseaux sociaux (Facebook, Twitter, Instagram, You tube) et retravailler le site web du PEV pour plus de fonctionnalité </a:t>
                      </a:r>
                      <a:endParaRPr lang="fr-FR" noProof="0" dirty="0">
                        <a:latin typeface="+mj-lt"/>
                        <a:sym typeface="Arial" panose="020B0604020202020204"/>
                      </a:endParaRPr>
                    </a:p>
                  </a:txBody>
                  <a:tcPr/>
                </a:tc>
                <a:tc>
                  <a:txBody>
                    <a:bodyPr/>
                    <a:lstStyle/>
                    <a:p>
                      <a:pPr lvl="0">
                        <a:buNone/>
                      </a:pPr>
                      <a:endParaRPr lang="fr-FR" sz="3600" noProof="0" dirty="0">
                        <a:latin typeface="+mj-lt"/>
                      </a:endParaRPr>
                    </a:p>
                  </a:txBody>
                  <a:tcPr/>
                </a:tc>
                <a:extLst>
                  <a:ext uri="{0D108BD9-81ED-4DB2-BD59-A6C34878D82A}">
                    <a16:rowId xmlns:a16="http://schemas.microsoft.com/office/drawing/2014/main" val="2575507538"/>
                  </a:ext>
                </a:extLst>
              </a:tr>
              <a:tr h="367104">
                <a:tc>
                  <a:txBody>
                    <a:bodyPr/>
                    <a:lstStyle/>
                    <a:p>
                      <a:pPr lvl="0" algn="ctr">
                        <a:buNone/>
                      </a:pPr>
                      <a:r>
                        <a:rPr lang="fr-FR" sz="1200" b="0" i="0" u="none" strike="noStrike" noProof="0" dirty="0">
                          <a:latin typeface="+mj-lt"/>
                        </a:rPr>
                        <a:t>12</a:t>
                      </a:r>
                    </a:p>
                  </a:txBody>
                  <a:tcPr/>
                </a:tc>
                <a:tc>
                  <a:txBody>
                    <a:bodyPr/>
                    <a:lstStyle/>
                    <a:p>
                      <a:pPr marL="0" lvl="0" indent="0" algn="l">
                        <a:lnSpc>
                          <a:spcPct val="100000"/>
                        </a:lnSpc>
                        <a:spcBef>
                          <a:spcPts val="0"/>
                        </a:spcBef>
                        <a:spcAft>
                          <a:spcPts val="0"/>
                        </a:spcAft>
                        <a:buNone/>
                      </a:pPr>
                      <a:r>
                        <a:rPr lang="fr-FR" sz="1600" b="0" i="0" u="none" strike="noStrike" cap="none" noProof="0" dirty="0">
                          <a:solidFill>
                            <a:srgbClr val="000000"/>
                          </a:solidFill>
                          <a:latin typeface="+mj-lt"/>
                        </a:rPr>
                        <a:t>Assurer le fonctionnement du call center au niveau central (numéro vert) </a:t>
                      </a:r>
                      <a:endParaRPr lang="fr-FR" noProof="0" dirty="0">
                        <a:latin typeface="+mj-lt"/>
                        <a:sym typeface="Arial" panose="020B0604020202020204"/>
                      </a:endParaRPr>
                    </a:p>
                  </a:txBody>
                  <a:tcPr/>
                </a:tc>
                <a:tc rowSpan="3">
                  <a:txBody>
                    <a:bodyPr/>
                    <a:lstStyle/>
                    <a:p>
                      <a:pPr lvl="0">
                        <a:buNone/>
                      </a:pPr>
                      <a:endParaRPr lang="fr-FR" sz="3600" noProof="0" dirty="0">
                        <a:latin typeface="+mj-lt"/>
                      </a:endParaRPr>
                    </a:p>
                  </a:txBody>
                  <a:tcPr/>
                </a:tc>
                <a:extLst>
                  <a:ext uri="{0D108BD9-81ED-4DB2-BD59-A6C34878D82A}">
                    <a16:rowId xmlns:a16="http://schemas.microsoft.com/office/drawing/2014/main" val="3848303720"/>
                  </a:ext>
                </a:extLst>
              </a:tr>
              <a:tr h="637601">
                <a:tc>
                  <a:txBody>
                    <a:bodyPr/>
                    <a:lstStyle/>
                    <a:p>
                      <a:pPr lvl="0" algn="ctr">
                        <a:buNone/>
                      </a:pPr>
                      <a:r>
                        <a:rPr lang="fr-FR" sz="1200" b="0" i="0" u="none" strike="noStrike" noProof="0" dirty="0">
                          <a:latin typeface="+mj-lt"/>
                        </a:rPr>
                        <a:t>13</a:t>
                      </a:r>
                    </a:p>
                  </a:txBody>
                  <a:tcPr/>
                </a:tc>
                <a:tc>
                  <a:txBody>
                    <a:bodyPr/>
                    <a:lstStyle/>
                    <a:p>
                      <a:pPr marL="0" lvl="0" indent="0" algn="l">
                        <a:lnSpc>
                          <a:spcPct val="100000"/>
                        </a:lnSpc>
                        <a:spcBef>
                          <a:spcPts val="0"/>
                        </a:spcBef>
                        <a:spcAft>
                          <a:spcPts val="0"/>
                        </a:spcAft>
                        <a:buNone/>
                      </a:pPr>
                      <a:r>
                        <a:rPr lang="fr-FR" sz="1600" b="0" i="0" u="none" strike="noStrike" cap="none" noProof="0" dirty="0">
                          <a:solidFill>
                            <a:srgbClr val="000000"/>
                          </a:solidFill>
                          <a:latin typeface="+mj-lt"/>
                        </a:rPr>
                        <a:t>Appuyer la génération des évidences a travers les sondages rapides, enquête CAP-</a:t>
                      </a:r>
                      <a:r>
                        <a:rPr lang="fr-FR" sz="1600" b="0" i="0" u="none" strike="noStrike" cap="none" noProof="0" dirty="0" err="1">
                          <a:solidFill>
                            <a:srgbClr val="000000"/>
                          </a:solidFill>
                          <a:latin typeface="+mj-lt"/>
                        </a:rPr>
                        <a:t>BeSD</a:t>
                      </a:r>
                      <a:r>
                        <a:rPr lang="fr-FR" sz="1600" b="0" i="0" u="none" strike="noStrike" cap="none" noProof="0" dirty="0">
                          <a:solidFill>
                            <a:srgbClr val="000000"/>
                          </a:solidFill>
                          <a:latin typeface="+mj-lt"/>
                        </a:rPr>
                        <a:t> et HCD sur la vaccination</a:t>
                      </a:r>
                      <a:endParaRPr lang="fr-FR" noProof="0" dirty="0">
                        <a:latin typeface="+mj-lt"/>
                        <a:sym typeface="Arial" panose="020B0604020202020204"/>
                      </a:endParaRPr>
                    </a:p>
                  </a:txBody>
                  <a:tcPr/>
                </a:tc>
                <a:tc vMerge="1">
                  <a:txBody>
                    <a:bodyPr/>
                    <a:lstStyle/>
                    <a:p>
                      <a:pPr lvl="0">
                        <a:buNone/>
                      </a:pPr>
                      <a:endParaRPr lang="fr-FR" sz="3600" dirty="0"/>
                    </a:p>
                  </a:txBody>
                  <a:tcPr/>
                </a:tc>
                <a:extLst>
                  <a:ext uri="{0D108BD9-81ED-4DB2-BD59-A6C34878D82A}">
                    <a16:rowId xmlns:a16="http://schemas.microsoft.com/office/drawing/2014/main" val="2994463191"/>
                  </a:ext>
                </a:extLst>
              </a:tr>
              <a:tr h="367104">
                <a:tc>
                  <a:txBody>
                    <a:bodyPr/>
                    <a:lstStyle/>
                    <a:p>
                      <a:pPr lvl="0" algn="ctr">
                        <a:buNone/>
                      </a:pPr>
                      <a:r>
                        <a:rPr lang="fr-FR" sz="1200" b="0" i="0" u="none" strike="noStrike" noProof="0" dirty="0">
                          <a:latin typeface="+mj-lt"/>
                        </a:rPr>
                        <a:t>14</a:t>
                      </a:r>
                    </a:p>
                  </a:txBody>
                  <a:tcPr/>
                </a:tc>
                <a:tc>
                  <a:txBody>
                    <a:bodyPr/>
                    <a:lstStyle/>
                    <a:p>
                      <a:pPr marL="0" lvl="0" indent="0" algn="l">
                        <a:lnSpc>
                          <a:spcPct val="100000"/>
                        </a:lnSpc>
                        <a:spcBef>
                          <a:spcPts val="0"/>
                        </a:spcBef>
                        <a:spcAft>
                          <a:spcPts val="0"/>
                        </a:spcAft>
                        <a:buNone/>
                      </a:pPr>
                      <a:r>
                        <a:rPr lang="fr-FR" sz="1600" b="0" i="0" u="none" strike="noStrike" cap="none" noProof="0" dirty="0">
                          <a:solidFill>
                            <a:schemeClr val="tx1"/>
                          </a:solidFill>
                          <a:latin typeface="+mj-lt"/>
                        </a:rPr>
                        <a:t>Mener le plaidoyer </a:t>
                      </a:r>
                      <a:r>
                        <a:rPr lang="fr-FR" sz="1600" b="0" i="0" u="none" strike="noStrike" cap="none" noProof="0" dirty="0" err="1">
                          <a:solidFill>
                            <a:schemeClr val="tx1"/>
                          </a:solidFill>
                          <a:latin typeface="+mj-lt"/>
                        </a:rPr>
                        <a:t>aupres</a:t>
                      </a:r>
                      <a:r>
                        <a:rPr lang="fr-FR" sz="1600" b="0" i="0" u="none" strike="noStrike" cap="none" noProof="0" dirty="0">
                          <a:solidFill>
                            <a:schemeClr val="tx1"/>
                          </a:solidFill>
                          <a:latin typeface="+mj-lt"/>
                        </a:rPr>
                        <a:t> des 9 ministères ( Education, </a:t>
                      </a:r>
                      <a:r>
                        <a:rPr lang="fr-FR" sz="1600" b="0" i="0" u="none" strike="noStrike" cap="none" noProof="0" dirty="0" err="1">
                          <a:solidFill>
                            <a:schemeClr val="tx1"/>
                          </a:solidFill>
                          <a:latin typeface="+mj-lt"/>
                        </a:rPr>
                        <a:t>Interieur</a:t>
                      </a:r>
                      <a:r>
                        <a:rPr lang="fr-FR" sz="1600" b="0" i="0" u="none" strike="noStrike" cap="none" noProof="0" dirty="0">
                          <a:solidFill>
                            <a:schemeClr val="tx1"/>
                          </a:solidFill>
                          <a:latin typeface="+mj-lt"/>
                        </a:rPr>
                        <a:t>, Agriculture, Genre et Famille, </a:t>
                      </a:r>
                      <a:r>
                        <a:rPr lang="fr-FR" sz="1600" b="0" i="0" u="none" strike="noStrike" cap="none" noProof="0" dirty="0" err="1">
                          <a:solidFill>
                            <a:schemeClr val="tx1"/>
                          </a:solidFill>
                          <a:latin typeface="+mj-lt"/>
                        </a:rPr>
                        <a:t>Developpement</a:t>
                      </a:r>
                      <a:r>
                        <a:rPr lang="fr-FR" sz="1600" b="0" i="0" u="none" strike="noStrike" cap="none" noProof="0" dirty="0">
                          <a:solidFill>
                            <a:schemeClr val="tx1"/>
                          </a:solidFill>
                          <a:latin typeface="+mj-lt"/>
                        </a:rPr>
                        <a:t> Rural, Finances, Budget, Communication et </a:t>
                      </a:r>
                      <a:r>
                        <a:rPr lang="fr-FR" sz="1600" b="0" i="0" u="none" strike="noStrike" cap="none" noProof="0" dirty="0" err="1">
                          <a:solidFill>
                            <a:schemeClr val="tx1"/>
                          </a:solidFill>
                          <a:latin typeface="+mj-lt"/>
                        </a:rPr>
                        <a:t>medias</a:t>
                      </a:r>
                      <a:r>
                        <a:rPr lang="fr-FR" sz="1600" b="0" i="0" u="none" strike="noStrike" cap="none" noProof="0" dirty="0">
                          <a:solidFill>
                            <a:schemeClr val="tx1"/>
                          </a:solidFill>
                          <a:latin typeface="+mj-lt"/>
                        </a:rPr>
                        <a:t> ) pour leur engagement dans la promotion de la vaccination et l'éradication de la polio</a:t>
                      </a:r>
                      <a:endParaRPr lang="fr-FR" noProof="0" dirty="0">
                        <a:latin typeface="+mj-lt"/>
                        <a:sym typeface="Arial" panose="020B0604020202020204"/>
                      </a:endParaRPr>
                    </a:p>
                  </a:txBody>
                  <a:tcPr/>
                </a:tc>
                <a:tc vMerge="1">
                  <a:txBody>
                    <a:bodyPr/>
                    <a:lstStyle/>
                    <a:p>
                      <a:pPr lvl="0">
                        <a:buNone/>
                      </a:pPr>
                      <a:endParaRPr lang="fr-FR" sz="3600" dirty="0"/>
                    </a:p>
                  </a:txBody>
                  <a:tcPr/>
                </a:tc>
                <a:extLst>
                  <a:ext uri="{0D108BD9-81ED-4DB2-BD59-A6C34878D82A}">
                    <a16:rowId xmlns:a16="http://schemas.microsoft.com/office/drawing/2014/main" val="2778408393"/>
                  </a:ext>
                </a:extLst>
              </a:tr>
            </a:tbl>
          </a:graphicData>
        </a:graphic>
      </p:graphicFrame>
    </p:spTree>
    <p:extLst>
      <p:ext uri="{BB962C8B-B14F-4D97-AF65-F5344CB8AC3E}">
        <p14:creationId xmlns:p14="http://schemas.microsoft.com/office/powerpoint/2010/main" val="16809318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p19"/>
          <p:cNvSpPr txBox="1"/>
          <p:nvPr/>
        </p:nvSpPr>
        <p:spPr>
          <a:xfrm>
            <a:off x="6556077" y="2461403"/>
            <a:ext cx="3964472" cy="1273419"/>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rtl="0">
              <a:lnSpc>
                <a:spcPct val="100000"/>
              </a:lnSpc>
              <a:spcBef>
                <a:spcPts val="0"/>
              </a:spcBef>
              <a:spcAft>
                <a:spcPts val="0"/>
              </a:spcAft>
              <a:buClr>
                <a:srgbClr val="000000"/>
              </a:buClr>
              <a:buSzPts val="6600"/>
              <a:buFont typeface="Arial"/>
              <a:buNone/>
            </a:pPr>
            <a:r>
              <a:rPr lang="fr-FR" sz="8800" b="0" i="0" u="none" strike="noStrike" cap="none" noProof="0" dirty="0">
                <a:solidFill>
                  <a:srgbClr val="083C92"/>
                </a:solidFill>
                <a:latin typeface="Baumans"/>
                <a:ea typeface="Baumans"/>
                <a:cs typeface="Baumans"/>
                <a:sym typeface="Baumans"/>
              </a:rPr>
              <a:t>Merci </a:t>
            </a:r>
          </a:p>
        </p:txBody>
      </p:sp>
      <p:pic>
        <p:nvPicPr>
          <p:cNvPr id="711" name="Google Shape;711;p19" descr="Une image contenant texte, graphisme, Graphique, carte&#10;&#10;Le contenu généré par l’IA peut être incorrect."/>
          <p:cNvPicPr preferRelativeResize="0"/>
          <p:nvPr/>
        </p:nvPicPr>
        <p:blipFill rotWithShape="1">
          <a:blip r:embed="rId3">
            <a:alphaModFix/>
          </a:blip>
          <a:srcRect/>
          <a:stretch/>
        </p:blipFill>
        <p:spPr>
          <a:xfrm>
            <a:off x="130198" y="-115047"/>
            <a:ext cx="6678919" cy="6426317"/>
          </a:xfrm>
          <a:prstGeom prst="rect">
            <a:avLst/>
          </a:prstGeom>
          <a:noFill/>
          <a:ln>
            <a:noFill/>
          </a:ln>
        </p:spPr>
      </p:pic>
    </p:spTree>
    <p:extLst>
      <p:ext uri="{BB962C8B-B14F-4D97-AF65-F5344CB8AC3E}">
        <p14:creationId xmlns:p14="http://schemas.microsoft.com/office/powerpoint/2010/main" val="2459756745"/>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AE8E1-49CD-147D-70D4-E5630B5E824D}"/>
            </a:ext>
          </a:extLst>
        </p:cNvPr>
        <p:cNvGrpSpPr/>
        <p:nvPr/>
      </p:nvGrpSpPr>
      <p:grpSpPr>
        <a:xfrm>
          <a:off x="0" y="0"/>
          <a:ext cx="0" cy="0"/>
          <a:chOff x="0" y="0"/>
          <a:chExt cx="0" cy="0"/>
        </a:xfrm>
      </p:grpSpPr>
      <p:sp>
        <p:nvSpPr>
          <p:cNvPr id="4" name="Titre 1">
            <a:extLst>
              <a:ext uri="{FF2B5EF4-FFF2-40B4-BE49-F238E27FC236}">
                <a16:creationId xmlns:a16="http://schemas.microsoft.com/office/drawing/2014/main" id="{94BCAECB-9AFD-82C5-C36A-5E51168F49CF}"/>
              </a:ext>
            </a:extLst>
          </p:cNvPr>
          <p:cNvSpPr txBox="1">
            <a:spLocks/>
          </p:cNvSpPr>
          <p:nvPr/>
        </p:nvSpPr>
        <p:spPr>
          <a:xfrm>
            <a:off x="1" y="3298886"/>
            <a:ext cx="12191999" cy="866775"/>
          </a:xfrm>
          <a:prstGeom prst="rect">
            <a:avLst/>
          </a:prstGeom>
          <a:solidFill>
            <a:schemeClr val="accent1">
              <a:lumMod val="50000"/>
            </a:schemeClr>
          </a:solidFill>
          <a:ln>
            <a:noFill/>
          </a:ln>
        </p:spPr>
        <p:txBody>
          <a:bodyPr spcFirstLastPara="1" wrap="square" lIns="91416" tIns="91416" rIns="91416" bIns="91416" anchor="ctr" anchorCtr="0">
            <a:normAutofit lnSpcReduction="100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panose="020B0604020202020204"/>
              <a:buNone/>
              <a:defRPr sz="4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chemeClr val="dk1"/>
              </a:buClr>
              <a:buSzPts val="3600"/>
              <a:buFont typeface="Arial" panose="020B0604020202020204"/>
              <a:buNone/>
              <a:defRPr sz="4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chemeClr val="dk1"/>
              </a:buClr>
              <a:buSzPts val="3600"/>
              <a:buFont typeface="Arial" panose="020B0604020202020204"/>
              <a:buNone/>
              <a:defRPr sz="4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chemeClr val="dk1"/>
              </a:buClr>
              <a:buSzPts val="3600"/>
              <a:buFont typeface="Arial" panose="020B0604020202020204"/>
              <a:buNone/>
              <a:defRPr sz="4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chemeClr val="dk1"/>
              </a:buClr>
              <a:buSzPts val="3600"/>
              <a:buFont typeface="Arial" panose="020B0604020202020204"/>
              <a:buNone/>
              <a:defRPr sz="4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chemeClr val="dk1"/>
              </a:buClr>
              <a:buSzPts val="3600"/>
              <a:buFont typeface="Arial" panose="020B0604020202020204"/>
              <a:buNone/>
              <a:defRPr sz="4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chemeClr val="dk1"/>
              </a:buClr>
              <a:buSzPts val="3600"/>
              <a:buFont typeface="Arial" panose="020B0604020202020204"/>
              <a:buNone/>
              <a:defRPr sz="4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chemeClr val="dk1"/>
              </a:buClr>
              <a:buSzPts val="3600"/>
              <a:buFont typeface="Arial" panose="020B0604020202020204"/>
              <a:buNone/>
              <a:defRPr sz="4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chemeClr val="dk1"/>
              </a:buClr>
              <a:buSzPts val="3600"/>
              <a:buFont typeface="Arial" panose="020B0604020202020204"/>
              <a:buNone/>
              <a:defRPr sz="4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defTabSz="914400"/>
            <a:r>
              <a:rPr lang="fr-FR" kern="0" noProof="0" dirty="0">
                <a:solidFill>
                  <a:schemeClr val="bg1"/>
                </a:solidFill>
              </a:rPr>
              <a:t>ANNEXES</a:t>
            </a:r>
            <a:endParaRPr lang="fr-FR" noProof="0" dirty="0">
              <a:solidFill>
                <a:schemeClr val="bg1"/>
              </a:solidFill>
            </a:endParaRPr>
          </a:p>
        </p:txBody>
      </p:sp>
    </p:spTree>
    <p:extLst>
      <p:ext uri="{BB962C8B-B14F-4D97-AF65-F5344CB8AC3E}">
        <p14:creationId xmlns:p14="http://schemas.microsoft.com/office/powerpoint/2010/main" val="27964911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622CA-9688-F7B5-F6B0-3514E9C5D96F}"/>
            </a:ext>
          </a:extLst>
        </p:cNvPr>
        <p:cNvGrpSpPr/>
        <p:nvPr/>
      </p:nvGrpSpPr>
      <p:grpSpPr>
        <a:xfrm>
          <a:off x="0" y="0"/>
          <a:ext cx="0" cy="0"/>
          <a:chOff x="0" y="0"/>
          <a:chExt cx="0" cy="0"/>
        </a:xfrm>
      </p:grpSpPr>
      <p:sp>
        <p:nvSpPr>
          <p:cNvPr id="15" name="Rectangle à coins arrondis 14">
            <a:extLst>
              <a:ext uri="{FF2B5EF4-FFF2-40B4-BE49-F238E27FC236}">
                <a16:creationId xmlns:a16="http://schemas.microsoft.com/office/drawing/2014/main" id="{0792E6FF-68E9-5428-0EDA-8D598AA29EFC}"/>
              </a:ext>
            </a:extLst>
          </p:cNvPr>
          <p:cNvSpPr/>
          <p:nvPr/>
        </p:nvSpPr>
        <p:spPr>
          <a:xfrm>
            <a:off x="6130873" y="3105173"/>
            <a:ext cx="5411049" cy="504984"/>
          </a:xfrm>
          <a:prstGeom prst="roundRect">
            <a:avLst/>
          </a:prstGeom>
          <a:ln>
            <a:solidFill>
              <a:schemeClr val="accent1">
                <a:lumMod val="50000"/>
              </a:schemeClr>
            </a:solidFill>
          </a:ln>
        </p:spPr>
        <p:style>
          <a:lnRef idx="2">
            <a:schemeClr val="accent6"/>
          </a:lnRef>
          <a:fillRef idx="1">
            <a:schemeClr val="lt1"/>
          </a:fillRef>
          <a:effectRef idx="0">
            <a:schemeClr val="accent6"/>
          </a:effectRef>
          <a:fontRef idx="minor">
            <a:schemeClr val="dk1"/>
          </a:fontRef>
        </p:style>
        <p:txBody>
          <a:bodyPr rot="0" spcFirstLastPara="0" vert="horz" wrap="square" lIns="121920" tIns="60960" rIns="121920" bIns="60960"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lnSpc>
                <a:spcPct val="107000"/>
              </a:lnSpc>
              <a:spcAft>
                <a:spcPts val="1067"/>
              </a:spcAft>
            </a:pPr>
            <a:r>
              <a:rPr lang="fr-FR" sz="1600" b="1" noProof="0" dirty="0">
                <a:latin typeface="Cambria"/>
                <a:ea typeface="Calibri"/>
              </a:rPr>
              <a:t>SAV: Emission radio Okapi</a:t>
            </a:r>
            <a:endParaRPr lang="fr-FR" sz="1600" b="1" noProof="0" dirty="0">
              <a:latin typeface="Cambria" panose="02040503050406030204" pitchFamily="18" charset="0"/>
              <a:ea typeface="Calibri" panose="020F0502020204030204" pitchFamily="34" charset="0"/>
            </a:endParaRPr>
          </a:p>
        </p:txBody>
      </p:sp>
      <p:sp>
        <p:nvSpPr>
          <p:cNvPr id="20" name="Rectangle à coins arrondis 19">
            <a:extLst>
              <a:ext uri="{FF2B5EF4-FFF2-40B4-BE49-F238E27FC236}">
                <a16:creationId xmlns:a16="http://schemas.microsoft.com/office/drawing/2014/main" id="{7D55D7C6-D0C5-E8E1-5E6D-E0181F37F1B1}"/>
              </a:ext>
            </a:extLst>
          </p:cNvPr>
          <p:cNvSpPr/>
          <p:nvPr/>
        </p:nvSpPr>
        <p:spPr>
          <a:xfrm>
            <a:off x="449428" y="6269168"/>
            <a:ext cx="4965696" cy="378865"/>
          </a:xfrm>
          <a:prstGeom prst="roundRect">
            <a:avLst/>
          </a:prstGeom>
          <a:ln>
            <a:solidFill>
              <a:schemeClr val="accent1">
                <a:lumMod val="50000"/>
              </a:schemeClr>
            </a:solidFill>
          </a:ln>
        </p:spPr>
        <p:style>
          <a:lnRef idx="2">
            <a:schemeClr val="accent6"/>
          </a:lnRef>
          <a:fillRef idx="1">
            <a:schemeClr val="lt1"/>
          </a:fillRef>
          <a:effectRef idx="0">
            <a:schemeClr val="accent6"/>
          </a:effectRef>
          <a:fontRef idx="minor">
            <a:schemeClr val="dk1"/>
          </a:fontRef>
        </p:style>
        <p:txBody>
          <a:bodyPr rot="0" spcFirstLastPara="0" vert="horz" wrap="square" lIns="121920" tIns="60960" rIns="121920" bIns="60960"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lnSpc>
                <a:spcPct val="107000"/>
              </a:lnSpc>
              <a:spcAft>
                <a:spcPts val="1067"/>
              </a:spcAft>
            </a:pPr>
            <a:r>
              <a:rPr lang="fr-FR" sz="1600" b="1" noProof="0" dirty="0">
                <a:latin typeface="Cambria"/>
                <a:ea typeface="Calibri"/>
              </a:rPr>
              <a:t>REPACAV: Suivi des engagements, </a:t>
            </a:r>
            <a:r>
              <a:rPr lang="fr-FR" sz="1600" b="1" noProof="0" dirty="0" err="1">
                <a:latin typeface="Cambria"/>
                <a:ea typeface="Calibri"/>
              </a:rPr>
              <a:t>Sultani</a:t>
            </a:r>
            <a:r>
              <a:rPr lang="fr-FR" sz="1600" b="1" noProof="0" dirty="0">
                <a:latin typeface="Cambria"/>
                <a:ea typeface="Calibri"/>
              </a:rPr>
              <a:t> </a:t>
            </a:r>
            <a:r>
              <a:rPr lang="fr-FR" sz="1600" b="1" noProof="0" dirty="0" err="1">
                <a:latin typeface="Cambria"/>
                <a:ea typeface="Calibri"/>
              </a:rPr>
              <a:t>Hotel</a:t>
            </a:r>
            <a:r>
              <a:rPr lang="fr-FR" sz="1600" b="1" noProof="0" dirty="0">
                <a:latin typeface="Cambria"/>
                <a:ea typeface="Calibri"/>
              </a:rPr>
              <a:t> </a:t>
            </a:r>
          </a:p>
        </p:txBody>
      </p:sp>
      <p:sp>
        <p:nvSpPr>
          <p:cNvPr id="21" name="Rectangle à coins arrondis 20">
            <a:extLst>
              <a:ext uri="{FF2B5EF4-FFF2-40B4-BE49-F238E27FC236}">
                <a16:creationId xmlns:a16="http://schemas.microsoft.com/office/drawing/2014/main" id="{43C1E869-9FFE-9E25-0A2F-C03EEA4D1AE3}"/>
              </a:ext>
            </a:extLst>
          </p:cNvPr>
          <p:cNvSpPr/>
          <p:nvPr/>
        </p:nvSpPr>
        <p:spPr>
          <a:xfrm>
            <a:off x="6096000" y="6270660"/>
            <a:ext cx="5752080" cy="526953"/>
          </a:xfrm>
          <a:prstGeom prst="roundRect">
            <a:avLst/>
          </a:prstGeom>
          <a:ln>
            <a:solidFill>
              <a:schemeClr val="accent1">
                <a:lumMod val="50000"/>
              </a:schemeClr>
            </a:solidFill>
          </a:ln>
        </p:spPr>
        <p:style>
          <a:lnRef idx="2">
            <a:schemeClr val="accent6"/>
          </a:lnRef>
          <a:fillRef idx="1">
            <a:schemeClr val="lt1"/>
          </a:fillRef>
          <a:effectRef idx="0">
            <a:schemeClr val="accent6"/>
          </a:effectRef>
          <a:fontRef idx="minor">
            <a:schemeClr val="dk1"/>
          </a:fontRef>
        </p:style>
        <p:txBody>
          <a:bodyPr rot="0" spcFirstLastPara="0" vert="horz" wrap="square" lIns="121920" tIns="60960" rIns="121920" bIns="60960"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lnSpc>
                <a:spcPct val="107000"/>
              </a:lnSpc>
              <a:spcAft>
                <a:spcPts val="1067"/>
              </a:spcAft>
            </a:pPr>
            <a:r>
              <a:rPr lang="fr-FR" sz="1600" b="1" noProof="0" dirty="0">
                <a:latin typeface="Cambria" panose="02040503050406030204" pitchFamily="18" charset="0"/>
                <a:ea typeface="Cambria"/>
              </a:rPr>
              <a:t>Lancement RR et JNV Novembre Par SEM. Le Ministre de la Santé</a:t>
            </a:r>
            <a:endParaRPr lang="fr-FR" noProof="0" dirty="0"/>
          </a:p>
        </p:txBody>
      </p:sp>
      <p:sp>
        <p:nvSpPr>
          <p:cNvPr id="3" name="Rectangle à coins arrondis 24">
            <a:extLst>
              <a:ext uri="{FF2B5EF4-FFF2-40B4-BE49-F238E27FC236}">
                <a16:creationId xmlns:a16="http://schemas.microsoft.com/office/drawing/2014/main" id="{8FB9013D-5CD1-9B9F-CD44-143739A3AA14}"/>
              </a:ext>
            </a:extLst>
          </p:cNvPr>
          <p:cNvSpPr/>
          <p:nvPr/>
        </p:nvSpPr>
        <p:spPr>
          <a:xfrm>
            <a:off x="542289" y="3189043"/>
            <a:ext cx="4687904" cy="497535"/>
          </a:xfrm>
          <a:prstGeom prst="roundRect">
            <a:avLst/>
          </a:prstGeom>
          <a:ln>
            <a:solidFill>
              <a:schemeClr val="accent1">
                <a:lumMod val="50000"/>
              </a:schemeClr>
            </a:solidFill>
          </a:ln>
        </p:spPr>
        <p:style>
          <a:lnRef idx="2">
            <a:schemeClr val="accent6"/>
          </a:lnRef>
          <a:fillRef idx="1">
            <a:schemeClr val="lt1"/>
          </a:fillRef>
          <a:effectRef idx="0">
            <a:schemeClr val="accent6"/>
          </a:effectRef>
          <a:fontRef idx="minor">
            <a:schemeClr val="dk1"/>
          </a:fontRef>
        </p:style>
        <p:txBody>
          <a:bodyPr rot="0" spcFirstLastPara="0" vert="horz" wrap="square" lIns="121920" tIns="60960" rIns="121920" bIns="60960"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lnSpc>
                <a:spcPct val="107000"/>
              </a:lnSpc>
              <a:spcAft>
                <a:spcPts val="1067"/>
              </a:spcAft>
            </a:pPr>
            <a:r>
              <a:rPr lang="fr-FR" sz="1600" b="1" noProof="0" dirty="0">
                <a:latin typeface="Cambria"/>
                <a:ea typeface="Calibri"/>
              </a:rPr>
              <a:t>Lancement SAV</a:t>
            </a:r>
          </a:p>
        </p:txBody>
      </p:sp>
      <p:pic>
        <p:nvPicPr>
          <p:cNvPr id="6" name="Google Shape;635;g3440b76647b_0_621" descr="IMG-20250501-WA0015">
            <a:extLst>
              <a:ext uri="{FF2B5EF4-FFF2-40B4-BE49-F238E27FC236}">
                <a16:creationId xmlns:a16="http://schemas.microsoft.com/office/drawing/2014/main" id="{525DB982-6D64-E19D-D50D-F70C69984452}"/>
              </a:ext>
            </a:extLst>
          </p:cNvPr>
          <p:cNvPicPr preferRelativeResize="0"/>
          <p:nvPr/>
        </p:nvPicPr>
        <p:blipFill rotWithShape="1">
          <a:blip r:embed="rId3">
            <a:alphaModFix/>
          </a:blip>
          <a:srcRect/>
          <a:stretch/>
        </p:blipFill>
        <p:spPr>
          <a:xfrm>
            <a:off x="381888" y="303851"/>
            <a:ext cx="4834909" cy="2804900"/>
          </a:xfrm>
          <a:prstGeom prst="rect">
            <a:avLst/>
          </a:prstGeom>
          <a:noFill/>
          <a:ln>
            <a:noFill/>
          </a:ln>
        </p:spPr>
      </p:pic>
      <p:pic>
        <p:nvPicPr>
          <p:cNvPr id="8" name="Google Shape;636;g3440b76647b_0_621" descr="Une image contenant microphone, personne, Visage humain, verres&#10;&#10;Le contenu généré par l’IA peut être incorrect.">
            <a:extLst>
              <a:ext uri="{FF2B5EF4-FFF2-40B4-BE49-F238E27FC236}">
                <a16:creationId xmlns:a16="http://schemas.microsoft.com/office/drawing/2014/main" id="{3450B193-3C4C-4CCF-E7B9-AFC38D4E64DE}"/>
              </a:ext>
            </a:extLst>
          </p:cNvPr>
          <p:cNvPicPr preferRelativeResize="0"/>
          <p:nvPr/>
        </p:nvPicPr>
        <p:blipFill rotWithShape="1">
          <a:blip r:embed="rId4">
            <a:alphaModFix/>
          </a:blip>
          <a:srcRect/>
          <a:stretch/>
        </p:blipFill>
        <p:spPr>
          <a:xfrm>
            <a:off x="6093799" y="303846"/>
            <a:ext cx="5445058" cy="2804899"/>
          </a:xfrm>
          <a:prstGeom prst="rect">
            <a:avLst/>
          </a:prstGeom>
          <a:noFill/>
          <a:ln>
            <a:noFill/>
          </a:ln>
        </p:spPr>
      </p:pic>
      <p:pic>
        <p:nvPicPr>
          <p:cNvPr id="10" name="Google Shape;638;g3440b76647b_0_621" descr="IMG-20250515-WA0126">
            <a:extLst>
              <a:ext uri="{FF2B5EF4-FFF2-40B4-BE49-F238E27FC236}">
                <a16:creationId xmlns:a16="http://schemas.microsoft.com/office/drawing/2014/main" id="{0E25D114-6B49-DD32-FDD8-C1B455D19399}"/>
              </a:ext>
            </a:extLst>
          </p:cNvPr>
          <p:cNvPicPr preferRelativeResize="0"/>
          <p:nvPr/>
        </p:nvPicPr>
        <p:blipFill rotWithShape="1">
          <a:blip r:embed="rId5">
            <a:alphaModFix/>
          </a:blip>
          <a:srcRect/>
          <a:stretch/>
        </p:blipFill>
        <p:spPr>
          <a:xfrm>
            <a:off x="478649" y="3835172"/>
            <a:ext cx="4822813" cy="2272325"/>
          </a:xfrm>
          <a:prstGeom prst="rect">
            <a:avLst/>
          </a:prstGeom>
          <a:noFill/>
          <a:ln>
            <a:noFill/>
          </a:ln>
        </p:spPr>
      </p:pic>
      <p:pic>
        <p:nvPicPr>
          <p:cNvPr id="2" name="Image 1" descr="Une image contenant habits, Visage humain, homme, personne&#10;&#10;Le contenu généré par l’IA peut être incorrect.">
            <a:extLst>
              <a:ext uri="{FF2B5EF4-FFF2-40B4-BE49-F238E27FC236}">
                <a16:creationId xmlns:a16="http://schemas.microsoft.com/office/drawing/2014/main" id="{64D4A08C-0451-0A89-E679-FF845F0C7AED}"/>
              </a:ext>
            </a:extLst>
          </p:cNvPr>
          <p:cNvPicPr>
            <a:picLocks noChangeAspect="1"/>
          </p:cNvPicPr>
          <p:nvPr/>
        </p:nvPicPr>
        <p:blipFill>
          <a:blip r:embed="rId6"/>
          <a:stretch>
            <a:fillRect/>
          </a:stretch>
        </p:blipFill>
        <p:spPr>
          <a:xfrm>
            <a:off x="6798433" y="3606991"/>
            <a:ext cx="4076985" cy="2657901"/>
          </a:xfrm>
          <a:prstGeom prst="rect">
            <a:avLst/>
          </a:prstGeom>
        </p:spPr>
      </p:pic>
    </p:spTree>
    <p:extLst>
      <p:ext uri="{BB962C8B-B14F-4D97-AF65-F5344CB8AC3E}">
        <p14:creationId xmlns:p14="http://schemas.microsoft.com/office/powerpoint/2010/main" val="2358855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C5A2A49A-F237-114F-4424-FDEBFB601F7C}"/>
            </a:ext>
          </a:extLst>
        </p:cNvPr>
        <p:cNvGrpSpPr/>
        <p:nvPr/>
      </p:nvGrpSpPr>
      <p:grpSpPr>
        <a:xfrm>
          <a:off x="0" y="0"/>
          <a:ext cx="0" cy="0"/>
          <a:chOff x="0" y="0"/>
          <a:chExt cx="0" cy="0"/>
        </a:xfrm>
      </p:grpSpPr>
      <p:sp>
        <p:nvSpPr>
          <p:cNvPr id="221" name="Google Shape;221;p16">
            <a:extLst>
              <a:ext uri="{FF2B5EF4-FFF2-40B4-BE49-F238E27FC236}">
                <a16:creationId xmlns:a16="http://schemas.microsoft.com/office/drawing/2014/main" id="{9E5B5B4A-7A0A-4164-A358-4B15CB3CEC20}"/>
              </a:ext>
            </a:extLst>
          </p:cNvPr>
          <p:cNvSpPr txBox="1"/>
          <p:nvPr/>
        </p:nvSpPr>
        <p:spPr>
          <a:xfrm>
            <a:off x="458592" y="67563"/>
            <a:ext cx="11274800" cy="731600"/>
          </a:xfrm>
          <a:prstGeom prst="rect">
            <a:avLst/>
          </a:prstGeom>
          <a:noFill/>
          <a:ln>
            <a:noFill/>
          </a:ln>
        </p:spPr>
        <p:txBody>
          <a:bodyPr spcFirstLastPara="1" wrap="square" lIns="0" tIns="0" rIns="0" bIns="0" anchor="t" anchorCtr="0">
            <a:noAutofit/>
          </a:bodyPr>
          <a:lstStyle/>
          <a:p>
            <a:pPr>
              <a:buSzPts val="1100"/>
            </a:pPr>
            <a:r>
              <a:rPr lang="fr-FR" altLang="en-GB" sz="2700" b="1">
                <a:solidFill>
                  <a:srgbClr val="1155CC"/>
                </a:solidFill>
                <a:latin typeface="Times New Roman" panose="02020603050405020304"/>
                <a:ea typeface="Times New Roman" panose="02020603050405020304"/>
                <a:cs typeface="Times New Roman" panose="02020603050405020304"/>
                <a:sym typeface="Times New Roman" panose="02020603050405020304"/>
              </a:rPr>
              <a:t>Proportion</a:t>
            </a:r>
            <a:r>
              <a:rPr lang="fr-FR" altLang="en-GB" sz="2700" b="1">
                <a:solidFill>
                  <a:srgbClr val="1155CC"/>
                </a:solidFill>
                <a:latin typeface="Times New Roman" panose="02020603050405020304"/>
                <a:ea typeface="Times New Roman" panose="02020603050405020304"/>
                <a:cs typeface="Times New Roman" panose="02020603050405020304"/>
                <a:sym typeface="Source Serif Pro"/>
              </a:rPr>
              <a:t> d’enfants identifiés et récupéré par les relais communautaires en routine </a:t>
            </a:r>
            <a:r>
              <a:rPr lang="fr-FR" sz="2700" b="1">
                <a:solidFill>
                  <a:srgbClr val="1155CC"/>
                </a:solidFill>
                <a:latin typeface="Times New Roman" panose="02020603050405020304"/>
                <a:cs typeface="Times New Roman" panose="02020603050405020304"/>
                <a:sym typeface="Arimo"/>
              </a:rPr>
              <a:t>14-12-2025 </a:t>
            </a:r>
            <a:r>
              <a:rPr lang="fr-FR" sz="2700">
                <a:solidFill>
                  <a:srgbClr val="1155CC"/>
                </a:solidFill>
                <a:latin typeface="Times New Roman" panose="02020603050405020304"/>
                <a:cs typeface="Times New Roman" panose="02020603050405020304"/>
                <a:sym typeface="Arimo"/>
              </a:rPr>
              <a:t>(Source DHIS2-Tracker) </a:t>
            </a:r>
            <a:endParaRPr lang="fr-FR" sz="2700">
              <a:solidFill>
                <a:srgbClr val="1155CC"/>
              </a:solidFill>
              <a:latin typeface="Times New Roman" panose="02020603050405020304"/>
              <a:cs typeface="Times New Roman" panose="02020603050405020304"/>
            </a:endParaRPr>
          </a:p>
        </p:txBody>
      </p:sp>
      <p:sp>
        <p:nvSpPr>
          <p:cNvPr id="222" name="Google Shape;222;p16">
            <a:extLst>
              <a:ext uri="{FF2B5EF4-FFF2-40B4-BE49-F238E27FC236}">
                <a16:creationId xmlns:a16="http://schemas.microsoft.com/office/drawing/2014/main" id="{8CB9621E-229E-114A-2F05-23EDD8FFF6FF}"/>
              </a:ext>
            </a:extLst>
          </p:cNvPr>
          <p:cNvSpPr/>
          <p:nvPr/>
        </p:nvSpPr>
        <p:spPr>
          <a:xfrm>
            <a:off x="0" y="125280"/>
            <a:ext cx="235600" cy="655200"/>
          </a:xfrm>
          <a:prstGeom prst="rect">
            <a:avLst/>
          </a:prstGeom>
          <a:solidFill>
            <a:srgbClr val="1155CC"/>
          </a:solidFill>
          <a:ln>
            <a:noFill/>
          </a:ln>
        </p:spPr>
        <p:txBody>
          <a:bodyPr spcFirstLastPara="1" wrap="square" lIns="91392" tIns="91392" rIns="91392" bIns="91392" anchor="ctr" anchorCtr="0">
            <a:noAutofit/>
          </a:bodyPr>
          <a:lstStyle/>
          <a:p>
            <a:endParaRPr>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4" name="Google Shape;224;p16">
            <a:extLst>
              <a:ext uri="{FF2B5EF4-FFF2-40B4-BE49-F238E27FC236}">
                <a16:creationId xmlns:a16="http://schemas.microsoft.com/office/drawing/2014/main" id="{EC7DBC3D-72B6-A6AA-72E4-0F58751B0905}"/>
              </a:ext>
            </a:extLst>
          </p:cNvPr>
          <p:cNvSpPr txBox="1"/>
          <p:nvPr/>
        </p:nvSpPr>
        <p:spPr>
          <a:xfrm>
            <a:off x="267700" y="6492847"/>
            <a:ext cx="11414800" cy="184151"/>
          </a:xfrm>
          <a:prstGeom prst="rect">
            <a:avLst/>
          </a:prstGeom>
          <a:noFill/>
          <a:ln>
            <a:noFill/>
          </a:ln>
        </p:spPr>
        <p:txBody>
          <a:bodyPr spcFirstLastPara="1" wrap="square" lIns="0" tIns="0" rIns="121889" bIns="0" anchor="t" anchorCtr="0">
            <a:spAutoFit/>
          </a:bodyPr>
          <a:lstStyle/>
          <a:p>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pic>
        <p:nvPicPr>
          <p:cNvPr id="3" name="Image 2">
            <a:extLst>
              <a:ext uri="{FF2B5EF4-FFF2-40B4-BE49-F238E27FC236}">
                <a16:creationId xmlns:a16="http://schemas.microsoft.com/office/drawing/2014/main" id="{B9F83480-D263-C8C9-9A09-FE6C602D91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624" y="980798"/>
            <a:ext cx="12135375" cy="5299231"/>
          </a:xfrm>
          <a:prstGeom prst="rect">
            <a:avLst/>
          </a:prstGeom>
        </p:spPr>
      </p:pic>
    </p:spTree>
    <p:extLst>
      <p:ext uri="{BB962C8B-B14F-4D97-AF65-F5344CB8AC3E}">
        <p14:creationId xmlns:p14="http://schemas.microsoft.com/office/powerpoint/2010/main" val="16075469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4C00DCCB-F4BC-DD34-1543-76E5C01F258C}"/>
            </a:ext>
          </a:extLst>
        </p:cNvPr>
        <p:cNvGrpSpPr/>
        <p:nvPr/>
      </p:nvGrpSpPr>
      <p:grpSpPr>
        <a:xfrm>
          <a:off x="0" y="0"/>
          <a:ext cx="0" cy="0"/>
          <a:chOff x="0" y="0"/>
          <a:chExt cx="0" cy="0"/>
        </a:xfrm>
      </p:grpSpPr>
      <p:sp>
        <p:nvSpPr>
          <p:cNvPr id="221" name="Google Shape;221;p16">
            <a:extLst>
              <a:ext uri="{FF2B5EF4-FFF2-40B4-BE49-F238E27FC236}">
                <a16:creationId xmlns:a16="http://schemas.microsoft.com/office/drawing/2014/main" id="{84068D40-B4C2-ABC3-33F0-7ACDFAB31004}"/>
              </a:ext>
            </a:extLst>
          </p:cNvPr>
          <p:cNvSpPr txBox="1"/>
          <p:nvPr/>
        </p:nvSpPr>
        <p:spPr>
          <a:xfrm>
            <a:off x="458592" y="67563"/>
            <a:ext cx="11274800" cy="731600"/>
          </a:xfrm>
          <a:prstGeom prst="rect">
            <a:avLst/>
          </a:prstGeom>
          <a:noFill/>
          <a:ln>
            <a:noFill/>
          </a:ln>
        </p:spPr>
        <p:txBody>
          <a:bodyPr spcFirstLastPara="1" wrap="square" lIns="0" tIns="0" rIns="0" bIns="0" anchor="t" anchorCtr="0">
            <a:noAutofit/>
          </a:bodyPr>
          <a:lstStyle/>
          <a:p>
            <a:pPr>
              <a:buSzPts val="1100"/>
            </a:pPr>
            <a:r>
              <a:rPr lang="fr-FR" altLang="en-GB" sz="2700" b="1">
                <a:solidFill>
                  <a:srgbClr val="1155CC"/>
                </a:solidFill>
                <a:latin typeface="Times New Roman" panose="02020603050405020304"/>
                <a:ea typeface="Times New Roman" panose="02020603050405020304"/>
                <a:cs typeface="Times New Roman" panose="02020603050405020304"/>
                <a:sym typeface="Times New Roman" panose="02020603050405020304"/>
              </a:rPr>
              <a:t>Proportion</a:t>
            </a:r>
            <a:r>
              <a:rPr lang="fr-FR" altLang="en-GB" sz="2700" b="1">
                <a:solidFill>
                  <a:srgbClr val="1155CC"/>
                </a:solidFill>
                <a:latin typeface="Times New Roman" panose="02020603050405020304"/>
                <a:ea typeface="Times New Roman" panose="02020603050405020304"/>
                <a:cs typeface="Times New Roman" panose="02020603050405020304"/>
                <a:sym typeface="Source Serif Pro"/>
              </a:rPr>
              <a:t> d’enfants identifiés et récupéré par les relais communautaires en routine </a:t>
            </a:r>
            <a:r>
              <a:rPr lang="fr-FR" sz="2700" b="1">
                <a:solidFill>
                  <a:srgbClr val="1155CC"/>
                </a:solidFill>
                <a:latin typeface="Times New Roman" panose="02020603050405020304"/>
                <a:cs typeface="Times New Roman" panose="02020603050405020304"/>
                <a:sym typeface="Arimo"/>
              </a:rPr>
              <a:t>14-12-2025 </a:t>
            </a:r>
            <a:r>
              <a:rPr lang="fr-FR" sz="2700">
                <a:solidFill>
                  <a:srgbClr val="1155CC"/>
                </a:solidFill>
                <a:latin typeface="Times New Roman" panose="02020603050405020304"/>
                <a:cs typeface="Times New Roman" panose="02020603050405020304"/>
                <a:sym typeface="Arimo"/>
              </a:rPr>
              <a:t>(Source DHIS2-Tracker) </a:t>
            </a:r>
            <a:endParaRPr lang="fr-FR" sz="2700">
              <a:solidFill>
                <a:srgbClr val="1155CC"/>
              </a:solidFill>
              <a:latin typeface="Times New Roman" panose="02020603050405020304"/>
              <a:cs typeface="Times New Roman" panose="02020603050405020304"/>
            </a:endParaRPr>
          </a:p>
        </p:txBody>
      </p:sp>
      <p:sp>
        <p:nvSpPr>
          <p:cNvPr id="222" name="Google Shape;222;p16">
            <a:extLst>
              <a:ext uri="{FF2B5EF4-FFF2-40B4-BE49-F238E27FC236}">
                <a16:creationId xmlns:a16="http://schemas.microsoft.com/office/drawing/2014/main" id="{81F7CEE1-4343-9813-9C02-60E6EA809756}"/>
              </a:ext>
            </a:extLst>
          </p:cNvPr>
          <p:cNvSpPr/>
          <p:nvPr/>
        </p:nvSpPr>
        <p:spPr>
          <a:xfrm>
            <a:off x="0" y="125280"/>
            <a:ext cx="235600" cy="655200"/>
          </a:xfrm>
          <a:prstGeom prst="rect">
            <a:avLst/>
          </a:prstGeom>
          <a:solidFill>
            <a:srgbClr val="1155CC"/>
          </a:solidFill>
          <a:ln>
            <a:noFill/>
          </a:ln>
        </p:spPr>
        <p:txBody>
          <a:bodyPr spcFirstLastPara="1" wrap="square" lIns="91392" tIns="91392" rIns="91392" bIns="91392" anchor="ctr" anchorCtr="0">
            <a:noAutofit/>
          </a:bodyPr>
          <a:lstStyle/>
          <a:p>
            <a:endParaRPr>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4" name="Google Shape;224;p16">
            <a:extLst>
              <a:ext uri="{FF2B5EF4-FFF2-40B4-BE49-F238E27FC236}">
                <a16:creationId xmlns:a16="http://schemas.microsoft.com/office/drawing/2014/main" id="{149FB608-61FE-28BA-E9E6-253F5FC05934}"/>
              </a:ext>
            </a:extLst>
          </p:cNvPr>
          <p:cNvSpPr txBox="1"/>
          <p:nvPr/>
        </p:nvSpPr>
        <p:spPr>
          <a:xfrm>
            <a:off x="267700" y="6492847"/>
            <a:ext cx="11414800" cy="184151"/>
          </a:xfrm>
          <a:prstGeom prst="rect">
            <a:avLst/>
          </a:prstGeom>
          <a:noFill/>
          <a:ln>
            <a:noFill/>
          </a:ln>
        </p:spPr>
        <p:txBody>
          <a:bodyPr spcFirstLastPara="1" wrap="square" lIns="0" tIns="0" rIns="121889" bIns="0" anchor="t" anchorCtr="0">
            <a:spAutoFit/>
          </a:bodyPr>
          <a:lstStyle/>
          <a:p>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pic>
        <p:nvPicPr>
          <p:cNvPr id="3" name="Image 2">
            <a:extLst>
              <a:ext uri="{FF2B5EF4-FFF2-40B4-BE49-F238E27FC236}">
                <a16:creationId xmlns:a16="http://schemas.microsoft.com/office/drawing/2014/main" id="{9B680AB0-37F6-69E2-B2A4-DD74E1400F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22" y="1190044"/>
            <a:ext cx="12183078" cy="4894454"/>
          </a:xfrm>
          <a:prstGeom prst="rect">
            <a:avLst/>
          </a:prstGeom>
        </p:spPr>
      </p:pic>
    </p:spTree>
    <p:extLst>
      <p:ext uri="{BB962C8B-B14F-4D97-AF65-F5344CB8AC3E}">
        <p14:creationId xmlns:p14="http://schemas.microsoft.com/office/powerpoint/2010/main" val="16930503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460.4,&quot;left&quot;:378.85,&quot;top&quot;:55.45,&quot;width&quot;:490.15}"/>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f*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UNIT_SUBTYPE" val="a"/>
  <p:tag name="KSO_WM_UNIT_NOCLEAR" val="0"/>
  <p:tag name="KSO_WM_UNIT_VALUE" val="78"/>
  <p:tag name="KSO_WM_DIAGRAM_GROUP_CODE" val="l1-1"/>
  <p:tag name="KSO_WM_UNIT_TYPE" val="l_h_f"/>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3"/>
  <p:tag name="KSO_WM_UNIT_TEXT_FILL_TYPE" val="1"/>
  <p:tag name="KSO_WM_UNIT_USESOURCEFORMAT_APPLY" val="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i*1_1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DIAGRAM_GROUP_CODE" val="l1-1"/>
  <p:tag name="KSO_WM_UNIT_SUBTYPE" val="d"/>
  <p:tag name="KSO_WM_UNIT_TYPE" val="l_h_i"/>
  <p:tag name="KSO_WM_UNIT_INDEX" val="1_1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6"/>
  <p:tag name="KSO_WM_UNIT_TEXT_FILL_TYPE" val="1"/>
  <p:tag name="KSO_WM_UNIT_USESOURCEFORMAT_APPLY" val="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f*1_1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UNIT_SUBTYPE" val="a"/>
  <p:tag name="KSO_WM_UNIT_NOCLEAR" val="0"/>
  <p:tag name="KSO_WM_UNIT_VALUE" val="78"/>
  <p:tag name="KSO_WM_DIAGRAM_GROUP_CODE" val="l1-1"/>
  <p:tag name="KSO_WM_UNIT_TYPE" val="l_h_f"/>
  <p:tag name="KSO_WM_UNIT_INDEX" val="1_1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3"/>
  <p:tag name="KSO_WM_UNIT_TEXT_FILL_TYPE" val="1"/>
  <p:tag name="KSO_WM_UNIT_USESOURCEFORMAT_APPLY" val="1"/>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i*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DIAGRAM_GROUP_CODE" val="l1-1"/>
  <p:tag name="KSO_WM_UNIT_SUBTYPE" val="d"/>
  <p:tag name="KSO_WM_UNIT_TYPE" val="l_h_i"/>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6"/>
  <p:tag name="KSO_WM_UNIT_TEXT_FILL_TYPE" val="1"/>
  <p:tag name="KSO_WM_UNIT_USESOURCEFORMAT_APPLY" val="1"/>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f*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UNIT_SUBTYPE" val="a"/>
  <p:tag name="KSO_WM_UNIT_NOCLEAR" val="0"/>
  <p:tag name="KSO_WM_UNIT_VALUE" val="78"/>
  <p:tag name="KSO_WM_DIAGRAM_GROUP_CODE" val="l1-1"/>
  <p:tag name="KSO_WM_UNIT_TYPE" val="l_h_f"/>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3"/>
  <p:tag name="KSO_WM_UNIT_TEXT_FILL_TYPE" val="1"/>
  <p:tag name="KSO_WM_UNIT_USESOURCEFORMAT_APPLY" val="1"/>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i*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DIAGRAM_GROUP_CODE" val="l1-1"/>
  <p:tag name="KSO_WM_UNIT_SUBTYPE" val="d"/>
  <p:tag name="KSO_WM_UNIT_TYPE" val="l_h_i"/>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6"/>
  <p:tag name="KSO_WM_UNIT_TEXT_FILL_TYPE" val="1"/>
  <p:tag name="KSO_WM_UNIT_USESOURCEFORMAT_APPLY" val="1"/>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f*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UNIT_SUBTYPE" val="a"/>
  <p:tag name="KSO_WM_UNIT_NOCLEAR" val="0"/>
  <p:tag name="KSO_WM_UNIT_VALUE" val="78"/>
  <p:tag name="KSO_WM_DIAGRAM_GROUP_CODE" val="l1-1"/>
  <p:tag name="KSO_WM_UNIT_TYPE" val="l_h_f"/>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3"/>
  <p:tag name="KSO_WM_UNIT_TEXT_FILL_TYPE" val="1"/>
  <p:tag name="KSO_WM_UNIT_USESOURCEFORMAT_APPLY" val="1"/>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i*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DIAGRAM_GROUP_CODE" val="l1-1"/>
  <p:tag name="KSO_WM_UNIT_SUBTYPE" val="d"/>
  <p:tag name="KSO_WM_UNIT_TYPE" val="l_h_i"/>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6"/>
  <p:tag name="KSO_WM_UNIT_TEXT_FILL_TYPE" val="1"/>
  <p:tag name="KSO_WM_UNIT_USESOURCEFORMAT_APPLY" val="1"/>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f*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UNIT_SUBTYPE" val="a"/>
  <p:tag name="KSO_WM_UNIT_NOCLEAR" val="0"/>
  <p:tag name="KSO_WM_UNIT_VALUE" val="78"/>
  <p:tag name="KSO_WM_DIAGRAM_GROUP_CODE" val="l1-1"/>
  <p:tag name="KSO_WM_UNIT_TYPE" val="l_h_f"/>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3"/>
  <p:tag name="KSO_WM_UNIT_TEXT_FILL_TYPE" val="1"/>
  <p:tag name="KSO_WM_UNIT_USESOURCEFORMAT_APPLY" val="1"/>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i*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DIAGRAM_GROUP_CODE" val="l1-1"/>
  <p:tag name="KSO_WM_UNIT_SUBTYPE" val="d"/>
  <p:tag name="KSO_WM_UNIT_TYPE" val="l_h_i"/>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6"/>
  <p:tag name="KSO_WM_UNIT_TEXT_FILL_TYPE" val="1"/>
  <p:tag name="KSO_WM_UNIT_USESOURCEFORMAT_APPLY" val="1"/>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f*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UNIT_SUBTYPE" val="a"/>
  <p:tag name="KSO_WM_UNIT_NOCLEAR" val="0"/>
  <p:tag name="KSO_WM_UNIT_VALUE" val="78"/>
  <p:tag name="KSO_WM_DIAGRAM_GROUP_CODE" val="l1-1"/>
  <p:tag name="KSO_WM_UNIT_TYPE" val="l_h_f"/>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3"/>
  <p:tag name="KSO_WM_UNIT_TEXT_FILL_TYPE" val="1"/>
  <p:tag name="KSO_WM_UNIT_USESOURCEFORMAT_APPLY" val="1"/>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i*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DIAGRAM_GROUP_CODE" val="l1-1"/>
  <p:tag name="KSO_WM_UNIT_SUBTYPE" val="d"/>
  <p:tag name="KSO_WM_UNIT_TYPE" val="l_h_i"/>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6"/>
  <p:tag name="KSO_WM_UNIT_TEXT_FILL_TYPE" val="1"/>
  <p:tag name="KSO_WM_UNIT_USESOURCEFORMAT_APPLY" val="1"/>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f*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UNIT_SUBTYPE" val="a"/>
  <p:tag name="KSO_WM_UNIT_NOCLEAR" val="0"/>
  <p:tag name="KSO_WM_UNIT_VALUE" val="78"/>
  <p:tag name="KSO_WM_DIAGRAM_GROUP_CODE" val="l1-1"/>
  <p:tag name="KSO_WM_UNIT_TYPE" val="l_h_f"/>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3"/>
  <p:tag name="KSO_WM_UNIT_TEXT_FILL_TYPE" val="1"/>
  <p:tag name="KSO_WM_UNIT_USESOURCEFORMAT_APPLY" val="1"/>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i*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DIAGRAM_GROUP_CODE" val="l1-1"/>
  <p:tag name="KSO_WM_UNIT_SUBTYPE" val="d"/>
  <p:tag name="KSO_WM_UNIT_TYPE" val="l_h_i"/>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6"/>
  <p:tag name="KSO_WM_UNIT_TEXT_FILL_TYPE" val="1"/>
  <p:tag name="KSO_WM_UNIT_USESOURCEFORMAT_APPLY" val="1"/>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f*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UNIT_SUBTYPE" val="a"/>
  <p:tag name="KSO_WM_UNIT_NOCLEAR" val="0"/>
  <p:tag name="KSO_WM_UNIT_VALUE" val="78"/>
  <p:tag name="KSO_WM_DIAGRAM_GROUP_CODE" val="l1-1"/>
  <p:tag name="KSO_WM_UNIT_TYPE" val="l_h_f"/>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3"/>
  <p:tag name="KSO_WM_UNIT_TEXT_FILL_TYPE" val="1"/>
  <p:tag name="KSO_WM_UNIT_USESOURCEFORMAT_APPLY" val="1"/>
</p:tagLst>
</file>

<file path=ppt/tags/tag17.xml><?xml version="1.0" encoding="utf-8"?>
<p:tagLst xmlns:a="http://schemas.openxmlformats.org/drawingml/2006/main" xmlns:r="http://schemas.openxmlformats.org/officeDocument/2006/relationships" xmlns:p="http://schemas.openxmlformats.org/presentationml/2006/main">
  <p:tag name="TABLE_ENDDRAG_ORIGIN_RECT" val="682*146"/>
  <p:tag name="TABLE_ENDDRAG_RECT" val="7*68*682*146"/>
</p:tagLst>
</file>

<file path=ppt/tags/tag18.xml><?xml version="1.0" encoding="utf-8"?>
<p:tagLst xmlns:a="http://schemas.openxmlformats.org/drawingml/2006/main" xmlns:r="http://schemas.openxmlformats.org/officeDocument/2006/relationships" xmlns:p="http://schemas.openxmlformats.org/presentationml/2006/main">
  <p:tag name="TABLE_ENDDRAG_ORIGIN_RECT" val="705*341"/>
  <p:tag name="TABLE_ENDDRAG_RECT" val="3*37*705*341"/>
</p:tagLst>
</file>

<file path=ppt/tags/tag19.xml><?xml version="1.0" encoding="utf-8"?>
<p:tagLst xmlns:a="http://schemas.openxmlformats.org/drawingml/2006/main" xmlns:r="http://schemas.openxmlformats.org/officeDocument/2006/relationships" xmlns:p="http://schemas.openxmlformats.org/presentationml/2006/main">
  <p:tag name="TABLE_ENDDRAG_ORIGIN_RECT" val="705*306"/>
  <p:tag name="TABLE_ENDDRAG_RECT" val="3*26*705*306"/>
</p:tagLst>
</file>

<file path=ppt/tags/tag20.xml><?xml version="1.0" encoding="utf-8"?>
<p:tagLst xmlns:a="http://schemas.openxmlformats.org/drawingml/2006/main" xmlns:r="http://schemas.openxmlformats.org/officeDocument/2006/relationships" xmlns:p="http://schemas.openxmlformats.org/presentationml/2006/main">
  <p:tag name="TABLE_ENDDRAG_ORIGIN_RECT" val="705*306"/>
  <p:tag name="TABLE_ENDDRAG_RECT" val="3*26*705*306"/>
</p:tagLst>
</file>

<file path=ppt/tags/tag21.xml><?xml version="1.0" encoding="utf-8"?>
<p:tagLst xmlns:a="http://schemas.openxmlformats.org/drawingml/2006/main" xmlns:r="http://schemas.openxmlformats.org/officeDocument/2006/relationships" xmlns:p="http://schemas.openxmlformats.org/presentationml/2006/main">
  <p:tag name="TABLE_ENDDRAG_ORIGIN_RECT" val="706*382"/>
  <p:tag name="TABLE_ENDDRAG_RECT" val="5*22*706*382"/>
</p:tagLst>
</file>

<file path=ppt/tags/tag22.xml><?xml version="1.0" encoding="utf-8"?>
<p:tagLst xmlns:a="http://schemas.openxmlformats.org/drawingml/2006/main" xmlns:r="http://schemas.openxmlformats.org/officeDocument/2006/relationships" xmlns:p="http://schemas.openxmlformats.org/presentationml/2006/main">
  <p:tag name="TABLE_ENDDRAG_ORIGIN_RECT" val="708*293"/>
  <p:tag name="TABLE_ENDDRAG_RECT" val="4*33*708*293"/>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297.92496062992126,&quot;left&quot;:80,&quot;top&quot;:139.17503937007874,&quot;width&quot;:818}"/>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297.92496062992126,&quot;left&quot;:80,&quot;top&quot;:139.17503937007874,&quot;width&quot;:818}"/>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297.92496062992126,&quot;left&quot;:80,&quot;top&quot;:139.17503937007874,&quot;width&quot;:818}"/>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297.92496062992126,&quot;left&quot;:80,&quot;top&quot;:139.17503937007874,&quot;width&quot;:81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Calibri"/>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Modèle par défaut">
  <a:themeElements>
    <a:clrScheme name="Modèle par défau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Modèle par défau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1800" b="1" i="0" u="none" strike="noStrike" cap="none" normalizeH="0" baseline="0" smtClean="0">
            <a:ln>
              <a:noFill/>
            </a:ln>
            <a:solidFill>
              <a:schemeClr val="tx1"/>
            </a:solidFill>
            <a:effectLst>
              <a:outerShdw blurRad="38100" dist="38100" dir="2700000" algn="tl">
                <a:srgbClr val="000000">
                  <a:alpha val="43137"/>
                </a:srgbClr>
              </a:outerShdw>
            </a:effectLst>
            <a:latin typeface="Comic Sans MS" pitchFamily="66"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1800" b="1" i="0" u="none" strike="noStrike" cap="none" normalizeH="0" baseline="0" smtClean="0">
            <a:ln>
              <a:noFill/>
            </a:ln>
            <a:solidFill>
              <a:schemeClr val="tx1"/>
            </a:solidFill>
            <a:effectLst>
              <a:outerShdw blurRad="38100" dist="38100" dir="2700000" algn="tl">
                <a:srgbClr val="000000">
                  <a:alpha val="43137"/>
                </a:srgbClr>
              </a:outerShdw>
            </a:effectLst>
            <a:latin typeface="Comic Sans MS" pitchFamily="66" charset="0"/>
          </a:defRPr>
        </a:defPPr>
      </a:lstStyle>
    </a:lnDef>
  </a:objectDefaults>
  <a:extraClrSchemeLst>
    <a:extraClrScheme>
      <a:clrScheme name="Modèle par défau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Modèle par défaut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Modèle par défaut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Modèle par défaut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Modèle par défaut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Modèle par défaut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Modèle par défaut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Modèle par défaut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Modèle par défaut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Modèle par défaut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Modèle par défaut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Modèle par défaut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325</TotalTime>
  <Words>3798</Words>
  <Application>Microsoft Office PowerPoint</Application>
  <PresentationFormat>Widescreen</PresentationFormat>
  <Paragraphs>660</Paragraphs>
  <Slides>41</Slides>
  <Notes>32</Notes>
  <HiddenSlides>2</HiddenSlides>
  <MMClips>0</MMClips>
  <ScaleCrop>false</ScaleCrop>
  <HeadingPairs>
    <vt:vector size="6" baseType="variant">
      <vt:variant>
        <vt:lpstr>Fonts Used</vt:lpstr>
      </vt:variant>
      <vt:variant>
        <vt:i4>15</vt:i4>
      </vt:variant>
      <vt:variant>
        <vt:lpstr>Theme</vt:lpstr>
      </vt:variant>
      <vt:variant>
        <vt:i4>6</vt:i4>
      </vt:variant>
      <vt:variant>
        <vt:lpstr>Slide Titles</vt:lpstr>
      </vt:variant>
      <vt:variant>
        <vt:i4>41</vt:i4>
      </vt:variant>
    </vt:vector>
  </HeadingPairs>
  <TitlesOfParts>
    <vt:vector size="62" baseType="lpstr">
      <vt:lpstr>微软雅黑</vt:lpstr>
      <vt:lpstr>Aptos</vt:lpstr>
      <vt:lpstr>Aptos Display</vt:lpstr>
      <vt:lpstr>Arial</vt:lpstr>
      <vt:lpstr>Arial,Sans-Serif</vt:lpstr>
      <vt:lpstr>Arimo</vt:lpstr>
      <vt:lpstr>Baumans</vt:lpstr>
      <vt:lpstr>Calibri</vt:lpstr>
      <vt:lpstr>Calibri Light</vt:lpstr>
      <vt:lpstr>Calibri,Sans-Serif</vt:lpstr>
      <vt:lpstr>Cambria</vt:lpstr>
      <vt:lpstr>Montserrat SemiBold</vt:lpstr>
      <vt:lpstr>Source Serif Pro</vt:lpstr>
      <vt:lpstr>Times New Roman</vt:lpstr>
      <vt:lpstr>Wingdings,Sans-Serif</vt:lpstr>
      <vt:lpstr>Office Theme</vt:lpstr>
      <vt:lpstr>Simple Light</vt:lpstr>
      <vt:lpstr>1_Simple Light</vt:lpstr>
      <vt:lpstr>2_Simple Light</vt:lpstr>
      <vt:lpstr>Modèle par défaut</vt:lpstr>
      <vt:lpstr>Thème Office</vt:lpstr>
      <vt:lpstr>PowerPoint Presentation</vt:lpstr>
      <vt:lpstr>PowerPoint Presentation</vt:lpstr>
      <vt:lpstr>PowerPoint Presentation</vt:lpstr>
      <vt:lpstr>PowerPoint Presentation</vt:lpstr>
      <vt:lpstr>3. Evaluation activités Génération Demande 2025 : Plaidoyer ( 2/10)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23 provinces comptent plus de la moitié de leurs CAC actives . Et 20 provinces possèdent des CAC et CODESA avec AGR . </vt:lpstr>
      <vt:lpstr>PowerPoint Presentation</vt:lpstr>
      <vt:lpstr>PowerPoint Presentation</vt:lpstr>
      <vt:lpstr>PowerPoint Presentation</vt:lpstr>
      <vt:lpstr>PowerPoint Presentation</vt:lpstr>
      <vt:lpstr>PowerPoint Presentation</vt:lpstr>
      <vt:lpstr>PowerPoint Presentation</vt:lpstr>
      <vt:lpstr>% Parents informés durant les JNV</vt:lpstr>
      <vt:lpstr>%Gestion des refus  au fil  de 5 dernières campagnes Polio </vt:lpstr>
      <vt:lpstr>Canaux d’information au fil des campagnes</vt:lpstr>
      <vt:lpstr>RAISONS DE NON-VACCINATION – AVS 2025</vt:lpstr>
      <vt:lpstr>PowerPoint Presentation</vt:lpstr>
      <vt:lpstr>PowerPoint Presentation</vt:lpstr>
      <vt:lpstr>PowerPoint Presentation</vt:lpstr>
      <vt:lpstr>PowerPoint Presentation</vt:lpstr>
      <vt:lpstr>PowerPoint Presentation</vt:lpstr>
      <vt:lpstr>Mise en œuvre de la feuille de route Genre et Vaccination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Mr David OLELA</dc:creator>
  <cp:lastModifiedBy>Benedict Nguimbis</cp:lastModifiedBy>
  <cp:revision>182</cp:revision>
  <dcterms:created xsi:type="dcterms:W3CDTF">2025-07-23T00:59:00Z</dcterms:created>
  <dcterms:modified xsi:type="dcterms:W3CDTF">2025-12-15T14:35:07Z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3084-12.2.0.23131</vt:lpwstr>
  </property>
  <property fmtid="{D5CDD505-2E9C-101B-9397-08002B2CF9AE}" pid="3" name="ICV">
    <vt:lpwstr>AFCF31C2F02448E08A0A78E0FF1AF05E_13</vt:lpwstr>
  </property>
</Properties>
</file>