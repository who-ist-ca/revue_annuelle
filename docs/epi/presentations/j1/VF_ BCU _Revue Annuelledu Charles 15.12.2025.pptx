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comments/modernComment_124_EB9F5444.xml" ContentType="application/vnd.ms-powerpoint.comment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5" r:id="rId2"/>
  </p:sldMasterIdLst>
  <p:notesMasterIdLst>
    <p:notesMasterId r:id="rId39"/>
  </p:notesMasterIdLst>
  <p:sldIdLst>
    <p:sldId id="292" r:id="rId3"/>
    <p:sldId id="257" r:id="rId4"/>
    <p:sldId id="258" r:id="rId5"/>
    <p:sldId id="259" r:id="rId6"/>
    <p:sldId id="260" r:id="rId7"/>
    <p:sldId id="261" r:id="rId8"/>
    <p:sldId id="295" r:id="rId9"/>
    <p:sldId id="263" r:id="rId10"/>
    <p:sldId id="264" r:id="rId11"/>
    <p:sldId id="294" r:id="rId12"/>
    <p:sldId id="267" r:id="rId13"/>
    <p:sldId id="293" r:id="rId14"/>
    <p:sldId id="268" r:id="rId15"/>
    <p:sldId id="269" r:id="rId16"/>
    <p:sldId id="271" r:id="rId17"/>
    <p:sldId id="270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9144000" cy="5143500" type="screen16x9"/>
  <p:notesSz cx="6858000" cy="9144000"/>
  <p:embeddedFontLst>
    <p:embeddedFont>
      <p:font typeface="Roboto Condensed" charset="0"/>
      <p:regular r:id="rId40"/>
      <p:bold r:id="rId41"/>
      <p:italic r:id="rId42"/>
      <p:boldItalic r:id="rId43"/>
    </p:embeddedFont>
    <p:embeddedFont>
      <p:font typeface="Calibri" pitchFamily="34" charset="0"/>
      <p:regular r:id="rId44"/>
      <p:bold r:id="rId45"/>
      <p:italic r:id="rId46"/>
      <p:boldItalic r:id="rId47"/>
    </p:embeddedFont>
    <p:embeddedFont>
      <p:font typeface="Arial Narrow" pitchFamily="34" charset="0"/>
      <p:regular r:id="rId48"/>
      <p:bold r:id="rId49"/>
      <p:italic r:id="rId50"/>
      <p:boldItalic r:id="rId51"/>
    </p:embeddedFont>
    <p:embeddedFont>
      <p:font typeface="Poppins" charset="0"/>
      <p:regular r:id="rId52"/>
      <p:bold r:id="rId53"/>
      <p:italic r:id="rId54"/>
      <p:boldItalic r:id="rId55"/>
    </p:embeddedFont>
    <p:embeddedFont>
      <p:font typeface="Overlock" charset="0"/>
      <p:regular r:id="rId56"/>
      <p:bold r:id="rId57"/>
      <p:italic r:id="rId58"/>
      <p:boldItalic r:id="rId59"/>
    </p:embeddedFont>
    <p:embeddedFont>
      <p:font typeface="Source Serif Pro" charset="0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4" roundtripDataSignature="AMtx7mh85oDLRP5pAi9ah6LD3SjvNlCu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B3E8970-90A9-4024-88C2-0D55CE4552E0}">
  <a:tblStyle styleId="{8B3E8970-90A9-4024-88C2-0D55CE4552E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C96B614-8E61-4427-A6A9-10AB34BD5D5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3" d="100"/>
          <a:sy n="63" d="100"/>
        </p:scale>
        <p:origin x="-1925" y="-74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63" Type="http://schemas.openxmlformats.org/officeDocument/2006/relationships/font" Target="fonts/font24.fntdata"/><Relationship Id="rId68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font" Target="fonts/font19.fntdata"/><Relationship Id="rId66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0.fntdata"/><Relationship Id="rId57" Type="http://schemas.openxmlformats.org/officeDocument/2006/relationships/font" Target="fonts/font18.fntdata"/><Relationship Id="rId61" Type="http://schemas.openxmlformats.org/officeDocument/2006/relationships/font" Target="fonts/font2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openxmlformats.org/officeDocument/2006/relationships/font" Target="fonts/font21.fntdata"/><Relationship Id="rId6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font" Target="fonts/font17.fntdata"/><Relationship Id="rId64" Type="http://customschemas.google.com/relationships/presentationmetadata" Target="metadata"/><Relationship Id="rId8" Type="http://schemas.openxmlformats.org/officeDocument/2006/relationships/slide" Target="slides/slide6.xml"/><Relationship Id="rId51" Type="http://schemas.openxmlformats.org/officeDocument/2006/relationships/font" Target="fonts/font12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7.fntdata"/><Relationship Id="rId59" Type="http://schemas.openxmlformats.org/officeDocument/2006/relationships/font" Target="fonts/font20.fntdata"/><Relationship Id="rId67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62" Type="http://schemas.openxmlformats.org/officeDocument/2006/relationships/font" Target="fonts/font23.fntdata"/></Relationships>
</file>

<file path=ppt/comments/modernComment_124_EB9F544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A9DDD85-8FC8-40AB-A746-01B1B1D5A4D0}" authorId="{BF5363BE-E938-21F9-FCAF-5C56F9215C80}" created="2025-12-05T10:40:33.79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picMk id="131" creationId="{00000000-0000-0000-0000-000000000000}"/>
    </ac:deMkLst>
    <p188:txBody>
      <a:bodyPr/>
      <a:lstStyle/>
      <a:p>
        <a:r>
          <a:rPr lang="en-US"/>
          <a:t>Photo a changer puisque les antigenes du BCU ne sont pas Polio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233794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7c03b35b6_0_20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738" y="652463"/>
            <a:ext cx="5805487" cy="3267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9" name="Google Shape;129;g3a7c03b35b6_0_2006:notes"/>
          <p:cNvSpPr txBox="1">
            <a:spLocks noGrp="1"/>
          </p:cNvSpPr>
          <p:nvPr>
            <p:ph type="body" idx="1"/>
          </p:nvPr>
        </p:nvSpPr>
        <p:spPr>
          <a:xfrm>
            <a:off x="642938" y="4136571"/>
            <a:ext cx="5143500" cy="3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175" tIns="86175" rIns="86175" bIns="861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7c27a084b_1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g3a7c27a084b_1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7c27a084b_1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g3a7c27a084b_1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7c27a084b_1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3a7c27a084b_1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7c27a084b_1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3a7c27a084b_1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>
          <a:extLst>
            <a:ext uri="{FF2B5EF4-FFF2-40B4-BE49-F238E27FC236}">
              <a16:creationId xmlns="" xmlns:a16="http://schemas.microsoft.com/office/drawing/2014/main" id="{4F298497-BF43-2C69-D3DF-0E984950D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a7c03b35b6_0_561:notes">
            <a:extLst>
              <a:ext uri="{FF2B5EF4-FFF2-40B4-BE49-F238E27FC236}">
                <a16:creationId xmlns="" xmlns:a16="http://schemas.microsoft.com/office/drawing/2014/main" id="{0B41B711-8D61-86CA-0E0E-39F1917344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a7c03b35b6_0_561:notes">
            <a:extLst>
              <a:ext uri="{FF2B5EF4-FFF2-40B4-BE49-F238E27FC236}">
                <a16:creationId xmlns="" xmlns:a16="http://schemas.microsoft.com/office/drawing/2014/main" id="{C37F4D35-7E69-A600-C02E-B0690D8A31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8147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7c03b35b6_0_1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a7c03b35b6_0_16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7c27a084b_1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6" name="Google Shape;416;g3a7c27a084b_1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a7c03b35b6_0_18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a7c03b35b6_0_18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a7c27a084b_1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g3a7c27a084b_1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2" name="Google Shape;47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3" name="Google Shape;48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a7c27a084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a7c27a084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a7c27a084b_1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g3a7c27a084b_1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7" name="Google Shape;54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8" name="Google Shape;55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a7c27a084b_1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9" name="Google Shape;569;g3a7c27a084b_1_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7" name="Google Shape;57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5" name="Google Shape;58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a7c27a084b_1_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3" name="Google Shape;593;g3a7c27a084b_1_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1" name="Google Shape;60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a7c27a084b_1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0" name="Google Shape;620;g3a7c27a084b_1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8" name="Google Shape;62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6" name="Google Shape;63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5" name="Google Shape;645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a7c27a084b_1_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2" name="Google Shape;652;g3a7c27a084b_1_4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a7c27a084b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g3a7c27a084b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a7c27a084b_1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9" name="Google Shape;719;g3a7c27a084b_1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a7c27a084b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4" name="Google Shape;744;g3a7c27a084b_1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a7c27a084b_1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0" name="Google Shape;760;g3a7c27a084b_1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3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4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4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4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4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">
  <p:cSld name="CUSTOM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0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5693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0"/>
          <p:cNvSpPr txBox="1"/>
          <p:nvPr/>
        </p:nvSpPr>
        <p:spPr>
          <a:xfrm>
            <a:off x="6521825" y="0"/>
            <a:ext cx="2622000" cy="51435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1_2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1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5693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1"/>
          <p:cNvSpPr txBox="1"/>
          <p:nvPr/>
        </p:nvSpPr>
        <p:spPr>
          <a:xfrm>
            <a:off x="5920950" y="0"/>
            <a:ext cx="3222900" cy="51435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2">
  <p:cSld name="CUSTOM_1_2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2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4596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2"/>
          <p:cNvSpPr txBox="1"/>
          <p:nvPr/>
        </p:nvSpPr>
        <p:spPr>
          <a:xfrm>
            <a:off x="4547275" y="0"/>
            <a:ext cx="4596600" cy="51435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1">
  <p:cSld name="CUSTOM_1_1_1_3_2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4"/>
          <p:cNvSpPr txBox="1"/>
          <p:nvPr/>
        </p:nvSpPr>
        <p:spPr>
          <a:xfrm>
            <a:off x="0" y="0"/>
            <a:ext cx="2622000" cy="51435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66" name="Google Shape;66;p54"/>
          <p:cNvSpPr txBox="1">
            <a:spLocks noGrp="1"/>
          </p:cNvSpPr>
          <p:nvPr>
            <p:ph type="title"/>
          </p:nvPr>
        </p:nvSpPr>
        <p:spPr>
          <a:xfrm>
            <a:off x="244250" y="2188850"/>
            <a:ext cx="2133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Times New Roman"/>
              <a:buNone/>
              <a:defRPr sz="20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75" name="Google Shape;75;p37"/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145ABD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Times New Roman"/>
              <a:buNone/>
              <a:defRPr sz="20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81" name="Google Shape;81;p39"/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145ABD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0"/>
          <p:cNvSpPr txBox="1">
            <a:spLocks noGrp="1"/>
          </p:cNvSpPr>
          <p:nvPr>
            <p:ph type="title"/>
          </p:nvPr>
        </p:nvSpPr>
        <p:spPr>
          <a:xfrm>
            <a:off x="822960" y="214953"/>
            <a:ext cx="7543800" cy="65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0"/>
          <p:cNvSpPr txBox="1">
            <a:spLocks noGrp="1"/>
          </p:cNvSpPr>
          <p:nvPr>
            <p:ph type="body" idx="1"/>
          </p:nvPr>
        </p:nvSpPr>
        <p:spPr>
          <a:xfrm>
            <a:off x="822960" y="917930"/>
            <a:ext cx="7543800" cy="375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5" name="Google Shape;85;p40"/>
          <p:cNvSpPr txBox="1">
            <a:spLocks noGrp="1"/>
          </p:cNvSpPr>
          <p:nvPr>
            <p:ph type="dt" idx="10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ftr" idx="11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40"/>
          <p:cNvSpPr txBox="1">
            <a:spLocks noGrp="1"/>
          </p:cNvSpPr>
          <p:nvPr>
            <p:ph type="sldNum" idx="12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88" name="Google Shape;88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57150" cap="flat" cmpd="sng">
            <a:solidFill>
              <a:srgbClr val="1367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1" name="Google Shape;91;p5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2" name="Google Shape;92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5" name="Google Shape;95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Times New Roman"/>
              <a:buNone/>
              <a:defRPr sz="20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99" name="Google Shape;99;p57"/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145ABD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8"/>
          <p:cNvSpPr txBox="1">
            <a:spLocks noGrp="1"/>
          </p:cNvSpPr>
          <p:nvPr>
            <p:ph type="title"/>
          </p:nvPr>
        </p:nvSpPr>
        <p:spPr>
          <a:xfrm>
            <a:off x="311700" y="250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2" name="Google Shape;102;p5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3" name="Google Shape;103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104" name="Google Shape;104;p58"/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145ABD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7" name="Google Shape;107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1" name="Google Shape;111;p6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6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16" name="Google Shape;116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9" name="Google Shape;119;p6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 3: Titre et contenu">
  <p:cSld name="Diapo 3: Titre et contenu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4"/>
          <p:cNvSpPr txBox="1">
            <a:spLocks noGrp="1"/>
          </p:cNvSpPr>
          <p:nvPr>
            <p:ph type="title"/>
          </p:nvPr>
        </p:nvSpPr>
        <p:spPr>
          <a:xfrm>
            <a:off x="628650" y="0"/>
            <a:ext cx="7886700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700"/>
              <a:buFont typeface="Roboto Condensed"/>
              <a:buNone/>
              <a:defRPr sz="2700" b="1" i="0">
                <a:solidFill>
                  <a:srgbClr val="4472C4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64"/>
          <p:cNvSpPr txBox="1">
            <a:spLocks noGrp="1"/>
          </p:cNvSpPr>
          <p:nvPr>
            <p:ph type="body" idx="1"/>
          </p:nvPr>
        </p:nvSpPr>
        <p:spPr>
          <a:xfrm>
            <a:off x="628650" y="1083365"/>
            <a:ext cx="7886700" cy="35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92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00"/>
              <a:buChar char="•"/>
              <a:defRPr b="0" i="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b="0" i="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365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•"/>
              <a:defRPr b="0" i="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365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•"/>
              <a:defRPr b="0" i="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b="0" i="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6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  <a:defRPr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○"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■"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○"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■"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○"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■"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microsoft.com/office/2018/10/relationships/comments" Target="../comments/modernComment_124_EB9F5444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jpe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9.png"/><Relationship Id="rId5" Type="http://schemas.openxmlformats.org/officeDocument/2006/relationships/image" Target="../media/image23.png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32"/>
          <p:cNvPicPr preferRelativeResize="0"/>
          <p:nvPr/>
        </p:nvPicPr>
        <p:blipFill rotWithShape="1">
          <a:blip r:embed="rId3">
            <a:alphaModFix/>
          </a:blip>
          <a:srcRect l="-17785"/>
          <a:stretch/>
        </p:blipFill>
        <p:spPr>
          <a:xfrm>
            <a:off x="-511303" y="1234596"/>
            <a:ext cx="3096274" cy="203869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2"/>
          <p:cNvSpPr txBox="1"/>
          <p:nvPr/>
        </p:nvSpPr>
        <p:spPr>
          <a:xfrm>
            <a:off x="3272050" y="1335839"/>
            <a:ext cx="5921100" cy="681600"/>
          </a:xfrm>
          <a:prstGeom prst="rect">
            <a:avLst/>
          </a:prstGeom>
          <a:noFill/>
          <a:ln w="9525" cap="flat" cmpd="sng">
            <a:solidFill>
              <a:srgbClr val="FFF2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32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Mise en œuvre du grand Rattrapage/Big Cutch UP</a:t>
            </a:r>
            <a:endParaRPr sz="32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fr-FR" sz="20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32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800" b="1" dirty="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32"/>
          <p:cNvSpPr/>
          <p:nvPr/>
        </p:nvSpPr>
        <p:spPr>
          <a:xfrm>
            <a:off x="2746100" y="1137321"/>
            <a:ext cx="280200" cy="1400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32"/>
          <p:cNvSpPr/>
          <p:nvPr/>
        </p:nvSpPr>
        <p:spPr>
          <a:xfrm>
            <a:off x="2744909" y="1137321"/>
            <a:ext cx="280200" cy="14004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" name="Google Shape;135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51375" y="4171275"/>
            <a:ext cx="372150" cy="2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3723" y="4087736"/>
            <a:ext cx="372150" cy="388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" name="Google Shape;137;p32"/>
          <p:cNvGrpSpPr/>
          <p:nvPr/>
        </p:nvGrpSpPr>
        <p:grpSpPr>
          <a:xfrm>
            <a:off x="6153148" y="343546"/>
            <a:ext cx="2420158" cy="368141"/>
            <a:chOff x="238125" y="2363000"/>
            <a:chExt cx="7122300" cy="975725"/>
          </a:xfrm>
        </p:grpSpPr>
        <p:sp>
          <p:nvSpPr>
            <p:cNvPr id="138" name="Google Shape;138;p32"/>
            <p:cNvSpPr/>
            <p:nvPr/>
          </p:nvSpPr>
          <p:spPr>
            <a:xfrm>
              <a:off x="238125" y="2363000"/>
              <a:ext cx="695275" cy="955800"/>
            </a:xfrm>
            <a:custGeom>
              <a:avLst/>
              <a:gdLst/>
              <a:ahLst/>
              <a:cxnLst/>
              <a:rect l="l" t="t" r="r" b="b"/>
              <a:pathLst>
                <a:path w="27811" h="38232" extrusionOk="0">
                  <a:moveTo>
                    <a:pt x="13895" y="0"/>
                  </a:moveTo>
                  <a:cubicBezTo>
                    <a:pt x="10626" y="0"/>
                    <a:pt x="7949" y="2656"/>
                    <a:pt x="7949" y="5946"/>
                  </a:cubicBezTo>
                  <a:cubicBezTo>
                    <a:pt x="7949" y="9236"/>
                    <a:pt x="10626" y="11893"/>
                    <a:pt x="13895" y="11893"/>
                  </a:cubicBezTo>
                  <a:cubicBezTo>
                    <a:pt x="17185" y="11893"/>
                    <a:pt x="19862" y="9236"/>
                    <a:pt x="19862" y="5946"/>
                  </a:cubicBezTo>
                  <a:cubicBezTo>
                    <a:pt x="19862" y="2656"/>
                    <a:pt x="17185" y="0"/>
                    <a:pt x="13895" y="0"/>
                  </a:cubicBezTo>
                  <a:close/>
                  <a:moveTo>
                    <a:pt x="7070" y="18738"/>
                  </a:moveTo>
                  <a:lnTo>
                    <a:pt x="7070" y="26380"/>
                  </a:lnTo>
                  <a:cubicBezTo>
                    <a:pt x="5987" y="25706"/>
                    <a:pt x="5252" y="24500"/>
                    <a:pt x="5252" y="23111"/>
                  </a:cubicBezTo>
                  <a:lnTo>
                    <a:pt x="5252" y="21987"/>
                  </a:lnTo>
                  <a:cubicBezTo>
                    <a:pt x="5252" y="20618"/>
                    <a:pt x="5987" y="19412"/>
                    <a:pt x="7070" y="18738"/>
                  </a:cubicBezTo>
                  <a:close/>
                  <a:moveTo>
                    <a:pt x="20557" y="18636"/>
                  </a:moveTo>
                  <a:cubicBezTo>
                    <a:pt x="21742" y="19269"/>
                    <a:pt x="22559" y="20536"/>
                    <a:pt x="22559" y="21987"/>
                  </a:cubicBezTo>
                  <a:lnTo>
                    <a:pt x="22559" y="23131"/>
                  </a:lnTo>
                  <a:cubicBezTo>
                    <a:pt x="22559" y="24562"/>
                    <a:pt x="21742" y="25828"/>
                    <a:pt x="20557" y="26482"/>
                  </a:cubicBezTo>
                  <a:lnTo>
                    <a:pt x="20557" y="18636"/>
                  </a:lnTo>
                  <a:close/>
                  <a:moveTo>
                    <a:pt x="9052" y="12935"/>
                  </a:moveTo>
                  <a:cubicBezTo>
                    <a:pt x="4066" y="12935"/>
                    <a:pt x="0" y="17001"/>
                    <a:pt x="0" y="21987"/>
                  </a:cubicBezTo>
                  <a:lnTo>
                    <a:pt x="0" y="23111"/>
                  </a:lnTo>
                  <a:cubicBezTo>
                    <a:pt x="0" y="27443"/>
                    <a:pt x="3024" y="31060"/>
                    <a:pt x="7070" y="31959"/>
                  </a:cubicBezTo>
                  <a:lnTo>
                    <a:pt x="7070" y="38232"/>
                  </a:lnTo>
                  <a:lnTo>
                    <a:pt x="20557" y="38232"/>
                  </a:lnTo>
                  <a:lnTo>
                    <a:pt x="20557" y="31999"/>
                  </a:lnTo>
                  <a:cubicBezTo>
                    <a:pt x="24684" y="31162"/>
                    <a:pt x="27811" y="27504"/>
                    <a:pt x="27811" y="23111"/>
                  </a:cubicBezTo>
                  <a:lnTo>
                    <a:pt x="27811" y="21987"/>
                  </a:lnTo>
                  <a:cubicBezTo>
                    <a:pt x="27811" y="17001"/>
                    <a:pt x="23744" y="12935"/>
                    <a:pt x="18738" y="12935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" name="Google Shape;139;p32"/>
            <p:cNvSpPr/>
            <p:nvPr/>
          </p:nvSpPr>
          <p:spPr>
            <a:xfrm>
              <a:off x="238125" y="2791600"/>
              <a:ext cx="695275" cy="547125"/>
            </a:xfrm>
            <a:custGeom>
              <a:avLst/>
              <a:gdLst/>
              <a:ahLst/>
              <a:cxnLst/>
              <a:rect l="l" t="t" r="r" b="b"/>
              <a:pathLst>
                <a:path w="27811" h="21885" extrusionOk="0">
                  <a:moveTo>
                    <a:pt x="13895" y="0"/>
                  </a:moveTo>
                  <a:cubicBezTo>
                    <a:pt x="11443" y="0"/>
                    <a:pt x="9441" y="2003"/>
                    <a:pt x="9441" y="4475"/>
                  </a:cubicBezTo>
                  <a:cubicBezTo>
                    <a:pt x="9441" y="6927"/>
                    <a:pt x="11443" y="8930"/>
                    <a:pt x="13895" y="8930"/>
                  </a:cubicBezTo>
                  <a:cubicBezTo>
                    <a:pt x="16368" y="8930"/>
                    <a:pt x="18370" y="6927"/>
                    <a:pt x="18370" y="4475"/>
                  </a:cubicBezTo>
                  <a:cubicBezTo>
                    <a:pt x="18370" y="2003"/>
                    <a:pt x="16368" y="0"/>
                    <a:pt x="13895" y="0"/>
                  </a:cubicBezTo>
                  <a:close/>
                  <a:moveTo>
                    <a:pt x="0" y="5987"/>
                  </a:moveTo>
                  <a:cubicBezTo>
                    <a:pt x="0" y="10973"/>
                    <a:pt x="4066" y="15039"/>
                    <a:pt x="9052" y="15039"/>
                  </a:cubicBezTo>
                  <a:lnTo>
                    <a:pt x="9686" y="15039"/>
                  </a:lnTo>
                  <a:lnTo>
                    <a:pt x="9686" y="21885"/>
                  </a:lnTo>
                  <a:lnTo>
                    <a:pt x="17941" y="21885"/>
                  </a:lnTo>
                  <a:lnTo>
                    <a:pt x="17941" y="15039"/>
                  </a:lnTo>
                  <a:lnTo>
                    <a:pt x="18738" y="15039"/>
                  </a:lnTo>
                  <a:cubicBezTo>
                    <a:pt x="23744" y="15039"/>
                    <a:pt x="27811" y="10973"/>
                    <a:pt x="27811" y="5987"/>
                  </a:cubicBezTo>
                  <a:lnTo>
                    <a:pt x="22559" y="5987"/>
                  </a:lnTo>
                  <a:cubicBezTo>
                    <a:pt x="22559" y="8092"/>
                    <a:pt x="20843" y="9788"/>
                    <a:pt x="18738" y="9788"/>
                  </a:cubicBezTo>
                  <a:lnTo>
                    <a:pt x="9052" y="9788"/>
                  </a:lnTo>
                  <a:cubicBezTo>
                    <a:pt x="6948" y="9788"/>
                    <a:pt x="5252" y="8092"/>
                    <a:pt x="5252" y="5987"/>
                  </a:cubicBezTo>
                  <a:close/>
                </a:path>
              </a:pathLst>
            </a:custGeom>
            <a:solidFill>
              <a:srgbClr val="64C8FA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" name="Google Shape;140;p32"/>
            <p:cNvSpPr/>
            <p:nvPr/>
          </p:nvSpPr>
          <p:spPr>
            <a:xfrm>
              <a:off x="1191350" y="2441650"/>
              <a:ext cx="614600" cy="794900"/>
            </a:xfrm>
            <a:custGeom>
              <a:avLst/>
              <a:gdLst/>
              <a:ahLst/>
              <a:cxnLst/>
              <a:rect l="l" t="t" r="r" b="b"/>
              <a:pathLst>
                <a:path w="24584" h="31796" extrusionOk="0">
                  <a:moveTo>
                    <a:pt x="12568" y="5620"/>
                  </a:moveTo>
                  <a:cubicBezTo>
                    <a:pt x="15653" y="5620"/>
                    <a:pt x="17799" y="6969"/>
                    <a:pt x="17799" y="10218"/>
                  </a:cubicBezTo>
                  <a:cubicBezTo>
                    <a:pt x="17799" y="13119"/>
                    <a:pt x="15797" y="14775"/>
                    <a:pt x="12629" y="14775"/>
                  </a:cubicBezTo>
                  <a:lnTo>
                    <a:pt x="6908" y="14775"/>
                  </a:lnTo>
                  <a:lnTo>
                    <a:pt x="6908" y="5620"/>
                  </a:lnTo>
                  <a:close/>
                  <a:moveTo>
                    <a:pt x="1" y="1"/>
                  </a:moveTo>
                  <a:lnTo>
                    <a:pt x="1" y="31796"/>
                  </a:lnTo>
                  <a:lnTo>
                    <a:pt x="6908" y="31796"/>
                  </a:lnTo>
                  <a:lnTo>
                    <a:pt x="6908" y="20333"/>
                  </a:lnTo>
                  <a:lnTo>
                    <a:pt x="13876" y="20333"/>
                  </a:lnTo>
                  <a:cubicBezTo>
                    <a:pt x="21355" y="20333"/>
                    <a:pt x="24583" y="15122"/>
                    <a:pt x="24583" y="10136"/>
                  </a:cubicBezTo>
                  <a:cubicBezTo>
                    <a:pt x="24583" y="3883"/>
                    <a:pt x="20251" y="1"/>
                    <a:pt x="1365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" name="Google Shape;141;p32"/>
            <p:cNvSpPr/>
            <p:nvPr/>
          </p:nvSpPr>
          <p:spPr>
            <a:xfrm>
              <a:off x="1911675" y="2441650"/>
              <a:ext cx="571650" cy="794900"/>
            </a:xfrm>
            <a:custGeom>
              <a:avLst/>
              <a:gdLst/>
              <a:ahLst/>
              <a:cxnLst/>
              <a:rect l="l" t="t" r="r" b="b"/>
              <a:pathLst>
                <a:path w="22866" h="31796" extrusionOk="0">
                  <a:moveTo>
                    <a:pt x="0" y="1"/>
                  </a:moveTo>
                  <a:lnTo>
                    <a:pt x="0" y="31796"/>
                  </a:lnTo>
                  <a:lnTo>
                    <a:pt x="22866" y="31796"/>
                  </a:lnTo>
                  <a:lnTo>
                    <a:pt x="22866" y="25952"/>
                  </a:lnTo>
                  <a:lnTo>
                    <a:pt x="6907" y="25952"/>
                  </a:lnTo>
                  <a:lnTo>
                    <a:pt x="6907" y="18596"/>
                  </a:lnTo>
                  <a:lnTo>
                    <a:pt x="20598" y="18596"/>
                  </a:lnTo>
                  <a:lnTo>
                    <a:pt x="20598" y="12752"/>
                  </a:lnTo>
                  <a:lnTo>
                    <a:pt x="6907" y="12752"/>
                  </a:lnTo>
                  <a:lnTo>
                    <a:pt x="6907" y="5845"/>
                  </a:lnTo>
                  <a:lnTo>
                    <a:pt x="22743" y="5845"/>
                  </a:lnTo>
                  <a:lnTo>
                    <a:pt x="2274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32"/>
            <p:cNvSpPr/>
            <p:nvPr/>
          </p:nvSpPr>
          <p:spPr>
            <a:xfrm>
              <a:off x="2542575" y="2441650"/>
              <a:ext cx="692225" cy="798475"/>
            </a:xfrm>
            <a:custGeom>
              <a:avLst/>
              <a:gdLst/>
              <a:ahLst/>
              <a:cxnLst/>
              <a:rect l="l" t="t" r="r" b="b"/>
              <a:pathLst>
                <a:path w="27689" h="31939" extrusionOk="0">
                  <a:moveTo>
                    <a:pt x="0" y="1"/>
                  </a:moveTo>
                  <a:lnTo>
                    <a:pt x="10299" y="31939"/>
                  </a:lnTo>
                  <a:lnTo>
                    <a:pt x="17267" y="31939"/>
                  </a:lnTo>
                  <a:lnTo>
                    <a:pt x="27688" y="1"/>
                  </a:lnTo>
                  <a:lnTo>
                    <a:pt x="20965" y="1"/>
                  </a:lnTo>
                  <a:lnTo>
                    <a:pt x="14181" y="22928"/>
                  </a:lnTo>
                  <a:lnTo>
                    <a:pt x="14038" y="22928"/>
                  </a:lnTo>
                  <a:lnTo>
                    <a:pt x="7315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" name="Google Shape;143;p32"/>
            <p:cNvSpPr/>
            <p:nvPr/>
          </p:nvSpPr>
          <p:spPr>
            <a:xfrm>
              <a:off x="3487650" y="2440125"/>
              <a:ext cx="140000" cy="188025"/>
            </a:xfrm>
            <a:custGeom>
              <a:avLst/>
              <a:gdLst/>
              <a:ahLst/>
              <a:cxnLst/>
              <a:rect l="l" t="t" r="r" b="b"/>
              <a:pathLst>
                <a:path w="5600" h="7521" extrusionOk="0">
                  <a:moveTo>
                    <a:pt x="2861" y="1186"/>
                  </a:moveTo>
                  <a:cubicBezTo>
                    <a:pt x="3637" y="1186"/>
                    <a:pt x="4230" y="1472"/>
                    <a:pt x="4230" y="2350"/>
                  </a:cubicBezTo>
                  <a:cubicBezTo>
                    <a:pt x="4230" y="3127"/>
                    <a:pt x="3699" y="3515"/>
                    <a:pt x="2881" y="3515"/>
                  </a:cubicBezTo>
                  <a:lnTo>
                    <a:pt x="1390" y="3515"/>
                  </a:lnTo>
                  <a:lnTo>
                    <a:pt x="1390" y="1186"/>
                  </a:lnTo>
                  <a:close/>
                  <a:moveTo>
                    <a:pt x="0" y="1"/>
                  </a:moveTo>
                  <a:lnTo>
                    <a:pt x="0" y="7520"/>
                  </a:lnTo>
                  <a:lnTo>
                    <a:pt x="1390" y="7520"/>
                  </a:lnTo>
                  <a:lnTo>
                    <a:pt x="1390" y="4700"/>
                  </a:lnTo>
                  <a:lnTo>
                    <a:pt x="3127" y="4700"/>
                  </a:lnTo>
                  <a:cubicBezTo>
                    <a:pt x="4823" y="4700"/>
                    <a:pt x="5599" y="3515"/>
                    <a:pt x="5599" y="2371"/>
                  </a:cubicBezTo>
                  <a:cubicBezTo>
                    <a:pt x="5599" y="818"/>
                    <a:pt x="4496" y="1"/>
                    <a:pt x="3045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" name="Google Shape;144;p32"/>
            <p:cNvSpPr/>
            <p:nvPr/>
          </p:nvSpPr>
          <p:spPr>
            <a:xfrm>
              <a:off x="3650100" y="2490700"/>
              <a:ext cx="86850" cy="137450"/>
            </a:xfrm>
            <a:custGeom>
              <a:avLst/>
              <a:gdLst/>
              <a:ahLst/>
              <a:cxnLst/>
              <a:rect l="l" t="t" r="r" b="b"/>
              <a:pathLst>
                <a:path w="3474" h="5498" extrusionOk="0">
                  <a:moveTo>
                    <a:pt x="3045" y="0"/>
                  </a:moveTo>
                  <a:cubicBezTo>
                    <a:pt x="2391" y="0"/>
                    <a:pt x="1594" y="430"/>
                    <a:pt x="1287" y="1002"/>
                  </a:cubicBezTo>
                  <a:lnTo>
                    <a:pt x="1267" y="1002"/>
                  </a:lnTo>
                  <a:lnTo>
                    <a:pt x="126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7" y="5497"/>
                  </a:lnTo>
                  <a:lnTo>
                    <a:pt x="1287" y="2739"/>
                  </a:lnTo>
                  <a:cubicBezTo>
                    <a:pt x="1287" y="1737"/>
                    <a:pt x="2023" y="1165"/>
                    <a:pt x="2984" y="1165"/>
                  </a:cubicBezTo>
                  <a:cubicBezTo>
                    <a:pt x="3167" y="1165"/>
                    <a:pt x="3310" y="1165"/>
                    <a:pt x="3474" y="1206"/>
                  </a:cubicBezTo>
                  <a:lnTo>
                    <a:pt x="3474" y="21"/>
                  </a:lnTo>
                  <a:cubicBezTo>
                    <a:pt x="3331" y="0"/>
                    <a:pt x="3188" y="0"/>
                    <a:pt x="304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" name="Google Shape;145;p32"/>
            <p:cNvSpPr/>
            <p:nvPr/>
          </p:nvSpPr>
          <p:spPr>
            <a:xfrm>
              <a:off x="3752775" y="2490700"/>
              <a:ext cx="122625" cy="140500"/>
            </a:xfrm>
            <a:custGeom>
              <a:avLst/>
              <a:gdLst/>
              <a:ahLst/>
              <a:cxnLst/>
              <a:rect l="l" t="t" r="r" b="b"/>
              <a:pathLst>
                <a:path w="4905" h="5620" extrusionOk="0">
                  <a:moveTo>
                    <a:pt x="2432" y="1104"/>
                  </a:moveTo>
                  <a:cubicBezTo>
                    <a:pt x="3106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25" y="4537"/>
                    <a:pt x="2473" y="4537"/>
                  </a:cubicBezTo>
                  <a:cubicBezTo>
                    <a:pt x="1819" y="4537"/>
                    <a:pt x="1308" y="4149"/>
                    <a:pt x="1308" y="3495"/>
                  </a:cubicBezTo>
                  <a:lnTo>
                    <a:pt x="1308" y="2166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432" y="0"/>
                  </a:moveTo>
                  <a:cubicBezTo>
                    <a:pt x="1247" y="0"/>
                    <a:pt x="0" y="797"/>
                    <a:pt x="0" y="2269"/>
                  </a:cubicBezTo>
                  <a:lnTo>
                    <a:pt x="0" y="3495"/>
                  </a:lnTo>
                  <a:cubicBezTo>
                    <a:pt x="0" y="4884"/>
                    <a:pt x="1165" y="5620"/>
                    <a:pt x="2473" y="5620"/>
                  </a:cubicBezTo>
                  <a:cubicBezTo>
                    <a:pt x="367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0"/>
                    <a:pt x="243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" name="Google Shape;146;p32"/>
            <p:cNvSpPr/>
            <p:nvPr/>
          </p:nvSpPr>
          <p:spPr>
            <a:xfrm>
              <a:off x="3897850" y="2490700"/>
              <a:ext cx="121100" cy="189050"/>
            </a:xfrm>
            <a:custGeom>
              <a:avLst/>
              <a:gdLst/>
              <a:ahLst/>
              <a:cxnLst/>
              <a:rect l="l" t="t" r="r" b="b"/>
              <a:pathLst>
                <a:path w="4844" h="7562" extrusionOk="0">
                  <a:moveTo>
                    <a:pt x="2432" y="1104"/>
                  </a:moveTo>
                  <a:cubicBezTo>
                    <a:pt x="3086" y="1104"/>
                    <a:pt x="3597" y="1472"/>
                    <a:pt x="3597" y="2126"/>
                  </a:cubicBezTo>
                  <a:lnTo>
                    <a:pt x="3597" y="3331"/>
                  </a:lnTo>
                  <a:cubicBezTo>
                    <a:pt x="3597" y="4108"/>
                    <a:pt x="3004" y="4394"/>
                    <a:pt x="2473" y="4394"/>
                  </a:cubicBezTo>
                  <a:cubicBezTo>
                    <a:pt x="1799" y="4394"/>
                    <a:pt x="1308" y="4006"/>
                    <a:pt x="1308" y="3352"/>
                  </a:cubicBezTo>
                  <a:lnTo>
                    <a:pt x="1308" y="2166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105" y="0"/>
                  </a:moveTo>
                  <a:cubicBezTo>
                    <a:pt x="920" y="0"/>
                    <a:pt x="1" y="797"/>
                    <a:pt x="1" y="2269"/>
                  </a:cubicBezTo>
                  <a:lnTo>
                    <a:pt x="1" y="3290"/>
                  </a:lnTo>
                  <a:cubicBezTo>
                    <a:pt x="1" y="4680"/>
                    <a:pt x="818" y="5415"/>
                    <a:pt x="2126" y="5415"/>
                  </a:cubicBezTo>
                  <a:cubicBezTo>
                    <a:pt x="2739" y="5415"/>
                    <a:pt x="3229" y="5191"/>
                    <a:pt x="3577" y="4721"/>
                  </a:cubicBezTo>
                  <a:lnTo>
                    <a:pt x="3597" y="4721"/>
                  </a:lnTo>
                  <a:lnTo>
                    <a:pt x="3597" y="5272"/>
                  </a:lnTo>
                  <a:cubicBezTo>
                    <a:pt x="3597" y="6049"/>
                    <a:pt x="3168" y="6539"/>
                    <a:pt x="2391" y="6539"/>
                  </a:cubicBezTo>
                  <a:cubicBezTo>
                    <a:pt x="1921" y="6539"/>
                    <a:pt x="1554" y="6335"/>
                    <a:pt x="1308" y="5824"/>
                  </a:cubicBezTo>
                  <a:lnTo>
                    <a:pt x="82" y="6253"/>
                  </a:lnTo>
                  <a:cubicBezTo>
                    <a:pt x="348" y="7152"/>
                    <a:pt x="1390" y="7561"/>
                    <a:pt x="2269" y="7561"/>
                  </a:cubicBezTo>
                  <a:cubicBezTo>
                    <a:pt x="4128" y="7561"/>
                    <a:pt x="4844" y="6294"/>
                    <a:pt x="4844" y="5048"/>
                  </a:cubicBezTo>
                  <a:lnTo>
                    <a:pt x="4844" y="103"/>
                  </a:lnTo>
                  <a:lnTo>
                    <a:pt x="3617" y="103"/>
                  </a:lnTo>
                  <a:lnTo>
                    <a:pt x="3617" y="736"/>
                  </a:lnTo>
                  <a:lnTo>
                    <a:pt x="3597" y="736"/>
                  </a:lnTo>
                  <a:cubicBezTo>
                    <a:pt x="3311" y="327"/>
                    <a:pt x="2739" y="0"/>
                    <a:pt x="210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32"/>
            <p:cNvSpPr/>
            <p:nvPr/>
          </p:nvSpPr>
          <p:spPr>
            <a:xfrm>
              <a:off x="4051100" y="2490700"/>
              <a:ext cx="86875" cy="137450"/>
            </a:xfrm>
            <a:custGeom>
              <a:avLst/>
              <a:gdLst/>
              <a:ahLst/>
              <a:cxnLst/>
              <a:rect l="l" t="t" r="r" b="b"/>
              <a:pathLst>
                <a:path w="3475" h="5498" extrusionOk="0">
                  <a:moveTo>
                    <a:pt x="3046" y="0"/>
                  </a:moveTo>
                  <a:cubicBezTo>
                    <a:pt x="2392" y="0"/>
                    <a:pt x="1595" y="430"/>
                    <a:pt x="1288" y="1002"/>
                  </a:cubicBezTo>
                  <a:lnTo>
                    <a:pt x="1268" y="1002"/>
                  </a:lnTo>
                  <a:lnTo>
                    <a:pt x="1268" y="103"/>
                  </a:lnTo>
                  <a:lnTo>
                    <a:pt x="1" y="103"/>
                  </a:lnTo>
                  <a:lnTo>
                    <a:pt x="1" y="5497"/>
                  </a:lnTo>
                  <a:lnTo>
                    <a:pt x="1288" y="5497"/>
                  </a:lnTo>
                  <a:lnTo>
                    <a:pt x="1288" y="2739"/>
                  </a:lnTo>
                  <a:cubicBezTo>
                    <a:pt x="1288" y="1737"/>
                    <a:pt x="2024" y="1165"/>
                    <a:pt x="2984" y="1165"/>
                  </a:cubicBezTo>
                  <a:cubicBezTo>
                    <a:pt x="3168" y="1165"/>
                    <a:pt x="3311" y="1165"/>
                    <a:pt x="3475" y="1206"/>
                  </a:cubicBezTo>
                  <a:lnTo>
                    <a:pt x="3475" y="21"/>
                  </a:lnTo>
                  <a:cubicBezTo>
                    <a:pt x="3332" y="0"/>
                    <a:pt x="3189" y="0"/>
                    <a:pt x="3046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" name="Google Shape;148;p32"/>
            <p:cNvSpPr/>
            <p:nvPr/>
          </p:nvSpPr>
          <p:spPr>
            <a:xfrm>
              <a:off x="4149700" y="2490200"/>
              <a:ext cx="120600" cy="140500"/>
            </a:xfrm>
            <a:custGeom>
              <a:avLst/>
              <a:gdLst/>
              <a:ahLst/>
              <a:cxnLst/>
              <a:rect l="l" t="t" r="r" b="b"/>
              <a:pathLst>
                <a:path w="4824" h="5620" extrusionOk="0">
                  <a:moveTo>
                    <a:pt x="3434" y="3269"/>
                  </a:moveTo>
                  <a:lnTo>
                    <a:pt x="3434" y="3515"/>
                  </a:lnTo>
                  <a:cubicBezTo>
                    <a:pt x="3434" y="4107"/>
                    <a:pt x="3270" y="4598"/>
                    <a:pt x="2228" y="4618"/>
                  </a:cubicBezTo>
                  <a:cubicBezTo>
                    <a:pt x="1635" y="4618"/>
                    <a:pt x="1268" y="4373"/>
                    <a:pt x="1268" y="3923"/>
                  </a:cubicBezTo>
                  <a:cubicBezTo>
                    <a:pt x="1268" y="3453"/>
                    <a:pt x="1615" y="3269"/>
                    <a:pt x="2167" y="3269"/>
                  </a:cubicBezTo>
                  <a:close/>
                  <a:moveTo>
                    <a:pt x="2412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3"/>
                  </a:lnTo>
                  <a:cubicBezTo>
                    <a:pt x="1431" y="1206"/>
                    <a:pt x="1840" y="1022"/>
                    <a:pt x="2412" y="1022"/>
                  </a:cubicBezTo>
                  <a:cubicBezTo>
                    <a:pt x="3045" y="1022"/>
                    <a:pt x="3434" y="1247"/>
                    <a:pt x="3434" y="1819"/>
                  </a:cubicBezTo>
                  <a:lnTo>
                    <a:pt x="3434" y="2330"/>
                  </a:lnTo>
                  <a:lnTo>
                    <a:pt x="2003" y="2330"/>
                  </a:lnTo>
                  <a:cubicBezTo>
                    <a:pt x="961" y="2330"/>
                    <a:pt x="1" y="2943"/>
                    <a:pt x="1" y="3985"/>
                  </a:cubicBezTo>
                  <a:cubicBezTo>
                    <a:pt x="1" y="5006"/>
                    <a:pt x="757" y="5619"/>
                    <a:pt x="1881" y="5619"/>
                  </a:cubicBezTo>
                  <a:cubicBezTo>
                    <a:pt x="2575" y="5619"/>
                    <a:pt x="2984" y="5517"/>
                    <a:pt x="3474" y="5006"/>
                  </a:cubicBezTo>
                  <a:lnTo>
                    <a:pt x="3495" y="5006"/>
                  </a:lnTo>
                  <a:cubicBezTo>
                    <a:pt x="3495" y="5109"/>
                    <a:pt x="3515" y="5435"/>
                    <a:pt x="3536" y="5517"/>
                  </a:cubicBezTo>
                  <a:lnTo>
                    <a:pt x="4823" y="5517"/>
                  </a:lnTo>
                  <a:cubicBezTo>
                    <a:pt x="4762" y="5395"/>
                    <a:pt x="4721" y="4598"/>
                    <a:pt x="4721" y="4352"/>
                  </a:cubicBezTo>
                  <a:lnTo>
                    <a:pt x="4721" y="1737"/>
                  </a:lnTo>
                  <a:cubicBezTo>
                    <a:pt x="4721" y="409"/>
                    <a:pt x="3617" y="0"/>
                    <a:pt x="241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" name="Google Shape;149;p32"/>
            <p:cNvSpPr/>
            <p:nvPr/>
          </p:nvSpPr>
          <p:spPr>
            <a:xfrm>
              <a:off x="4300925" y="2490700"/>
              <a:ext cx="197200" cy="137450"/>
            </a:xfrm>
            <a:custGeom>
              <a:avLst/>
              <a:gdLst/>
              <a:ahLst/>
              <a:cxnLst/>
              <a:rect l="l" t="t" r="r" b="b"/>
              <a:pathLst>
                <a:path w="7888" h="5498" extrusionOk="0">
                  <a:moveTo>
                    <a:pt x="2800" y="0"/>
                  </a:moveTo>
                  <a:cubicBezTo>
                    <a:pt x="2166" y="0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7" y="5497"/>
                  </a:lnTo>
                  <a:lnTo>
                    <a:pt x="1287" y="2330"/>
                  </a:lnTo>
                  <a:cubicBezTo>
                    <a:pt x="1287" y="1431"/>
                    <a:pt x="1880" y="1124"/>
                    <a:pt x="2330" y="1124"/>
                  </a:cubicBezTo>
                  <a:cubicBezTo>
                    <a:pt x="3106" y="1124"/>
                    <a:pt x="3310" y="1696"/>
                    <a:pt x="3310" y="2371"/>
                  </a:cubicBezTo>
                  <a:lnTo>
                    <a:pt x="3310" y="5497"/>
                  </a:lnTo>
                  <a:lnTo>
                    <a:pt x="4598" y="5497"/>
                  </a:lnTo>
                  <a:lnTo>
                    <a:pt x="4598" y="2371"/>
                  </a:lnTo>
                  <a:cubicBezTo>
                    <a:pt x="4598" y="1676"/>
                    <a:pt x="4904" y="1124"/>
                    <a:pt x="5620" y="1124"/>
                  </a:cubicBezTo>
                  <a:cubicBezTo>
                    <a:pt x="6355" y="1124"/>
                    <a:pt x="6600" y="1615"/>
                    <a:pt x="6600" y="2350"/>
                  </a:cubicBezTo>
                  <a:lnTo>
                    <a:pt x="6600" y="5497"/>
                  </a:lnTo>
                  <a:lnTo>
                    <a:pt x="7888" y="5497"/>
                  </a:lnTo>
                  <a:lnTo>
                    <a:pt x="7888" y="1901"/>
                  </a:lnTo>
                  <a:cubicBezTo>
                    <a:pt x="7888" y="573"/>
                    <a:pt x="7009" y="0"/>
                    <a:pt x="6008" y="0"/>
                  </a:cubicBezTo>
                  <a:cubicBezTo>
                    <a:pt x="5272" y="0"/>
                    <a:pt x="4720" y="307"/>
                    <a:pt x="4332" y="797"/>
                  </a:cubicBezTo>
                  <a:cubicBezTo>
                    <a:pt x="3985" y="287"/>
                    <a:pt x="3515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" name="Google Shape;150;p32"/>
            <p:cNvSpPr/>
            <p:nvPr/>
          </p:nvSpPr>
          <p:spPr>
            <a:xfrm>
              <a:off x="4532325" y="2490700"/>
              <a:ext cx="197725" cy="137450"/>
            </a:xfrm>
            <a:custGeom>
              <a:avLst/>
              <a:gdLst/>
              <a:ahLst/>
              <a:cxnLst/>
              <a:rect l="l" t="t" r="r" b="b"/>
              <a:pathLst>
                <a:path w="7909" h="5498" extrusionOk="0">
                  <a:moveTo>
                    <a:pt x="2800" y="0"/>
                  </a:moveTo>
                  <a:cubicBezTo>
                    <a:pt x="2167" y="0"/>
                    <a:pt x="1636" y="246"/>
                    <a:pt x="1268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1" y="103"/>
                  </a:lnTo>
                  <a:lnTo>
                    <a:pt x="1" y="5497"/>
                  </a:lnTo>
                  <a:lnTo>
                    <a:pt x="1288" y="5497"/>
                  </a:lnTo>
                  <a:lnTo>
                    <a:pt x="1288" y="2330"/>
                  </a:lnTo>
                  <a:cubicBezTo>
                    <a:pt x="1288" y="1431"/>
                    <a:pt x="1881" y="1124"/>
                    <a:pt x="2330" y="1124"/>
                  </a:cubicBezTo>
                  <a:cubicBezTo>
                    <a:pt x="3127" y="1124"/>
                    <a:pt x="3311" y="1696"/>
                    <a:pt x="3311" y="2371"/>
                  </a:cubicBezTo>
                  <a:lnTo>
                    <a:pt x="3311" y="5497"/>
                  </a:lnTo>
                  <a:lnTo>
                    <a:pt x="4598" y="5497"/>
                  </a:lnTo>
                  <a:lnTo>
                    <a:pt x="4598" y="2371"/>
                  </a:lnTo>
                  <a:cubicBezTo>
                    <a:pt x="4598" y="1676"/>
                    <a:pt x="4905" y="1124"/>
                    <a:pt x="5641" y="1124"/>
                  </a:cubicBezTo>
                  <a:cubicBezTo>
                    <a:pt x="6356" y="1124"/>
                    <a:pt x="6621" y="1615"/>
                    <a:pt x="6621" y="2350"/>
                  </a:cubicBezTo>
                  <a:lnTo>
                    <a:pt x="6621" y="5497"/>
                  </a:lnTo>
                  <a:lnTo>
                    <a:pt x="7909" y="5497"/>
                  </a:lnTo>
                  <a:lnTo>
                    <a:pt x="7909" y="1901"/>
                  </a:lnTo>
                  <a:cubicBezTo>
                    <a:pt x="7909" y="573"/>
                    <a:pt x="7010" y="0"/>
                    <a:pt x="6008" y="0"/>
                  </a:cubicBezTo>
                  <a:cubicBezTo>
                    <a:pt x="5273" y="0"/>
                    <a:pt x="4721" y="307"/>
                    <a:pt x="4353" y="797"/>
                  </a:cubicBezTo>
                  <a:lnTo>
                    <a:pt x="4333" y="797"/>
                  </a:lnTo>
                  <a:cubicBezTo>
                    <a:pt x="4006" y="287"/>
                    <a:pt x="3515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32"/>
            <p:cNvSpPr/>
            <p:nvPr/>
          </p:nvSpPr>
          <p:spPr>
            <a:xfrm>
              <a:off x="4758125" y="2490700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4" y="1083"/>
                    <a:pt x="3515" y="1390"/>
                    <a:pt x="3515" y="2126"/>
                  </a:cubicBezTo>
                  <a:lnTo>
                    <a:pt x="3515" y="2269"/>
                  </a:lnTo>
                  <a:lnTo>
                    <a:pt x="1329" y="2269"/>
                  </a:lnTo>
                  <a:lnTo>
                    <a:pt x="1329" y="2187"/>
                  </a:lnTo>
                  <a:cubicBezTo>
                    <a:pt x="1329" y="1390"/>
                    <a:pt x="1921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84"/>
                    <a:pt x="1186" y="5620"/>
                    <a:pt x="2514" y="5620"/>
                  </a:cubicBezTo>
                  <a:cubicBezTo>
                    <a:pt x="3474" y="5620"/>
                    <a:pt x="4333" y="5252"/>
                    <a:pt x="4741" y="4414"/>
                  </a:cubicBezTo>
                  <a:lnTo>
                    <a:pt x="3761" y="3842"/>
                  </a:lnTo>
                  <a:cubicBezTo>
                    <a:pt x="3474" y="4271"/>
                    <a:pt x="3025" y="4537"/>
                    <a:pt x="2575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3" y="3168"/>
                  </a:lnTo>
                  <a:lnTo>
                    <a:pt x="4803" y="2126"/>
                  </a:lnTo>
                  <a:cubicBezTo>
                    <a:pt x="4803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" name="Google Shape;152;p32"/>
            <p:cNvSpPr/>
            <p:nvPr/>
          </p:nvSpPr>
          <p:spPr>
            <a:xfrm>
              <a:off x="3487650" y="2756350"/>
              <a:ext cx="131300" cy="188000"/>
            </a:xfrm>
            <a:custGeom>
              <a:avLst/>
              <a:gdLst/>
              <a:ahLst/>
              <a:cxnLst/>
              <a:rect l="l" t="t" r="r" b="b"/>
              <a:pathLst>
                <a:path w="5252" h="7520" extrusionOk="0">
                  <a:moveTo>
                    <a:pt x="0" y="0"/>
                  </a:moveTo>
                  <a:lnTo>
                    <a:pt x="0" y="7520"/>
                  </a:lnTo>
                  <a:lnTo>
                    <a:pt x="5252" y="7520"/>
                  </a:lnTo>
                  <a:lnTo>
                    <a:pt x="5252" y="6294"/>
                  </a:lnTo>
                  <a:lnTo>
                    <a:pt x="1390" y="6294"/>
                  </a:lnTo>
                  <a:lnTo>
                    <a:pt x="1390" y="4312"/>
                  </a:lnTo>
                  <a:lnTo>
                    <a:pt x="4782" y="4312"/>
                  </a:lnTo>
                  <a:lnTo>
                    <a:pt x="4782" y="3065"/>
                  </a:lnTo>
                  <a:lnTo>
                    <a:pt x="1390" y="3065"/>
                  </a:lnTo>
                  <a:lnTo>
                    <a:pt x="1390" y="1226"/>
                  </a:lnTo>
                  <a:lnTo>
                    <a:pt x="5211" y="1226"/>
                  </a:lnTo>
                  <a:lnTo>
                    <a:pt x="5211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" name="Google Shape;153;p32"/>
            <p:cNvSpPr/>
            <p:nvPr/>
          </p:nvSpPr>
          <p:spPr>
            <a:xfrm>
              <a:off x="3650600" y="2756350"/>
              <a:ext cx="58275" cy="189550"/>
            </a:xfrm>
            <a:custGeom>
              <a:avLst/>
              <a:gdLst/>
              <a:ahLst/>
              <a:cxnLst/>
              <a:rect l="l" t="t" r="r" b="b"/>
              <a:pathLst>
                <a:path w="2331" h="7582" extrusionOk="0">
                  <a:moveTo>
                    <a:pt x="1" y="0"/>
                  </a:moveTo>
                  <a:lnTo>
                    <a:pt x="1" y="6069"/>
                  </a:lnTo>
                  <a:cubicBezTo>
                    <a:pt x="1" y="6559"/>
                    <a:pt x="21" y="7581"/>
                    <a:pt x="1308" y="7581"/>
                  </a:cubicBezTo>
                  <a:cubicBezTo>
                    <a:pt x="1635" y="7581"/>
                    <a:pt x="2064" y="7520"/>
                    <a:pt x="2330" y="7438"/>
                  </a:cubicBezTo>
                  <a:lnTo>
                    <a:pt x="2330" y="6457"/>
                  </a:lnTo>
                  <a:cubicBezTo>
                    <a:pt x="2105" y="6478"/>
                    <a:pt x="1983" y="6498"/>
                    <a:pt x="1758" y="6498"/>
                  </a:cubicBezTo>
                  <a:cubicBezTo>
                    <a:pt x="1390" y="6498"/>
                    <a:pt x="1288" y="6294"/>
                    <a:pt x="1288" y="6069"/>
                  </a:cubicBezTo>
                  <a:lnTo>
                    <a:pt x="1288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" name="Google Shape;154;p32"/>
            <p:cNvSpPr/>
            <p:nvPr/>
          </p:nvSpPr>
          <p:spPr>
            <a:xfrm>
              <a:off x="3723150" y="2806400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13" y="3250"/>
                  </a:moveTo>
                  <a:lnTo>
                    <a:pt x="3413" y="3515"/>
                  </a:lnTo>
                  <a:cubicBezTo>
                    <a:pt x="3413" y="4108"/>
                    <a:pt x="3249" y="4598"/>
                    <a:pt x="2228" y="4598"/>
                  </a:cubicBezTo>
                  <a:cubicBezTo>
                    <a:pt x="1615" y="4598"/>
                    <a:pt x="1247" y="4373"/>
                    <a:pt x="1247" y="3924"/>
                  </a:cubicBezTo>
                  <a:cubicBezTo>
                    <a:pt x="1247" y="3454"/>
                    <a:pt x="1615" y="3250"/>
                    <a:pt x="2146" y="3250"/>
                  </a:cubicBezTo>
                  <a:close/>
                  <a:moveTo>
                    <a:pt x="2391" y="1"/>
                  </a:moveTo>
                  <a:cubicBezTo>
                    <a:pt x="1390" y="1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10" y="1737"/>
                  </a:lnTo>
                  <a:lnTo>
                    <a:pt x="1410" y="1554"/>
                  </a:lnTo>
                  <a:cubicBezTo>
                    <a:pt x="1410" y="1206"/>
                    <a:pt x="1819" y="1022"/>
                    <a:pt x="2391" y="1022"/>
                  </a:cubicBezTo>
                  <a:cubicBezTo>
                    <a:pt x="3045" y="1022"/>
                    <a:pt x="3413" y="1247"/>
                    <a:pt x="3413" y="1819"/>
                  </a:cubicBezTo>
                  <a:lnTo>
                    <a:pt x="3413" y="2330"/>
                  </a:lnTo>
                  <a:lnTo>
                    <a:pt x="1982" y="2330"/>
                  </a:lnTo>
                  <a:cubicBezTo>
                    <a:pt x="940" y="2330"/>
                    <a:pt x="0" y="2943"/>
                    <a:pt x="0" y="3985"/>
                  </a:cubicBezTo>
                  <a:cubicBezTo>
                    <a:pt x="0" y="5007"/>
                    <a:pt x="756" y="5620"/>
                    <a:pt x="1880" y="5620"/>
                  </a:cubicBezTo>
                  <a:cubicBezTo>
                    <a:pt x="2575" y="5620"/>
                    <a:pt x="2984" y="5518"/>
                    <a:pt x="3454" y="5007"/>
                  </a:cubicBezTo>
                  <a:lnTo>
                    <a:pt x="3474" y="5007"/>
                  </a:lnTo>
                  <a:cubicBezTo>
                    <a:pt x="3494" y="5109"/>
                    <a:pt x="3515" y="5436"/>
                    <a:pt x="3535" y="5518"/>
                  </a:cubicBezTo>
                  <a:lnTo>
                    <a:pt x="4802" y="5518"/>
                  </a:lnTo>
                  <a:cubicBezTo>
                    <a:pt x="4741" y="5395"/>
                    <a:pt x="4700" y="4598"/>
                    <a:pt x="4700" y="4353"/>
                  </a:cubicBezTo>
                  <a:lnTo>
                    <a:pt x="4700" y="1737"/>
                  </a:lnTo>
                  <a:cubicBezTo>
                    <a:pt x="4700" y="409"/>
                    <a:pt x="3597" y="1"/>
                    <a:pt x="239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32"/>
            <p:cNvSpPr/>
            <p:nvPr/>
          </p:nvSpPr>
          <p:spPr>
            <a:xfrm>
              <a:off x="3872825" y="2806925"/>
              <a:ext cx="86350" cy="137425"/>
            </a:xfrm>
            <a:custGeom>
              <a:avLst/>
              <a:gdLst/>
              <a:ahLst/>
              <a:cxnLst/>
              <a:rect l="l" t="t" r="r" b="b"/>
              <a:pathLst>
                <a:path w="3454" h="5497" extrusionOk="0">
                  <a:moveTo>
                    <a:pt x="3025" y="0"/>
                  </a:moveTo>
                  <a:cubicBezTo>
                    <a:pt x="2391" y="0"/>
                    <a:pt x="1594" y="429"/>
                    <a:pt x="1267" y="1001"/>
                  </a:cubicBezTo>
                  <a:lnTo>
                    <a:pt x="1247" y="1001"/>
                  </a:lnTo>
                  <a:lnTo>
                    <a:pt x="1247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738"/>
                  </a:lnTo>
                  <a:cubicBezTo>
                    <a:pt x="1288" y="1737"/>
                    <a:pt x="2003" y="1165"/>
                    <a:pt x="2984" y="1165"/>
                  </a:cubicBezTo>
                  <a:cubicBezTo>
                    <a:pt x="3147" y="1165"/>
                    <a:pt x="3290" y="1165"/>
                    <a:pt x="3454" y="1206"/>
                  </a:cubicBezTo>
                  <a:lnTo>
                    <a:pt x="3454" y="20"/>
                  </a:lnTo>
                  <a:cubicBezTo>
                    <a:pt x="3331" y="0"/>
                    <a:pt x="3168" y="0"/>
                    <a:pt x="302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" name="Google Shape;156;p32"/>
            <p:cNvSpPr/>
            <p:nvPr/>
          </p:nvSpPr>
          <p:spPr>
            <a:xfrm>
              <a:off x="3975000" y="2806925"/>
              <a:ext cx="121600" cy="189025"/>
            </a:xfrm>
            <a:custGeom>
              <a:avLst/>
              <a:gdLst/>
              <a:ahLst/>
              <a:cxnLst/>
              <a:rect l="l" t="t" r="r" b="b"/>
              <a:pathLst>
                <a:path w="4864" h="7561" extrusionOk="0">
                  <a:moveTo>
                    <a:pt x="2452" y="1103"/>
                  </a:moveTo>
                  <a:cubicBezTo>
                    <a:pt x="3106" y="1103"/>
                    <a:pt x="3617" y="1471"/>
                    <a:pt x="3617" y="2125"/>
                  </a:cubicBezTo>
                  <a:lnTo>
                    <a:pt x="3617" y="3331"/>
                  </a:lnTo>
                  <a:cubicBezTo>
                    <a:pt x="3617" y="4107"/>
                    <a:pt x="3024" y="4393"/>
                    <a:pt x="2493" y="4393"/>
                  </a:cubicBezTo>
                  <a:cubicBezTo>
                    <a:pt x="1819" y="4393"/>
                    <a:pt x="1308" y="4005"/>
                    <a:pt x="1308" y="3351"/>
                  </a:cubicBezTo>
                  <a:lnTo>
                    <a:pt x="1308" y="2166"/>
                  </a:lnTo>
                  <a:cubicBezTo>
                    <a:pt x="1308" y="1390"/>
                    <a:pt x="1901" y="1103"/>
                    <a:pt x="2452" y="1103"/>
                  </a:cubicBezTo>
                  <a:close/>
                  <a:moveTo>
                    <a:pt x="2125" y="0"/>
                  </a:moveTo>
                  <a:cubicBezTo>
                    <a:pt x="940" y="0"/>
                    <a:pt x="0" y="797"/>
                    <a:pt x="0" y="2268"/>
                  </a:cubicBezTo>
                  <a:lnTo>
                    <a:pt x="0" y="3290"/>
                  </a:lnTo>
                  <a:cubicBezTo>
                    <a:pt x="0" y="4679"/>
                    <a:pt x="838" y="5415"/>
                    <a:pt x="2146" y="5415"/>
                  </a:cubicBezTo>
                  <a:cubicBezTo>
                    <a:pt x="2759" y="5415"/>
                    <a:pt x="3249" y="5190"/>
                    <a:pt x="3597" y="4720"/>
                  </a:cubicBezTo>
                  <a:lnTo>
                    <a:pt x="3617" y="4720"/>
                  </a:lnTo>
                  <a:lnTo>
                    <a:pt x="3617" y="5272"/>
                  </a:lnTo>
                  <a:cubicBezTo>
                    <a:pt x="3617" y="6048"/>
                    <a:pt x="3188" y="6539"/>
                    <a:pt x="2391" y="6539"/>
                  </a:cubicBezTo>
                  <a:cubicBezTo>
                    <a:pt x="1941" y="6539"/>
                    <a:pt x="1574" y="6335"/>
                    <a:pt x="1308" y="5824"/>
                  </a:cubicBezTo>
                  <a:lnTo>
                    <a:pt x="82" y="6253"/>
                  </a:lnTo>
                  <a:cubicBezTo>
                    <a:pt x="368" y="7152"/>
                    <a:pt x="1410" y="7561"/>
                    <a:pt x="2289" y="7561"/>
                  </a:cubicBezTo>
                  <a:cubicBezTo>
                    <a:pt x="4148" y="7561"/>
                    <a:pt x="4864" y="6294"/>
                    <a:pt x="4864" y="5047"/>
                  </a:cubicBezTo>
                  <a:lnTo>
                    <a:pt x="4864" y="102"/>
                  </a:lnTo>
                  <a:lnTo>
                    <a:pt x="3637" y="102"/>
                  </a:lnTo>
                  <a:lnTo>
                    <a:pt x="3637" y="736"/>
                  </a:lnTo>
                  <a:lnTo>
                    <a:pt x="3617" y="736"/>
                  </a:lnTo>
                  <a:cubicBezTo>
                    <a:pt x="3331" y="327"/>
                    <a:pt x="2759" y="0"/>
                    <a:pt x="212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" name="Google Shape;157;p32"/>
            <p:cNvSpPr/>
            <p:nvPr/>
          </p:nvSpPr>
          <p:spPr>
            <a:xfrm>
              <a:off x="4130300" y="2754800"/>
              <a:ext cx="32200" cy="189550"/>
            </a:xfrm>
            <a:custGeom>
              <a:avLst/>
              <a:gdLst/>
              <a:ahLst/>
              <a:cxnLst/>
              <a:rect l="l" t="t" r="r" b="b"/>
              <a:pathLst>
                <a:path w="1288" h="7582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187"/>
                  </a:moveTo>
                  <a:lnTo>
                    <a:pt x="0" y="7582"/>
                  </a:lnTo>
                  <a:lnTo>
                    <a:pt x="1288" y="7582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" name="Google Shape;158;p32"/>
            <p:cNvSpPr/>
            <p:nvPr/>
          </p:nvSpPr>
          <p:spPr>
            <a:xfrm>
              <a:off x="3479475" y="3072550"/>
              <a:ext cx="122625" cy="191075"/>
            </a:xfrm>
            <a:custGeom>
              <a:avLst/>
              <a:gdLst/>
              <a:ahLst/>
              <a:cxnLst/>
              <a:rect l="l" t="t" r="r" b="b"/>
              <a:pathLst>
                <a:path w="4905" h="7643" extrusionOk="0">
                  <a:moveTo>
                    <a:pt x="2432" y="3107"/>
                  </a:moveTo>
                  <a:cubicBezTo>
                    <a:pt x="3106" y="3107"/>
                    <a:pt x="3617" y="3495"/>
                    <a:pt x="3617" y="4149"/>
                  </a:cubicBezTo>
                  <a:lnTo>
                    <a:pt x="3617" y="5477"/>
                  </a:lnTo>
                  <a:cubicBezTo>
                    <a:pt x="3617" y="6253"/>
                    <a:pt x="3024" y="6540"/>
                    <a:pt x="2473" y="6540"/>
                  </a:cubicBezTo>
                  <a:cubicBezTo>
                    <a:pt x="1819" y="6540"/>
                    <a:pt x="1308" y="6151"/>
                    <a:pt x="1308" y="5497"/>
                  </a:cubicBezTo>
                  <a:lnTo>
                    <a:pt x="1308" y="4169"/>
                  </a:lnTo>
                  <a:cubicBezTo>
                    <a:pt x="1308" y="3393"/>
                    <a:pt x="1901" y="3107"/>
                    <a:pt x="2432" y="3107"/>
                  </a:cubicBezTo>
                  <a:close/>
                  <a:moveTo>
                    <a:pt x="3637" y="1"/>
                  </a:moveTo>
                  <a:lnTo>
                    <a:pt x="3637" y="2678"/>
                  </a:lnTo>
                  <a:lnTo>
                    <a:pt x="3597" y="2678"/>
                  </a:lnTo>
                  <a:cubicBezTo>
                    <a:pt x="3331" y="2310"/>
                    <a:pt x="2820" y="2003"/>
                    <a:pt x="2227" y="2003"/>
                  </a:cubicBezTo>
                  <a:cubicBezTo>
                    <a:pt x="1022" y="2003"/>
                    <a:pt x="0" y="2739"/>
                    <a:pt x="0" y="4210"/>
                  </a:cubicBezTo>
                  <a:lnTo>
                    <a:pt x="0" y="5518"/>
                  </a:lnTo>
                  <a:cubicBezTo>
                    <a:pt x="0" y="6887"/>
                    <a:pt x="961" y="7643"/>
                    <a:pt x="2125" y="7643"/>
                  </a:cubicBezTo>
                  <a:cubicBezTo>
                    <a:pt x="2616" y="7643"/>
                    <a:pt x="3351" y="7336"/>
                    <a:pt x="3658" y="6907"/>
                  </a:cubicBezTo>
                  <a:lnTo>
                    <a:pt x="3658" y="7520"/>
                  </a:lnTo>
                  <a:lnTo>
                    <a:pt x="4904" y="7520"/>
                  </a:lnTo>
                  <a:lnTo>
                    <a:pt x="4904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" name="Google Shape;159;p32"/>
            <p:cNvSpPr/>
            <p:nvPr/>
          </p:nvSpPr>
          <p:spPr>
            <a:xfrm>
              <a:off x="3630675" y="31231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94" y="1084"/>
                  </a:moveTo>
                  <a:cubicBezTo>
                    <a:pt x="3004" y="1084"/>
                    <a:pt x="3536" y="1390"/>
                    <a:pt x="3536" y="2126"/>
                  </a:cubicBezTo>
                  <a:lnTo>
                    <a:pt x="3536" y="2269"/>
                  </a:lnTo>
                  <a:lnTo>
                    <a:pt x="1349" y="2269"/>
                  </a:lnTo>
                  <a:lnTo>
                    <a:pt x="1349" y="2187"/>
                  </a:lnTo>
                  <a:cubicBezTo>
                    <a:pt x="1349" y="1390"/>
                    <a:pt x="1942" y="1084"/>
                    <a:pt x="2494" y="1084"/>
                  </a:cubicBezTo>
                  <a:close/>
                  <a:moveTo>
                    <a:pt x="2473" y="1"/>
                  </a:moveTo>
                  <a:cubicBezTo>
                    <a:pt x="1145" y="1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84"/>
                    <a:pt x="1206" y="5620"/>
                    <a:pt x="2534" y="5620"/>
                  </a:cubicBezTo>
                  <a:cubicBezTo>
                    <a:pt x="3474" y="5620"/>
                    <a:pt x="4333" y="5252"/>
                    <a:pt x="4741" y="4414"/>
                  </a:cubicBezTo>
                  <a:lnTo>
                    <a:pt x="3761" y="3842"/>
                  </a:lnTo>
                  <a:cubicBezTo>
                    <a:pt x="3474" y="4251"/>
                    <a:pt x="3025" y="4537"/>
                    <a:pt x="2596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3" y="3168"/>
                  </a:lnTo>
                  <a:lnTo>
                    <a:pt x="4803" y="2126"/>
                  </a:lnTo>
                  <a:cubicBezTo>
                    <a:pt x="4803" y="695"/>
                    <a:pt x="3658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" name="Google Shape;160;p32"/>
            <p:cNvSpPr/>
            <p:nvPr/>
          </p:nvSpPr>
          <p:spPr>
            <a:xfrm>
              <a:off x="3828375" y="3072550"/>
              <a:ext cx="158400" cy="188525"/>
            </a:xfrm>
            <a:custGeom>
              <a:avLst/>
              <a:gdLst/>
              <a:ahLst/>
              <a:cxnLst/>
              <a:rect l="l" t="t" r="r" b="b"/>
              <a:pathLst>
                <a:path w="6336" h="7541" extrusionOk="0">
                  <a:moveTo>
                    <a:pt x="1" y="1"/>
                  </a:moveTo>
                  <a:lnTo>
                    <a:pt x="2473" y="7541"/>
                  </a:lnTo>
                  <a:lnTo>
                    <a:pt x="3842" y="7541"/>
                  </a:lnTo>
                  <a:lnTo>
                    <a:pt x="6335" y="1"/>
                  </a:lnTo>
                  <a:lnTo>
                    <a:pt x="4925" y="1"/>
                  </a:lnTo>
                  <a:lnTo>
                    <a:pt x="3229" y="5538"/>
                  </a:lnTo>
                  <a:lnTo>
                    <a:pt x="3209" y="5538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" name="Google Shape;161;p32"/>
            <p:cNvSpPr/>
            <p:nvPr/>
          </p:nvSpPr>
          <p:spPr>
            <a:xfrm>
              <a:off x="3982150" y="31226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13" y="3249"/>
                  </a:moveTo>
                  <a:lnTo>
                    <a:pt x="3413" y="3515"/>
                  </a:lnTo>
                  <a:cubicBezTo>
                    <a:pt x="3413" y="4107"/>
                    <a:pt x="3249" y="4598"/>
                    <a:pt x="2228" y="4598"/>
                  </a:cubicBezTo>
                  <a:cubicBezTo>
                    <a:pt x="1615" y="4598"/>
                    <a:pt x="1247" y="4373"/>
                    <a:pt x="1247" y="3923"/>
                  </a:cubicBezTo>
                  <a:cubicBezTo>
                    <a:pt x="1247" y="3454"/>
                    <a:pt x="1615" y="3249"/>
                    <a:pt x="2166" y="3249"/>
                  </a:cubicBezTo>
                  <a:close/>
                  <a:moveTo>
                    <a:pt x="2391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10" y="1737"/>
                  </a:lnTo>
                  <a:lnTo>
                    <a:pt x="1410" y="1553"/>
                  </a:lnTo>
                  <a:cubicBezTo>
                    <a:pt x="1410" y="1206"/>
                    <a:pt x="1819" y="1001"/>
                    <a:pt x="2391" y="1001"/>
                  </a:cubicBezTo>
                  <a:cubicBezTo>
                    <a:pt x="3045" y="1001"/>
                    <a:pt x="3413" y="1247"/>
                    <a:pt x="3413" y="1819"/>
                  </a:cubicBezTo>
                  <a:lnTo>
                    <a:pt x="3413" y="2330"/>
                  </a:lnTo>
                  <a:lnTo>
                    <a:pt x="1982" y="2330"/>
                  </a:lnTo>
                  <a:cubicBezTo>
                    <a:pt x="940" y="2330"/>
                    <a:pt x="0" y="2943"/>
                    <a:pt x="0" y="3985"/>
                  </a:cubicBezTo>
                  <a:cubicBezTo>
                    <a:pt x="0" y="5006"/>
                    <a:pt x="756" y="5620"/>
                    <a:pt x="1880" y="5620"/>
                  </a:cubicBezTo>
                  <a:cubicBezTo>
                    <a:pt x="2575" y="5620"/>
                    <a:pt x="2984" y="5517"/>
                    <a:pt x="3454" y="5027"/>
                  </a:cubicBezTo>
                  <a:lnTo>
                    <a:pt x="3474" y="5027"/>
                  </a:lnTo>
                  <a:cubicBezTo>
                    <a:pt x="3495" y="5109"/>
                    <a:pt x="3515" y="5436"/>
                    <a:pt x="3535" y="5517"/>
                  </a:cubicBezTo>
                  <a:lnTo>
                    <a:pt x="4802" y="5517"/>
                  </a:lnTo>
                  <a:cubicBezTo>
                    <a:pt x="4741" y="5395"/>
                    <a:pt x="4700" y="4598"/>
                    <a:pt x="4700" y="4353"/>
                  </a:cubicBezTo>
                  <a:lnTo>
                    <a:pt x="4700" y="1717"/>
                  </a:lnTo>
                  <a:cubicBezTo>
                    <a:pt x="4700" y="409"/>
                    <a:pt x="3597" y="0"/>
                    <a:pt x="2391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" name="Google Shape;162;p32"/>
            <p:cNvSpPr/>
            <p:nvPr/>
          </p:nvSpPr>
          <p:spPr>
            <a:xfrm>
              <a:off x="4127225" y="3123125"/>
              <a:ext cx="120575" cy="140500"/>
            </a:xfrm>
            <a:custGeom>
              <a:avLst/>
              <a:gdLst/>
              <a:ahLst/>
              <a:cxnLst/>
              <a:rect l="l" t="t" r="r" b="b"/>
              <a:pathLst>
                <a:path w="4823" h="5620" extrusionOk="0">
                  <a:moveTo>
                    <a:pt x="2473" y="1"/>
                  </a:moveTo>
                  <a:cubicBezTo>
                    <a:pt x="1124" y="1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43"/>
                    <a:pt x="1186" y="5620"/>
                    <a:pt x="2514" y="5620"/>
                  </a:cubicBezTo>
                  <a:cubicBezTo>
                    <a:pt x="3679" y="5620"/>
                    <a:pt x="4823" y="4946"/>
                    <a:pt x="4823" y="3515"/>
                  </a:cubicBezTo>
                  <a:lnTo>
                    <a:pt x="4823" y="3454"/>
                  </a:lnTo>
                  <a:lnTo>
                    <a:pt x="3577" y="3454"/>
                  </a:lnTo>
                  <a:lnTo>
                    <a:pt x="3577" y="3515"/>
                  </a:lnTo>
                  <a:cubicBezTo>
                    <a:pt x="3577" y="4251"/>
                    <a:pt x="3025" y="4537"/>
                    <a:pt x="2514" y="4537"/>
                  </a:cubicBezTo>
                  <a:cubicBezTo>
                    <a:pt x="1819" y="4537"/>
                    <a:pt x="1329" y="4149"/>
                    <a:pt x="1329" y="3454"/>
                  </a:cubicBezTo>
                  <a:lnTo>
                    <a:pt x="1329" y="2187"/>
                  </a:lnTo>
                  <a:cubicBezTo>
                    <a:pt x="1329" y="1390"/>
                    <a:pt x="1921" y="1084"/>
                    <a:pt x="2473" y="1084"/>
                  </a:cubicBezTo>
                  <a:cubicBezTo>
                    <a:pt x="3004" y="1084"/>
                    <a:pt x="3577" y="1390"/>
                    <a:pt x="3577" y="2126"/>
                  </a:cubicBezTo>
                  <a:lnTo>
                    <a:pt x="3577" y="2228"/>
                  </a:lnTo>
                  <a:lnTo>
                    <a:pt x="4823" y="2228"/>
                  </a:lnTo>
                  <a:lnTo>
                    <a:pt x="4823" y="2126"/>
                  </a:lnTo>
                  <a:cubicBezTo>
                    <a:pt x="4823" y="695"/>
                    <a:pt x="3638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" name="Google Shape;163;p32"/>
            <p:cNvSpPr/>
            <p:nvPr/>
          </p:nvSpPr>
          <p:spPr>
            <a:xfrm>
              <a:off x="4265675" y="3123125"/>
              <a:ext cx="121100" cy="140500"/>
            </a:xfrm>
            <a:custGeom>
              <a:avLst/>
              <a:gdLst/>
              <a:ahLst/>
              <a:cxnLst/>
              <a:rect l="l" t="t" r="r" b="b"/>
              <a:pathLst>
                <a:path w="4844" h="5620" extrusionOk="0">
                  <a:moveTo>
                    <a:pt x="2473" y="1"/>
                  </a:moveTo>
                  <a:cubicBezTo>
                    <a:pt x="1145" y="1"/>
                    <a:pt x="0" y="838"/>
                    <a:pt x="0" y="2371"/>
                  </a:cubicBezTo>
                  <a:lnTo>
                    <a:pt x="0" y="3413"/>
                  </a:lnTo>
                  <a:cubicBezTo>
                    <a:pt x="0" y="4843"/>
                    <a:pt x="1185" y="5620"/>
                    <a:pt x="2514" y="5620"/>
                  </a:cubicBezTo>
                  <a:cubicBezTo>
                    <a:pt x="3678" y="5620"/>
                    <a:pt x="4843" y="4946"/>
                    <a:pt x="4843" y="3515"/>
                  </a:cubicBezTo>
                  <a:lnTo>
                    <a:pt x="4843" y="3454"/>
                  </a:lnTo>
                  <a:lnTo>
                    <a:pt x="3576" y="3454"/>
                  </a:lnTo>
                  <a:lnTo>
                    <a:pt x="3576" y="3515"/>
                  </a:lnTo>
                  <a:cubicBezTo>
                    <a:pt x="3576" y="4251"/>
                    <a:pt x="3045" y="4537"/>
                    <a:pt x="2514" y="4537"/>
                  </a:cubicBezTo>
                  <a:cubicBezTo>
                    <a:pt x="1839" y="4537"/>
                    <a:pt x="1328" y="4149"/>
                    <a:pt x="1328" y="3454"/>
                  </a:cubicBezTo>
                  <a:lnTo>
                    <a:pt x="1328" y="2187"/>
                  </a:lnTo>
                  <a:cubicBezTo>
                    <a:pt x="1328" y="1390"/>
                    <a:pt x="1921" y="1084"/>
                    <a:pt x="2473" y="1084"/>
                  </a:cubicBezTo>
                  <a:cubicBezTo>
                    <a:pt x="3004" y="1084"/>
                    <a:pt x="3576" y="1390"/>
                    <a:pt x="3576" y="2126"/>
                  </a:cubicBezTo>
                  <a:lnTo>
                    <a:pt x="3576" y="2228"/>
                  </a:lnTo>
                  <a:lnTo>
                    <a:pt x="4843" y="2228"/>
                  </a:lnTo>
                  <a:lnTo>
                    <a:pt x="4843" y="2126"/>
                  </a:lnTo>
                  <a:cubicBezTo>
                    <a:pt x="4843" y="695"/>
                    <a:pt x="3637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" name="Google Shape;164;p32"/>
            <p:cNvSpPr/>
            <p:nvPr/>
          </p:nvSpPr>
          <p:spPr>
            <a:xfrm>
              <a:off x="4410750" y="3070500"/>
              <a:ext cx="31700" cy="190075"/>
            </a:xfrm>
            <a:custGeom>
              <a:avLst/>
              <a:gdLst/>
              <a:ahLst/>
              <a:cxnLst/>
              <a:rect l="l" t="t" r="r" b="b"/>
              <a:pathLst>
                <a:path w="1268" h="7603" extrusionOk="0">
                  <a:moveTo>
                    <a:pt x="0" y="1"/>
                  </a:moveTo>
                  <a:lnTo>
                    <a:pt x="0" y="1370"/>
                  </a:lnTo>
                  <a:lnTo>
                    <a:pt x="1267" y="1370"/>
                  </a:lnTo>
                  <a:lnTo>
                    <a:pt x="1267" y="1"/>
                  </a:lnTo>
                  <a:close/>
                  <a:moveTo>
                    <a:pt x="0" y="2208"/>
                  </a:moveTo>
                  <a:lnTo>
                    <a:pt x="0" y="7602"/>
                  </a:lnTo>
                  <a:lnTo>
                    <a:pt x="1267" y="7602"/>
                  </a:lnTo>
                  <a:lnTo>
                    <a:pt x="1267" y="2208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" name="Google Shape;165;p32"/>
            <p:cNvSpPr/>
            <p:nvPr/>
          </p:nvSpPr>
          <p:spPr>
            <a:xfrm>
              <a:off x="4477675" y="3123125"/>
              <a:ext cx="117000" cy="137450"/>
            </a:xfrm>
            <a:custGeom>
              <a:avLst/>
              <a:gdLst/>
              <a:ahLst/>
              <a:cxnLst/>
              <a:rect l="l" t="t" r="r" b="b"/>
              <a:pathLst>
                <a:path w="4680" h="5498" extrusionOk="0">
                  <a:moveTo>
                    <a:pt x="2800" y="1"/>
                  </a:moveTo>
                  <a:cubicBezTo>
                    <a:pt x="2187" y="1"/>
                    <a:pt x="161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6" y="1124"/>
                    <a:pt x="2391" y="1124"/>
                  </a:cubicBezTo>
                  <a:cubicBezTo>
                    <a:pt x="3045" y="1124"/>
                    <a:pt x="3392" y="1554"/>
                    <a:pt x="3392" y="2371"/>
                  </a:cubicBezTo>
                  <a:lnTo>
                    <a:pt x="3392" y="5497"/>
                  </a:lnTo>
                  <a:lnTo>
                    <a:pt x="4680" y="5497"/>
                  </a:lnTo>
                  <a:lnTo>
                    <a:pt x="4680" y="2044"/>
                  </a:lnTo>
                  <a:cubicBezTo>
                    <a:pt x="4680" y="757"/>
                    <a:pt x="4005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" name="Google Shape;166;p32"/>
            <p:cNvSpPr/>
            <p:nvPr/>
          </p:nvSpPr>
          <p:spPr>
            <a:xfrm>
              <a:off x="4619175" y="31226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33" y="3249"/>
                  </a:moveTo>
                  <a:lnTo>
                    <a:pt x="3433" y="3515"/>
                  </a:lnTo>
                  <a:cubicBezTo>
                    <a:pt x="3433" y="4107"/>
                    <a:pt x="3250" y="4598"/>
                    <a:pt x="2228" y="4598"/>
                  </a:cubicBezTo>
                  <a:cubicBezTo>
                    <a:pt x="1615" y="4598"/>
                    <a:pt x="1247" y="4373"/>
                    <a:pt x="1247" y="3923"/>
                  </a:cubicBezTo>
                  <a:cubicBezTo>
                    <a:pt x="1247" y="3454"/>
                    <a:pt x="1615" y="3249"/>
                    <a:pt x="2167" y="3249"/>
                  </a:cubicBezTo>
                  <a:close/>
                  <a:moveTo>
                    <a:pt x="2412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3"/>
                  </a:lnTo>
                  <a:cubicBezTo>
                    <a:pt x="1431" y="1206"/>
                    <a:pt x="1840" y="1001"/>
                    <a:pt x="2391" y="1001"/>
                  </a:cubicBezTo>
                  <a:cubicBezTo>
                    <a:pt x="3045" y="1001"/>
                    <a:pt x="3433" y="1247"/>
                    <a:pt x="3433" y="1819"/>
                  </a:cubicBezTo>
                  <a:lnTo>
                    <a:pt x="3433" y="2330"/>
                  </a:lnTo>
                  <a:lnTo>
                    <a:pt x="2003" y="2330"/>
                  </a:lnTo>
                  <a:cubicBezTo>
                    <a:pt x="941" y="2330"/>
                    <a:pt x="1" y="2943"/>
                    <a:pt x="1" y="3985"/>
                  </a:cubicBezTo>
                  <a:cubicBezTo>
                    <a:pt x="1" y="5006"/>
                    <a:pt x="757" y="5620"/>
                    <a:pt x="1881" y="5620"/>
                  </a:cubicBezTo>
                  <a:cubicBezTo>
                    <a:pt x="2575" y="5620"/>
                    <a:pt x="2984" y="5517"/>
                    <a:pt x="3454" y="5027"/>
                  </a:cubicBezTo>
                  <a:lnTo>
                    <a:pt x="3474" y="5027"/>
                  </a:lnTo>
                  <a:cubicBezTo>
                    <a:pt x="3495" y="5109"/>
                    <a:pt x="3515" y="5436"/>
                    <a:pt x="3536" y="5517"/>
                  </a:cubicBezTo>
                  <a:lnTo>
                    <a:pt x="4803" y="5517"/>
                  </a:lnTo>
                  <a:cubicBezTo>
                    <a:pt x="4741" y="5395"/>
                    <a:pt x="4721" y="4598"/>
                    <a:pt x="4721" y="4353"/>
                  </a:cubicBezTo>
                  <a:lnTo>
                    <a:pt x="4721" y="1717"/>
                  </a:lnTo>
                  <a:cubicBezTo>
                    <a:pt x="4721" y="409"/>
                    <a:pt x="3597" y="0"/>
                    <a:pt x="241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7" name="Google Shape;167;p32"/>
            <p:cNvSpPr/>
            <p:nvPr/>
          </p:nvSpPr>
          <p:spPr>
            <a:xfrm>
              <a:off x="4756600" y="3084825"/>
              <a:ext cx="79725" cy="177800"/>
            </a:xfrm>
            <a:custGeom>
              <a:avLst/>
              <a:gdLst/>
              <a:ahLst/>
              <a:cxnLst/>
              <a:rect l="l" t="t" r="r" b="b"/>
              <a:pathLst>
                <a:path w="3189" h="7112" extrusionOk="0">
                  <a:moveTo>
                    <a:pt x="736" y="0"/>
                  </a:moveTo>
                  <a:lnTo>
                    <a:pt x="736" y="1635"/>
                  </a:lnTo>
                  <a:lnTo>
                    <a:pt x="0" y="1635"/>
                  </a:lnTo>
                  <a:lnTo>
                    <a:pt x="0" y="2656"/>
                  </a:lnTo>
                  <a:lnTo>
                    <a:pt x="736" y="2656"/>
                  </a:lnTo>
                  <a:lnTo>
                    <a:pt x="736" y="5742"/>
                  </a:lnTo>
                  <a:cubicBezTo>
                    <a:pt x="736" y="6702"/>
                    <a:pt x="1410" y="7111"/>
                    <a:pt x="2248" y="7111"/>
                  </a:cubicBezTo>
                  <a:cubicBezTo>
                    <a:pt x="2432" y="7111"/>
                    <a:pt x="2902" y="7070"/>
                    <a:pt x="3188" y="7009"/>
                  </a:cubicBezTo>
                  <a:lnTo>
                    <a:pt x="3188" y="5905"/>
                  </a:lnTo>
                  <a:cubicBezTo>
                    <a:pt x="2943" y="5946"/>
                    <a:pt x="2779" y="5967"/>
                    <a:pt x="2534" y="5967"/>
                  </a:cubicBezTo>
                  <a:cubicBezTo>
                    <a:pt x="2228" y="5967"/>
                    <a:pt x="2023" y="5844"/>
                    <a:pt x="2023" y="5435"/>
                  </a:cubicBezTo>
                  <a:lnTo>
                    <a:pt x="2023" y="2656"/>
                  </a:lnTo>
                  <a:lnTo>
                    <a:pt x="3188" y="2656"/>
                  </a:lnTo>
                  <a:lnTo>
                    <a:pt x="3188" y="1635"/>
                  </a:lnTo>
                  <a:lnTo>
                    <a:pt x="2023" y="1635"/>
                  </a:lnTo>
                  <a:lnTo>
                    <a:pt x="2023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8" name="Google Shape;168;p32"/>
            <p:cNvSpPr/>
            <p:nvPr/>
          </p:nvSpPr>
          <p:spPr>
            <a:xfrm>
              <a:off x="4857750" y="3070500"/>
              <a:ext cx="32200" cy="190075"/>
            </a:xfrm>
            <a:custGeom>
              <a:avLst/>
              <a:gdLst/>
              <a:ahLst/>
              <a:cxnLst/>
              <a:rect l="l" t="t" r="r" b="b"/>
              <a:pathLst>
                <a:path w="1288" h="7603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208"/>
                  </a:moveTo>
                  <a:lnTo>
                    <a:pt x="0" y="7602"/>
                  </a:lnTo>
                  <a:lnTo>
                    <a:pt x="1288" y="7602"/>
                  </a:lnTo>
                  <a:lnTo>
                    <a:pt x="1288" y="2208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" name="Google Shape;169;p32"/>
            <p:cNvSpPr/>
            <p:nvPr/>
          </p:nvSpPr>
          <p:spPr>
            <a:xfrm>
              <a:off x="4918525" y="3123125"/>
              <a:ext cx="122650" cy="140500"/>
            </a:xfrm>
            <a:custGeom>
              <a:avLst/>
              <a:gdLst/>
              <a:ahLst/>
              <a:cxnLst/>
              <a:rect l="l" t="t" r="r" b="b"/>
              <a:pathLst>
                <a:path w="4906" h="5620" extrusionOk="0">
                  <a:moveTo>
                    <a:pt x="2433" y="1104"/>
                  </a:moveTo>
                  <a:cubicBezTo>
                    <a:pt x="3107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25" y="4537"/>
                    <a:pt x="2473" y="4537"/>
                  </a:cubicBezTo>
                  <a:cubicBezTo>
                    <a:pt x="1820" y="4537"/>
                    <a:pt x="1309" y="4149"/>
                    <a:pt x="1309" y="3495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433" y="1"/>
                  </a:moveTo>
                  <a:cubicBezTo>
                    <a:pt x="1247" y="1"/>
                    <a:pt x="1" y="798"/>
                    <a:pt x="1" y="2269"/>
                  </a:cubicBezTo>
                  <a:lnTo>
                    <a:pt x="1" y="3495"/>
                  </a:lnTo>
                  <a:cubicBezTo>
                    <a:pt x="1" y="4884"/>
                    <a:pt x="1166" y="5620"/>
                    <a:pt x="2473" y="5620"/>
                  </a:cubicBezTo>
                  <a:cubicBezTo>
                    <a:pt x="367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1"/>
                    <a:pt x="243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0" name="Google Shape;170;p32"/>
            <p:cNvSpPr/>
            <p:nvPr/>
          </p:nvSpPr>
          <p:spPr>
            <a:xfrm>
              <a:off x="5069750" y="3123125"/>
              <a:ext cx="117525" cy="137450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2800" y="1"/>
                  </a:moveTo>
                  <a:cubicBezTo>
                    <a:pt x="2207" y="1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6" y="1124"/>
                    <a:pt x="2412" y="1124"/>
                  </a:cubicBezTo>
                  <a:cubicBezTo>
                    <a:pt x="3066" y="1124"/>
                    <a:pt x="3413" y="1554"/>
                    <a:pt x="3413" y="2371"/>
                  </a:cubicBezTo>
                  <a:lnTo>
                    <a:pt x="3413" y="5497"/>
                  </a:lnTo>
                  <a:lnTo>
                    <a:pt x="4700" y="5497"/>
                  </a:lnTo>
                  <a:lnTo>
                    <a:pt x="4700" y="2044"/>
                  </a:lnTo>
                  <a:cubicBezTo>
                    <a:pt x="4700" y="757"/>
                    <a:pt x="4026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" name="Google Shape;171;p32"/>
            <p:cNvSpPr/>
            <p:nvPr/>
          </p:nvSpPr>
          <p:spPr>
            <a:xfrm>
              <a:off x="5706775" y="2440125"/>
              <a:ext cx="147675" cy="188025"/>
            </a:xfrm>
            <a:custGeom>
              <a:avLst/>
              <a:gdLst/>
              <a:ahLst/>
              <a:cxnLst/>
              <a:rect l="l" t="t" r="r" b="b"/>
              <a:pathLst>
                <a:path w="5907" h="7521" extrusionOk="0">
                  <a:moveTo>
                    <a:pt x="2780" y="1186"/>
                  </a:moveTo>
                  <a:cubicBezTo>
                    <a:pt x="3577" y="1186"/>
                    <a:pt x="4149" y="1472"/>
                    <a:pt x="4149" y="2350"/>
                  </a:cubicBezTo>
                  <a:cubicBezTo>
                    <a:pt x="4149" y="3127"/>
                    <a:pt x="3618" y="3515"/>
                    <a:pt x="2800" y="3515"/>
                  </a:cubicBezTo>
                  <a:lnTo>
                    <a:pt x="1411" y="3515"/>
                  </a:lnTo>
                  <a:lnTo>
                    <a:pt x="1411" y="1186"/>
                  </a:lnTo>
                  <a:close/>
                  <a:moveTo>
                    <a:pt x="1" y="1"/>
                  </a:moveTo>
                  <a:lnTo>
                    <a:pt x="1" y="7520"/>
                  </a:lnTo>
                  <a:lnTo>
                    <a:pt x="1411" y="7520"/>
                  </a:lnTo>
                  <a:lnTo>
                    <a:pt x="1411" y="4700"/>
                  </a:lnTo>
                  <a:lnTo>
                    <a:pt x="2616" y="4700"/>
                  </a:lnTo>
                  <a:lnTo>
                    <a:pt x="4374" y="7520"/>
                  </a:lnTo>
                  <a:lnTo>
                    <a:pt x="5906" y="7520"/>
                  </a:lnTo>
                  <a:lnTo>
                    <a:pt x="4047" y="4537"/>
                  </a:lnTo>
                  <a:cubicBezTo>
                    <a:pt x="5048" y="4189"/>
                    <a:pt x="5538" y="3250"/>
                    <a:pt x="5538" y="2371"/>
                  </a:cubicBezTo>
                  <a:cubicBezTo>
                    <a:pt x="5538" y="818"/>
                    <a:pt x="4394" y="1"/>
                    <a:pt x="2984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2" name="Google Shape;172;p32"/>
            <p:cNvSpPr/>
            <p:nvPr/>
          </p:nvSpPr>
          <p:spPr>
            <a:xfrm>
              <a:off x="5868725" y="2425825"/>
              <a:ext cx="120575" cy="205375"/>
            </a:xfrm>
            <a:custGeom>
              <a:avLst/>
              <a:gdLst/>
              <a:ahLst/>
              <a:cxnLst/>
              <a:rect l="l" t="t" r="r" b="b"/>
              <a:pathLst>
                <a:path w="4823" h="8215" extrusionOk="0">
                  <a:moveTo>
                    <a:pt x="2841" y="0"/>
                  </a:moveTo>
                  <a:lnTo>
                    <a:pt x="1942" y="1839"/>
                  </a:lnTo>
                  <a:lnTo>
                    <a:pt x="2943" y="1839"/>
                  </a:lnTo>
                  <a:lnTo>
                    <a:pt x="4291" y="0"/>
                  </a:lnTo>
                  <a:close/>
                  <a:moveTo>
                    <a:pt x="2493" y="3678"/>
                  </a:moveTo>
                  <a:cubicBezTo>
                    <a:pt x="3004" y="3678"/>
                    <a:pt x="3535" y="3985"/>
                    <a:pt x="3535" y="4721"/>
                  </a:cubicBezTo>
                  <a:lnTo>
                    <a:pt x="3535" y="4864"/>
                  </a:lnTo>
                  <a:lnTo>
                    <a:pt x="1349" y="4864"/>
                  </a:lnTo>
                  <a:lnTo>
                    <a:pt x="1349" y="4782"/>
                  </a:lnTo>
                  <a:cubicBezTo>
                    <a:pt x="1349" y="3985"/>
                    <a:pt x="1942" y="3678"/>
                    <a:pt x="2493" y="3678"/>
                  </a:cubicBezTo>
                  <a:close/>
                  <a:moveTo>
                    <a:pt x="2493" y="2595"/>
                  </a:moveTo>
                  <a:cubicBezTo>
                    <a:pt x="1145" y="2595"/>
                    <a:pt x="0" y="3433"/>
                    <a:pt x="0" y="4966"/>
                  </a:cubicBezTo>
                  <a:lnTo>
                    <a:pt x="0" y="6008"/>
                  </a:lnTo>
                  <a:cubicBezTo>
                    <a:pt x="0" y="7479"/>
                    <a:pt x="1206" y="8215"/>
                    <a:pt x="2534" y="8215"/>
                  </a:cubicBezTo>
                  <a:cubicBezTo>
                    <a:pt x="3474" y="8215"/>
                    <a:pt x="4332" y="7847"/>
                    <a:pt x="4761" y="7009"/>
                  </a:cubicBezTo>
                  <a:lnTo>
                    <a:pt x="3760" y="6437"/>
                  </a:lnTo>
                  <a:cubicBezTo>
                    <a:pt x="3474" y="6866"/>
                    <a:pt x="3025" y="7132"/>
                    <a:pt x="2595" y="7132"/>
                  </a:cubicBezTo>
                  <a:cubicBezTo>
                    <a:pt x="1901" y="7132"/>
                    <a:pt x="1349" y="6744"/>
                    <a:pt x="1349" y="6049"/>
                  </a:cubicBezTo>
                  <a:lnTo>
                    <a:pt x="1349" y="5763"/>
                  </a:lnTo>
                  <a:lnTo>
                    <a:pt x="4823" y="5763"/>
                  </a:lnTo>
                  <a:lnTo>
                    <a:pt x="4823" y="4721"/>
                  </a:lnTo>
                  <a:cubicBezTo>
                    <a:pt x="4823" y="3290"/>
                    <a:pt x="3658" y="2595"/>
                    <a:pt x="2493" y="2595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" name="Google Shape;173;p32"/>
            <p:cNvSpPr/>
            <p:nvPr/>
          </p:nvSpPr>
          <p:spPr>
            <a:xfrm>
              <a:off x="6017900" y="2490200"/>
              <a:ext cx="123125" cy="188525"/>
            </a:xfrm>
            <a:custGeom>
              <a:avLst/>
              <a:gdLst/>
              <a:ahLst/>
              <a:cxnLst/>
              <a:rect l="l" t="t" r="r" b="b"/>
              <a:pathLst>
                <a:path w="4925" h="7541" extrusionOk="0">
                  <a:moveTo>
                    <a:pt x="2452" y="1124"/>
                  </a:moveTo>
                  <a:cubicBezTo>
                    <a:pt x="3106" y="1124"/>
                    <a:pt x="3617" y="1492"/>
                    <a:pt x="3617" y="2146"/>
                  </a:cubicBezTo>
                  <a:lnTo>
                    <a:pt x="3617" y="3494"/>
                  </a:lnTo>
                  <a:cubicBezTo>
                    <a:pt x="3617" y="4271"/>
                    <a:pt x="3024" y="4557"/>
                    <a:pt x="2473" y="4557"/>
                  </a:cubicBezTo>
                  <a:cubicBezTo>
                    <a:pt x="1819" y="4557"/>
                    <a:pt x="1287" y="4169"/>
                    <a:pt x="1287" y="3515"/>
                  </a:cubicBezTo>
                  <a:lnTo>
                    <a:pt x="1287" y="2268"/>
                  </a:lnTo>
                  <a:cubicBezTo>
                    <a:pt x="1287" y="1471"/>
                    <a:pt x="1900" y="1124"/>
                    <a:pt x="2452" y="1124"/>
                  </a:cubicBezTo>
                  <a:close/>
                  <a:moveTo>
                    <a:pt x="2800" y="0"/>
                  </a:moveTo>
                  <a:cubicBezTo>
                    <a:pt x="2309" y="0"/>
                    <a:pt x="1696" y="225"/>
                    <a:pt x="1267" y="736"/>
                  </a:cubicBezTo>
                  <a:lnTo>
                    <a:pt x="1267" y="123"/>
                  </a:lnTo>
                  <a:lnTo>
                    <a:pt x="0" y="123"/>
                  </a:lnTo>
                  <a:lnTo>
                    <a:pt x="0" y="7540"/>
                  </a:lnTo>
                  <a:lnTo>
                    <a:pt x="1287" y="7540"/>
                  </a:lnTo>
                  <a:lnTo>
                    <a:pt x="1287" y="4965"/>
                  </a:lnTo>
                  <a:lnTo>
                    <a:pt x="1328" y="4965"/>
                  </a:lnTo>
                  <a:cubicBezTo>
                    <a:pt x="1594" y="5333"/>
                    <a:pt x="2084" y="5640"/>
                    <a:pt x="2697" y="5640"/>
                  </a:cubicBezTo>
                  <a:cubicBezTo>
                    <a:pt x="3903" y="5640"/>
                    <a:pt x="4925" y="4904"/>
                    <a:pt x="4925" y="3453"/>
                  </a:cubicBezTo>
                  <a:lnTo>
                    <a:pt x="4925" y="2146"/>
                  </a:lnTo>
                  <a:cubicBezTo>
                    <a:pt x="4925" y="756"/>
                    <a:pt x="3964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4" name="Google Shape;174;p32"/>
            <p:cNvSpPr/>
            <p:nvPr/>
          </p:nvSpPr>
          <p:spPr>
            <a:xfrm>
              <a:off x="6167575" y="2493250"/>
              <a:ext cx="117525" cy="137450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0" y="1"/>
                  </a:moveTo>
                  <a:lnTo>
                    <a:pt x="0" y="3434"/>
                  </a:lnTo>
                  <a:cubicBezTo>
                    <a:pt x="0" y="4721"/>
                    <a:pt x="695" y="5497"/>
                    <a:pt x="1901" y="5497"/>
                  </a:cubicBezTo>
                  <a:cubicBezTo>
                    <a:pt x="2514" y="5497"/>
                    <a:pt x="3065" y="5252"/>
                    <a:pt x="3413" y="4721"/>
                  </a:cubicBezTo>
                  <a:lnTo>
                    <a:pt x="3454" y="4721"/>
                  </a:lnTo>
                  <a:lnTo>
                    <a:pt x="3454" y="5395"/>
                  </a:lnTo>
                  <a:lnTo>
                    <a:pt x="4700" y="5395"/>
                  </a:lnTo>
                  <a:lnTo>
                    <a:pt x="4700" y="1"/>
                  </a:lnTo>
                  <a:lnTo>
                    <a:pt x="3413" y="1"/>
                  </a:lnTo>
                  <a:lnTo>
                    <a:pt x="3413" y="3004"/>
                  </a:lnTo>
                  <a:cubicBezTo>
                    <a:pt x="3413" y="3924"/>
                    <a:pt x="3004" y="4373"/>
                    <a:pt x="2309" y="4373"/>
                  </a:cubicBezTo>
                  <a:cubicBezTo>
                    <a:pt x="1655" y="4373"/>
                    <a:pt x="1288" y="3944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5" name="Google Shape;175;p32"/>
            <p:cNvSpPr/>
            <p:nvPr/>
          </p:nvSpPr>
          <p:spPr>
            <a:xfrm>
              <a:off x="6318275" y="2440125"/>
              <a:ext cx="122625" cy="191075"/>
            </a:xfrm>
            <a:custGeom>
              <a:avLst/>
              <a:gdLst/>
              <a:ahLst/>
              <a:cxnLst/>
              <a:rect l="l" t="t" r="r" b="b"/>
              <a:pathLst>
                <a:path w="4905" h="7643" extrusionOk="0">
                  <a:moveTo>
                    <a:pt x="2432" y="3127"/>
                  </a:moveTo>
                  <a:cubicBezTo>
                    <a:pt x="3106" y="3127"/>
                    <a:pt x="3597" y="3495"/>
                    <a:pt x="3597" y="4149"/>
                  </a:cubicBezTo>
                  <a:lnTo>
                    <a:pt x="3597" y="5497"/>
                  </a:lnTo>
                  <a:cubicBezTo>
                    <a:pt x="3597" y="6274"/>
                    <a:pt x="3004" y="6560"/>
                    <a:pt x="2473" y="6560"/>
                  </a:cubicBezTo>
                  <a:cubicBezTo>
                    <a:pt x="1798" y="6560"/>
                    <a:pt x="1288" y="6172"/>
                    <a:pt x="1288" y="5518"/>
                  </a:cubicBezTo>
                  <a:lnTo>
                    <a:pt x="1288" y="4271"/>
                  </a:lnTo>
                  <a:cubicBezTo>
                    <a:pt x="1288" y="3495"/>
                    <a:pt x="1901" y="3127"/>
                    <a:pt x="2432" y="3127"/>
                  </a:cubicBezTo>
                  <a:close/>
                  <a:moveTo>
                    <a:pt x="0" y="1"/>
                  </a:moveTo>
                  <a:lnTo>
                    <a:pt x="0" y="7520"/>
                  </a:lnTo>
                  <a:lnTo>
                    <a:pt x="1226" y="7520"/>
                  </a:lnTo>
                  <a:lnTo>
                    <a:pt x="1226" y="6989"/>
                  </a:lnTo>
                  <a:lnTo>
                    <a:pt x="1267" y="6989"/>
                  </a:lnTo>
                  <a:cubicBezTo>
                    <a:pt x="1533" y="7336"/>
                    <a:pt x="2023" y="7643"/>
                    <a:pt x="2636" y="7643"/>
                  </a:cubicBezTo>
                  <a:cubicBezTo>
                    <a:pt x="3842" y="7643"/>
                    <a:pt x="4904" y="6907"/>
                    <a:pt x="4904" y="5456"/>
                  </a:cubicBezTo>
                  <a:lnTo>
                    <a:pt x="4904" y="4149"/>
                  </a:lnTo>
                  <a:cubicBezTo>
                    <a:pt x="4904" y="2759"/>
                    <a:pt x="3964" y="2023"/>
                    <a:pt x="2779" y="2023"/>
                  </a:cubicBezTo>
                  <a:cubicBezTo>
                    <a:pt x="2289" y="2023"/>
                    <a:pt x="1696" y="2207"/>
                    <a:pt x="1288" y="2739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6" name="Google Shape;176;p32"/>
            <p:cNvSpPr/>
            <p:nvPr/>
          </p:nvSpPr>
          <p:spPr>
            <a:xfrm>
              <a:off x="6469475" y="2440125"/>
              <a:ext cx="58775" cy="189550"/>
            </a:xfrm>
            <a:custGeom>
              <a:avLst/>
              <a:gdLst/>
              <a:ahLst/>
              <a:cxnLst/>
              <a:rect l="l" t="t" r="r" b="b"/>
              <a:pathLst>
                <a:path w="2351" h="7582" extrusionOk="0">
                  <a:moveTo>
                    <a:pt x="1" y="1"/>
                  </a:moveTo>
                  <a:lnTo>
                    <a:pt x="1" y="6069"/>
                  </a:lnTo>
                  <a:cubicBezTo>
                    <a:pt x="1" y="6560"/>
                    <a:pt x="42" y="7581"/>
                    <a:pt x="1309" y="7581"/>
                  </a:cubicBezTo>
                  <a:cubicBezTo>
                    <a:pt x="1656" y="7581"/>
                    <a:pt x="2065" y="7520"/>
                    <a:pt x="2351" y="7438"/>
                  </a:cubicBezTo>
                  <a:lnTo>
                    <a:pt x="2351" y="6458"/>
                  </a:lnTo>
                  <a:cubicBezTo>
                    <a:pt x="2105" y="6478"/>
                    <a:pt x="1983" y="6498"/>
                    <a:pt x="1758" y="6498"/>
                  </a:cubicBezTo>
                  <a:cubicBezTo>
                    <a:pt x="1411" y="6498"/>
                    <a:pt x="1288" y="6315"/>
                    <a:pt x="1288" y="6069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7" name="Google Shape;177;p32"/>
            <p:cNvSpPr/>
            <p:nvPr/>
          </p:nvSpPr>
          <p:spPr>
            <a:xfrm>
              <a:off x="6550700" y="2438600"/>
              <a:ext cx="32225" cy="189550"/>
            </a:xfrm>
            <a:custGeom>
              <a:avLst/>
              <a:gdLst/>
              <a:ahLst/>
              <a:cxnLst/>
              <a:rect l="l" t="t" r="r" b="b"/>
              <a:pathLst>
                <a:path w="1289" h="7582" extrusionOk="0">
                  <a:moveTo>
                    <a:pt x="1" y="0"/>
                  </a:moveTo>
                  <a:lnTo>
                    <a:pt x="1" y="1369"/>
                  </a:lnTo>
                  <a:lnTo>
                    <a:pt x="1288" y="1369"/>
                  </a:lnTo>
                  <a:lnTo>
                    <a:pt x="1288" y="0"/>
                  </a:lnTo>
                  <a:close/>
                  <a:moveTo>
                    <a:pt x="1" y="2187"/>
                  </a:moveTo>
                  <a:lnTo>
                    <a:pt x="1" y="7581"/>
                  </a:lnTo>
                  <a:lnTo>
                    <a:pt x="1288" y="7581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8" name="Google Shape;178;p32"/>
            <p:cNvSpPr/>
            <p:nvPr/>
          </p:nvSpPr>
          <p:spPr>
            <a:xfrm>
              <a:off x="6611500" y="2490700"/>
              <a:ext cx="122625" cy="188025"/>
            </a:xfrm>
            <a:custGeom>
              <a:avLst/>
              <a:gdLst/>
              <a:ahLst/>
              <a:cxnLst/>
              <a:rect l="l" t="t" r="r" b="b"/>
              <a:pathLst>
                <a:path w="4905" h="7521" extrusionOk="0">
                  <a:moveTo>
                    <a:pt x="2432" y="1083"/>
                  </a:moveTo>
                  <a:cubicBezTo>
                    <a:pt x="3086" y="1083"/>
                    <a:pt x="3617" y="1472"/>
                    <a:pt x="3617" y="2126"/>
                  </a:cubicBezTo>
                  <a:lnTo>
                    <a:pt x="3617" y="3454"/>
                  </a:lnTo>
                  <a:cubicBezTo>
                    <a:pt x="3617" y="4230"/>
                    <a:pt x="3004" y="4516"/>
                    <a:pt x="2473" y="4516"/>
                  </a:cubicBezTo>
                  <a:cubicBezTo>
                    <a:pt x="1799" y="4516"/>
                    <a:pt x="1308" y="4128"/>
                    <a:pt x="1308" y="3474"/>
                  </a:cubicBezTo>
                  <a:lnTo>
                    <a:pt x="1308" y="2146"/>
                  </a:lnTo>
                  <a:cubicBezTo>
                    <a:pt x="1308" y="1370"/>
                    <a:pt x="1880" y="1083"/>
                    <a:pt x="2432" y="1083"/>
                  </a:cubicBezTo>
                  <a:close/>
                  <a:moveTo>
                    <a:pt x="2207" y="0"/>
                  </a:moveTo>
                  <a:cubicBezTo>
                    <a:pt x="1022" y="0"/>
                    <a:pt x="0" y="716"/>
                    <a:pt x="0" y="2187"/>
                  </a:cubicBezTo>
                  <a:lnTo>
                    <a:pt x="0" y="3495"/>
                  </a:lnTo>
                  <a:cubicBezTo>
                    <a:pt x="0" y="4864"/>
                    <a:pt x="940" y="5620"/>
                    <a:pt x="2126" y="5620"/>
                  </a:cubicBezTo>
                  <a:cubicBezTo>
                    <a:pt x="2596" y="5620"/>
                    <a:pt x="3331" y="5313"/>
                    <a:pt x="3638" y="4884"/>
                  </a:cubicBezTo>
                  <a:lnTo>
                    <a:pt x="3638" y="7520"/>
                  </a:lnTo>
                  <a:lnTo>
                    <a:pt x="4905" y="7520"/>
                  </a:lnTo>
                  <a:lnTo>
                    <a:pt x="4905" y="82"/>
                  </a:lnTo>
                  <a:lnTo>
                    <a:pt x="3617" y="82"/>
                  </a:lnTo>
                  <a:lnTo>
                    <a:pt x="3617" y="654"/>
                  </a:lnTo>
                  <a:lnTo>
                    <a:pt x="3576" y="654"/>
                  </a:lnTo>
                  <a:cubicBezTo>
                    <a:pt x="3311" y="307"/>
                    <a:pt x="2820" y="0"/>
                    <a:pt x="2207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9" name="Google Shape;179;p32"/>
            <p:cNvSpPr/>
            <p:nvPr/>
          </p:nvSpPr>
          <p:spPr>
            <a:xfrm>
              <a:off x="6767300" y="2493250"/>
              <a:ext cx="117025" cy="137450"/>
            </a:xfrm>
            <a:custGeom>
              <a:avLst/>
              <a:gdLst/>
              <a:ahLst/>
              <a:cxnLst/>
              <a:rect l="l" t="t" r="r" b="b"/>
              <a:pathLst>
                <a:path w="4681" h="5498" extrusionOk="0">
                  <a:moveTo>
                    <a:pt x="1" y="1"/>
                  </a:moveTo>
                  <a:lnTo>
                    <a:pt x="1" y="3434"/>
                  </a:lnTo>
                  <a:cubicBezTo>
                    <a:pt x="1" y="4721"/>
                    <a:pt x="675" y="5497"/>
                    <a:pt x="1901" y="5497"/>
                  </a:cubicBezTo>
                  <a:cubicBezTo>
                    <a:pt x="2494" y="5497"/>
                    <a:pt x="3046" y="5252"/>
                    <a:pt x="3413" y="4721"/>
                  </a:cubicBezTo>
                  <a:lnTo>
                    <a:pt x="3434" y="4721"/>
                  </a:lnTo>
                  <a:lnTo>
                    <a:pt x="3434" y="5395"/>
                  </a:lnTo>
                  <a:lnTo>
                    <a:pt x="4680" y="5395"/>
                  </a:lnTo>
                  <a:lnTo>
                    <a:pt x="4680" y="1"/>
                  </a:lnTo>
                  <a:lnTo>
                    <a:pt x="3393" y="1"/>
                  </a:lnTo>
                  <a:lnTo>
                    <a:pt x="3393" y="3004"/>
                  </a:lnTo>
                  <a:cubicBezTo>
                    <a:pt x="3393" y="3924"/>
                    <a:pt x="3005" y="4373"/>
                    <a:pt x="2289" y="4373"/>
                  </a:cubicBezTo>
                  <a:cubicBezTo>
                    <a:pt x="1636" y="4373"/>
                    <a:pt x="1288" y="3944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0" name="Google Shape;180;p32"/>
            <p:cNvSpPr/>
            <p:nvPr/>
          </p:nvSpPr>
          <p:spPr>
            <a:xfrm>
              <a:off x="6911375" y="2490700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4" y="1083"/>
                    <a:pt x="3515" y="1390"/>
                    <a:pt x="3515" y="2126"/>
                  </a:cubicBezTo>
                  <a:lnTo>
                    <a:pt x="3515" y="2269"/>
                  </a:lnTo>
                  <a:lnTo>
                    <a:pt x="1349" y="2269"/>
                  </a:lnTo>
                  <a:lnTo>
                    <a:pt x="1349" y="2187"/>
                  </a:lnTo>
                  <a:cubicBezTo>
                    <a:pt x="1349" y="1390"/>
                    <a:pt x="1921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0" y="838"/>
                    <a:pt x="0" y="2371"/>
                  </a:cubicBezTo>
                  <a:lnTo>
                    <a:pt x="0" y="3413"/>
                  </a:lnTo>
                  <a:cubicBezTo>
                    <a:pt x="0" y="4884"/>
                    <a:pt x="1185" y="5620"/>
                    <a:pt x="2514" y="5620"/>
                  </a:cubicBezTo>
                  <a:cubicBezTo>
                    <a:pt x="3474" y="5620"/>
                    <a:pt x="4332" y="5252"/>
                    <a:pt x="4741" y="4414"/>
                  </a:cubicBezTo>
                  <a:lnTo>
                    <a:pt x="3760" y="3842"/>
                  </a:lnTo>
                  <a:cubicBezTo>
                    <a:pt x="3474" y="4271"/>
                    <a:pt x="3024" y="4537"/>
                    <a:pt x="2575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2" y="3168"/>
                  </a:lnTo>
                  <a:lnTo>
                    <a:pt x="4802" y="2126"/>
                  </a:lnTo>
                  <a:cubicBezTo>
                    <a:pt x="4802" y="695"/>
                    <a:pt x="365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1" name="Google Shape;181;p32"/>
            <p:cNvSpPr/>
            <p:nvPr/>
          </p:nvSpPr>
          <p:spPr>
            <a:xfrm>
              <a:off x="5706775" y="2756350"/>
              <a:ext cx="147675" cy="188000"/>
            </a:xfrm>
            <a:custGeom>
              <a:avLst/>
              <a:gdLst/>
              <a:ahLst/>
              <a:cxnLst/>
              <a:rect l="l" t="t" r="r" b="b"/>
              <a:pathLst>
                <a:path w="5907" h="7520" extrusionOk="0">
                  <a:moveTo>
                    <a:pt x="2841" y="1226"/>
                  </a:moveTo>
                  <a:cubicBezTo>
                    <a:pt x="3720" y="1226"/>
                    <a:pt x="4496" y="1757"/>
                    <a:pt x="4496" y="2656"/>
                  </a:cubicBezTo>
                  <a:lnTo>
                    <a:pt x="4496" y="4822"/>
                  </a:lnTo>
                  <a:cubicBezTo>
                    <a:pt x="4496" y="5905"/>
                    <a:pt x="3618" y="6273"/>
                    <a:pt x="2902" y="6273"/>
                  </a:cubicBezTo>
                  <a:lnTo>
                    <a:pt x="1411" y="6273"/>
                  </a:lnTo>
                  <a:lnTo>
                    <a:pt x="1411" y="1226"/>
                  </a:lnTo>
                  <a:close/>
                  <a:moveTo>
                    <a:pt x="1" y="0"/>
                  </a:moveTo>
                  <a:lnTo>
                    <a:pt x="1" y="7520"/>
                  </a:lnTo>
                  <a:lnTo>
                    <a:pt x="2943" y="7520"/>
                  </a:lnTo>
                  <a:cubicBezTo>
                    <a:pt x="4435" y="7520"/>
                    <a:pt x="5906" y="6519"/>
                    <a:pt x="5906" y="4741"/>
                  </a:cubicBezTo>
                  <a:lnTo>
                    <a:pt x="5906" y="2738"/>
                  </a:lnTo>
                  <a:cubicBezTo>
                    <a:pt x="5906" y="1063"/>
                    <a:pt x="4578" y="0"/>
                    <a:pt x="294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2" name="Google Shape;182;p32"/>
            <p:cNvSpPr/>
            <p:nvPr/>
          </p:nvSpPr>
          <p:spPr>
            <a:xfrm>
              <a:off x="5879450" y="2742025"/>
              <a:ext cx="120075" cy="205400"/>
            </a:xfrm>
            <a:custGeom>
              <a:avLst/>
              <a:gdLst/>
              <a:ahLst/>
              <a:cxnLst/>
              <a:rect l="l" t="t" r="r" b="b"/>
              <a:pathLst>
                <a:path w="4803" h="8216" extrusionOk="0">
                  <a:moveTo>
                    <a:pt x="2820" y="1"/>
                  </a:moveTo>
                  <a:lnTo>
                    <a:pt x="1942" y="1840"/>
                  </a:lnTo>
                  <a:lnTo>
                    <a:pt x="2943" y="1840"/>
                  </a:lnTo>
                  <a:lnTo>
                    <a:pt x="4292" y="1"/>
                  </a:lnTo>
                  <a:close/>
                  <a:moveTo>
                    <a:pt x="2473" y="3679"/>
                  </a:moveTo>
                  <a:cubicBezTo>
                    <a:pt x="3004" y="3679"/>
                    <a:pt x="3515" y="3986"/>
                    <a:pt x="3515" y="4721"/>
                  </a:cubicBezTo>
                  <a:lnTo>
                    <a:pt x="3515" y="4864"/>
                  </a:lnTo>
                  <a:lnTo>
                    <a:pt x="1349" y="4864"/>
                  </a:lnTo>
                  <a:lnTo>
                    <a:pt x="1349" y="4782"/>
                  </a:lnTo>
                  <a:cubicBezTo>
                    <a:pt x="1349" y="3986"/>
                    <a:pt x="1942" y="3679"/>
                    <a:pt x="2473" y="3679"/>
                  </a:cubicBezTo>
                  <a:close/>
                  <a:moveTo>
                    <a:pt x="2473" y="2596"/>
                  </a:moveTo>
                  <a:cubicBezTo>
                    <a:pt x="1145" y="2596"/>
                    <a:pt x="0" y="3434"/>
                    <a:pt x="0" y="4966"/>
                  </a:cubicBezTo>
                  <a:lnTo>
                    <a:pt x="0" y="6009"/>
                  </a:lnTo>
                  <a:cubicBezTo>
                    <a:pt x="0" y="7480"/>
                    <a:pt x="1186" y="8215"/>
                    <a:pt x="2534" y="8215"/>
                  </a:cubicBezTo>
                  <a:cubicBezTo>
                    <a:pt x="3474" y="8215"/>
                    <a:pt x="4332" y="7848"/>
                    <a:pt x="4741" y="7010"/>
                  </a:cubicBezTo>
                  <a:lnTo>
                    <a:pt x="3760" y="6438"/>
                  </a:lnTo>
                  <a:cubicBezTo>
                    <a:pt x="3474" y="6846"/>
                    <a:pt x="3025" y="7132"/>
                    <a:pt x="2596" y="7132"/>
                  </a:cubicBezTo>
                  <a:cubicBezTo>
                    <a:pt x="1901" y="7132"/>
                    <a:pt x="1349" y="6744"/>
                    <a:pt x="1349" y="6049"/>
                  </a:cubicBezTo>
                  <a:lnTo>
                    <a:pt x="1349" y="5763"/>
                  </a:lnTo>
                  <a:lnTo>
                    <a:pt x="4802" y="5763"/>
                  </a:lnTo>
                  <a:lnTo>
                    <a:pt x="4802" y="4721"/>
                  </a:lnTo>
                  <a:cubicBezTo>
                    <a:pt x="4802" y="3291"/>
                    <a:pt x="3658" y="2596"/>
                    <a:pt x="2473" y="2596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3" name="Google Shape;183;p32"/>
            <p:cNvSpPr/>
            <p:nvPr/>
          </p:nvSpPr>
          <p:spPr>
            <a:xfrm>
              <a:off x="6028625" y="2806925"/>
              <a:ext cx="197200" cy="137425"/>
            </a:xfrm>
            <a:custGeom>
              <a:avLst/>
              <a:gdLst/>
              <a:ahLst/>
              <a:cxnLst/>
              <a:rect l="l" t="t" r="r" b="b"/>
              <a:pathLst>
                <a:path w="7888" h="5497" extrusionOk="0">
                  <a:moveTo>
                    <a:pt x="2779" y="0"/>
                  </a:moveTo>
                  <a:cubicBezTo>
                    <a:pt x="2146" y="0"/>
                    <a:pt x="1614" y="266"/>
                    <a:pt x="1247" y="756"/>
                  </a:cubicBezTo>
                  <a:lnTo>
                    <a:pt x="1226" y="756"/>
                  </a:lnTo>
                  <a:lnTo>
                    <a:pt x="1226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330"/>
                  </a:lnTo>
                  <a:cubicBezTo>
                    <a:pt x="1288" y="1430"/>
                    <a:pt x="1860" y="1124"/>
                    <a:pt x="2330" y="1124"/>
                  </a:cubicBezTo>
                  <a:cubicBezTo>
                    <a:pt x="3106" y="1124"/>
                    <a:pt x="3310" y="1696"/>
                    <a:pt x="3310" y="2370"/>
                  </a:cubicBezTo>
                  <a:lnTo>
                    <a:pt x="3310" y="5497"/>
                  </a:lnTo>
                  <a:lnTo>
                    <a:pt x="4577" y="5497"/>
                  </a:lnTo>
                  <a:lnTo>
                    <a:pt x="4577" y="2391"/>
                  </a:lnTo>
                  <a:cubicBezTo>
                    <a:pt x="4577" y="1676"/>
                    <a:pt x="4884" y="1124"/>
                    <a:pt x="5620" y="1124"/>
                  </a:cubicBezTo>
                  <a:cubicBezTo>
                    <a:pt x="6355" y="1124"/>
                    <a:pt x="6600" y="1635"/>
                    <a:pt x="6600" y="2350"/>
                  </a:cubicBezTo>
                  <a:lnTo>
                    <a:pt x="6600" y="5497"/>
                  </a:lnTo>
                  <a:lnTo>
                    <a:pt x="7888" y="5497"/>
                  </a:lnTo>
                  <a:lnTo>
                    <a:pt x="7888" y="1900"/>
                  </a:lnTo>
                  <a:cubicBezTo>
                    <a:pt x="7888" y="572"/>
                    <a:pt x="6989" y="0"/>
                    <a:pt x="5987" y="0"/>
                  </a:cubicBezTo>
                  <a:cubicBezTo>
                    <a:pt x="5252" y="0"/>
                    <a:pt x="4720" y="307"/>
                    <a:pt x="4332" y="797"/>
                  </a:cubicBezTo>
                  <a:lnTo>
                    <a:pt x="4312" y="797"/>
                  </a:lnTo>
                  <a:cubicBezTo>
                    <a:pt x="3985" y="286"/>
                    <a:pt x="3494" y="0"/>
                    <a:pt x="2779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4" name="Google Shape;184;p32"/>
            <p:cNvSpPr/>
            <p:nvPr/>
          </p:nvSpPr>
          <p:spPr>
            <a:xfrm>
              <a:off x="6253900" y="2806925"/>
              <a:ext cx="122625" cy="140500"/>
            </a:xfrm>
            <a:custGeom>
              <a:avLst/>
              <a:gdLst/>
              <a:ahLst/>
              <a:cxnLst/>
              <a:rect l="l" t="t" r="r" b="b"/>
              <a:pathLst>
                <a:path w="4905" h="5620" extrusionOk="0">
                  <a:moveTo>
                    <a:pt x="2432" y="1103"/>
                  </a:moveTo>
                  <a:cubicBezTo>
                    <a:pt x="3107" y="1103"/>
                    <a:pt x="3597" y="1471"/>
                    <a:pt x="3597" y="2125"/>
                  </a:cubicBezTo>
                  <a:lnTo>
                    <a:pt x="3597" y="3474"/>
                  </a:lnTo>
                  <a:cubicBezTo>
                    <a:pt x="3597" y="4250"/>
                    <a:pt x="3025" y="4536"/>
                    <a:pt x="2473" y="4536"/>
                  </a:cubicBezTo>
                  <a:cubicBezTo>
                    <a:pt x="1819" y="4536"/>
                    <a:pt x="1308" y="4148"/>
                    <a:pt x="1308" y="3494"/>
                  </a:cubicBezTo>
                  <a:lnTo>
                    <a:pt x="1308" y="2166"/>
                  </a:lnTo>
                  <a:cubicBezTo>
                    <a:pt x="1308" y="1390"/>
                    <a:pt x="1901" y="1103"/>
                    <a:pt x="2432" y="1103"/>
                  </a:cubicBezTo>
                  <a:close/>
                  <a:moveTo>
                    <a:pt x="2432" y="0"/>
                  </a:moveTo>
                  <a:cubicBezTo>
                    <a:pt x="1247" y="0"/>
                    <a:pt x="1" y="797"/>
                    <a:pt x="1" y="2268"/>
                  </a:cubicBezTo>
                  <a:lnTo>
                    <a:pt x="1" y="3494"/>
                  </a:lnTo>
                  <a:cubicBezTo>
                    <a:pt x="1" y="4884"/>
                    <a:pt x="1165" y="5619"/>
                    <a:pt x="2473" y="5619"/>
                  </a:cubicBezTo>
                  <a:cubicBezTo>
                    <a:pt x="3679" y="5619"/>
                    <a:pt x="4905" y="4822"/>
                    <a:pt x="4905" y="3351"/>
                  </a:cubicBezTo>
                  <a:lnTo>
                    <a:pt x="4905" y="2248"/>
                  </a:lnTo>
                  <a:cubicBezTo>
                    <a:pt x="4905" y="858"/>
                    <a:pt x="3740" y="0"/>
                    <a:pt x="243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5" name="Google Shape;185;p32"/>
            <p:cNvSpPr/>
            <p:nvPr/>
          </p:nvSpPr>
          <p:spPr>
            <a:xfrm>
              <a:off x="6398975" y="2806925"/>
              <a:ext cx="121100" cy="140500"/>
            </a:xfrm>
            <a:custGeom>
              <a:avLst/>
              <a:gdLst/>
              <a:ahLst/>
              <a:cxnLst/>
              <a:rect l="l" t="t" r="r" b="b"/>
              <a:pathLst>
                <a:path w="4844" h="5620" extrusionOk="0">
                  <a:moveTo>
                    <a:pt x="2473" y="0"/>
                  </a:moveTo>
                  <a:cubicBezTo>
                    <a:pt x="1145" y="0"/>
                    <a:pt x="1" y="838"/>
                    <a:pt x="1" y="2370"/>
                  </a:cubicBezTo>
                  <a:lnTo>
                    <a:pt x="1" y="3413"/>
                  </a:lnTo>
                  <a:cubicBezTo>
                    <a:pt x="1" y="4843"/>
                    <a:pt x="1186" y="5619"/>
                    <a:pt x="2514" y="5619"/>
                  </a:cubicBezTo>
                  <a:cubicBezTo>
                    <a:pt x="3679" y="5619"/>
                    <a:pt x="4823" y="4945"/>
                    <a:pt x="4823" y="3515"/>
                  </a:cubicBezTo>
                  <a:lnTo>
                    <a:pt x="4823" y="3453"/>
                  </a:lnTo>
                  <a:lnTo>
                    <a:pt x="3577" y="3453"/>
                  </a:lnTo>
                  <a:lnTo>
                    <a:pt x="3577" y="3515"/>
                  </a:lnTo>
                  <a:cubicBezTo>
                    <a:pt x="3577" y="4250"/>
                    <a:pt x="3046" y="4536"/>
                    <a:pt x="2514" y="4536"/>
                  </a:cubicBezTo>
                  <a:cubicBezTo>
                    <a:pt x="1840" y="4536"/>
                    <a:pt x="1329" y="4148"/>
                    <a:pt x="1329" y="3453"/>
                  </a:cubicBezTo>
                  <a:lnTo>
                    <a:pt x="1329" y="2186"/>
                  </a:lnTo>
                  <a:cubicBezTo>
                    <a:pt x="1329" y="1390"/>
                    <a:pt x="1922" y="1083"/>
                    <a:pt x="2473" y="1083"/>
                  </a:cubicBezTo>
                  <a:cubicBezTo>
                    <a:pt x="3005" y="1083"/>
                    <a:pt x="3577" y="1390"/>
                    <a:pt x="3577" y="2125"/>
                  </a:cubicBezTo>
                  <a:lnTo>
                    <a:pt x="3577" y="2227"/>
                  </a:lnTo>
                  <a:lnTo>
                    <a:pt x="4844" y="2227"/>
                  </a:lnTo>
                  <a:lnTo>
                    <a:pt x="4844" y="2125"/>
                  </a:lnTo>
                  <a:cubicBezTo>
                    <a:pt x="4844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6" name="Google Shape;186;p32"/>
            <p:cNvSpPr/>
            <p:nvPr/>
          </p:nvSpPr>
          <p:spPr>
            <a:xfrm>
              <a:off x="6542025" y="2806925"/>
              <a:ext cx="86875" cy="137425"/>
            </a:xfrm>
            <a:custGeom>
              <a:avLst/>
              <a:gdLst/>
              <a:ahLst/>
              <a:cxnLst/>
              <a:rect l="l" t="t" r="r" b="b"/>
              <a:pathLst>
                <a:path w="3475" h="5497" extrusionOk="0">
                  <a:moveTo>
                    <a:pt x="3045" y="0"/>
                  </a:moveTo>
                  <a:cubicBezTo>
                    <a:pt x="2391" y="0"/>
                    <a:pt x="1594" y="429"/>
                    <a:pt x="1288" y="1001"/>
                  </a:cubicBezTo>
                  <a:lnTo>
                    <a:pt x="1267" y="1001"/>
                  </a:lnTo>
                  <a:lnTo>
                    <a:pt x="1267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738"/>
                  </a:lnTo>
                  <a:cubicBezTo>
                    <a:pt x="1288" y="1737"/>
                    <a:pt x="2023" y="1165"/>
                    <a:pt x="2984" y="1165"/>
                  </a:cubicBezTo>
                  <a:cubicBezTo>
                    <a:pt x="3168" y="1165"/>
                    <a:pt x="3311" y="1165"/>
                    <a:pt x="3474" y="1206"/>
                  </a:cubicBezTo>
                  <a:lnTo>
                    <a:pt x="3474" y="20"/>
                  </a:lnTo>
                  <a:cubicBezTo>
                    <a:pt x="3331" y="0"/>
                    <a:pt x="3188" y="0"/>
                    <a:pt x="304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7" name="Google Shape;187;p32"/>
            <p:cNvSpPr/>
            <p:nvPr/>
          </p:nvSpPr>
          <p:spPr>
            <a:xfrm>
              <a:off x="6640625" y="2806400"/>
              <a:ext cx="120575" cy="140500"/>
            </a:xfrm>
            <a:custGeom>
              <a:avLst/>
              <a:gdLst/>
              <a:ahLst/>
              <a:cxnLst/>
              <a:rect l="l" t="t" r="r" b="b"/>
              <a:pathLst>
                <a:path w="4823" h="5620" extrusionOk="0">
                  <a:moveTo>
                    <a:pt x="3433" y="3250"/>
                  </a:moveTo>
                  <a:lnTo>
                    <a:pt x="3433" y="3515"/>
                  </a:lnTo>
                  <a:cubicBezTo>
                    <a:pt x="3433" y="4108"/>
                    <a:pt x="3270" y="4598"/>
                    <a:pt x="2227" y="4598"/>
                  </a:cubicBezTo>
                  <a:cubicBezTo>
                    <a:pt x="1635" y="4598"/>
                    <a:pt x="1267" y="4373"/>
                    <a:pt x="1267" y="3924"/>
                  </a:cubicBezTo>
                  <a:cubicBezTo>
                    <a:pt x="1267" y="3454"/>
                    <a:pt x="1614" y="3250"/>
                    <a:pt x="2166" y="3250"/>
                  </a:cubicBezTo>
                  <a:close/>
                  <a:moveTo>
                    <a:pt x="2411" y="1"/>
                  </a:moveTo>
                  <a:cubicBezTo>
                    <a:pt x="1390" y="1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4"/>
                  </a:lnTo>
                  <a:cubicBezTo>
                    <a:pt x="1431" y="1206"/>
                    <a:pt x="1839" y="1022"/>
                    <a:pt x="2391" y="1022"/>
                  </a:cubicBezTo>
                  <a:cubicBezTo>
                    <a:pt x="3045" y="1022"/>
                    <a:pt x="3433" y="1247"/>
                    <a:pt x="3433" y="1819"/>
                  </a:cubicBezTo>
                  <a:lnTo>
                    <a:pt x="3433" y="2330"/>
                  </a:lnTo>
                  <a:lnTo>
                    <a:pt x="2003" y="2330"/>
                  </a:lnTo>
                  <a:cubicBezTo>
                    <a:pt x="961" y="2330"/>
                    <a:pt x="0" y="2943"/>
                    <a:pt x="0" y="3985"/>
                  </a:cubicBezTo>
                  <a:cubicBezTo>
                    <a:pt x="0" y="5007"/>
                    <a:pt x="756" y="5620"/>
                    <a:pt x="1880" y="5620"/>
                  </a:cubicBezTo>
                  <a:cubicBezTo>
                    <a:pt x="2575" y="5620"/>
                    <a:pt x="2984" y="5518"/>
                    <a:pt x="3474" y="5007"/>
                  </a:cubicBezTo>
                  <a:lnTo>
                    <a:pt x="3494" y="5007"/>
                  </a:lnTo>
                  <a:cubicBezTo>
                    <a:pt x="3494" y="5109"/>
                    <a:pt x="3515" y="5436"/>
                    <a:pt x="3535" y="5518"/>
                  </a:cubicBezTo>
                  <a:lnTo>
                    <a:pt x="4823" y="5518"/>
                  </a:lnTo>
                  <a:cubicBezTo>
                    <a:pt x="4741" y="5395"/>
                    <a:pt x="4720" y="4598"/>
                    <a:pt x="4720" y="4353"/>
                  </a:cubicBezTo>
                  <a:lnTo>
                    <a:pt x="4720" y="1737"/>
                  </a:lnTo>
                  <a:cubicBezTo>
                    <a:pt x="4720" y="409"/>
                    <a:pt x="3617" y="1"/>
                    <a:pt x="241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8" name="Google Shape;188;p32"/>
            <p:cNvSpPr/>
            <p:nvPr/>
          </p:nvSpPr>
          <p:spPr>
            <a:xfrm>
              <a:off x="6778550" y="2768600"/>
              <a:ext cx="79200" cy="177800"/>
            </a:xfrm>
            <a:custGeom>
              <a:avLst/>
              <a:gdLst/>
              <a:ahLst/>
              <a:cxnLst/>
              <a:rect l="l" t="t" r="r" b="b"/>
              <a:pathLst>
                <a:path w="3168" h="7112" extrusionOk="0">
                  <a:moveTo>
                    <a:pt x="716" y="1"/>
                  </a:moveTo>
                  <a:lnTo>
                    <a:pt x="716" y="1635"/>
                  </a:lnTo>
                  <a:lnTo>
                    <a:pt x="0" y="1635"/>
                  </a:lnTo>
                  <a:lnTo>
                    <a:pt x="0" y="2657"/>
                  </a:lnTo>
                  <a:lnTo>
                    <a:pt x="716" y="2657"/>
                  </a:lnTo>
                  <a:lnTo>
                    <a:pt x="716" y="5742"/>
                  </a:lnTo>
                  <a:cubicBezTo>
                    <a:pt x="716" y="6703"/>
                    <a:pt x="1390" y="7111"/>
                    <a:pt x="2228" y="7111"/>
                  </a:cubicBezTo>
                  <a:cubicBezTo>
                    <a:pt x="2412" y="7111"/>
                    <a:pt x="2882" y="7071"/>
                    <a:pt x="3168" y="7009"/>
                  </a:cubicBezTo>
                  <a:lnTo>
                    <a:pt x="3168" y="5906"/>
                  </a:lnTo>
                  <a:cubicBezTo>
                    <a:pt x="2922" y="5947"/>
                    <a:pt x="2779" y="5967"/>
                    <a:pt x="2514" y="5967"/>
                  </a:cubicBezTo>
                  <a:cubicBezTo>
                    <a:pt x="2207" y="5967"/>
                    <a:pt x="2003" y="5845"/>
                    <a:pt x="2003" y="5436"/>
                  </a:cubicBezTo>
                  <a:lnTo>
                    <a:pt x="2003" y="2657"/>
                  </a:lnTo>
                  <a:lnTo>
                    <a:pt x="3168" y="2657"/>
                  </a:lnTo>
                  <a:lnTo>
                    <a:pt x="3168" y="1635"/>
                  </a:lnTo>
                  <a:lnTo>
                    <a:pt x="2003" y="1635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9" name="Google Shape;189;p32"/>
            <p:cNvSpPr/>
            <p:nvPr/>
          </p:nvSpPr>
          <p:spPr>
            <a:xfrm>
              <a:off x="6879700" y="2754800"/>
              <a:ext cx="32200" cy="189550"/>
            </a:xfrm>
            <a:custGeom>
              <a:avLst/>
              <a:gdLst/>
              <a:ahLst/>
              <a:cxnLst/>
              <a:rect l="l" t="t" r="r" b="b"/>
              <a:pathLst>
                <a:path w="1288" h="7582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187"/>
                  </a:moveTo>
                  <a:lnTo>
                    <a:pt x="0" y="7582"/>
                  </a:lnTo>
                  <a:lnTo>
                    <a:pt x="1288" y="7582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0" name="Google Shape;190;p32"/>
            <p:cNvSpPr/>
            <p:nvPr/>
          </p:nvSpPr>
          <p:spPr>
            <a:xfrm>
              <a:off x="6939975" y="2806925"/>
              <a:ext cx="122625" cy="188000"/>
            </a:xfrm>
            <a:custGeom>
              <a:avLst/>
              <a:gdLst/>
              <a:ahLst/>
              <a:cxnLst/>
              <a:rect l="l" t="t" r="r" b="b"/>
              <a:pathLst>
                <a:path w="4905" h="7520" extrusionOk="0">
                  <a:moveTo>
                    <a:pt x="2432" y="1083"/>
                  </a:moveTo>
                  <a:cubicBezTo>
                    <a:pt x="3107" y="1083"/>
                    <a:pt x="3638" y="1471"/>
                    <a:pt x="3638" y="2125"/>
                  </a:cubicBezTo>
                  <a:lnTo>
                    <a:pt x="3638" y="3453"/>
                  </a:lnTo>
                  <a:cubicBezTo>
                    <a:pt x="3638" y="4230"/>
                    <a:pt x="3025" y="4516"/>
                    <a:pt x="2473" y="4516"/>
                  </a:cubicBezTo>
                  <a:cubicBezTo>
                    <a:pt x="1819" y="4516"/>
                    <a:pt x="1308" y="4128"/>
                    <a:pt x="1308" y="3474"/>
                  </a:cubicBezTo>
                  <a:lnTo>
                    <a:pt x="1308" y="2146"/>
                  </a:lnTo>
                  <a:cubicBezTo>
                    <a:pt x="1308" y="1369"/>
                    <a:pt x="1901" y="1083"/>
                    <a:pt x="2432" y="1083"/>
                  </a:cubicBezTo>
                  <a:close/>
                  <a:moveTo>
                    <a:pt x="2228" y="0"/>
                  </a:moveTo>
                  <a:cubicBezTo>
                    <a:pt x="1022" y="0"/>
                    <a:pt x="1" y="715"/>
                    <a:pt x="1" y="2186"/>
                  </a:cubicBezTo>
                  <a:lnTo>
                    <a:pt x="1" y="3494"/>
                  </a:lnTo>
                  <a:cubicBezTo>
                    <a:pt x="1" y="4863"/>
                    <a:pt x="961" y="5619"/>
                    <a:pt x="2126" y="5619"/>
                  </a:cubicBezTo>
                  <a:cubicBezTo>
                    <a:pt x="2616" y="5619"/>
                    <a:pt x="3352" y="5313"/>
                    <a:pt x="3658" y="4884"/>
                  </a:cubicBezTo>
                  <a:lnTo>
                    <a:pt x="3658" y="7520"/>
                  </a:lnTo>
                  <a:lnTo>
                    <a:pt x="4905" y="7520"/>
                  </a:lnTo>
                  <a:lnTo>
                    <a:pt x="4905" y="82"/>
                  </a:lnTo>
                  <a:lnTo>
                    <a:pt x="3638" y="82"/>
                  </a:lnTo>
                  <a:lnTo>
                    <a:pt x="3638" y="654"/>
                  </a:lnTo>
                  <a:lnTo>
                    <a:pt x="3597" y="654"/>
                  </a:lnTo>
                  <a:cubicBezTo>
                    <a:pt x="3331" y="307"/>
                    <a:pt x="2820" y="0"/>
                    <a:pt x="2228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1" name="Google Shape;191;p32"/>
            <p:cNvSpPr/>
            <p:nvPr/>
          </p:nvSpPr>
          <p:spPr>
            <a:xfrm>
              <a:off x="7096300" y="2809475"/>
              <a:ext cx="117000" cy="137425"/>
            </a:xfrm>
            <a:custGeom>
              <a:avLst/>
              <a:gdLst/>
              <a:ahLst/>
              <a:cxnLst/>
              <a:rect l="l" t="t" r="r" b="b"/>
              <a:pathLst>
                <a:path w="4680" h="5497" extrusionOk="0">
                  <a:moveTo>
                    <a:pt x="0" y="0"/>
                  </a:moveTo>
                  <a:lnTo>
                    <a:pt x="0" y="3433"/>
                  </a:lnTo>
                  <a:cubicBezTo>
                    <a:pt x="0" y="4720"/>
                    <a:pt x="675" y="5497"/>
                    <a:pt x="1880" y="5497"/>
                  </a:cubicBezTo>
                  <a:cubicBezTo>
                    <a:pt x="2493" y="5497"/>
                    <a:pt x="3045" y="5252"/>
                    <a:pt x="3413" y="4720"/>
                  </a:cubicBezTo>
                  <a:lnTo>
                    <a:pt x="3433" y="4720"/>
                  </a:lnTo>
                  <a:lnTo>
                    <a:pt x="3433" y="5395"/>
                  </a:lnTo>
                  <a:lnTo>
                    <a:pt x="4680" y="5395"/>
                  </a:lnTo>
                  <a:lnTo>
                    <a:pt x="4680" y="0"/>
                  </a:lnTo>
                  <a:lnTo>
                    <a:pt x="3392" y="0"/>
                  </a:lnTo>
                  <a:lnTo>
                    <a:pt x="3392" y="3004"/>
                  </a:lnTo>
                  <a:cubicBezTo>
                    <a:pt x="3392" y="3924"/>
                    <a:pt x="3004" y="4373"/>
                    <a:pt x="2289" y="4373"/>
                  </a:cubicBezTo>
                  <a:cubicBezTo>
                    <a:pt x="1635" y="4373"/>
                    <a:pt x="1288" y="3944"/>
                    <a:pt x="1288" y="3127"/>
                  </a:cubicBezTo>
                  <a:lnTo>
                    <a:pt x="1288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2" name="Google Shape;192;p32"/>
            <p:cNvSpPr/>
            <p:nvPr/>
          </p:nvSpPr>
          <p:spPr>
            <a:xfrm>
              <a:off x="7240350" y="28069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5" y="1083"/>
                    <a:pt x="3515" y="1390"/>
                    <a:pt x="3515" y="2125"/>
                  </a:cubicBezTo>
                  <a:lnTo>
                    <a:pt x="3515" y="2268"/>
                  </a:lnTo>
                  <a:lnTo>
                    <a:pt x="1329" y="2268"/>
                  </a:lnTo>
                  <a:lnTo>
                    <a:pt x="1329" y="2186"/>
                  </a:lnTo>
                  <a:cubicBezTo>
                    <a:pt x="1329" y="1390"/>
                    <a:pt x="1922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1" y="838"/>
                    <a:pt x="1" y="2370"/>
                  </a:cubicBezTo>
                  <a:lnTo>
                    <a:pt x="1" y="3413"/>
                  </a:lnTo>
                  <a:cubicBezTo>
                    <a:pt x="1" y="4884"/>
                    <a:pt x="1186" y="5619"/>
                    <a:pt x="2514" y="5619"/>
                  </a:cubicBezTo>
                  <a:cubicBezTo>
                    <a:pt x="3475" y="5619"/>
                    <a:pt x="4312" y="5252"/>
                    <a:pt x="4741" y="4414"/>
                  </a:cubicBezTo>
                  <a:lnTo>
                    <a:pt x="3740" y="3842"/>
                  </a:lnTo>
                  <a:cubicBezTo>
                    <a:pt x="3475" y="4250"/>
                    <a:pt x="3005" y="4536"/>
                    <a:pt x="2575" y="4536"/>
                  </a:cubicBezTo>
                  <a:cubicBezTo>
                    <a:pt x="1901" y="4536"/>
                    <a:pt x="1329" y="4148"/>
                    <a:pt x="1329" y="3453"/>
                  </a:cubicBezTo>
                  <a:lnTo>
                    <a:pt x="1329" y="3167"/>
                  </a:lnTo>
                  <a:lnTo>
                    <a:pt x="4803" y="3167"/>
                  </a:lnTo>
                  <a:lnTo>
                    <a:pt x="4803" y="2125"/>
                  </a:lnTo>
                  <a:cubicBezTo>
                    <a:pt x="4803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3" name="Google Shape;193;p32"/>
            <p:cNvSpPr/>
            <p:nvPr/>
          </p:nvSpPr>
          <p:spPr>
            <a:xfrm>
              <a:off x="5699125" y="3072550"/>
              <a:ext cx="122625" cy="191075"/>
            </a:xfrm>
            <a:custGeom>
              <a:avLst/>
              <a:gdLst/>
              <a:ahLst/>
              <a:cxnLst/>
              <a:rect l="l" t="t" r="r" b="b"/>
              <a:pathLst>
                <a:path w="4905" h="7643" extrusionOk="0">
                  <a:moveTo>
                    <a:pt x="2432" y="3107"/>
                  </a:moveTo>
                  <a:cubicBezTo>
                    <a:pt x="3086" y="3107"/>
                    <a:pt x="3617" y="3495"/>
                    <a:pt x="3617" y="4149"/>
                  </a:cubicBezTo>
                  <a:lnTo>
                    <a:pt x="3617" y="5477"/>
                  </a:lnTo>
                  <a:cubicBezTo>
                    <a:pt x="3617" y="6253"/>
                    <a:pt x="3004" y="6540"/>
                    <a:pt x="2473" y="6540"/>
                  </a:cubicBezTo>
                  <a:cubicBezTo>
                    <a:pt x="1819" y="6540"/>
                    <a:pt x="1308" y="6151"/>
                    <a:pt x="1308" y="5497"/>
                  </a:cubicBezTo>
                  <a:lnTo>
                    <a:pt x="1308" y="4169"/>
                  </a:lnTo>
                  <a:cubicBezTo>
                    <a:pt x="1308" y="3393"/>
                    <a:pt x="1901" y="3107"/>
                    <a:pt x="2432" y="3107"/>
                  </a:cubicBezTo>
                  <a:close/>
                  <a:moveTo>
                    <a:pt x="3617" y="1"/>
                  </a:moveTo>
                  <a:lnTo>
                    <a:pt x="3617" y="2678"/>
                  </a:lnTo>
                  <a:lnTo>
                    <a:pt x="3597" y="2678"/>
                  </a:lnTo>
                  <a:cubicBezTo>
                    <a:pt x="3311" y="2310"/>
                    <a:pt x="2820" y="2003"/>
                    <a:pt x="2228" y="2003"/>
                  </a:cubicBezTo>
                  <a:cubicBezTo>
                    <a:pt x="1022" y="2003"/>
                    <a:pt x="0" y="2739"/>
                    <a:pt x="0" y="4210"/>
                  </a:cubicBezTo>
                  <a:lnTo>
                    <a:pt x="0" y="5518"/>
                  </a:lnTo>
                  <a:cubicBezTo>
                    <a:pt x="0" y="6887"/>
                    <a:pt x="940" y="7643"/>
                    <a:pt x="2125" y="7643"/>
                  </a:cubicBezTo>
                  <a:cubicBezTo>
                    <a:pt x="2616" y="7643"/>
                    <a:pt x="3331" y="7336"/>
                    <a:pt x="3637" y="6907"/>
                  </a:cubicBezTo>
                  <a:lnTo>
                    <a:pt x="3658" y="6907"/>
                  </a:lnTo>
                  <a:lnTo>
                    <a:pt x="3658" y="7520"/>
                  </a:lnTo>
                  <a:lnTo>
                    <a:pt x="4904" y="7520"/>
                  </a:lnTo>
                  <a:lnTo>
                    <a:pt x="4904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4" name="Google Shape;194;p32"/>
            <p:cNvSpPr/>
            <p:nvPr/>
          </p:nvSpPr>
          <p:spPr>
            <a:xfrm>
              <a:off x="5854925" y="3125675"/>
              <a:ext cx="117525" cy="137450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1" y="1"/>
                  </a:moveTo>
                  <a:lnTo>
                    <a:pt x="1" y="3434"/>
                  </a:lnTo>
                  <a:cubicBezTo>
                    <a:pt x="1" y="4721"/>
                    <a:pt x="695" y="5498"/>
                    <a:pt x="1901" y="5498"/>
                  </a:cubicBezTo>
                  <a:cubicBezTo>
                    <a:pt x="2494" y="5498"/>
                    <a:pt x="3066" y="5252"/>
                    <a:pt x="3413" y="4721"/>
                  </a:cubicBezTo>
                  <a:lnTo>
                    <a:pt x="3454" y="4721"/>
                  </a:lnTo>
                  <a:lnTo>
                    <a:pt x="3454" y="5395"/>
                  </a:lnTo>
                  <a:lnTo>
                    <a:pt x="4700" y="5395"/>
                  </a:lnTo>
                  <a:lnTo>
                    <a:pt x="4700" y="1"/>
                  </a:lnTo>
                  <a:lnTo>
                    <a:pt x="3413" y="1"/>
                  </a:lnTo>
                  <a:lnTo>
                    <a:pt x="3413" y="3005"/>
                  </a:lnTo>
                  <a:cubicBezTo>
                    <a:pt x="3413" y="3924"/>
                    <a:pt x="3004" y="4374"/>
                    <a:pt x="2310" y="4374"/>
                  </a:cubicBezTo>
                  <a:cubicBezTo>
                    <a:pt x="1656" y="4374"/>
                    <a:pt x="1288" y="3945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5" name="Google Shape;195;p32"/>
            <p:cNvSpPr/>
            <p:nvPr/>
          </p:nvSpPr>
          <p:spPr>
            <a:xfrm>
              <a:off x="6067950" y="3069500"/>
              <a:ext cx="147150" cy="194125"/>
            </a:xfrm>
            <a:custGeom>
              <a:avLst/>
              <a:gdLst/>
              <a:ahLst/>
              <a:cxnLst/>
              <a:rect l="l" t="t" r="r" b="b"/>
              <a:pathLst>
                <a:path w="5886" h="7765" extrusionOk="0">
                  <a:moveTo>
                    <a:pt x="3004" y="0"/>
                  </a:moveTo>
                  <a:cubicBezTo>
                    <a:pt x="1370" y="0"/>
                    <a:pt x="1" y="981"/>
                    <a:pt x="1" y="2759"/>
                  </a:cubicBezTo>
                  <a:lnTo>
                    <a:pt x="1" y="5170"/>
                  </a:lnTo>
                  <a:cubicBezTo>
                    <a:pt x="1" y="6845"/>
                    <a:pt x="1431" y="7765"/>
                    <a:pt x="3066" y="7765"/>
                  </a:cubicBezTo>
                  <a:cubicBezTo>
                    <a:pt x="4496" y="7765"/>
                    <a:pt x="5886" y="6968"/>
                    <a:pt x="5886" y="5292"/>
                  </a:cubicBezTo>
                  <a:lnTo>
                    <a:pt x="5886" y="5068"/>
                  </a:lnTo>
                  <a:lnTo>
                    <a:pt x="4557" y="5068"/>
                  </a:lnTo>
                  <a:lnTo>
                    <a:pt x="4557" y="5170"/>
                  </a:lnTo>
                  <a:cubicBezTo>
                    <a:pt x="4557" y="6151"/>
                    <a:pt x="3760" y="6518"/>
                    <a:pt x="3066" y="6518"/>
                  </a:cubicBezTo>
                  <a:cubicBezTo>
                    <a:pt x="2187" y="6518"/>
                    <a:pt x="1411" y="6008"/>
                    <a:pt x="1411" y="5109"/>
                  </a:cubicBezTo>
                  <a:lnTo>
                    <a:pt x="1411" y="2697"/>
                  </a:lnTo>
                  <a:cubicBezTo>
                    <a:pt x="1411" y="1614"/>
                    <a:pt x="2289" y="1247"/>
                    <a:pt x="3004" y="1247"/>
                  </a:cubicBezTo>
                  <a:cubicBezTo>
                    <a:pt x="3699" y="1247"/>
                    <a:pt x="4557" y="1614"/>
                    <a:pt x="4557" y="2595"/>
                  </a:cubicBezTo>
                  <a:lnTo>
                    <a:pt x="4557" y="2718"/>
                  </a:lnTo>
                  <a:lnTo>
                    <a:pt x="5886" y="2718"/>
                  </a:lnTo>
                  <a:lnTo>
                    <a:pt x="5886" y="2473"/>
                  </a:lnTo>
                  <a:cubicBezTo>
                    <a:pt x="5886" y="797"/>
                    <a:pt x="4455" y="0"/>
                    <a:pt x="3004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6" name="Google Shape;196;p32"/>
            <p:cNvSpPr/>
            <p:nvPr/>
          </p:nvSpPr>
          <p:spPr>
            <a:xfrm>
              <a:off x="6239075" y="3123125"/>
              <a:ext cx="122650" cy="140500"/>
            </a:xfrm>
            <a:custGeom>
              <a:avLst/>
              <a:gdLst/>
              <a:ahLst/>
              <a:cxnLst/>
              <a:rect l="l" t="t" r="r" b="b"/>
              <a:pathLst>
                <a:path w="4906" h="5620" extrusionOk="0">
                  <a:moveTo>
                    <a:pt x="2433" y="1104"/>
                  </a:moveTo>
                  <a:cubicBezTo>
                    <a:pt x="3087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05" y="4537"/>
                    <a:pt x="2474" y="4537"/>
                  </a:cubicBezTo>
                  <a:cubicBezTo>
                    <a:pt x="1799" y="4537"/>
                    <a:pt x="1309" y="4149"/>
                    <a:pt x="1309" y="3495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433" y="1"/>
                  </a:moveTo>
                  <a:cubicBezTo>
                    <a:pt x="1247" y="1"/>
                    <a:pt x="1" y="798"/>
                    <a:pt x="1" y="2269"/>
                  </a:cubicBezTo>
                  <a:lnTo>
                    <a:pt x="1" y="3495"/>
                  </a:lnTo>
                  <a:cubicBezTo>
                    <a:pt x="1" y="4884"/>
                    <a:pt x="1166" y="5620"/>
                    <a:pt x="2474" y="5620"/>
                  </a:cubicBezTo>
                  <a:cubicBezTo>
                    <a:pt x="365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1"/>
                    <a:pt x="243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7" name="Google Shape;197;p32"/>
            <p:cNvSpPr/>
            <p:nvPr/>
          </p:nvSpPr>
          <p:spPr>
            <a:xfrm>
              <a:off x="6390300" y="3123125"/>
              <a:ext cx="117000" cy="137450"/>
            </a:xfrm>
            <a:custGeom>
              <a:avLst/>
              <a:gdLst/>
              <a:ahLst/>
              <a:cxnLst/>
              <a:rect l="l" t="t" r="r" b="b"/>
              <a:pathLst>
                <a:path w="4680" h="5498" extrusionOk="0">
                  <a:moveTo>
                    <a:pt x="2800" y="1"/>
                  </a:moveTo>
                  <a:cubicBezTo>
                    <a:pt x="2207" y="1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7" y="1124"/>
                    <a:pt x="2391" y="1124"/>
                  </a:cubicBezTo>
                  <a:cubicBezTo>
                    <a:pt x="3045" y="1124"/>
                    <a:pt x="3393" y="1554"/>
                    <a:pt x="3393" y="2371"/>
                  </a:cubicBezTo>
                  <a:lnTo>
                    <a:pt x="3393" y="5497"/>
                  </a:lnTo>
                  <a:lnTo>
                    <a:pt x="4680" y="5497"/>
                  </a:lnTo>
                  <a:lnTo>
                    <a:pt x="4680" y="2044"/>
                  </a:lnTo>
                  <a:cubicBezTo>
                    <a:pt x="4680" y="757"/>
                    <a:pt x="4006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8" name="Google Shape;198;p32"/>
            <p:cNvSpPr/>
            <p:nvPr/>
          </p:nvSpPr>
          <p:spPr>
            <a:xfrm>
              <a:off x="6534350" y="3123125"/>
              <a:ext cx="121100" cy="189050"/>
            </a:xfrm>
            <a:custGeom>
              <a:avLst/>
              <a:gdLst/>
              <a:ahLst/>
              <a:cxnLst/>
              <a:rect l="l" t="t" r="r" b="b"/>
              <a:pathLst>
                <a:path w="4844" h="7562" extrusionOk="0">
                  <a:moveTo>
                    <a:pt x="2433" y="1104"/>
                  </a:moveTo>
                  <a:cubicBezTo>
                    <a:pt x="3107" y="1104"/>
                    <a:pt x="3597" y="1472"/>
                    <a:pt x="3597" y="2126"/>
                  </a:cubicBezTo>
                  <a:lnTo>
                    <a:pt x="3597" y="3331"/>
                  </a:lnTo>
                  <a:cubicBezTo>
                    <a:pt x="3597" y="4108"/>
                    <a:pt x="3005" y="4394"/>
                    <a:pt x="2473" y="4394"/>
                  </a:cubicBezTo>
                  <a:cubicBezTo>
                    <a:pt x="1820" y="4394"/>
                    <a:pt x="1309" y="4006"/>
                    <a:pt x="1309" y="3352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126" y="1"/>
                  </a:moveTo>
                  <a:cubicBezTo>
                    <a:pt x="920" y="1"/>
                    <a:pt x="1" y="798"/>
                    <a:pt x="1" y="2269"/>
                  </a:cubicBezTo>
                  <a:lnTo>
                    <a:pt x="1" y="3290"/>
                  </a:lnTo>
                  <a:cubicBezTo>
                    <a:pt x="1" y="4680"/>
                    <a:pt x="839" y="5416"/>
                    <a:pt x="2146" y="5416"/>
                  </a:cubicBezTo>
                  <a:cubicBezTo>
                    <a:pt x="2739" y="5416"/>
                    <a:pt x="3229" y="5191"/>
                    <a:pt x="3577" y="4721"/>
                  </a:cubicBezTo>
                  <a:lnTo>
                    <a:pt x="3597" y="4721"/>
                  </a:lnTo>
                  <a:lnTo>
                    <a:pt x="3597" y="5273"/>
                  </a:lnTo>
                  <a:cubicBezTo>
                    <a:pt x="3597" y="6049"/>
                    <a:pt x="3168" y="6539"/>
                    <a:pt x="2392" y="6539"/>
                  </a:cubicBezTo>
                  <a:cubicBezTo>
                    <a:pt x="1922" y="6539"/>
                    <a:pt x="1554" y="6335"/>
                    <a:pt x="1309" y="5824"/>
                  </a:cubicBezTo>
                  <a:lnTo>
                    <a:pt x="83" y="6253"/>
                  </a:lnTo>
                  <a:cubicBezTo>
                    <a:pt x="348" y="7152"/>
                    <a:pt x="1411" y="7561"/>
                    <a:pt x="2269" y="7561"/>
                  </a:cubicBezTo>
                  <a:cubicBezTo>
                    <a:pt x="4149" y="7561"/>
                    <a:pt x="4844" y="6294"/>
                    <a:pt x="4844" y="5048"/>
                  </a:cubicBezTo>
                  <a:lnTo>
                    <a:pt x="4844" y="103"/>
                  </a:lnTo>
                  <a:lnTo>
                    <a:pt x="3618" y="103"/>
                  </a:lnTo>
                  <a:lnTo>
                    <a:pt x="3618" y="736"/>
                  </a:lnTo>
                  <a:lnTo>
                    <a:pt x="3597" y="736"/>
                  </a:lnTo>
                  <a:cubicBezTo>
                    <a:pt x="3311" y="328"/>
                    <a:pt x="2759" y="1"/>
                    <a:pt x="2126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9" name="Google Shape;199;p32"/>
            <p:cNvSpPr/>
            <p:nvPr/>
          </p:nvSpPr>
          <p:spPr>
            <a:xfrm>
              <a:off x="6683025" y="3123125"/>
              <a:ext cx="123125" cy="140500"/>
            </a:xfrm>
            <a:custGeom>
              <a:avLst/>
              <a:gdLst/>
              <a:ahLst/>
              <a:cxnLst/>
              <a:rect l="l" t="t" r="r" b="b"/>
              <a:pathLst>
                <a:path w="4925" h="5620" extrusionOk="0">
                  <a:moveTo>
                    <a:pt x="2432" y="1104"/>
                  </a:moveTo>
                  <a:cubicBezTo>
                    <a:pt x="3106" y="1104"/>
                    <a:pt x="3617" y="1472"/>
                    <a:pt x="3617" y="2126"/>
                  </a:cubicBezTo>
                  <a:lnTo>
                    <a:pt x="3617" y="3474"/>
                  </a:lnTo>
                  <a:cubicBezTo>
                    <a:pt x="3617" y="4251"/>
                    <a:pt x="3024" y="4537"/>
                    <a:pt x="2493" y="4537"/>
                  </a:cubicBezTo>
                  <a:cubicBezTo>
                    <a:pt x="1819" y="4537"/>
                    <a:pt x="1308" y="4149"/>
                    <a:pt x="1308" y="3495"/>
                  </a:cubicBezTo>
                  <a:lnTo>
                    <a:pt x="1308" y="2167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432" y="1"/>
                  </a:moveTo>
                  <a:cubicBezTo>
                    <a:pt x="1247" y="1"/>
                    <a:pt x="0" y="798"/>
                    <a:pt x="0" y="2269"/>
                  </a:cubicBezTo>
                  <a:lnTo>
                    <a:pt x="0" y="3495"/>
                  </a:lnTo>
                  <a:cubicBezTo>
                    <a:pt x="0" y="4884"/>
                    <a:pt x="1185" y="5620"/>
                    <a:pt x="2493" y="5620"/>
                  </a:cubicBezTo>
                  <a:cubicBezTo>
                    <a:pt x="3678" y="5620"/>
                    <a:pt x="4925" y="4823"/>
                    <a:pt x="4925" y="3352"/>
                  </a:cubicBezTo>
                  <a:lnTo>
                    <a:pt x="4925" y="2248"/>
                  </a:lnTo>
                  <a:cubicBezTo>
                    <a:pt x="4925" y="859"/>
                    <a:pt x="3740" y="1"/>
                    <a:pt x="2432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0" name="Google Shape;200;p32"/>
            <p:cNvSpPr/>
            <p:nvPr/>
          </p:nvSpPr>
          <p:spPr>
            <a:xfrm>
              <a:off x="5432975" y="2440125"/>
              <a:ext cx="21475" cy="823500"/>
            </a:xfrm>
            <a:custGeom>
              <a:avLst/>
              <a:gdLst/>
              <a:ahLst/>
              <a:cxnLst/>
              <a:rect l="l" t="t" r="r" b="b"/>
              <a:pathLst>
                <a:path w="859" h="32940" extrusionOk="0">
                  <a:moveTo>
                    <a:pt x="0" y="1"/>
                  </a:moveTo>
                  <a:lnTo>
                    <a:pt x="0" y="32940"/>
                  </a:lnTo>
                  <a:lnTo>
                    <a:pt x="858" y="32940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64C8FA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201" name="Google Shape;201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54413" y="4178164"/>
            <a:ext cx="720787" cy="22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0077" y="4680096"/>
            <a:ext cx="660909" cy="344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87188" y="4203275"/>
            <a:ext cx="515491" cy="19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532880" y="4078284"/>
            <a:ext cx="803955" cy="434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48681" y="4721539"/>
            <a:ext cx="807609" cy="303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824773" y="4693839"/>
            <a:ext cx="908258" cy="30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943707" y="4570036"/>
            <a:ext cx="807609" cy="303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539587" y="4200150"/>
            <a:ext cx="677642" cy="303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584970" y="146656"/>
            <a:ext cx="2635701" cy="7703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2791705" y="2428633"/>
            <a:ext cx="3747882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buClr>
                <a:schemeClr val="dk1"/>
              </a:buClr>
              <a:buSzPts val="509"/>
            </a:pPr>
            <a:r>
              <a:rPr lang="fr-FR" sz="1800" b="1" dirty="0">
                <a:solidFill>
                  <a:srgbClr val="7030A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Revue annuelle PEV 2025</a:t>
            </a:r>
          </a:p>
        </p:txBody>
      </p:sp>
      <p:pic>
        <p:nvPicPr>
          <p:cNvPr id="1026" name="Picture 2" descr="Lutte contre la rougeole en RDC : le ...">
            <a:extLst>
              <a:ext uri="{FF2B5EF4-FFF2-40B4-BE49-F238E27FC236}">
                <a16:creationId xmlns="" xmlns:a16="http://schemas.microsoft.com/office/drawing/2014/main" id="{197BABCB-8113-8833-303C-E427A6645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026"/>
            <a:ext cx="2584969" cy="1720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mocratic Republic of the Congo ...">
            <a:extLst>
              <a:ext uri="{FF2B5EF4-FFF2-40B4-BE49-F238E27FC236}">
                <a16:creationId xmlns="" xmlns:a16="http://schemas.microsoft.com/office/drawing/2014/main" id="{E24EEAC7-3368-347F-BCDF-60443C8E1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942" y="3252795"/>
            <a:ext cx="2607912" cy="1427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08755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="" xmlns:p188="http://schemas.microsoft.com/office/powerpoint/2018/8/main" r:id="rId17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7c27a084b_1_243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g3a7c27a084b_1_243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7" name="Google Shape;217;g3a7c27a084b_1_243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de présentation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g3a7c27a084b_1_243"/>
          <p:cNvSpPr txBox="1"/>
          <p:nvPr/>
        </p:nvSpPr>
        <p:spPr>
          <a:xfrm>
            <a:off x="343950" y="884450"/>
            <a:ext cx="8192700" cy="3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155CC"/>
              </a:buClr>
              <a:buSzPts val="1600"/>
              <a:buFont typeface="Times New Roman"/>
              <a:buAutoNum type="arabicPeriod"/>
            </a:pPr>
            <a:r>
              <a:rPr lang="fr-FR" sz="16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Préambule: Process, Périmètre d’intervention, cibles et PTF de MOE</a:t>
            </a:r>
            <a:endParaRPr sz="1600" b="0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155CC"/>
              </a:buClr>
              <a:buSzPts val="1600"/>
              <a:buFont typeface="Times New Roman"/>
              <a:buAutoNum type="arabicPeriod"/>
            </a:pPr>
            <a:r>
              <a:rPr lang="fr-FR" sz="16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Résultats obtenus</a:t>
            </a:r>
            <a:r>
              <a:rPr lang="fr-FR" sz="16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Cartographie, Vaccination, Gestions de vaccins</a:t>
            </a:r>
            <a:endParaRPr sz="1600" b="0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155CC"/>
              </a:buClr>
              <a:buSzPts val="1600"/>
              <a:buFont typeface="Times New Roman"/>
              <a:buAutoNum type="arabicPeriod"/>
            </a:pPr>
            <a:r>
              <a:rPr lang="fr-FR" sz="16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FFOM</a:t>
            </a:r>
            <a:endParaRPr sz="1600" b="0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155CC"/>
              </a:buClr>
              <a:buSzPts val="1600"/>
              <a:buFont typeface="Times New Roman"/>
              <a:buAutoNum type="arabicPeriod"/>
            </a:pPr>
            <a:r>
              <a:rPr lang="fr-FR" sz="16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Difficultés opérationnelles et Défis</a:t>
            </a:r>
            <a:endParaRPr sz="1600" b="0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155CC"/>
              </a:buClr>
              <a:buSzPts val="1600"/>
              <a:buFont typeface="Times New Roman"/>
              <a:buAutoNum type="arabicPeriod"/>
            </a:pPr>
            <a:r>
              <a:rPr lang="fr-FR" sz="16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Leçons tirées et suggestions</a:t>
            </a:r>
            <a:endParaRPr sz="1600" b="0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155CC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Synthèse</a:t>
            </a:r>
            <a:r>
              <a:rPr lang="fr-FR" sz="16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du Plan de ratissage (T1 2026)</a:t>
            </a:r>
            <a:endParaRPr sz="1600" b="0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1155CC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Annexes</a:t>
            </a:r>
            <a:endParaRPr sz="16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7c27a084b_1_258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g3a7c27a084b_1_258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5" name="Google Shape;225;g3a7c27a084b_1_258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de présentation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g3a7c27a084b_1_258"/>
          <p:cNvSpPr txBox="1"/>
          <p:nvPr/>
        </p:nvSpPr>
        <p:spPr>
          <a:xfrm>
            <a:off x="343950" y="884450"/>
            <a:ext cx="8192700" cy="3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1155CC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Préambule: Process, Périmètre d’intervention, cibles et PTF de MOE</a:t>
            </a:r>
            <a:endParaRPr sz="16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Résultats obtenus: Cartographie, Vaccination, Gestions de vaccins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FFOM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Difficultés opérationnelles et Défis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Leçons tirées et suggestions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Synthèse du Plan de ratissage (T1 2026)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Annexes</a:t>
            </a:r>
            <a:endParaRPr sz="16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7c27a084b_1_265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g3a7c27a084b_1_265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3" name="Google Shape;233;g3a7c27a084b_1_265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Préambule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g3a7c27a084b_1_265"/>
          <p:cNvSpPr txBox="1"/>
          <p:nvPr/>
        </p:nvSpPr>
        <p:spPr>
          <a:xfrm>
            <a:off x="343950" y="884450"/>
            <a:ext cx="8192700" cy="3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Pandémie à COVID19 confirmée en RDC en Mars 2020 a fragilisé notre système de santé;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estimations WUENIC (2021) faisaient état de 734 000 EZD/1.3 million des ECV, plaçant la RDC troisième pays afrcicain avec +++ EZD et ESV;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recrudescence des Maladies à Prévention Vaccinale;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Réponse: le pays a rejoint l'initiative grand rattrapage visant à identifier et récupérer les EZD de 12 à 59 mois, restaurer et renforcer le système de vaccination</a:t>
            </a:r>
            <a:endParaRPr sz="16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g3a7c27a084b_1_265"/>
          <p:cNvSpPr/>
          <p:nvPr/>
        </p:nvSpPr>
        <p:spPr>
          <a:xfrm>
            <a:off x="1768075" y="-780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Préambule</a:t>
            </a:r>
            <a:endParaRPr sz="10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g3a7c27a084b_1_265"/>
          <p:cNvSpPr/>
          <p:nvPr/>
        </p:nvSpPr>
        <p:spPr>
          <a:xfrm>
            <a:off x="3192858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Process 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g3a7c27a084b_1_265"/>
          <p:cNvSpPr/>
          <p:nvPr/>
        </p:nvSpPr>
        <p:spPr>
          <a:xfrm>
            <a:off x="4617642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Périmètre et Stratégie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g3a7c27a084b_1_265"/>
          <p:cNvSpPr/>
          <p:nvPr/>
        </p:nvSpPr>
        <p:spPr>
          <a:xfrm>
            <a:off x="604242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PTF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p5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5" name="Google Shape;245;p5"/>
          <p:cNvSpPr txBox="1"/>
          <p:nvPr/>
        </p:nvSpPr>
        <p:spPr>
          <a:xfrm>
            <a:off x="200766" y="930375"/>
            <a:ext cx="4262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-FR" sz="1600" b="1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Objectif général </a:t>
            </a:r>
            <a:endParaRPr sz="1600" b="1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5"/>
          <p:cNvSpPr txBox="1"/>
          <p:nvPr/>
        </p:nvSpPr>
        <p:spPr>
          <a:xfrm>
            <a:off x="4622250" y="930375"/>
            <a:ext cx="4262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-FR" sz="1600" b="1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Objectifs Spécifiques </a:t>
            </a:r>
            <a:endParaRPr sz="1600" b="1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5"/>
          <p:cNvSpPr txBox="1"/>
          <p:nvPr/>
        </p:nvSpPr>
        <p:spPr>
          <a:xfrm>
            <a:off x="247425" y="1386775"/>
            <a:ext cx="4168800" cy="3361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Contribuer à la </a:t>
            </a:r>
            <a:r>
              <a:rPr lang="fr-FR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réduction</a:t>
            </a:r>
            <a:r>
              <a:rPr lang="fr-FR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la morbidité et de la mortalité dues aux maladies à prévention vaccinale  à travers le rattrapage des EZD et ESV de 12 à 59 mois d’ici fin décembre 2025. </a:t>
            </a:r>
            <a:endParaRPr sz="1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5"/>
          <p:cNvSpPr txBox="1"/>
          <p:nvPr/>
        </p:nvSpPr>
        <p:spPr>
          <a:xfrm>
            <a:off x="4477275" y="1376775"/>
            <a:ext cx="4535700" cy="3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R </a:t>
            </a:r>
            <a:endParaRPr sz="1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Rattraper, Restaurer et Renforcer le système de vaccination</a:t>
            </a:r>
            <a:endParaRPr sz="1400" b="0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Times New Roman"/>
              <a:buChar char="•"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Vacciner au moins 70 % d’enfants zéro doses (DTC1)</a:t>
            </a:r>
            <a:endParaRPr sz="1400" b="0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Times New Roman"/>
              <a:buChar char="•"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Vacciner au moins 80 % d’enfants sous vaccinés (DTC3, VPI et VAR)</a:t>
            </a:r>
            <a:endParaRPr sz="1400" b="0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Times New Roman"/>
              <a:buChar char="•"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Renforcer les capacités de 100% de prestataires dans les ZS ciblées. </a:t>
            </a:r>
            <a:endParaRPr sz="1400" b="0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Times New Roman"/>
              <a:buChar char="•"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Porter à 100% la disponibilité adéquate des vaccins et autres intrants à tous les niveaux</a:t>
            </a:r>
            <a:endParaRPr sz="1400" b="0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Times New Roman"/>
              <a:buChar char="•"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Assurer à 100% la fonctionnalité de la chaîne de froid dans les ZS ciblées</a:t>
            </a:r>
            <a:endParaRPr sz="1400" b="0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Times New Roman"/>
              <a:buChar char="•"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Porter au moins à 95% la proportion des parents informés de l’activité de rattrapage.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5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 b="0" i="0" u="none" strike="noStrike" cap="none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Objectifs du BCU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176807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Préambule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3192858" y="-780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Process </a:t>
            </a:r>
            <a:endParaRPr sz="10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4617642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Périmètre et Stratégie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604242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PTF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7c27a084b_1_276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9" name="Google Shape;259;g3a7c27a084b_1_276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0" name="Google Shape;260;g3a7c27a084b_1_276"/>
          <p:cNvSpPr txBox="1"/>
          <p:nvPr/>
        </p:nvSpPr>
        <p:spPr>
          <a:xfrm>
            <a:off x="4537483" y="930375"/>
            <a:ext cx="4535700" cy="3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300" b="1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Objectifs Spécifiques</a:t>
            </a:r>
            <a:r>
              <a:rPr lang="fr-FR" sz="1300" b="1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300" b="1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3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R </a:t>
            </a:r>
            <a:endParaRPr sz="13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3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Rattraper, Restaurer et Renforcer le système de vaccination</a:t>
            </a:r>
            <a:endParaRPr sz="1300" b="0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Times New Roman"/>
              <a:buChar char="•"/>
            </a:pPr>
            <a:r>
              <a:rPr lang="fr-FR"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Vacciner au moins 70 % d’enfants zéro doses (DTC1)</a:t>
            </a:r>
            <a:endParaRPr sz="1300" b="0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Times New Roman"/>
              <a:buChar char="•"/>
            </a:pPr>
            <a:r>
              <a:rPr lang="fr-FR"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Vacciner au moins 80 % d’enfants sous vaccinés (DTC3, VPI et VAR)</a:t>
            </a:r>
            <a:endParaRPr sz="1300" b="0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Times New Roman"/>
              <a:buChar char="•"/>
            </a:pPr>
            <a:r>
              <a:rPr lang="fr-FR"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Renforcer les capacités de 100% de prestataires dans les ZS ciblées. </a:t>
            </a:r>
            <a:endParaRPr sz="1300" b="0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Times New Roman"/>
              <a:buChar char="•"/>
            </a:pPr>
            <a:r>
              <a:rPr lang="fr-FR"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Porter à 100% la disponibilité adéquate des vaccins et autres intrants à tous les niveaux</a:t>
            </a:r>
            <a:endParaRPr sz="1300" b="0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Times New Roman"/>
              <a:buChar char="•"/>
            </a:pPr>
            <a:r>
              <a:rPr lang="fr-FR"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Assurer à 100% la fonctionnalité de la chaîne de froid dans les ZS ciblées</a:t>
            </a:r>
            <a:endParaRPr sz="1300" b="0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Times New Roman"/>
              <a:buChar char="•"/>
            </a:pPr>
            <a:r>
              <a:rPr lang="fr-FR"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Porter au moins à 95% la proportion des parents informés de l’activité de rattrapage.</a:t>
            </a:r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g3a7c27a084b_1_276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Six critères cotés ont permis de sélectionner les ZS cibles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g3a7c27a084b_1_276"/>
          <p:cNvSpPr/>
          <p:nvPr/>
        </p:nvSpPr>
        <p:spPr>
          <a:xfrm>
            <a:off x="176807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Préambule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g3a7c27a084b_1_276"/>
          <p:cNvSpPr/>
          <p:nvPr/>
        </p:nvSpPr>
        <p:spPr>
          <a:xfrm>
            <a:off x="3192858" y="-780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Process </a:t>
            </a:r>
            <a:endParaRPr sz="10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g3a7c27a084b_1_276"/>
          <p:cNvSpPr/>
          <p:nvPr/>
        </p:nvSpPr>
        <p:spPr>
          <a:xfrm>
            <a:off x="4617642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Périmètre et Stratégie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g3a7c27a084b_1_276"/>
          <p:cNvSpPr/>
          <p:nvPr/>
        </p:nvSpPr>
        <p:spPr>
          <a:xfrm>
            <a:off x="604242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PTF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g3a7c27a084b_1_276"/>
          <p:cNvSpPr txBox="1"/>
          <p:nvPr/>
        </p:nvSpPr>
        <p:spPr>
          <a:xfrm>
            <a:off x="183573" y="930375"/>
            <a:ext cx="4498800" cy="39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 b="1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Critère et Cotation:</a:t>
            </a:r>
            <a:endParaRPr sz="1300" b="1" u="sng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Selon les objectifs que se fixe ce plan, le pays compte atteindre au moins 70% des enfants manqués. D’où la fixation du seuil de 7/20 comme base de recrutement de ZS pour couvrir la cible visée. 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67" name="Google Shape;267;g3a7c27a084b_1_276"/>
          <p:cNvGraphicFramePr/>
          <p:nvPr/>
        </p:nvGraphicFramePr>
        <p:xfrm>
          <a:off x="271909" y="1435825"/>
          <a:ext cx="4251425" cy="2010625"/>
        </p:xfrm>
        <a:graphic>
          <a:graphicData uri="http://schemas.openxmlformats.org/drawingml/2006/table">
            <a:tbl>
              <a:tblPr>
                <a:noFill/>
                <a:tableStyleId>{8B3E8970-90A9-4024-88C2-0D55CE4552E0}</a:tableStyleId>
              </a:tblPr>
              <a:tblGrid>
                <a:gridCol w="4486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345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682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#</a:t>
                      </a:r>
                      <a:endParaRPr sz="11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Critère</a:t>
                      </a:r>
                      <a:endParaRPr sz="11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Poids</a:t>
                      </a:r>
                      <a:endParaRPr sz="11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ZD dans une ZS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SV dans une ZS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Survenue de l’épidémie de rougeole dans la ZS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Survenue de l’épidémie de </a:t>
                      </a:r>
                      <a:r>
                        <a:rPr lang="fr-FR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cVDPV2</a:t>
                      </a: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dans la ZS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Accessibilité géographique de la ZS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67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ZS avec populations spéciales y compris les aspects sécuritaires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>
          <a:extLst>
            <a:ext uri="{FF2B5EF4-FFF2-40B4-BE49-F238E27FC236}">
              <a16:creationId xmlns="" xmlns:a16="http://schemas.microsoft.com/office/drawing/2014/main" id="{85D52AF9-9694-C0A1-7470-7631512A3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8">
            <a:extLst>
              <a:ext uri="{FF2B5EF4-FFF2-40B4-BE49-F238E27FC236}">
                <a16:creationId xmlns="" xmlns:a16="http://schemas.microsoft.com/office/drawing/2014/main" id="{DBC87FB4-DD45-3739-7E6C-70F73830C5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2725" y="161325"/>
            <a:ext cx="8365800" cy="460200"/>
          </a:xfrm>
          <a:prstGeom prst="rect">
            <a:avLst/>
          </a:prstGeom>
        </p:spPr>
        <p:txBody>
          <a:bodyPr spcFirstLastPara="1" wrap="square" lIns="0" tIns="91425" rIns="91425" bIns="9000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3600"/>
              <a:buFont typeface="Roboto Condensed"/>
              <a:buNone/>
            </a:pPr>
            <a:r>
              <a:rPr lang="en-GB" sz="2000" dirty="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Cartographie des provinces </a:t>
            </a:r>
            <a:r>
              <a:rPr lang="en-GB" sz="2000" dirty="0" err="1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retenues</a:t>
            </a:r>
            <a:r>
              <a:rPr lang="en-GB" sz="2000" dirty="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dans la MEO</a:t>
            </a:r>
            <a:endParaRPr sz="11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38">
            <a:extLst>
              <a:ext uri="{FF2B5EF4-FFF2-40B4-BE49-F238E27FC236}">
                <a16:creationId xmlns="" xmlns:a16="http://schemas.microsoft.com/office/drawing/2014/main" id="{13572783-4BB6-27D0-C33F-ECE7C242B2DB}"/>
              </a:ext>
            </a:extLst>
          </p:cNvPr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1C458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7</a:t>
            </a:fld>
            <a:endParaRPr sz="900">
              <a:solidFill>
                <a:srgbClr val="1C4587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cxnSp>
        <p:nvCxnSpPr>
          <p:cNvPr id="307" name="Google Shape;307;p38">
            <a:extLst>
              <a:ext uri="{FF2B5EF4-FFF2-40B4-BE49-F238E27FC236}">
                <a16:creationId xmlns="" xmlns:a16="http://schemas.microsoft.com/office/drawing/2014/main" id="{0B3BBE70-0055-BFFA-939E-358D3C67E629}"/>
              </a:ext>
            </a:extLst>
          </p:cNvPr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8" name="Google Shape;308;p38">
            <a:extLst>
              <a:ext uri="{FF2B5EF4-FFF2-40B4-BE49-F238E27FC236}">
                <a16:creationId xmlns="" xmlns:a16="http://schemas.microsoft.com/office/drawing/2014/main" id="{200146A6-2FD6-DC60-48A2-DFCEF026A921}"/>
              </a:ext>
            </a:extLst>
          </p:cNvPr>
          <p:cNvSpPr txBox="1"/>
          <p:nvPr/>
        </p:nvSpPr>
        <p:spPr>
          <a:xfrm>
            <a:off x="258500" y="598820"/>
            <a:ext cx="457155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279 Zones de santé considérées dans la planification </a:t>
            </a:r>
            <a:r>
              <a:rPr lang="en-GB" sz="1300" b="1" dirty="0" err="1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Initiale</a:t>
            </a:r>
            <a:r>
              <a:rPr lang="en-GB" sz="15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38">
            <a:extLst>
              <a:ext uri="{FF2B5EF4-FFF2-40B4-BE49-F238E27FC236}">
                <a16:creationId xmlns="" xmlns:a16="http://schemas.microsoft.com/office/drawing/2014/main" id="{7851FA70-9767-994D-A707-49E7E1A6F02B}"/>
              </a:ext>
            </a:extLst>
          </p:cNvPr>
          <p:cNvSpPr txBox="1"/>
          <p:nvPr/>
        </p:nvSpPr>
        <p:spPr>
          <a:xfrm>
            <a:off x="5120789" y="569628"/>
            <a:ext cx="4262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186 Zones de santé </a:t>
            </a:r>
            <a:r>
              <a:rPr lang="en-GB" sz="1300" b="1" dirty="0" err="1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ont</a:t>
            </a:r>
            <a:r>
              <a:rPr lang="en-GB" sz="13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fait la mise </a:t>
            </a:r>
            <a:r>
              <a:rPr lang="en-GB" sz="1300" b="1" dirty="0" err="1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GB" sz="13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oeuvre</a:t>
            </a:r>
            <a:endParaRPr sz="1300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10" name="Google Shape;310;p38">
            <a:extLst>
              <a:ext uri="{FF2B5EF4-FFF2-40B4-BE49-F238E27FC236}">
                <a16:creationId xmlns="" xmlns:a16="http://schemas.microsoft.com/office/drawing/2014/main" id="{09F4E39B-E5C4-067C-EA76-627D2284819B}"/>
              </a:ext>
            </a:extLst>
          </p:cNvPr>
          <p:cNvGrpSpPr/>
          <p:nvPr/>
        </p:nvGrpSpPr>
        <p:grpSpPr>
          <a:xfrm>
            <a:off x="1" y="1213695"/>
            <a:ext cx="3276148" cy="3092254"/>
            <a:chOff x="1577975" y="1787525"/>
            <a:chExt cx="4770438" cy="4703763"/>
          </a:xfrm>
        </p:grpSpPr>
        <p:sp>
          <p:nvSpPr>
            <p:cNvPr id="311" name="Google Shape;311;p38">
              <a:extLst>
                <a:ext uri="{FF2B5EF4-FFF2-40B4-BE49-F238E27FC236}">
                  <a16:creationId xmlns="" xmlns:a16="http://schemas.microsoft.com/office/drawing/2014/main" id="{CE5530DB-7557-64C2-36FD-89EB4AA20B87}"/>
                </a:ext>
              </a:extLst>
            </p:cNvPr>
            <p:cNvSpPr/>
            <p:nvPr/>
          </p:nvSpPr>
          <p:spPr>
            <a:xfrm>
              <a:off x="4424363" y="4656138"/>
              <a:ext cx="1089025" cy="1008063"/>
            </a:xfrm>
            <a:custGeom>
              <a:avLst/>
              <a:gdLst/>
              <a:ahLst/>
              <a:cxnLst/>
              <a:rect l="l" t="t" r="r" b="b"/>
              <a:pathLst>
                <a:path w="686" h="635" extrusionOk="0">
                  <a:moveTo>
                    <a:pt x="357" y="0"/>
                  </a:moveTo>
                  <a:lnTo>
                    <a:pt x="349" y="9"/>
                  </a:lnTo>
                  <a:lnTo>
                    <a:pt x="315" y="21"/>
                  </a:lnTo>
                  <a:lnTo>
                    <a:pt x="310" y="28"/>
                  </a:lnTo>
                  <a:lnTo>
                    <a:pt x="302" y="29"/>
                  </a:lnTo>
                  <a:lnTo>
                    <a:pt x="294" y="23"/>
                  </a:lnTo>
                  <a:lnTo>
                    <a:pt x="268" y="29"/>
                  </a:lnTo>
                  <a:lnTo>
                    <a:pt x="277" y="46"/>
                  </a:lnTo>
                  <a:lnTo>
                    <a:pt x="274" y="50"/>
                  </a:lnTo>
                  <a:lnTo>
                    <a:pt x="293" y="61"/>
                  </a:lnTo>
                  <a:lnTo>
                    <a:pt x="299" y="77"/>
                  </a:lnTo>
                  <a:lnTo>
                    <a:pt x="296" y="98"/>
                  </a:lnTo>
                  <a:lnTo>
                    <a:pt x="260" y="107"/>
                  </a:lnTo>
                  <a:lnTo>
                    <a:pt x="245" y="87"/>
                  </a:lnTo>
                  <a:lnTo>
                    <a:pt x="211" y="83"/>
                  </a:lnTo>
                  <a:lnTo>
                    <a:pt x="214" y="94"/>
                  </a:lnTo>
                  <a:lnTo>
                    <a:pt x="200" y="99"/>
                  </a:lnTo>
                  <a:lnTo>
                    <a:pt x="204" y="113"/>
                  </a:lnTo>
                  <a:lnTo>
                    <a:pt x="193" y="127"/>
                  </a:lnTo>
                  <a:lnTo>
                    <a:pt x="164" y="129"/>
                  </a:lnTo>
                  <a:lnTo>
                    <a:pt x="148" y="146"/>
                  </a:lnTo>
                  <a:lnTo>
                    <a:pt x="144" y="154"/>
                  </a:lnTo>
                  <a:lnTo>
                    <a:pt x="132" y="157"/>
                  </a:lnTo>
                  <a:lnTo>
                    <a:pt x="116" y="150"/>
                  </a:lnTo>
                  <a:lnTo>
                    <a:pt x="114" y="142"/>
                  </a:lnTo>
                  <a:lnTo>
                    <a:pt x="98" y="142"/>
                  </a:lnTo>
                  <a:lnTo>
                    <a:pt x="95" y="127"/>
                  </a:lnTo>
                  <a:lnTo>
                    <a:pt x="87" y="123"/>
                  </a:lnTo>
                  <a:lnTo>
                    <a:pt x="67" y="157"/>
                  </a:lnTo>
                  <a:lnTo>
                    <a:pt x="58" y="199"/>
                  </a:lnTo>
                  <a:lnTo>
                    <a:pt x="48" y="232"/>
                  </a:lnTo>
                  <a:lnTo>
                    <a:pt x="52" y="271"/>
                  </a:lnTo>
                  <a:lnTo>
                    <a:pt x="53" y="283"/>
                  </a:lnTo>
                  <a:lnTo>
                    <a:pt x="2" y="292"/>
                  </a:lnTo>
                  <a:lnTo>
                    <a:pt x="0" y="292"/>
                  </a:lnTo>
                  <a:lnTo>
                    <a:pt x="15" y="327"/>
                  </a:lnTo>
                  <a:lnTo>
                    <a:pt x="6" y="362"/>
                  </a:lnTo>
                  <a:lnTo>
                    <a:pt x="10" y="417"/>
                  </a:lnTo>
                  <a:lnTo>
                    <a:pt x="53" y="431"/>
                  </a:lnTo>
                  <a:lnTo>
                    <a:pt x="107" y="454"/>
                  </a:lnTo>
                  <a:lnTo>
                    <a:pt x="117" y="496"/>
                  </a:lnTo>
                  <a:lnTo>
                    <a:pt x="106" y="503"/>
                  </a:lnTo>
                  <a:lnTo>
                    <a:pt x="95" y="520"/>
                  </a:lnTo>
                  <a:lnTo>
                    <a:pt x="90" y="561"/>
                  </a:lnTo>
                  <a:lnTo>
                    <a:pt x="83" y="582"/>
                  </a:lnTo>
                  <a:lnTo>
                    <a:pt x="86" y="620"/>
                  </a:lnTo>
                  <a:lnTo>
                    <a:pt x="90" y="621"/>
                  </a:lnTo>
                  <a:lnTo>
                    <a:pt x="108" y="612"/>
                  </a:lnTo>
                  <a:lnTo>
                    <a:pt x="141" y="621"/>
                  </a:lnTo>
                  <a:lnTo>
                    <a:pt x="162" y="617"/>
                  </a:lnTo>
                  <a:lnTo>
                    <a:pt x="189" y="628"/>
                  </a:lnTo>
                  <a:lnTo>
                    <a:pt x="199" y="628"/>
                  </a:lnTo>
                  <a:lnTo>
                    <a:pt x="224" y="635"/>
                  </a:lnTo>
                  <a:lnTo>
                    <a:pt x="239" y="623"/>
                  </a:lnTo>
                  <a:lnTo>
                    <a:pt x="257" y="619"/>
                  </a:lnTo>
                  <a:lnTo>
                    <a:pt x="289" y="603"/>
                  </a:lnTo>
                  <a:lnTo>
                    <a:pt x="310" y="588"/>
                  </a:lnTo>
                  <a:lnTo>
                    <a:pt x="307" y="562"/>
                  </a:lnTo>
                  <a:lnTo>
                    <a:pt x="303" y="535"/>
                  </a:lnTo>
                  <a:lnTo>
                    <a:pt x="314" y="528"/>
                  </a:lnTo>
                  <a:lnTo>
                    <a:pt x="341" y="545"/>
                  </a:lnTo>
                  <a:lnTo>
                    <a:pt x="395" y="567"/>
                  </a:lnTo>
                  <a:lnTo>
                    <a:pt x="421" y="574"/>
                  </a:lnTo>
                  <a:lnTo>
                    <a:pt x="440" y="565"/>
                  </a:lnTo>
                  <a:lnTo>
                    <a:pt x="470" y="511"/>
                  </a:lnTo>
                  <a:lnTo>
                    <a:pt x="478" y="477"/>
                  </a:lnTo>
                  <a:lnTo>
                    <a:pt x="493" y="465"/>
                  </a:lnTo>
                  <a:lnTo>
                    <a:pt x="498" y="423"/>
                  </a:lnTo>
                  <a:lnTo>
                    <a:pt x="506" y="415"/>
                  </a:lnTo>
                  <a:lnTo>
                    <a:pt x="521" y="417"/>
                  </a:lnTo>
                  <a:lnTo>
                    <a:pt x="539" y="408"/>
                  </a:lnTo>
                  <a:lnTo>
                    <a:pt x="566" y="353"/>
                  </a:lnTo>
                  <a:lnTo>
                    <a:pt x="629" y="321"/>
                  </a:lnTo>
                  <a:lnTo>
                    <a:pt x="658" y="328"/>
                  </a:lnTo>
                  <a:lnTo>
                    <a:pt x="671" y="332"/>
                  </a:lnTo>
                  <a:lnTo>
                    <a:pt x="686" y="304"/>
                  </a:lnTo>
                  <a:lnTo>
                    <a:pt x="673" y="287"/>
                  </a:lnTo>
                  <a:lnTo>
                    <a:pt x="639" y="275"/>
                  </a:lnTo>
                  <a:lnTo>
                    <a:pt x="637" y="231"/>
                  </a:lnTo>
                  <a:lnTo>
                    <a:pt x="628" y="220"/>
                  </a:lnTo>
                  <a:lnTo>
                    <a:pt x="574" y="224"/>
                  </a:lnTo>
                  <a:lnTo>
                    <a:pt x="544" y="240"/>
                  </a:lnTo>
                  <a:lnTo>
                    <a:pt x="477" y="225"/>
                  </a:lnTo>
                  <a:lnTo>
                    <a:pt x="453" y="219"/>
                  </a:lnTo>
                  <a:lnTo>
                    <a:pt x="433" y="198"/>
                  </a:lnTo>
                  <a:lnTo>
                    <a:pt x="448" y="175"/>
                  </a:lnTo>
                  <a:lnTo>
                    <a:pt x="439" y="159"/>
                  </a:lnTo>
                  <a:lnTo>
                    <a:pt x="387" y="137"/>
                  </a:lnTo>
                  <a:lnTo>
                    <a:pt x="382" y="108"/>
                  </a:lnTo>
                  <a:lnTo>
                    <a:pt x="374" y="92"/>
                  </a:lnTo>
                  <a:lnTo>
                    <a:pt x="365" y="71"/>
                  </a:lnTo>
                  <a:lnTo>
                    <a:pt x="389" y="32"/>
                  </a:lnTo>
                  <a:lnTo>
                    <a:pt x="386" y="24"/>
                  </a:lnTo>
                  <a:lnTo>
                    <a:pt x="382" y="24"/>
                  </a:lnTo>
                  <a:lnTo>
                    <a:pt x="371" y="9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2" name="Google Shape;312;p38">
              <a:extLst>
                <a:ext uri="{FF2B5EF4-FFF2-40B4-BE49-F238E27FC236}">
                  <a16:creationId xmlns="" xmlns:a16="http://schemas.microsoft.com/office/drawing/2014/main" id="{B1B0C2C2-16E8-5E76-7D7C-3BCE1A305A8C}"/>
                </a:ext>
              </a:extLst>
            </p:cNvPr>
            <p:cNvSpPr/>
            <p:nvPr/>
          </p:nvSpPr>
          <p:spPr>
            <a:xfrm>
              <a:off x="4252913" y="4540250"/>
              <a:ext cx="312738" cy="261937"/>
            </a:xfrm>
            <a:custGeom>
              <a:avLst/>
              <a:gdLst/>
              <a:ahLst/>
              <a:cxnLst/>
              <a:rect l="l" t="t" r="r" b="b"/>
              <a:pathLst>
                <a:path w="197" h="165" extrusionOk="0">
                  <a:moveTo>
                    <a:pt x="106" y="0"/>
                  </a:moveTo>
                  <a:lnTo>
                    <a:pt x="102" y="6"/>
                  </a:lnTo>
                  <a:lnTo>
                    <a:pt x="79" y="17"/>
                  </a:lnTo>
                  <a:lnTo>
                    <a:pt x="66" y="10"/>
                  </a:lnTo>
                  <a:lnTo>
                    <a:pt x="45" y="19"/>
                  </a:lnTo>
                  <a:lnTo>
                    <a:pt x="16" y="21"/>
                  </a:lnTo>
                  <a:lnTo>
                    <a:pt x="0" y="64"/>
                  </a:lnTo>
                  <a:lnTo>
                    <a:pt x="31" y="88"/>
                  </a:lnTo>
                  <a:lnTo>
                    <a:pt x="19" y="100"/>
                  </a:lnTo>
                  <a:lnTo>
                    <a:pt x="31" y="109"/>
                  </a:lnTo>
                  <a:lnTo>
                    <a:pt x="29" y="130"/>
                  </a:lnTo>
                  <a:lnTo>
                    <a:pt x="58" y="139"/>
                  </a:lnTo>
                  <a:lnTo>
                    <a:pt x="65" y="147"/>
                  </a:lnTo>
                  <a:lnTo>
                    <a:pt x="74" y="147"/>
                  </a:lnTo>
                  <a:lnTo>
                    <a:pt x="91" y="163"/>
                  </a:lnTo>
                  <a:lnTo>
                    <a:pt x="123" y="165"/>
                  </a:lnTo>
                  <a:lnTo>
                    <a:pt x="132" y="126"/>
                  </a:lnTo>
                  <a:lnTo>
                    <a:pt x="140" y="107"/>
                  </a:lnTo>
                  <a:lnTo>
                    <a:pt x="164" y="110"/>
                  </a:lnTo>
                  <a:lnTo>
                    <a:pt x="197" y="73"/>
                  </a:lnTo>
                  <a:lnTo>
                    <a:pt x="191" y="51"/>
                  </a:lnTo>
                  <a:lnTo>
                    <a:pt x="185" y="27"/>
                  </a:lnTo>
                  <a:lnTo>
                    <a:pt x="181" y="21"/>
                  </a:lnTo>
                  <a:lnTo>
                    <a:pt x="149" y="17"/>
                  </a:lnTo>
                  <a:lnTo>
                    <a:pt x="128" y="2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500">
                  <a:latin typeface="Times New Roman"/>
                  <a:ea typeface="Times New Roman"/>
                  <a:cs typeface="Times New Roman"/>
                  <a:sym typeface="Times New Roman"/>
                </a:rPr>
                <a:t>16</a:t>
              </a:r>
              <a:endParaRPr sz="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3" name="Google Shape;313;p38">
              <a:extLst>
                <a:ext uri="{FF2B5EF4-FFF2-40B4-BE49-F238E27FC236}">
                  <a16:creationId xmlns="" xmlns:a16="http://schemas.microsoft.com/office/drawing/2014/main" id="{C8D87116-B9E6-5AB9-01C8-39DF89706672}"/>
                </a:ext>
              </a:extLst>
            </p:cNvPr>
            <p:cNvSpPr/>
            <p:nvPr/>
          </p:nvSpPr>
          <p:spPr>
            <a:xfrm>
              <a:off x="4278313" y="4330700"/>
              <a:ext cx="811213" cy="788987"/>
            </a:xfrm>
            <a:custGeom>
              <a:avLst/>
              <a:gdLst/>
              <a:ahLst/>
              <a:cxnLst/>
              <a:rect l="l" t="t" r="r" b="b"/>
              <a:pathLst>
                <a:path w="388" h="378" extrusionOk="0">
                  <a:moveTo>
                    <a:pt x="237" y="0"/>
                  </a:moveTo>
                  <a:cubicBezTo>
                    <a:pt x="236" y="0"/>
                    <a:pt x="234" y="2"/>
                    <a:pt x="234" y="2"/>
                  </a:cubicBezTo>
                  <a:cubicBezTo>
                    <a:pt x="202" y="30"/>
                    <a:pt x="202" y="30"/>
                    <a:pt x="202" y="30"/>
                  </a:cubicBezTo>
                  <a:cubicBezTo>
                    <a:pt x="190" y="50"/>
                    <a:pt x="190" y="50"/>
                    <a:pt x="190" y="50"/>
                  </a:cubicBezTo>
                  <a:cubicBezTo>
                    <a:pt x="194" y="62"/>
                    <a:pt x="194" y="62"/>
                    <a:pt x="194" y="62"/>
                  </a:cubicBezTo>
                  <a:cubicBezTo>
                    <a:pt x="185" y="72"/>
                    <a:pt x="185" y="72"/>
                    <a:pt x="185" y="72"/>
                  </a:cubicBezTo>
                  <a:cubicBezTo>
                    <a:pt x="166" y="74"/>
                    <a:pt x="166" y="74"/>
                    <a:pt x="166" y="74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18" y="79"/>
                    <a:pt x="118" y="79"/>
                    <a:pt x="118" y="79"/>
                  </a:cubicBezTo>
                  <a:cubicBezTo>
                    <a:pt x="137" y="110"/>
                    <a:pt x="137" y="110"/>
                    <a:pt x="137" y="110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5" y="116"/>
                    <a:pt x="125" y="116"/>
                    <a:pt x="125" y="116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37" y="156"/>
                    <a:pt x="137" y="156"/>
                    <a:pt x="137" y="156"/>
                  </a:cubicBezTo>
                  <a:cubicBezTo>
                    <a:pt x="112" y="184"/>
                    <a:pt x="112" y="184"/>
                    <a:pt x="112" y="184"/>
                  </a:cubicBezTo>
                  <a:cubicBezTo>
                    <a:pt x="94" y="182"/>
                    <a:pt x="94" y="182"/>
                    <a:pt x="94" y="182"/>
                  </a:cubicBezTo>
                  <a:cubicBezTo>
                    <a:pt x="88" y="196"/>
                    <a:pt x="88" y="196"/>
                    <a:pt x="88" y="196"/>
                  </a:cubicBezTo>
                  <a:cubicBezTo>
                    <a:pt x="81" y="226"/>
                    <a:pt x="81" y="226"/>
                    <a:pt x="81" y="226"/>
                  </a:cubicBezTo>
                  <a:cubicBezTo>
                    <a:pt x="57" y="224"/>
                    <a:pt x="57" y="224"/>
                    <a:pt x="57" y="224"/>
                  </a:cubicBezTo>
                  <a:cubicBezTo>
                    <a:pt x="44" y="212"/>
                    <a:pt x="44" y="212"/>
                    <a:pt x="44" y="212"/>
                  </a:cubicBezTo>
                  <a:cubicBezTo>
                    <a:pt x="37" y="212"/>
                    <a:pt x="37" y="212"/>
                    <a:pt x="37" y="212"/>
                  </a:cubicBezTo>
                  <a:cubicBezTo>
                    <a:pt x="32" y="206"/>
                    <a:pt x="32" y="206"/>
                    <a:pt x="32" y="206"/>
                  </a:cubicBezTo>
                  <a:cubicBezTo>
                    <a:pt x="10" y="199"/>
                    <a:pt x="10" y="199"/>
                    <a:pt x="10" y="199"/>
                  </a:cubicBezTo>
                  <a:cubicBezTo>
                    <a:pt x="10" y="200"/>
                    <a:pt x="10" y="200"/>
                    <a:pt x="10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7" y="239"/>
                    <a:pt x="7" y="239"/>
                    <a:pt x="7" y="239"/>
                  </a:cubicBezTo>
                  <a:cubicBezTo>
                    <a:pt x="23" y="250"/>
                    <a:pt x="23" y="250"/>
                    <a:pt x="23" y="250"/>
                  </a:cubicBezTo>
                  <a:cubicBezTo>
                    <a:pt x="16" y="263"/>
                    <a:pt x="16" y="263"/>
                    <a:pt x="16" y="263"/>
                  </a:cubicBezTo>
                  <a:cubicBezTo>
                    <a:pt x="15" y="279"/>
                    <a:pt x="15" y="279"/>
                    <a:pt x="15" y="279"/>
                  </a:cubicBezTo>
                  <a:cubicBezTo>
                    <a:pt x="17" y="313"/>
                    <a:pt x="17" y="313"/>
                    <a:pt x="17" y="313"/>
                  </a:cubicBezTo>
                  <a:cubicBezTo>
                    <a:pt x="10" y="351"/>
                    <a:pt x="10" y="351"/>
                    <a:pt x="10" y="351"/>
                  </a:cubicBezTo>
                  <a:cubicBezTo>
                    <a:pt x="9" y="370"/>
                    <a:pt x="9" y="370"/>
                    <a:pt x="9" y="370"/>
                  </a:cubicBezTo>
                  <a:cubicBezTo>
                    <a:pt x="15" y="367"/>
                    <a:pt x="15" y="367"/>
                    <a:pt x="15" y="367"/>
                  </a:cubicBezTo>
                  <a:cubicBezTo>
                    <a:pt x="22" y="378"/>
                    <a:pt x="22" y="378"/>
                    <a:pt x="22" y="378"/>
                  </a:cubicBezTo>
                  <a:cubicBezTo>
                    <a:pt x="70" y="378"/>
                    <a:pt x="70" y="378"/>
                    <a:pt x="70" y="378"/>
                  </a:cubicBezTo>
                  <a:cubicBezTo>
                    <a:pt x="71" y="378"/>
                    <a:pt x="71" y="378"/>
                    <a:pt x="71" y="378"/>
                  </a:cubicBezTo>
                  <a:cubicBezTo>
                    <a:pt x="110" y="371"/>
                    <a:pt x="110" y="371"/>
                    <a:pt x="110" y="371"/>
                  </a:cubicBezTo>
                  <a:cubicBezTo>
                    <a:pt x="109" y="362"/>
                    <a:pt x="109" y="362"/>
                    <a:pt x="109" y="36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14" y="307"/>
                    <a:pt x="114" y="307"/>
                    <a:pt x="114" y="307"/>
                  </a:cubicBezTo>
                  <a:cubicBezTo>
                    <a:pt x="121" y="275"/>
                    <a:pt x="121" y="275"/>
                    <a:pt x="121" y="275"/>
                  </a:cubicBezTo>
                  <a:cubicBezTo>
                    <a:pt x="136" y="249"/>
                    <a:pt x="136" y="249"/>
                    <a:pt x="136" y="249"/>
                  </a:cubicBezTo>
                  <a:cubicBezTo>
                    <a:pt x="142" y="252"/>
                    <a:pt x="142" y="252"/>
                    <a:pt x="142" y="252"/>
                  </a:cubicBezTo>
                  <a:cubicBezTo>
                    <a:pt x="144" y="264"/>
                    <a:pt x="144" y="264"/>
                    <a:pt x="144" y="264"/>
                  </a:cubicBezTo>
                  <a:cubicBezTo>
                    <a:pt x="156" y="264"/>
                    <a:pt x="156" y="264"/>
                    <a:pt x="156" y="264"/>
                  </a:cubicBezTo>
                  <a:cubicBezTo>
                    <a:pt x="158" y="270"/>
                    <a:pt x="158" y="270"/>
                    <a:pt x="158" y="270"/>
                  </a:cubicBezTo>
                  <a:cubicBezTo>
                    <a:pt x="170" y="275"/>
                    <a:pt x="170" y="275"/>
                    <a:pt x="170" y="275"/>
                  </a:cubicBezTo>
                  <a:cubicBezTo>
                    <a:pt x="179" y="273"/>
                    <a:pt x="179" y="273"/>
                    <a:pt x="179" y="273"/>
                  </a:cubicBezTo>
                  <a:cubicBezTo>
                    <a:pt x="182" y="267"/>
                    <a:pt x="182" y="267"/>
                    <a:pt x="182" y="267"/>
                  </a:cubicBezTo>
                  <a:cubicBezTo>
                    <a:pt x="194" y="254"/>
                    <a:pt x="194" y="254"/>
                    <a:pt x="194" y="254"/>
                  </a:cubicBezTo>
                  <a:cubicBezTo>
                    <a:pt x="216" y="252"/>
                    <a:pt x="216" y="252"/>
                    <a:pt x="216" y="252"/>
                  </a:cubicBezTo>
                  <a:cubicBezTo>
                    <a:pt x="225" y="242"/>
                    <a:pt x="225" y="242"/>
                    <a:pt x="225" y="242"/>
                  </a:cubicBezTo>
                  <a:cubicBezTo>
                    <a:pt x="222" y="231"/>
                    <a:pt x="222" y="231"/>
                    <a:pt x="222" y="231"/>
                  </a:cubicBezTo>
                  <a:cubicBezTo>
                    <a:pt x="232" y="227"/>
                    <a:pt x="232" y="227"/>
                    <a:pt x="232" y="227"/>
                  </a:cubicBezTo>
                  <a:cubicBezTo>
                    <a:pt x="230" y="219"/>
                    <a:pt x="230" y="219"/>
                    <a:pt x="230" y="219"/>
                  </a:cubicBezTo>
                  <a:cubicBezTo>
                    <a:pt x="256" y="222"/>
                    <a:pt x="256" y="222"/>
                    <a:pt x="256" y="222"/>
                  </a:cubicBezTo>
                  <a:cubicBezTo>
                    <a:pt x="267" y="237"/>
                    <a:pt x="267" y="237"/>
                    <a:pt x="267" y="237"/>
                  </a:cubicBezTo>
                  <a:cubicBezTo>
                    <a:pt x="295" y="230"/>
                    <a:pt x="295" y="230"/>
                    <a:pt x="295" y="230"/>
                  </a:cubicBezTo>
                  <a:cubicBezTo>
                    <a:pt x="297" y="214"/>
                    <a:pt x="297" y="214"/>
                    <a:pt x="297" y="214"/>
                  </a:cubicBezTo>
                  <a:cubicBezTo>
                    <a:pt x="292" y="202"/>
                    <a:pt x="292" y="202"/>
                    <a:pt x="292" y="202"/>
                  </a:cubicBezTo>
                  <a:cubicBezTo>
                    <a:pt x="278" y="194"/>
                    <a:pt x="278" y="194"/>
                    <a:pt x="278" y="194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73" y="178"/>
                    <a:pt x="273" y="178"/>
                    <a:pt x="273" y="178"/>
                  </a:cubicBezTo>
                  <a:cubicBezTo>
                    <a:pt x="293" y="173"/>
                    <a:pt x="293" y="173"/>
                    <a:pt x="293" y="173"/>
                  </a:cubicBezTo>
                  <a:cubicBezTo>
                    <a:pt x="299" y="178"/>
                    <a:pt x="299" y="178"/>
                    <a:pt x="299" y="178"/>
                  </a:cubicBezTo>
                  <a:cubicBezTo>
                    <a:pt x="305" y="177"/>
                    <a:pt x="305" y="177"/>
                    <a:pt x="305" y="177"/>
                  </a:cubicBezTo>
                  <a:cubicBezTo>
                    <a:pt x="309" y="172"/>
                    <a:pt x="309" y="172"/>
                    <a:pt x="309" y="172"/>
                  </a:cubicBezTo>
                  <a:cubicBezTo>
                    <a:pt x="335" y="163"/>
                    <a:pt x="335" y="163"/>
                    <a:pt x="335" y="163"/>
                  </a:cubicBezTo>
                  <a:cubicBezTo>
                    <a:pt x="341" y="156"/>
                    <a:pt x="341" y="156"/>
                    <a:pt x="341" y="156"/>
                  </a:cubicBezTo>
                  <a:cubicBezTo>
                    <a:pt x="352" y="163"/>
                    <a:pt x="352" y="163"/>
                    <a:pt x="352" y="163"/>
                  </a:cubicBezTo>
                  <a:cubicBezTo>
                    <a:pt x="360" y="174"/>
                    <a:pt x="360" y="174"/>
                    <a:pt x="360" y="174"/>
                  </a:cubicBezTo>
                  <a:cubicBezTo>
                    <a:pt x="363" y="174"/>
                    <a:pt x="363" y="174"/>
                    <a:pt x="363" y="174"/>
                  </a:cubicBezTo>
                  <a:cubicBezTo>
                    <a:pt x="373" y="174"/>
                    <a:pt x="373" y="174"/>
                    <a:pt x="373" y="174"/>
                  </a:cubicBezTo>
                  <a:cubicBezTo>
                    <a:pt x="377" y="157"/>
                    <a:pt x="377" y="157"/>
                    <a:pt x="377" y="157"/>
                  </a:cubicBezTo>
                  <a:cubicBezTo>
                    <a:pt x="367" y="145"/>
                    <a:pt x="367" y="145"/>
                    <a:pt x="367" y="145"/>
                  </a:cubicBezTo>
                  <a:cubicBezTo>
                    <a:pt x="369" y="123"/>
                    <a:pt x="369" y="123"/>
                    <a:pt x="369" y="123"/>
                  </a:cubicBezTo>
                  <a:cubicBezTo>
                    <a:pt x="376" y="112"/>
                    <a:pt x="376" y="112"/>
                    <a:pt x="376" y="112"/>
                  </a:cubicBezTo>
                  <a:cubicBezTo>
                    <a:pt x="360" y="104"/>
                    <a:pt x="360" y="104"/>
                    <a:pt x="360" y="104"/>
                  </a:cubicBezTo>
                  <a:cubicBezTo>
                    <a:pt x="377" y="90"/>
                    <a:pt x="377" y="90"/>
                    <a:pt x="377" y="90"/>
                  </a:cubicBezTo>
                  <a:cubicBezTo>
                    <a:pt x="382" y="70"/>
                    <a:pt x="382" y="70"/>
                    <a:pt x="382" y="70"/>
                  </a:cubicBezTo>
                  <a:cubicBezTo>
                    <a:pt x="374" y="64"/>
                    <a:pt x="374" y="64"/>
                    <a:pt x="374" y="64"/>
                  </a:cubicBezTo>
                  <a:cubicBezTo>
                    <a:pt x="380" y="38"/>
                    <a:pt x="380" y="38"/>
                    <a:pt x="380" y="38"/>
                  </a:cubicBezTo>
                  <a:cubicBezTo>
                    <a:pt x="388" y="16"/>
                    <a:pt x="388" y="16"/>
                    <a:pt x="388" y="16"/>
                  </a:cubicBezTo>
                  <a:cubicBezTo>
                    <a:pt x="388" y="16"/>
                    <a:pt x="388" y="16"/>
                    <a:pt x="388" y="16"/>
                  </a:cubicBezTo>
                  <a:cubicBezTo>
                    <a:pt x="246" y="16"/>
                    <a:pt x="246" y="16"/>
                    <a:pt x="246" y="16"/>
                  </a:cubicBezTo>
                  <a:lnTo>
                    <a:pt x="237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16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4" name="Google Shape;314;p38">
              <a:extLst>
                <a:ext uri="{FF2B5EF4-FFF2-40B4-BE49-F238E27FC236}">
                  <a16:creationId xmlns="" xmlns:a16="http://schemas.microsoft.com/office/drawing/2014/main" id="{422F1B16-3DC7-76EF-B32E-A625B51B6088}"/>
                </a:ext>
              </a:extLst>
            </p:cNvPr>
            <p:cNvSpPr/>
            <p:nvPr/>
          </p:nvSpPr>
          <p:spPr>
            <a:xfrm>
              <a:off x="5003800" y="4362450"/>
              <a:ext cx="1169988" cy="909638"/>
            </a:xfrm>
            <a:custGeom>
              <a:avLst/>
              <a:gdLst/>
              <a:ahLst/>
              <a:cxnLst/>
              <a:rect l="l" t="t" r="r" b="b"/>
              <a:pathLst>
                <a:path w="737" h="573" extrusionOk="0">
                  <a:moveTo>
                    <a:pt x="55" y="0"/>
                  </a:moveTo>
                  <a:lnTo>
                    <a:pt x="43" y="30"/>
                  </a:lnTo>
                  <a:lnTo>
                    <a:pt x="35" y="64"/>
                  </a:lnTo>
                  <a:lnTo>
                    <a:pt x="46" y="72"/>
                  </a:lnTo>
                  <a:lnTo>
                    <a:pt x="39" y="98"/>
                  </a:lnTo>
                  <a:lnTo>
                    <a:pt x="17" y="117"/>
                  </a:lnTo>
                  <a:lnTo>
                    <a:pt x="38" y="127"/>
                  </a:lnTo>
                  <a:lnTo>
                    <a:pt x="29" y="142"/>
                  </a:lnTo>
                  <a:lnTo>
                    <a:pt x="26" y="171"/>
                  </a:lnTo>
                  <a:lnTo>
                    <a:pt x="39" y="187"/>
                  </a:lnTo>
                  <a:lnTo>
                    <a:pt x="34" y="209"/>
                  </a:lnTo>
                  <a:lnTo>
                    <a:pt x="21" y="209"/>
                  </a:lnTo>
                  <a:lnTo>
                    <a:pt x="24" y="217"/>
                  </a:lnTo>
                  <a:lnTo>
                    <a:pt x="0" y="256"/>
                  </a:lnTo>
                  <a:lnTo>
                    <a:pt x="9" y="277"/>
                  </a:lnTo>
                  <a:lnTo>
                    <a:pt x="17" y="293"/>
                  </a:lnTo>
                  <a:lnTo>
                    <a:pt x="22" y="322"/>
                  </a:lnTo>
                  <a:lnTo>
                    <a:pt x="74" y="344"/>
                  </a:lnTo>
                  <a:lnTo>
                    <a:pt x="83" y="360"/>
                  </a:lnTo>
                  <a:lnTo>
                    <a:pt x="68" y="383"/>
                  </a:lnTo>
                  <a:lnTo>
                    <a:pt x="88" y="404"/>
                  </a:lnTo>
                  <a:lnTo>
                    <a:pt x="112" y="410"/>
                  </a:lnTo>
                  <a:lnTo>
                    <a:pt x="179" y="425"/>
                  </a:lnTo>
                  <a:lnTo>
                    <a:pt x="209" y="409"/>
                  </a:lnTo>
                  <a:lnTo>
                    <a:pt x="263" y="405"/>
                  </a:lnTo>
                  <a:lnTo>
                    <a:pt x="272" y="416"/>
                  </a:lnTo>
                  <a:lnTo>
                    <a:pt x="274" y="460"/>
                  </a:lnTo>
                  <a:lnTo>
                    <a:pt x="308" y="472"/>
                  </a:lnTo>
                  <a:lnTo>
                    <a:pt x="321" y="489"/>
                  </a:lnTo>
                  <a:lnTo>
                    <a:pt x="306" y="517"/>
                  </a:lnTo>
                  <a:lnTo>
                    <a:pt x="310" y="518"/>
                  </a:lnTo>
                  <a:lnTo>
                    <a:pt x="333" y="534"/>
                  </a:lnTo>
                  <a:lnTo>
                    <a:pt x="346" y="556"/>
                  </a:lnTo>
                  <a:lnTo>
                    <a:pt x="355" y="558"/>
                  </a:lnTo>
                  <a:lnTo>
                    <a:pt x="374" y="529"/>
                  </a:lnTo>
                  <a:lnTo>
                    <a:pt x="389" y="529"/>
                  </a:lnTo>
                  <a:lnTo>
                    <a:pt x="403" y="535"/>
                  </a:lnTo>
                  <a:lnTo>
                    <a:pt x="405" y="526"/>
                  </a:lnTo>
                  <a:lnTo>
                    <a:pt x="406" y="464"/>
                  </a:lnTo>
                  <a:lnTo>
                    <a:pt x="392" y="446"/>
                  </a:lnTo>
                  <a:lnTo>
                    <a:pt x="403" y="435"/>
                  </a:lnTo>
                  <a:lnTo>
                    <a:pt x="420" y="435"/>
                  </a:lnTo>
                  <a:lnTo>
                    <a:pt x="439" y="442"/>
                  </a:lnTo>
                  <a:lnTo>
                    <a:pt x="462" y="481"/>
                  </a:lnTo>
                  <a:lnTo>
                    <a:pt x="471" y="485"/>
                  </a:lnTo>
                  <a:lnTo>
                    <a:pt x="487" y="468"/>
                  </a:lnTo>
                  <a:lnTo>
                    <a:pt x="499" y="467"/>
                  </a:lnTo>
                  <a:lnTo>
                    <a:pt x="528" y="456"/>
                  </a:lnTo>
                  <a:lnTo>
                    <a:pt x="562" y="454"/>
                  </a:lnTo>
                  <a:lnTo>
                    <a:pt x="578" y="472"/>
                  </a:lnTo>
                  <a:lnTo>
                    <a:pt x="601" y="475"/>
                  </a:lnTo>
                  <a:lnTo>
                    <a:pt x="608" y="498"/>
                  </a:lnTo>
                  <a:lnTo>
                    <a:pt x="593" y="521"/>
                  </a:lnTo>
                  <a:lnTo>
                    <a:pt x="585" y="541"/>
                  </a:lnTo>
                  <a:lnTo>
                    <a:pt x="585" y="543"/>
                  </a:lnTo>
                  <a:lnTo>
                    <a:pt x="733" y="523"/>
                  </a:lnTo>
                  <a:lnTo>
                    <a:pt x="737" y="508"/>
                  </a:lnTo>
                  <a:lnTo>
                    <a:pt x="699" y="466"/>
                  </a:lnTo>
                  <a:lnTo>
                    <a:pt x="691" y="467"/>
                  </a:lnTo>
                  <a:lnTo>
                    <a:pt x="687" y="444"/>
                  </a:lnTo>
                  <a:lnTo>
                    <a:pt x="679" y="433"/>
                  </a:lnTo>
                  <a:lnTo>
                    <a:pt x="679" y="413"/>
                  </a:lnTo>
                  <a:lnTo>
                    <a:pt x="671" y="384"/>
                  </a:lnTo>
                  <a:lnTo>
                    <a:pt x="655" y="355"/>
                  </a:lnTo>
                  <a:lnTo>
                    <a:pt x="629" y="339"/>
                  </a:lnTo>
                  <a:lnTo>
                    <a:pt x="610" y="335"/>
                  </a:lnTo>
                  <a:lnTo>
                    <a:pt x="584" y="300"/>
                  </a:lnTo>
                  <a:lnTo>
                    <a:pt x="562" y="264"/>
                  </a:lnTo>
                  <a:lnTo>
                    <a:pt x="563" y="251"/>
                  </a:lnTo>
                  <a:lnTo>
                    <a:pt x="554" y="247"/>
                  </a:lnTo>
                  <a:lnTo>
                    <a:pt x="550" y="231"/>
                  </a:lnTo>
                  <a:lnTo>
                    <a:pt x="546" y="221"/>
                  </a:lnTo>
                  <a:lnTo>
                    <a:pt x="537" y="198"/>
                  </a:lnTo>
                  <a:lnTo>
                    <a:pt x="530" y="189"/>
                  </a:lnTo>
                  <a:lnTo>
                    <a:pt x="518" y="180"/>
                  </a:lnTo>
                  <a:lnTo>
                    <a:pt x="518" y="162"/>
                  </a:lnTo>
                  <a:lnTo>
                    <a:pt x="530" y="150"/>
                  </a:lnTo>
                  <a:lnTo>
                    <a:pt x="539" y="139"/>
                  </a:lnTo>
                  <a:lnTo>
                    <a:pt x="543" y="110"/>
                  </a:lnTo>
                  <a:lnTo>
                    <a:pt x="547" y="113"/>
                  </a:lnTo>
                  <a:lnTo>
                    <a:pt x="545" y="100"/>
                  </a:lnTo>
                  <a:lnTo>
                    <a:pt x="524" y="71"/>
                  </a:lnTo>
                  <a:lnTo>
                    <a:pt x="510" y="42"/>
                  </a:lnTo>
                  <a:lnTo>
                    <a:pt x="505" y="25"/>
                  </a:lnTo>
                  <a:lnTo>
                    <a:pt x="505" y="12"/>
                  </a:lnTo>
                  <a:lnTo>
                    <a:pt x="55" y="0"/>
                  </a:lnTo>
                  <a:close/>
                  <a:moveTo>
                    <a:pt x="201" y="538"/>
                  </a:moveTo>
                  <a:lnTo>
                    <a:pt x="184" y="573"/>
                  </a:lnTo>
                  <a:lnTo>
                    <a:pt x="184" y="573"/>
                  </a:lnTo>
                  <a:lnTo>
                    <a:pt x="201" y="538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5" name="Google Shape;315;p38">
              <a:extLst>
                <a:ext uri="{FF2B5EF4-FFF2-40B4-BE49-F238E27FC236}">
                  <a16:creationId xmlns="" xmlns:a16="http://schemas.microsoft.com/office/drawing/2014/main" id="{6DD2791D-2BB4-7B13-5E7E-8C445418E9D7}"/>
                </a:ext>
              </a:extLst>
            </p:cNvPr>
            <p:cNvSpPr/>
            <p:nvPr/>
          </p:nvSpPr>
          <p:spPr>
            <a:xfrm>
              <a:off x="5248275" y="3536950"/>
              <a:ext cx="627063" cy="846137"/>
            </a:xfrm>
            <a:custGeom>
              <a:avLst/>
              <a:gdLst/>
              <a:ahLst/>
              <a:cxnLst/>
              <a:rect l="l" t="t" r="r" b="b"/>
              <a:pathLst>
                <a:path w="300" h="405" extrusionOk="0">
                  <a:moveTo>
                    <a:pt x="261" y="0"/>
                  </a:moveTo>
                  <a:cubicBezTo>
                    <a:pt x="253" y="10"/>
                    <a:pt x="253" y="10"/>
                    <a:pt x="253" y="10"/>
                  </a:cubicBezTo>
                  <a:cubicBezTo>
                    <a:pt x="223" y="15"/>
                    <a:pt x="223" y="15"/>
                    <a:pt x="223" y="15"/>
                  </a:cubicBezTo>
                  <a:cubicBezTo>
                    <a:pt x="217" y="27"/>
                    <a:pt x="217" y="27"/>
                    <a:pt x="217" y="27"/>
                  </a:cubicBezTo>
                  <a:cubicBezTo>
                    <a:pt x="200" y="33"/>
                    <a:pt x="200" y="33"/>
                    <a:pt x="200" y="33"/>
                  </a:cubicBezTo>
                  <a:cubicBezTo>
                    <a:pt x="185" y="20"/>
                    <a:pt x="185" y="20"/>
                    <a:pt x="185" y="20"/>
                  </a:cubicBezTo>
                  <a:cubicBezTo>
                    <a:pt x="180" y="44"/>
                    <a:pt x="180" y="44"/>
                    <a:pt x="180" y="44"/>
                  </a:cubicBezTo>
                  <a:cubicBezTo>
                    <a:pt x="161" y="49"/>
                    <a:pt x="161" y="49"/>
                    <a:pt x="161" y="49"/>
                  </a:cubicBezTo>
                  <a:cubicBezTo>
                    <a:pt x="117" y="46"/>
                    <a:pt x="117" y="46"/>
                    <a:pt x="117" y="46"/>
                  </a:cubicBezTo>
                  <a:cubicBezTo>
                    <a:pt x="117" y="46"/>
                    <a:pt x="110" y="41"/>
                    <a:pt x="104" y="36"/>
                  </a:cubicBezTo>
                  <a:cubicBezTo>
                    <a:pt x="106" y="42"/>
                    <a:pt x="106" y="42"/>
                    <a:pt x="106" y="42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33" y="77"/>
                    <a:pt x="33" y="77"/>
                    <a:pt x="33" y="77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9" y="142"/>
                    <a:pt x="9" y="142"/>
                    <a:pt x="9" y="142"/>
                  </a:cubicBezTo>
                  <a:cubicBezTo>
                    <a:pt x="25" y="158"/>
                    <a:pt x="25" y="158"/>
                    <a:pt x="25" y="158"/>
                  </a:cubicBezTo>
                  <a:cubicBezTo>
                    <a:pt x="30" y="186"/>
                    <a:pt x="30" y="186"/>
                    <a:pt x="30" y="186"/>
                  </a:cubicBezTo>
                  <a:cubicBezTo>
                    <a:pt x="30" y="230"/>
                    <a:pt x="30" y="230"/>
                    <a:pt x="30" y="230"/>
                  </a:cubicBezTo>
                  <a:cubicBezTo>
                    <a:pt x="30" y="230"/>
                    <a:pt x="22" y="260"/>
                    <a:pt x="26" y="260"/>
                  </a:cubicBezTo>
                  <a:cubicBezTo>
                    <a:pt x="31" y="260"/>
                    <a:pt x="47" y="270"/>
                    <a:pt x="47" y="270"/>
                  </a:cubicBezTo>
                  <a:cubicBezTo>
                    <a:pt x="85" y="277"/>
                    <a:pt x="85" y="277"/>
                    <a:pt x="85" y="277"/>
                  </a:cubicBezTo>
                  <a:cubicBezTo>
                    <a:pt x="109" y="277"/>
                    <a:pt x="109" y="277"/>
                    <a:pt x="109" y="277"/>
                  </a:cubicBezTo>
                  <a:cubicBezTo>
                    <a:pt x="119" y="294"/>
                    <a:pt x="119" y="294"/>
                    <a:pt x="119" y="294"/>
                  </a:cubicBezTo>
                  <a:cubicBezTo>
                    <a:pt x="135" y="298"/>
                    <a:pt x="135" y="298"/>
                    <a:pt x="135" y="298"/>
                  </a:cubicBezTo>
                  <a:cubicBezTo>
                    <a:pt x="149" y="303"/>
                    <a:pt x="149" y="303"/>
                    <a:pt x="149" y="303"/>
                  </a:cubicBezTo>
                  <a:cubicBezTo>
                    <a:pt x="158" y="297"/>
                    <a:pt x="158" y="297"/>
                    <a:pt x="158" y="297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202" y="342"/>
                    <a:pt x="202" y="342"/>
                    <a:pt x="202" y="342"/>
                  </a:cubicBezTo>
                  <a:cubicBezTo>
                    <a:pt x="225" y="402"/>
                    <a:pt x="225" y="402"/>
                    <a:pt x="225" y="402"/>
                  </a:cubicBezTo>
                  <a:cubicBezTo>
                    <a:pt x="226" y="403"/>
                    <a:pt x="226" y="403"/>
                    <a:pt x="226" y="403"/>
                  </a:cubicBezTo>
                  <a:cubicBezTo>
                    <a:pt x="296" y="405"/>
                    <a:pt x="296" y="405"/>
                    <a:pt x="296" y="405"/>
                  </a:cubicBezTo>
                  <a:cubicBezTo>
                    <a:pt x="296" y="362"/>
                    <a:pt x="296" y="362"/>
                    <a:pt x="296" y="362"/>
                  </a:cubicBezTo>
                  <a:cubicBezTo>
                    <a:pt x="300" y="326"/>
                    <a:pt x="300" y="326"/>
                    <a:pt x="300" y="326"/>
                  </a:cubicBezTo>
                  <a:cubicBezTo>
                    <a:pt x="295" y="290"/>
                    <a:pt x="295" y="290"/>
                    <a:pt x="295" y="290"/>
                  </a:cubicBezTo>
                  <a:cubicBezTo>
                    <a:pt x="284" y="275"/>
                    <a:pt x="284" y="275"/>
                    <a:pt x="284" y="275"/>
                  </a:cubicBezTo>
                  <a:cubicBezTo>
                    <a:pt x="283" y="251"/>
                    <a:pt x="283" y="251"/>
                    <a:pt x="283" y="251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84" y="165"/>
                    <a:pt x="284" y="165"/>
                    <a:pt x="284" y="165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57" y="144"/>
                    <a:pt x="257" y="144"/>
                    <a:pt x="257" y="144"/>
                  </a:cubicBezTo>
                  <a:cubicBezTo>
                    <a:pt x="258" y="131"/>
                    <a:pt x="258" y="131"/>
                    <a:pt x="258" y="131"/>
                  </a:cubicBezTo>
                  <a:cubicBezTo>
                    <a:pt x="245" y="124"/>
                    <a:pt x="245" y="124"/>
                    <a:pt x="245" y="124"/>
                  </a:cubicBezTo>
                  <a:cubicBezTo>
                    <a:pt x="240" y="107"/>
                    <a:pt x="240" y="107"/>
                    <a:pt x="240" y="107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50" y="80"/>
                    <a:pt x="250" y="80"/>
                    <a:pt x="250" y="80"/>
                  </a:cubicBezTo>
                  <a:cubicBezTo>
                    <a:pt x="264" y="79"/>
                    <a:pt x="264" y="79"/>
                    <a:pt x="264" y="79"/>
                  </a:cubicBezTo>
                  <a:cubicBezTo>
                    <a:pt x="277" y="61"/>
                    <a:pt x="277" y="61"/>
                    <a:pt x="277" y="61"/>
                  </a:cubicBezTo>
                  <a:cubicBezTo>
                    <a:pt x="269" y="36"/>
                    <a:pt x="269" y="36"/>
                    <a:pt x="269" y="36"/>
                  </a:cubicBezTo>
                  <a:cubicBezTo>
                    <a:pt x="277" y="11"/>
                    <a:pt x="277" y="11"/>
                    <a:pt x="277" y="11"/>
                  </a:cubicBezTo>
                  <a:lnTo>
                    <a:pt x="261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26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6" name="Google Shape;316;p38">
              <a:extLst>
                <a:ext uri="{FF2B5EF4-FFF2-40B4-BE49-F238E27FC236}">
                  <a16:creationId xmlns="" xmlns:a16="http://schemas.microsoft.com/office/drawing/2014/main" id="{F778866C-CAC3-FC2B-DFFA-2F68B1F3C88C}"/>
                </a:ext>
              </a:extLst>
            </p:cNvPr>
            <p:cNvSpPr/>
            <p:nvPr/>
          </p:nvSpPr>
          <p:spPr>
            <a:xfrm>
              <a:off x="4638675" y="3136900"/>
              <a:ext cx="1081088" cy="1241424"/>
            </a:xfrm>
            <a:custGeom>
              <a:avLst/>
              <a:gdLst/>
              <a:ahLst/>
              <a:cxnLst/>
              <a:rect l="l" t="t" r="r" b="b"/>
              <a:pathLst>
                <a:path w="518" h="594" extrusionOk="0">
                  <a:moveTo>
                    <a:pt x="207" y="0"/>
                  </a:moveTo>
                  <a:cubicBezTo>
                    <a:pt x="200" y="10"/>
                    <a:pt x="200" y="10"/>
                    <a:pt x="200" y="10"/>
                  </a:cubicBezTo>
                  <a:cubicBezTo>
                    <a:pt x="216" y="25"/>
                    <a:pt x="216" y="25"/>
                    <a:pt x="216" y="25"/>
                  </a:cubicBezTo>
                  <a:cubicBezTo>
                    <a:pt x="217" y="33"/>
                    <a:pt x="217" y="33"/>
                    <a:pt x="217" y="33"/>
                  </a:cubicBezTo>
                  <a:cubicBezTo>
                    <a:pt x="226" y="51"/>
                    <a:pt x="226" y="51"/>
                    <a:pt x="226" y="51"/>
                  </a:cubicBezTo>
                  <a:cubicBezTo>
                    <a:pt x="220" y="65"/>
                    <a:pt x="220" y="65"/>
                    <a:pt x="220" y="65"/>
                  </a:cubicBezTo>
                  <a:cubicBezTo>
                    <a:pt x="222" y="94"/>
                    <a:pt x="222" y="94"/>
                    <a:pt x="222" y="94"/>
                  </a:cubicBezTo>
                  <a:cubicBezTo>
                    <a:pt x="206" y="100"/>
                    <a:pt x="206" y="100"/>
                    <a:pt x="206" y="100"/>
                  </a:cubicBezTo>
                  <a:cubicBezTo>
                    <a:pt x="199" y="124"/>
                    <a:pt x="199" y="124"/>
                    <a:pt x="199" y="124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194" y="156"/>
                    <a:pt x="194" y="156"/>
                    <a:pt x="194" y="156"/>
                  </a:cubicBezTo>
                  <a:cubicBezTo>
                    <a:pt x="183" y="162"/>
                    <a:pt x="183" y="162"/>
                    <a:pt x="183" y="162"/>
                  </a:cubicBezTo>
                  <a:cubicBezTo>
                    <a:pt x="171" y="154"/>
                    <a:pt x="171" y="154"/>
                    <a:pt x="171" y="154"/>
                  </a:cubicBezTo>
                  <a:cubicBezTo>
                    <a:pt x="170" y="204"/>
                    <a:pt x="170" y="204"/>
                    <a:pt x="170" y="204"/>
                  </a:cubicBezTo>
                  <a:cubicBezTo>
                    <a:pt x="151" y="204"/>
                    <a:pt x="151" y="204"/>
                    <a:pt x="151" y="204"/>
                  </a:cubicBezTo>
                  <a:cubicBezTo>
                    <a:pt x="150" y="212"/>
                    <a:pt x="150" y="212"/>
                    <a:pt x="150" y="212"/>
                  </a:cubicBezTo>
                  <a:cubicBezTo>
                    <a:pt x="132" y="216"/>
                    <a:pt x="132" y="216"/>
                    <a:pt x="132" y="216"/>
                  </a:cubicBezTo>
                  <a:cubicBezTo>
                    <a:pt x="115" y="228"/>
                    <a:pt x="115" y="228"/>
                    <a:pt x="115" y="228"/>
                  </a:cubicBezTo>
                  <a:cubicBezTo>
                    <a:pt x="109" y="244"/>
                    <a:pt x="109" y="244"/>
                    <a:pt x="109" y="244"/>
                  </a:cubicBezTo>
                  <a:cubicBezTo>
                    <a:pt x="98" y="249"/>
                    <a:pt x="98" y="249"/>
                    <a:pt x="98" y="249"/>
                  </a:cubicBezTo>
                  <a:cubicBezTo>
                    <a:pt x="84" y="251"/>
                    <a:pt x="84" y="251"/>
                    <a:pt x="84" y="251"/>
                  </a:cubicBezTo>
                  <a:cubicBezTo>
                    <a:pt x="71" y="237"/>
                    <a:pt x="71" y="237"/>
                    <a:pt x="71" y="237"/>
                  </a:cubicBezTo>
                  <a:cubicBezTo>
                    <a:pt x="72" y="222"/>
                    <a:pt x="72" y="222"/>
                    <a:pt x="72" y="222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29" y="276"/>
                    <a:pt x="29" y="276"/>
                    <a:pt x="29" y="276"/>
                  </a:cubicBezTo>
                  <a:cubicBezTo>
                    <a:pt x="74" y="274"/>
                    <a:pt x="74" y="274"/>
                    <a:pt x="74" y="274"/>
                  </a:cubicBezTo>
                  <a:cubicBezTo>
                    <a:pt x="74" y="331"/>
                    <a:pt x="74" y="331"/>
                    <a:pt x="74" y="331"/>
                  </a:cubicBezTo>
                  <a:cubicBezTo>
                    <a:pt x="61" y="373"/>
                    <a:pt x="61" y="373"/>
                    <a:pt x="61" y="373"/>
                  </a:cubicBezTo>
                  <a:cubicBezTo>
                    <a:pt x="39" y="404"/>
                    <a:pt x="39" y="404"/>
                    <a:pt x="39" y="404"/>
                  </a:cubicBezTo>
                  <a:cubicBezTo>
                    <a:pt x="35" y="440"/>
                    <a:pt x="35" y="440"/>
                    <a:pt x="35" y="440"/>
                  </a:cubicBezTo>
                  <a:cubicBezTo>
                    <a:pt x="60" y="470"/>
                    <a:pt x="60" y="470"/>
                    <a:pt x="60" y="470"/>
                  </a:cubicBezTo>
                  <a:cubicBezTo>
                    <a:pt x="66" y="495"/>
                    <a:pt x="66" y="495"/>
                    <a:pt x="66" y="495"/>
                  </a:cubicBezTo>
                  <a:cubicBezTo>
                    <a:pt x="60" y="521"/>
                    <a:pt x="60" y="521"/>
                    <a:pt x="60" y="521"/>
                  </a:cubicBezTo>
                  <a:cubicBezTo>
                    <a:pt x="49" y="544"/>
                    <a:pt x="49" y="544"/>
                    <a:pt x="49" y="544"/>
                  </a:cubicBezTo>
                  <a:cubicBezTo>
                    <a:pt x="74" y="587"/>
                    <a:pt x="74" y="587"/>
                    <a:pt x="74" y="587"/>
                  </a:cubicBezTo>
                  <a:cubicBezTo>
                    <a:pt x="216" y="587"/>
                    <a:pt x="216" y="587"/>
                    <a:pt x="216" y="587"/>
                  </a:cubicBezTo>
                  <a:cubicBezTo>
                    <a:pt x="216" y="587"/>
                    <a:pt x="216" y="587"/>
                    <a:pt x="216" y="587"/>
                  </a:cubicBezTo>
                  <a:cubicBezTo>
                    <a:pt x="217" y="586"/>
                    <a:pt x="217" y="586"/>
                    <a:pt x="217" y="586"/>
                  </a:cubicBezTo>
                  <a:cubicBezTo>
                    <a:pt x="518" y="594"/>
                    <a:pt x="518" y="594"/>
                    <a:pt x="518" y="594"/>
                  </a:cubicBezTo>
                  <a:cubicBezTo>
                    <a:pt x="517" y="593"/>
                    <a:pt x="517" y="593"/>
                    <a:pt x="517" y="593"/>
                  </a:cubicBezTo>
                  <a:cubicBezTo>
                    <a:pt x="494" y="533"/>
                    <a:pt x="494" y="533"/>
                    <a:pt x="494" y="533"/>
                  </a:cubicBezTo>
                  <a:cubicBezTo>
                    <a:pt x="482" y="512"/>
                    <a:pt x="482" y="512"/>
                    <a:pt x="482" y="512"/>
                  </a:cubicBezTo>
                  <a:cubicBezTo>
                    <a:pt x="450" y="488"/>
                    <a:pt x="450" y="488"/>
                    <a:pt x="450" y="488"/>
                  </a:cubicBezTo>
                  <a:cubicBezTo>
                    <a:pt x="441" y="494"/>
                    <a:pt x="441" y="494"/>
                    <a:pt x="441" y="494"/>
                  </a:cubicBezTo>
                  <a:cubicBezTo>
                    <a:pt x="427" y="489"/>
                    <a:pt x="427" y="489"/>
                    <a:pt x="427" y="489"/>
                  </a:cubicBezTo>
                  <a:cubicBezTo>
                    <a:pt x="411" y="485"/>
                    <a:pt x="411" y="485"/>
                    <a:pt x="411" y="485"/>
                  </a:cubicBezTo>
                  <a:cubicBezTo>
                    <a:pt x="401" y="468"/>
                    <a:pt x="401" y="468"/>
                    <a:pt x="401" y="468"/>
                  </a:cubicBezTo>
                  <a:cubicBezTo>
                    <a:pt x="377" y="468"/>
                    <a:pt x="377" y="468"/>
                    <a:pt x="377" y="468"/>
                  </a:cubicBezTo>
                  <a:cubicBezTo>
                    <a:pt x="339" y="461"/>
                    <a:pt x="339" y="461"/>
                    <a:pt x="339" y="461"/>
                  </a:cubicBezTo>
                  <a:cubicBezTo>
                    <a:pt x="339" y="461"/>
                    <a:pt x="323" y="451"/>
                    <a:pt x="318" y="451"/>
                  </a:cubicBezTo>
                  <a:cubicBezTo>
                    <a:pt x="314" y="451"/>
                    <a:pt x="322" y="421"/>
                    <a:pt x="322" y="421"/>
                  </a:cubicBezTo>
                  <a:cubicBezTo>
                    <a:pt x="322" y="377"/>
                    <a:pt x="322" y="377"/>
                    <a:pt x="322" y="377"/>
                  </a:cubicBezTo>
                  <a:cubicBezTo>
                    <a:pt x="317" y="349"/>
                    <a:pt x="317" y="349"/>
                    <a:pt x="317" y="349"/>
                  </a:cubicBezTo>
                  <a:cubicBezTo>
                    <a:pt x="301" y="333"/>
                    <a:pt x="301" y="333"/>
                    <a:pt x="301" y="333"/>
                  </a:cubicBezTo>
                  <a:cubicBezTo>
                    <a:pt x="292" y="290"/>
                    <a:pt x="292" y="290"/>
                    <a:pt x="292" y="290"/>
                  </a:cubicBezTo>
                  <a:cubicBezTo>
                    <a:pt x="298" y="263"/>
                    <a:pt x="298" y="263"/>
                    <a:pt x="298" y="263"/>
                  </a:cubicBezTo>
                  <a:cubicBezTo>
                    <a:pt x="309" y="256"/>
                    <a:pt x="309" y="256"/>
                    <a:pt x="309" y="256"/>
                  </a:cubicBezTo>
                  <a:cubicBezTo>
                    <a:pt x="325" y="268"/>
                    <a:pt x="325" y="268"/>
                    <a:pt x="325" y="268"/>
                  </a:cubicBezTo>
                  <a:cubicBezTo>
                    <a:pt x="348" y="266"/>
                    <a:pt x="348" y="266"/>
                    <a:pt x="348" y="266"/>
                  </a:cubicBezTo>
                  <a:cubicBezTo>
                    <a:pt x="364" y="249"/>
                    <a:pt x="364" y="249"/>
                    <a:pt x="364" y="249"/>
                  </a:cubicBezTo>
                  <a:cubicBezTo>
                    <a:pt x="398" y="233"/>
                    <a:pt x="398" y="233"/>
                    <a:pt x="398" y="233"/>
                  </a:cubicBezTo>
                  <a:cubicBezTo>
                    <a:pt x="389" y="204"/>
                    <a:pt x="389" y="204"/>
                    <a:pt x="389" y="204"/>
                  </a:cubicBezTo>
                  <a:cubicBezTo>
                    <a:pt x="370" y="188"/>
                    <a:pt x="370" y="188"/>
                    <a:pt x="370" y="188"/>
                  </a:cubicBezTo>
                  <a:cubicBezTo>
                    <a:pt x="350" y="162"/>
                    <a:pt x="350" y="162"/>
                    <a:pt x="350" y="162"/>
                  </a:cubicBezTo>
                  <a:cubicBezTo>
                    <a:pt x="346" y="133"/>
                    <a:pt x="346" y="133"/>
                    <a:pt x="346" y="133"/>
                  </a:cubicBezTo>
                  <a:cubicBezTo>
                    <a:pt x="349" y="113"/>
                    <a:pt x="349" y="113"/>
                    <a:pt x="349" y="113"/>
                  </a:cubicBezTo>
                  <a:cubicBezTo>
                    <a:pt x="379" y="105"/>
                    <a:pt x="379" y="105"/>
                    <a:pt x="379" y="105"/>
                  </a:cubicBezTo>
                  <a:cubicBezTo>
                    <a:pt x="408" y="122"/>
                    <a:pt x="408" y="122"/>
                    <a:pt x="408" y="122"/>
                  </a:cubicBezTo>
                  <a:cubicBezTo>
                    <a:pt x="419" y="101"/>
                    <a:pt x="419" y="101"/>
                    <a:pt x="419" y="101"/>
                  </a:cubicBezTo>
                  <a:cubicBezTo>
                    <a:pt x="421" y="69"/>
                    <a:pt x="421" y="69"/>
                    <a:pt x="421" y="69"/>
                  </a:cubicBezTo>
                  <a:cubicBezTo>
                    <a:pt x="394" y="61"/>
                    <a:pt x="394" y="61"/>
                    <a:pt x="394" y="61"/>
                  </a:cubicBezTo>
                  <a:cubicBezTo>
                    <a:pt x="375" y="50"/>
                    <a:pt x="375" y="50"/>
                    <a:pt x="375" y="50"/>
                  </a:cubicBezTo>
                  <a:cubicBezTo>
                    <a:pt x="344" y="50"/>
                    <a:pt x="344" y="50"/>
                    <a:pt x="344" y="50"/>
                  </a:cubicBezTo>
                  <a:cubicBezTo>
                    <a:pt x="326" y="39"/>
                    <a:pt x="326" y="39"/>
                    <a:pt x="326" y="39"/>
                  </a:cubicBezTo>
                  <a:cubicBezTo>
                    <a:pt x="288" y="12"/>
                    <a:pt x="288" y="12"/>
                    <a:pt x="288" y="12"/>
                  </a:cubicBezTo>
                  <a:cubicBezTo>
                    <a:pt x="273" y="25"/>
                    <a:pt x="273" y="25"/>
                    <a:pt x="273" y="25"/>
                  </a:cubicBezTo>
                  <a:cubicBezTo>
                    <a:pt x="242" y="35"/>
                    <a:pt x="242" y="35"/>
                    <a:pt x="242" y="35"/>
                  </a:cubicBezTo>
                  <a:lnTo>
                    <a:pt x="207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17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7" name="Google Shape;317;p38">
              <a:extLst>
                <a:ext uri="{FF2B5EF4-FFF2-40B4-BE49-F238E27FC236}">
                  <a16:creationId xmlns="" xmlns:a16="http://schemas.microsoft.com/office/drawing/2014/main" id="{C43163C4-64A1-EFC0-F11D-DE476C892119}"/>
                </a:ext>
              </a:extLst>
            </p:cNvPr>
            <p:cNvSpPr/>
            <p:nvPr/>
          </p:nvSpPr>
          <p:spPr>
            <a:xfrm>
              <a:off x="5360988" y="2881313"/>
              <a:ext cx="661988" cy="757237"/>
            </a:xfrm>
            <a:custGeom>
              <a:avLst/>
              <a:gdLst/>
              <a:ahLst/>
              <a:cxnLst/>
              <a:rect l="l" t="t" r="r" b="b"/>
              <a:pathLst>
                <a:path w="317" h="363" extrusionOk="0">
                  <a:moveTo>
                    <a:pt x="296" y="0"/>
                  </a:moveTo>
                  <a:cubicBezTo>
                    <a:pt x="285" y="8"/>
                    <a:pt x="285" y="8"/>
                    <a:pt x="285" y="8"/>
                  </a:cubicBezTo>
                  <a:cubicBezTo>
                    <a:pt x="264" y="9"/>
                    <a:pt x="264" y="9"/>
                    <a:pt x="264" y="9"/>
                  </a:cubicBezTo>
                  <a:cubicBezTo>
                    <a:pt x="268" y="17"/>
                    <a:pt x="268" y="17"/>
                    <a:pt x="268" y="17"/>
                  </a:cubicBezTo>
                  <a:cubicBezTo>
                    <a:pt x="246" y="12"/>
                    <a:pt x="246" y="12"/>
                    <a:pt x="246" y="12"/>
                  </a:cubicBezTo>
                  <a:cubicBezTo>
                    <a:pt x="240" y="23"/>
                    <a:pt x="240" y="23"/>
                    <a:pt x="240" y="23"/>
                  </a:cubicBezTo>
                  <a:cubicBezTo>
                    <a:pt x="252" y="31"/>
                    <a:pt x="252" y="31"/>
                    <a:pt x="252" y="31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35" y="34"/>
                    <a:pt x="235" y="34"/>
                    <a:pt x="235" y="34"/>
                  </a:cubicBezTo>
                  <a:cubicBezTo>
                    <a:pt x="229" y="37"/>
                    <a:pt x="229" y="37"/>
                    <a:pt x="229" y="37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198" y="41"/>
                    <a:pt x="198" y="41"/>
                    <a:pt x="198" y="41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3" y="29"/>
                    <a:pt x="93" y="29"/>
                    <a:pt x="93" y="29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51" y="56"/>
                    <a:pt x="51" y="56"/>
                    <a:pt x="51" y="56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82" y="75"/>
                    <a:pt x="82" y="75"/>
                    <a:pt x="82" y="75"/>
                  </a:cubicBezTo>
                  <a:cubicBezTo>
                    <a:pt x="93" y="101"/>
                    <a:pt x="93" y="101"/>
                    <a:pt x="93" y="101"/>
                  </a:cubicBezTo>
                  <a:cubicBezTo>
                    <a:pt x="91" y="141"/>
                    <a:pt x="91" y="141"/>
                    <a:pt x="91" y="141"/>
                  </a:cubicBezTo>
                  <a:cubicBezTo>
                    <a:pt x="71" y="153"/>
                    <a:pt x="71" y="153"/>
                    <a:pt x="71" y="153"/>
                  </a:cubicBezTo>
                  <a:cubicBezTo>
                    <a:pt x="70" y="168"/>
                    <a:pt x="70" y="168"/>
                    <a:pt x="70" y="168"/>
                  </a:cubicBezTo>
                  <a:cubicBezTo>
                    <a:pt x="59" y="172"/>
                    <a:pt x="59" y="172"/>
                    <a:pt x="59" y="172"/>
                  </a:cubicBezTo>
                  <a:cubicBezTo>
                    <a:pt x="49" y="184"/>
                    <a:pt x="49" y="184"/>
                    <a:pt x="49" y="184"/>
                  </a:cubicBezTo>
                  <a:cubicBezTo>
                    <a:pt x="75" y="192"/>
                    <a:pt x="75" y="192"/>
                    <a:pt x="75" y="192"/>
                  </a:cubicBezTo>
                  <a:cubicBezTo>
                    <a:pt x="73" y="224"/>
                    <a:pt x="73" y="224"/>
                    <a:pt x="73" y="224"/>
                  </a:cubicBezTo>
                  <a:cubicBezTo>
                    <a:pt x="62" y="245"/>
                    <a:pt x="62" y="245"/>
                    <a:pt x="62" y="245"/>
                  </a:cubicBezTo>
                  <a:cubicBezTo>
                    <a:pt x="33" y="228"/>
                    <a:pt x="33" y="228"/>
                    <a:pt x="33" y="228"/>
                  </a:cubicBezTo>
                  <a:cubicBezTo>
                    <a:pt x="3" y="236"/>
                    <a:pt x="3" y="236"/>
                    <a:pt x="3" y="236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4" y="285"/>
                    <a:pt x="4" y="285"/>
                    <a:pt x="4" y="285"/>
                  </a:cubicBezTo>
                  <a:cubicBezTo>
                    <a:pt x="24" y="311"/>
                    <a:pt x="24" y="311"/>
                    <a:pt x="24" y="311"/>
                  </a:cubicBezTo>
                  <a:cubicBezTo>
                    <a:pt x="43" y="327"/>
                    <a:pt x="43" y="327"/>
                    <a:pt x="43" y="327"/>
                  </a:cubicBezTo>
                  <a:cubicBezTo>
                    <a:pt x="50" y="350"/>
                    <a:pt x="50" y="350"/>
                    <a:pt x="50" y="350"/>
                  </a:cubicBezTo>
                  <a:cubicBezTo>
                    <a:pt x="56" y="355"/>
                    <a:pt x="63" y="360"/>
                    <a:pt x="63" y="360"/>
                  </a:cubicBezTo>
                  <a:cubicBezTo>
                    <a:pt x="107" y="363"/>
                    <a:pt x="107" y="363"/>
                    <a:pt x="107" y="363"/>
                  </a:cubicBezTo>
                  <a:cubicBezTo>
                    <a:pt x="126" y="358"/>
                    <a:pt x="126" y="358"/>
                    <a:pt x="126" y="358"/>
                  </a:cubicBezTo>
                  <a:cubicBezTo>
                    <a:pt x="131" y="334"/>
                    <a:pt x="131" y="334"/>
                    <a:pt x="131" y="334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63" y="341"/>
                    <a:pt x="163" y="341"/>
                    <a:pt x="163" y="341"/>
                  </a:cubicBezTo>
                  <a:cubicBezTo>
                    <a:pt x="169" y="329"/>
                    <a:pt x="169" y="329"/>
                    <a:pt x="169" y="329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207" y="314"/>
                    <a:pt x="207" y="314"/>
                    <a:pt x="207" y="314"/>
                  </a:cubicBezTo>
                  <a:cubicBezTo>
                    <a:pt x="221" y="324"/>
                    <a:pt x="221" y="324"/>
                    <a:pt x="221" y="324"/>
                  </a:cubicBezTo>
                  <a:cubicBezTo>
                    <a:pt x="241" y="301"/>
                    <a:pt x="241" y="301"/>
                    <a:pt x="241" y="301"/>
                  </a:cubicBezTo>
                  <a:cubicBezTo>
                    <a:pt x="257" y="294"/>
                    <a:pt x="257" y="294"/>
                    <a:pt x="257" y="294"/>
                  </a:cubicBezTo>
                  <a:cubicBezTo>
                    <a:pt x="273" y="284"/>
                    <a:pt x="273" y="284"/>
                    <a:pt x="273" y="284"/>
                  </a:cubicBezTo>
                  <a:cubicBezTo>
                    <a:pt x="271" y="261"/>
                    <a:pt x="271" y="261"/>
                    <a:pt x="271" y="261"/>
                  </a:cubicBezTo>
                  <a:cubicBezTo>
                    <a:pt x="269" y="239"/>
                    <a:pt x="269" y="239"/>
                    <a:pt x="269" y="239"/>
                  </a:cubicBezTo>
                  <a:cubicBezTo>
                    <a:pt x="274" y="224"/>
                    <a:pt x="274" y="224"/>
                    <a:pt x="274" y="224"/>
                  </a:cubicBezTo>
                  <a:cubicBezTo>
                    <a:pt x="276" y="205"/>
                    <a:pt x="276" y="205"/>
                    <a:pt x="276" y="205"/>
                  </a:cubicBezTo>
                  <a:cubicBezTo>
                    <a:pt x="280" y="188"/>
                    <a:pt x="280" y="188"/>
                    <a:pt x="280" y="188"/>
                  </a:cubicBezTo>
                  <a:cubicBezTo>
                    <a:pt x="279" y="174"/>
                    <a:pt x="279" y="174"/>
                    <a:pt x="279" y="174"/>
                  </a:cubicBezTo>
                  <a:cubicBezTo>
                    <a:pt x="286" y="142"/>
                    <a:pt x="286" y="142"/>
                    <a:pt x="286" y="142"/>
                  </a:cubicBezTo>
                  <a:cubicBezTo>
                    <a:pt x="286" y="118"/>
                    <a:pt x="286" y="118"/>
                    <a:pt x="286" y="118"/>
                  </a:cubicBezTo>
                  <a:cubicBezTo>
                    <a:pt x="286" y="106"/>
                    <a:pt x="286" y="106"/>
                    <a:pt x="286" y="106"/>
                  </a:cubicBezTo>
                  <a:cubicBezTo>
                    <a:pt x="297" y="97"/>
                    <a:pt x="297" y="97"/>
                    <a:pt x="297" y="97"/>
                  </a:cubicBezTo>
                  <a:cubicBezTo>
                    <a:pt x="303" y="77"/>
                    <a:pt x="303" y="77"/>
                    <a:pt x="303" y="77"/>
                  </a:cubicBezTo>
                  <a:cubicBezTo>
                    <a:pt x="317" y="59"/>
                    <a:pt x="317" y="59"/>
                    <a:pt x="317" y="59"/>
                  </a:cubicBezTo>
                  <a:cubicBezTo>
                    <a:pt x="317" y="46"/>
                    <a:pt x="317" y="46"/>
                    <a:pt x="317" y="46"/>
                  </a:cubicBezTo>
                  <a:cubicBezTo>
                    <a:pt x="315" y="22"/>
                    <a:pt x="315" y="22"/>
                    <a:pt x="315" y="22"/>
                  </a:cubicBezTo>
                  <a:cubicBezTo>
                    <a:pt x="313" y="20"/>
                    <a:pt x="313" y="20"/>
                    <a:pt x="313" y="20"/>
                  </a:cubicBezTo>
                  <a:cubicBezTo>
                    <a:pt x="298" y="20"/>
                    <a:pt x="298" y="20"/>
                    <a:pt x="298" y="20"/>
                  </a:cubicBezTo>
                  <a:cubicBezTo>
                    <a:pt x="304" y="4"/>
                    <a:pt x="304" y="4"/>
                    <a:pt x="304" y="4"/>
                  </a:cubicBezTo>
                  <a:lnTo>
                    <a:pt x="296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19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8" name="Google Shape;318;p38">
              <a:extLst>
                <a:ext uri="{FF2B5EF4-FFF2-40B4-BE49-F238E27FC236}">
                  <a16:creationId xmlns="" xmlns:a16="http://schemas.microsoft.com/office/drawing/2014/main" id="{826F437F-194A-195A-2F3C-1556DBDE69E7}"/>
                </a:ext>
              </a:extLst>
            </p:cNvPr>
            <p:cNvSpPr/>
            <p:nvPr/>
          </p:nvSpPr>
          <p:spPr>
            <a:xfrm>
              <a:off x="5375275" y="2201863"/>
              <a:ext cx="973138" cy="771525"/>
            </a:xfrm>
            <a:custGeom>
              <a:avLst/>
              <a:gdLst/>
              <a:ahLst/>
              <a:cxnLst/>
              <a:rect l="l" t="t" r="r" b="b"/>
              <a:pathLst>
                <a:path w="466" h="369" extrusionOk="0">
                  <a:moveTo>
                    <a:pt x="382" y="0"/>
                  </a:moveTo>
                  <a:cubicBezTo>
                    <a:pt x="368" y="1"/>
                    <a:pt x="368" y="1"/>
                    <a:pt x="368" y="1"/>
                  </a:cubicBezTo>
                  <a:cubicBezTo>
                    <a:pt x="349" y="7"/>
                    <a:pt x="349" y="7"/>
                    <a:pt x="349" y="7"/>
                  </a:cubicBezTo>
                  <a:cubicBezTo>
                    <a:pt x="346" y="23"/>
                    <a:pt x="346" y="23"/>
                    <a:pt x="346" y="23"/>
                  </a:cubicBezTo>
                  <a:cubicBezTo>
                    <a:pt x="341" y="45"/>
                    <a:pt x="341" y="45"/>
                    <a:pt x="341" y="45"/>
                  </a:cubicBezTo>
                  <a:cubicBezTo>
                    <a:pt x="341" y="61"/>
                    <a:pt x="341" y="61"/>
                    <a:pt x="341" y="61"/>
                  </a:cubicBezTo>
                  <a:cubicBezTo>
                    <a:pt x="338" y="66"/>
                    <a:pt x="338" y="66"/>
                    <a:pt x="338" y="66"/>
                  </a:cubicBezTo>
                  <a:cubicBezTo>
                    <a:pt x="320" y="67"/>
                    <a:pt x="320" y="67"/>
                    <a:pt x="320" y="67"/>
                  </a:cubicBezTo>
                  <a:cubicBezTo>
                    <a:pt x="313" y="76"/>
                    <a:pt x="313" y="76"/>
                    <a:pt x="313" y="76"/>
                  </a:cubicBezTo>
                  <a:cubicBezTo>
                    <a:pt x="319" y="100"/>
                    <a:pt x="319" y="100"/>
                    <a:pt x="319" y="100"/>
                  </a:cubicBezTo>
                  <a:cubicBezTo>
                    <a:pt x="317" y="136"/>
                    <a:pt x="317" y="136"/>
                    <a:pt x="317" y="136"/>
                  </a:cubicBezTo>
                  <a:cubicBezTo>
                    <a:pt x="317" y="143"/>
                    <a:pt x="317" y="143"/>
                    <a:pt x="317" y="143"/>
                  </a:cubicBezTo>
                  <a:cubicBezTo>
                    <a:pt x="318" y="155"/>
                    <a:pt x="318" y="155"/>
                    <a:pt x="318" y="155"/>
                  </a:cubicBezTo>
                  <a:cubicBezTo>
                    <a:pt x="294" y="165"/>
                    <a:pt x="294" y="165"/>
                    <a:pt x="294" y="165"/>
                  </a:cubicBezTo>
                  <a:cubicBezTo>
                    <a:pt x="284" y="184"/>
                    <a:pt x="284" y="184"/>
                    <a:pt x="284" y="184"/>
                  </a:cubicBezTo>
                  <a:cubicBezTo>
                    <a:pt x="270" y="176"/>
                    <a:pt x="270" y="176"/>
                    <a:pt x="270" y="176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49" y="176"/>
                    <a:pt x="249" y="176"/>
                    <a:pt x="249" y="176"/>
                  </a:cubicBezTo>
                  <a:cubicBezTo>
                    <a:pt x="244" y="164"/>
                    <a:pt x="244" y="164"/>
                    <a:pt x="244" y="164"/>
                  </a:cubicBezTo>
                  <a:cubicBezTo>
                    <a:pt x="255" y="144"/>
                    <a:pt x="255" y="144"/>
                    <a:pt x="255" y="144"/>
                  </a:cubicBezTo>
                  <a:cubicBezTo>
                    <a:pt x="249" y="134"/>
                    <a:pt x="249" y="134"/>
                    <a:pt x="249" y="134"/>
                  </a:cubicBezTo>
                  <a:cubicBezTo>
                    <a:pt x="234" y="149"/>
                    <a:pt x="234" y="149"/>
                    <a:pt x="234" y="149"/>
                  </a:cubicBezTo>
                  <a:cubicBezTo>
                    <a:pt x="218" y="143"/>
                    <a:pt x="218" y="143"/>
                    <a:pt x="218" y="143"/>
                  </a:cubicBezTo>
                  <a:cubicBezTo>
                    <a:pt x="189" y="159"/>
                    <a:pt x="189" y="159"/>
                    <a:pt x="189" y="159"/>
                  </a:cubicBezTo>
                  <a:cubicBezTo>
                    <a:pt x="157" y="155"/>
                    <a:pt x="157" y="155"/>
                    <a:pt x="157" y="155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25" y="157"/>
                    <a:pt x="125" y="157"/>
                    <a:pt x="125" y="157"/>
                  </a:cubicBezTo>
                  <a:cubicBezTo>
                    <a:pt x="112" y="154"/>
                    <a:pt x="112" y="154"/>
                    <a:pt x="112" y="154"/>
                  </a:cubicBezTo>
                  <a:cubicBezTo>
                    <a:pt x="103" y="190"/>
                    <a:pt x="103" y="190"/>
                    <a:pt x="103" y="190"/>
                  </a:cubicBezTo>
                  <a:cubicBezTo>
                    <a:pt x="106" y="216"/>
                    <a:pt x="106" y="216"/>
                    <a:pt x="106" y="216"/>
                  </a:cubicBezTo>
                  <a:cubicBezTo>
                    <a:pt x="96" y="226"/>
                    <a:pt x="96" y="226"/>
                    <a:pt x="96" y="226"/>
                  </a:cubicBezTo>
                  <a:cubicBezTo>
                    <a:pt x="66" y="227"/>
                    <a:pt x="66" y="227"/>
                    <a:pt x="66" y="227"/>
                  </a:cubicBezTo>
                  <a:cubicBezTo>
                    <a:pt x="59" y="234"/>
                    <a:pt x="59" y="234"/>
                    <a:pt x="59" y="234"/>
                  </a:cubicBezTo>
                  <a:cubicBezTo>
                    <a:pt x="48" y="223"/>
                    <a:pt x="48" y="223"/>
                    <a:pt x="48" y="223"/>
                  </a:cubicBezTo>
                  <a:cubicBezTo>
                    <a:pt x="25" y="225"/>
                    <a:pt x="25" y="225"/>
                    <a:pt x="25" y="225"/>
                  </a:cubicBezTo>
                  <a:cubicBezTo>
                    <a:pt x="20" y="229"/>
                    <a:pt x="20" y="229"/>
                    <a:pt x="20" y="229"/>
                  </a:cubicBezTo>
                  <a:cubicBezTo>
                    <a:pt x="33" y="255"/>
                    <a:pt x="33" y="255"/>
                    <a:pt x="33" y="255"/>
                  </a:cubicBezTo>
                  <a:cubicBezTo>
                    <a:pt x="25" y="260"/>
                    <a:pt x="25" y="260"/>
                    <a:pt x="25" y="260"/>
                  </a:cubicBezTo>
                  <a:cubicBezTo>
                    <a:pt x="2" y="254"/>
                    <a:pt x="2" y="254"/>
                    <a:pt x="2" y="254"/>
                  </a:cubicBezTo>
                  <a:cubicBezTo>
                    <a:pt x="2" y="254"/>
                    <a:pt x="0" y="255"/>
                    <a:pt x="0" y="255"/>
                  </a:cubicBezTo>
                  <a:cubicBezTo>
                    <a:pt x="6" y="275"/>
                    <a:pt x="6" y="275"/>
                    <a:pt x="6" y="275"/>
                  </a:cubicBezTo>
                  <a:cubicBezTo>
                    <a:pt x="33" y="290"/>
                    <a:pt x="33" y="290"/>
                    <a:pt x="33" y="290"/>
                  </a:cubicBezTo>
                  <a:cubicBezTo>
                    <a:pt x="35" y="312"/>
                    <a:pt x="35" y="312"/>
                    <a:pt x="35" y="312"/>
                  </a:cubicBezTo>
                  <a:cubicBezTo>
                    <a:pt x="58" y="332"/>
                    <a:pt x="58" y="332"/>
                    <a:pt x="58" y="332"/>
                  </a:cubicBezTo>
                  <a:cubicBezTo>
                    <a:pt x="66" y="356"/>
                    <a:pt x="66" y="356"/>
                    <a:pt x="66" y="356"/>
                  </a:cubicBezTo>
                  <a:cubicBezTo>
                    <a:pt x="66" y="357"/>
                    <a:pt x="66" y="357"/>
                    <a:pt x="66" y="357"/>
                  </a:cubicBezTo>
                  <a:cubicBezTo>
                    <a:pt x="69" y="355"/>
                    <a:pt x="69" y="355"/>
                    <a:pt x="69" y="355"/>
                  </a:cubicBezTo>
                  <a:cubicBezTo>
                    <a:pt x="86" y="354"/>
                    <a:pt x="86" y="354"/>
                    <a:pt x="86" y="354"/>
                  </a:cubicBezTo>
                  <a:cubicBezTo>
                    <a:pt x="101" y="349"/>
                    <a:pt x="101" y="349"/>
                    <a:pt x="101" y="349"/>
                  </a:cubicBezTo>
                  <a:cubicBezTo>
                    <a:pt x="114" y="350"/>
                    <a:pt x="114" y="350"/>
                    <a:pt x="114" y="350"/>
                  </a:cubicBezTo>
                  <a:cubicBezTo>
                    <a:pt x="136" y="369"/>
                    <a:pt x="136" y="369"/>
                    <a:pt x="136" y="369"/>
                  </a:cubicBezTo>
                  <a:cubicBezTo>
                    <a:pt x="173" y="361"/>
                    <a:pt x="173" y="361"/>
                    <a:pt x="173" y="361"/>
                  </a:cubicBezTo>
                  <a:cubicBezTo>
                    <a:pt x="191" y="366"/>
                    <a:pt x="191" y="366"/>
                    <a:pt x="191" y="366"/>
                  </a:cubicBezTo>
                  <a:cubicBezTo>
                    <a:pt x="202" y="360"/>
                    <a:pt x="202" y="360"/>
                    <a:pt x="202" y="360"/>
                  </a:cubicBezTo>
                  <a:cubicBezTo>
                    <a:pt x="222" y="362"/>
                    <a:pt x="222" y="362"/>
                    <a:pt x="222" y="362"/>
                  </a:cubicBezTo>
                  <a:cubicBezTo>
                    <a:pt x="228" y="359"/>
                    <a:pt x="228" y="359"/>
                    <a:pt x="228" y="359"/>
                  </a:cubicBezTo>
                  <a:cubicBezTo>
                    <a:pt x="240" y="361"/>
                    <a:pt x="240" y="361"/>
                    <a:pt x="240" y="361"/>
                  </a:cubicBezTo>
                  <a:cubicBezTo>
                    <a:pt x="245" y="356"/>
                    <a:pt x="245" y="356"/>
                    <a:pt x="245" y="356"/>
                  </a:cubicBezTo>
                  <a:cubicBezTo>
                    <a:pt x="233" y="348"/>
                    <a:pt x="233" y="348"/>
                    <a:pt x="233" y="348"/>
                  </a:cubicBezTo>
                  <a:cubicBezTo>
                    <a:pt x="239" y="337"/>
                    <a:pt x="239" y="337"/>
                    <a:pt x="239" y="337"/>
                  </a:cubicBezTo>
                  <a:cubicBezTo>
                    <a:pt x="261" y="342"/>
                    <a:pt x="261" y="342"/>
                    <a:pt x="261" y="342"/>
                  </a:cubicBezTo>
                  <a:cubicBezTo>
                    <a:pt x="257" y="334"/>
                    <a:pt x="257" y="334"/>
                    <a:pt x="257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89" y="325"/>
                    <a:pt x="289" y="325"/>
                    <a:pt x="289" y="325"/>
                  </a:cubicBezTo>
                  <a:cubicBezTo>
                    <a:pt x="297" y="329"/>
                    <a:pt x="297" y="329"/>
                    <a:pt x="297" y="329"/>
                  </a:cubicBezTo>
                  <a:cubicBezTo>
                    <a:pt x="291" y="345"/>
                    <a:pt x="291" y="345"/>
                    <a:pt x="291" y="345"/>
                  </a:cubicBezTo>
                  <a:cubicBezTo>
                    <a:pt x="306" y="345"/>
                    <a:pt x="306" y="345"/>
                    <a:pt x="306" y="345"/>
                  </a:cubicBezTo>
                  <a:cubicBezTo>
                    <a:pt x="308" y="347"/>
                    <a:pt x="308" y="347"/>
                    <a:pt x="308" y="347"/>
                  </a:cubicBezTo>
                  <a:cubicBezTo>
                    <a:pt x="308" y="347"/>
                    <a:pt x="308" y="347"/>
                    <a:pt x="308" y="347"/>
                  </a:cubicBezTo>
                  <a:cubicBezTo>
                    <a:pt x="330" y="337"/>
                    <a:pt x="330" y="337"/>
                    <a:pt x="330" y="337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51" y="304"/>
                    <a:pt x="351" y="304"/>
                    <a:pt x="351" y="304"/>
                  </a:cubicBezTo>
                  <a:cubicBezTo>
                    <a:pt x="369" y="300"/>
                    <a:pt x="369" y="300"/>
                    <a:pt x="369" y="300"/>
                  </a:cubicBezTo>
                  <a:cubicBezTo>
                    <a:pt x="370" y="300"/>
                    <a:pt x="370" y="300"/>
                    <a:pt x="370" y="300"/>
                  </a:cubicBezTo>
                  <a:cubicBezTo>
                    <a:pt x="364" y="294"/>
                    <a:pt x="364" y="294"/>
                    <a:pt x="364" y="294"/>
                  </a:cubicBezTo>
                  <a:cubicBezTo>
                    <a:pt x="360" y="293"/>
                    <a:pt x="360" y="293"/>
                    <a:pt x="360" y="293"/>
                  </a:cubicBezTo>
                  <a:cubicBezTo>
                    <a:pt x="361" y="286"/>
                    <a:pt x="361" y="286"/>
                    <a:pt x="361" y="286"/>
                  </a:cubicBezTo>
                  <a:cubicBezTo>
                    <a:pt x="370" y="275"/>
                    <a:pt x="370" y="275"/>
                    <a:pt x="370" y="275"/>
                  </a:cubicBezTo>
                  <a:cubicBezTo>
                    <a:pt x="373" y="264"/>
                    <a:pt x="373" y="264"/>
                    <a:pt x="373" y="264"/>
                  </a:cubicBezTo>
                  <a:cubicBezTo>
                    <a:pt x="384" y="254"/>
                    <a:pt x="384" y="254"/>
                    <a:pt x="384" y="254"/>
                  </a:cubicBezTo>
                  <a:cubicBezTo>
                    <a:pt x="411" y="229"/>
                    <a:pt x="411" y="229"/>
                    <a:pt x="411" y="229"/>
                  </a:cubicBezTo>
                  <a:cubicBezTo>
                    <a:pt x="427" y="212"/>
                    <a:pt x="427" y="212"/>
                    <a:pt x="427" y="212"/>
                  </a:cubicBezTo>
                  <a:cubicBezTo>
                    <a:pt x="432" y="212"/>
                    <a:pt x="432" y="212"/>
                    <a:pt x="432" y="212"/>
                  </a:cubicBezTo>
                  <a:cubicBezTo>
                    <a:pt x="446" y="202"/>
                    <a:pt x="446" y="202"/>
                    <a:pt x="446" y="202"/>
                  </a:cubicBezTo>
                  <a:cubicBezTo>
                    <a:pt x="460" y="190"/>
                    <a:pt x="460" y="190"/>
                    <a:pt x="460" y="190"/>
                  </a:cubicBezTo>
                  <a:cubicBezTo>
                    <a:pt x="466" y="183"/>
                    <a:pt x="466" y="183"/>
                    <a:pt x="466" y="183"/>
                  </a:cubicBezTo>
                  <a:cubicBezTo>
                    <a:pt x="466" y="183"/>
                    <a:pt x="466" y="183"/>
                    <a:pt x="466" y="183"/>
                  </a:cubicBezTo>
                  <a:cubicBezTo>
                    <a:pt x="458" y="170"/>
                    <a:pt x="458" y="170"/>
                    <a:pt x="458" y="170"/>
                  </a:cubicBezTo>
                  <a:cubicBezTo>
                    <a:pt x="446" y="170"/>
                    <a:pt x="446" y="170"/>
                    <a:pt x="446" y="170"/>
                  </a:cubicBezTo>
                  <a:cubicBezTo>
                    <a:pt x="429" y="154"/>
                    <a:pt x="429" y="154"/>
                    <a:pt x="429" y="154"/>
                  </a:cubicBezTo>
                  <a:cubicBezTo>
                    <a:pt x="423" y="166"/>
                    <a:pt x="423" y="166"/>
                    <a:pt x="423" y="166"/>
                  </a:cubicBezTo>
                  <a:cubicBezTo>
                    <a:pt x="413" y="157"/>
                    <a:pt x="413" y="157"/>
                    <a:pt x="413" y="157"/>
                  </a:cubicBezTo>
                  <a:cubicBezTo>
                    <a:pt x="402" y="147"/>
                    <a:pt x="402" y="147"/>
                    <a:pt x="402" y="147"/>
                  </a:cubicBezTo>
                  <a:cubicBezTo>
                    <a:pt x="410" y="126"/>
                    <a:pt x="410" y="126"/>
                    <a:pt x="410" y="126"/>
                  </a:cubicBezTo>
                  <a:cubicBezTo>
                    <a:pt x="419" y="103"/>
                    <a:pt x="419" y="103"/>
                    <a:pt x="419" y="103"/>
                  </a:cubicBezTo>
                  <a:cubicBezTo>
                    <a:pt x="406" y="84"/>
                    <a:pt x="406" y="84"/>
                    <a:pt x="406" y="84"/>
                  </a:cubicBezTo>
                  <a:cubicBezTo>
                    <a:pt x="407" y="62"/>
                    <a:pt x="407" y="62"/>
                    <a:pt x="407" y="62"/>
                  </a:cubicBezTo>
                  <a:cubicBezTo>
                    <a:pt x="421" y="45"/>
                    <a:pt x="421" y="45"/>
                    <a:pt x="421" y="45"/>
                  </a:cubicBezTo>
                  <a:cubicBezTo>
                    <a:pt x="424" y="31"/>
                    <a:pt x="424" y="31"/>
                    <a:pt x="424" y="31"/>
                  </a:cubicBezTo>
                  <a:cubicBezTo>
                    <a:pt x="416" y="26"/>
                    <a:pt x="416" y="26"/>
                    <a:pt x="416" y="26"/>
                  </a:cubicBezTo>
                  <a:cubicBezTo>
                    <a:pt x="408" y="7"/>
                    <a:pt x="408" y="7"/>
                    <a:pt x="408" y="7"/>
                  </a:cubicBezTo>
                  <a:cubicBezTo>
                    <a:pt x="400" y="7"/>
                    <a:pt x="400" y="7"/>
                    <a:pt x="400" y="7"/>
                  </a:cubicBezTo>
                  <a:cubicBezTo>
                    <a:pt x="384" y="12"/>
                    <a:pt x="384" y="12"/>
                    <a:pt x="384" y="12"/>
                  </a:cubicBezTo>
                  <a:lnTo>
                    <a:pt x="382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" name="Google Shape;319;p38">
              <a:extLst>
                <a:ext uri="{FF2B5EF4-FFF2-40B4-BE49-F238E27FC236}">
                  <a16:creationId xmlns="" xmlns:a16="http://schemas.microsoft.com/office/drawing/2014/main" id="{AACE6DF6-2AFC-3FEE-34DC-D43CEE835801}"/>
                </a:ext>
              </a:extLst>
            </p:cNvPr>
            <p:cNvSpPr/>
            <p:nvPr/>
          </p:nvSpPr>
          <p:spPr>
            <a:xfrm>
              <a:off x="5237163" y="1825625"/>
              <a:ext cx="936625" cy="919162"/>
            </a:xfrm>
            <a:custGeom>
              <a:avLst/>
              <a:gdLst/>
              <a:ahLst/>
              <a:cxnLst/>
              <a:rect l="l" t="t" r="r" b="b"/>
              <a:pathLst>
                <a:path w="448" h="440" extrusionOk="0">
                  <a:moveTo>
                    <a:pt x="34" y="0"/>
                  </a:moveTo>
                  <a:cubicBezTo>
                    <a:pt x="12" y="11"/>
                    <a:pt x="12" y="11"/>
                    <a:pt x="12" y="1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27" y="73"/>
                    <a:pt x="27" y="73"/>
                    <a:pt x="27" y="73"/>
                  </a:cubicBezTo>
                  <a:cubicBezTo>
                    <a:pt x="41" y="87"/>
                    <a:pt x="41" y="87"/>
                    <a:pt x="41" y="87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39" y="147"/>
                    <a:pt x="39" y="147"/>
                    <a:pt x="39" y="147"/>
                  </a:cubicBezTo>
                  <a:cubicBezTo>
                    <a:pt x="49" y="169"/>
                    <a:pt x="49" y="169"/>
                    <a:pt x="49" y="169"/>
                  </a:cubicBezTo>
                  <a:cubicBezTo>
                    <a:pt x="39" y="213"/>
                    <a:pt x="39" y="213"/>
                    <a:pt x="39" y="213"/>
                  </a:cubicBezTo>
                  <a:cubicBezTo>
                    <a:pt x="41" y="222"/>
                    <a:pt x="41" y="222"/>
                    <a:pt x="41" y="222"/>
                  </a:cubicBezTo>
                  <a:cubicBezTo>
                    <a:pt x="62" y="220"/>
                    <a:pt x="62" y="220"/>
                    <a:pt x="62" y="220"/>
                  </a:cubicBezTo>
                  <a:cubicBezTo>
                    <a:pt x="78" y="226"/>
                    <a:pt x="78" y="226"/>
                    <a:pt x="78" y="226"/>
                  </a:cubicBezTo>
                  <a:cubicBezTo>
                    <a:pt x="84" y="246"/>
                    <a:pt x="84" y="246"/>
                    <a:pt x="84" y="246"/>
                  </a:cubicBezTo>
                  <a:cubicBezTo>
                    <a:pt x="77" y="255"/>
                    <a:pt x="77" y="255"/>
                    <a:pt x="77" y="255"/>
                  </a:cubicBezTo>
                  <a:cubicBezTo>
                    <a:pt x="74" y="267"/>
                    <a:pt x="74" y="267"/>
                    <a:pt x="74" y="267"/>
                  </a:cubicBezTo>
                  <a:cubicBezTo>
                    <a:pt x="62" y="284"/>
                    <a:pt x="62" y="284"/>
                    <a:pt x="62" y="284"/>
                  </a:cubicBezTo>
                  <a:cubicBezTo>
                    <a:pt x="55" y="286"/>
                    <a:pt x="55" y="286"/>
                    <a:pt x="55" y="286"/>
                  </a:cubicBezTo>
                  <a:cubicBezTo>
                    <a:pt x="45" y="274"/>
                    <a:pt x="45" y="274"/>
                    <a:pt x="45" y="274"/>
                  </a:cubicBezTo>
                  <a:cubicBezTo>
                    <a:pt x="19" y="266"/>
                    <a:pt x="19" y="266"/>
                    <a:pt x="19" y="266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11" y="281"/>
                    <a:pt x="11" y="281"/>
                    <a:pt x="11" y="281"/>
                  </a:cubicBezTo>
                  <a:cubicBezTo>
                    <a:pt x="1" y="286"/>
                    <a:pt x="1" y="286"/>
                    <a:pt x="1" y="286"/>
                  </a:cubicBezTo>
                  <a:cubicBezTo>
                    <a:pt x="0" y="296"/>
                    <a:pt x="0" y="296"/>
                    <a:pt x="0" y="296"/>
                  </a:cubicBezTo>
                  <a:cubicBezTo>
                    <a:pt x="17" y="309"/>
                    <a:pt x="17" y="309"/>
                    <a:pt x="17" y="309"/>
                  </a:cubicBezTo>
                  <a:cubicBezTo>
                    <a:pt x="29" y="342"/>
                    <a:pt x="29" y="342"/>
                    <a:pt x="29" y="342"/>
                  </a:cubicBezTo>
                  <a:cubicBezTo>
                    <a:pt x="22" y="357"/>
                    <a:pt x="22" y="357"/>
                    <a:pt x="22" y="357"/>
                  </a:cubicBezTo>
                  <a:cubicBezTo>
                    <a:pt x="22" y="357"/>
                    <a:pt x="20" y="362"/>
                    <a:pt x="19" y="364"/>
                  </a:cubicBezTo>
                  <a:cubicBezTo>
                    <a:pt x="31" y="373"/>
                    <a:pt x="31" y="373"/>
                    <a:pt x="31" y="373"/>
                  </a:cubicBezTo>
                  <a:cubicBezTo>
                    <a:pt x="47" y="378"/>
                    <a:pt x="47" y="378"/>
                    <a:pt x="47" y="378"/>
                  </a:cubicBezTo>
                  <a:cubicBezTo>
                    <a:pt x="53" y="408"/>
                    <a:pt x="53" y="408"/>
                    <a:pt x="53" y="408"/>
                  </a:cubicBezTo>
                  <a:cubicBezTo>
                    <a:pt x="39" y="431"/>
                    <a:pt x="39" y="431"/>
                    <a:pt x="39" y="431"/>
                  </a:cubicBezTo>
                  <a:cubicBezTo>
                    <a:pt x="57" y="437"/>
                    <a:pt x="57" y="437"/>
                    <a:pt x="57" y="437"/>
                  </a:cubicBezTo>
                  <a:cubicBezTo>
                    <a:pt x="66" y="434"/>
                    <a:pt x="66" y="434"/>
                    <a:pt x="66" y="434"/>
                  </a:cubicBezTo>
                  <a:cubicBezTo>
                    <a:pt x="66" y="435"/>
                    <a:pt x="66" y="435"/>
                    <a:pt x="66" y="435"/>
                  </a:cubicBezTo>
                  <a:cubicBezTo>
                    <a:pt x="66" y="435"/>
                    <a:pt x="68" y="434"/>
                    <a:pt x="68" y="434"/>
                  </a:cubicBezTo>
                  <a:cubicBezTo>
                    <a:pt x="91" y="440"/>
                    <a:pt x="91" y="440"/>
                    <a:pt x="91" y="440"/>
                  </a:cubicBezTo>
                  <a:cubicBezTo>
                    <a:pt x="99" y="435"/>
                    <a:pt x="99" y="435"/>
                    <a:pt x="99" y="435"/>
                  </a:cubicBezTo>
                  <a:cubicBezTo>
                    <a:pt x="86" y="409"/>
                    <a:pt x="86" y="409"/>
                    <a:pt x="86" y="409"/>
                  </a:cubicBezTo>
                  <a:cubicBezTo>
                    <a:pt x="91" y="405"/>
                    <a:pt x="91" y="405"/>
                    <a:pt x="91" y="405"/>
                  </a:cubicBezTo>
                  <a:cubicBezTo>
                    <a:pt x="114" y="403"/>
                    <a:pt x="114" y="403"/>
                    <a:pt x="114" y="403"/>
                  </a:cubicBezTo>
                  <a:cubicBezTo>
                    <a:pt x="125" y="414"/>
                    <a:pt x="125" y="414"/>
                    <a:pt x="125" y="414"/>
                  </a:cubicBezTo>
                  <a:cubicBezTo>
                    <a:pt x="132" y="407"/>
                    <a:pt x="132" y="407"/>
                    <a:pt x="132" y="407"/>
                  </a:cubicBezTo>
                  <a:cubicBezTo>
                    <a:pt x="162" y="406"/>
                    <a:pt x="162" y="406"/>
                    <a:pt x="162" y="406"/>
                  </a:cubicBezTo>
                  <a:cubicBezTo>
                    <a:pt x="172" y="396"/>
                    <a:pt x="172" y="396"/>
                    <a:pt x="172" y="396"/>
                  </a:cubicBezTo>
                  <a:cubicBezTo>
                    <a:pt x="169" y="370"/>
                    <a:pt x="169" y="370"/>
                    <a:pt x="169" y="370"/>
                  </a:cubicBezTo>
                  <a:cubicBezTo>
                    <a:pt x="178" y="334"/>
                    <a:pt x="178" y="334"/>
                    <a:pt x="178" y="334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218" y="340"/>
                    <a:pt x="218" y="340"/>
                    <a:pt x="218" y="340"/>
                  </a:cubicBezTo>
                  <a:cubicBezTo>
                    <a:pt x="223" y="335"/>
                    <a:pt x="223" y="335"/>
                    <a:pt x="223" y="335"/>
                  </a:cubicBezTo>
                  <a:cubicBezTo>
                    <a:pt x="255" y="339"/>
                    <a:pt x="255" y="339"/>
                    <a:pt x="255" y="339"/>
                  </a:cubicBezTo>
                  <a:cubicBezTo>
                    <a:pt x="284" y="323"/>
                    <a:pt x="284" y="323"/>
                    <a:pt x="284" y="323"/>
                  </a:cubicBezTo>
                  <a:cubicBezTo>
                    <a:pt x="300" y="329"/>
                    <a:pt x="300" y="329"/>
                    <a:pt x="300" y="329"/>
                  </a:cubicBezTo>
                  <a:cubicBezTo>
                    <a:pt x="315" y="314"/>
                    <a:pt x="315" y="314"/>
                    <a:pt x="315" y="314"/>
                  </a:cubicBezTo>
                  <a:cubicBezTo>
                    <a:pt x="321" y="324"/>
                    <a:pt x="321" y="324"/>
                    <a:pt x="321" y="324"/>
                  </a:cubicBezTo>
                  <a:cubicBezTo>
                    <a:pt x="310" y="344"/>
                    <a:pt x="310" y="344"/>
                    <a:pt x="310" y="344"/>
                  </a:cubicBezTo>
                  <a:cubicBezTo>
                    <a:pt x="315" y="356"/>
                    <a:pt x="315" y="356"/>
                    <a:pt x="315" y="356"/>
                  </a:cubicBezTo>
                  <a:cubicBezTo>
                    <a:pt x="328" y="358"/>
                    <a:pt x="328" y="358"/>
                    <a:pt x="328" y="358"/>
                  </a:cubicBezTo>
                  <a:cubicBezTo>
                    <a:pt x="336" y="356"/>
                    <a:pt x="336" y="356"/>
                    <a:pt x="336" y="356"/>
                  </a:cubicBezTo>
                  <a:cubicBezTo>
                    <a:pt x="350" y="364"/>
                    <a:pt x="350" y="364"/>
                    <a:pt x="350" y="364"/>
                  </a:cubicBezTo>
                  <a:cubicBezTo>
                    <a:pt x="360" y="345"/>
                    <a:pt x="360" y="345"/>
                    <a:pt x="360" y="34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3" y="323"/>
                    <a:pt x="383" y="323"/>
                    <a:pt x="383" y="323"/>
                  </a:cubicBezTo>
                  <a:cubicBezTo>
                    <a:pt x="383" y="316"/>
                    <a:pt x="383" y="316"/>
                    <a:pt x="383" y="316"/>
                  </a:cubicBezTo>
                  <a:cubicBezTo>
                    <a:pt x="385" y="280"/>
                    <a:pt x="385" y="280"/>
                    <a:pt x="385" y="280"/>
                  </a:cubicBezTo>
                  <a:cubicBezTo>
                    <a:pt x="379" y="256"/>
                    <a:pt x="379" y="256"/>
                    <a:pt x="379" y="256"/>
                  </a:cubicBezTo>
                  <a:cubicBezTo>
                    <a:pt x="386" y="247"/>
                    <a:pt x="386" y="247"/>
                    <a:pt x="386" y="247"/>
                  </a:cubicBezTo>
                  <a:cubicBezTo>
                    <a:pt x="404" y="246"/>
                    <a:pt x="404" y="246"/>
                    <a:pt x="404" y="246"/>
                  </a:cubicBezTo>
                  <a:cubicBezTo>
                    <a:pt x="407" y="241"/>
                    <a:pt x="407" y="241"/>
                    <a:pt x="407" y="241"/>
                  </a:cubicBezTo>
                  <a:cubicBezTo>
                    <a:pt x="407" y="225"/>
                    <a:pt x="407" y="225"/>
                    <a:pt x="407" y="225"/>
                  </a:cubicBezTo>
                  <a:cubicBezTo>
                    <a:pt x="412" y="203"/>
                    <a:pt x="412" y="203"/>
                    <a:pt x="412" y="203"/>
                  </a:cubicBezTo>
                  <a:cubicBezTo>
                    <a:pt x="415" y="187"/>
                    <a:pt x="415" y="187"/>
                    <a:pt x="415" y="187"/>
                  </a:cubicBezTo>
                  <a:cubicBezTo>
                    <a:pt x="434" y="181"/>
                    <a:pt x="434" y="181"/>
                    <a:pt x="434" y="181"/>
                  </a:cubicBezTo>
                  <a:cubicBezTo>
                    <a:pt x="448" y="180"/>
                    <a:pt x="448" y="180"/>
                    <a:pt x="448" y="180"/>
                  </a:cubicBezTo>
                  <a:cubicBezTo>
                    <a:pt x="445" y="164"/>
                    <a:pt x="445" y="164"/>
                    <a:pt x="445" y="164"/>
                  </a:cubicBezTo>
                  <a:cubicBezTo>
                    <a:pt x="429" y="158"/>
                    <a:pt x="429" y="158"/>
                    <a:pt x="429" y="158"/>
                  </a:cubicBezTo>
                  <a:cubicBezTo>
                    <a:pt x="406" y="148"/>
                    <a:pt x="406" y="148"/>
                    <a:pt x="406" y="148"/>
                  </a:cubicBezTo>
                  <a:cubicBezTo>
                    <a:pt x="396" y="135"/>
                    <a:pt x="396" y="135"/>
                    <a:pt x="396" y="135"/>
                  </a:cubicBezTo>
                  <a:cubicBezTo>
                    <a:pt x="379" y="123"/>
                    <a:pt x="379" y="123"/>
                    <a:pt x="379" y="123"/>
                  </a:cubicBezTo>
                  <a:cubicBezTo>
                    <a:pt x="372" y="109"/>
                    <a:pt x="372" y="109"/>
                    <a:pt x="372" y="109"/>
                  </a:cubicBezTo>
                  <a:cubicBezTo>
                    <a:pt x="356" y="107"/>
                    <a:pt x="356" y="107"/>
                    <a:pt x="356" y="107"/>
                  </a:cubicBezTo>
                  <a:cubicBezTo>
                    <a:pt x="356" y="80"/>
                    <a:pt x="356" y="80"/>
                    <a:pt x="356" y="80"/>
                  </a:cubicBezTo>
                  <a:cubicBezTo>
                    <a:pt x="317" y="65"/>
                    <a:pt x="317" y="65"/>
                    <a:pt x="317" y="65"/>
                  </a:cubicBezTo>
                  <a:cubicBezTo>
                    <a:pt x="315" y="75"/>
                    <a:pt x="315" y="75"/>
                    <a:pt x="315" y="75"/>
                  </a:cubicBezTo>
                  <a:cubicBezTo>
                    <a:pt x="302" y="93"/>
                    <a:pt x="302" y="93"/>
                    <a:pt x="302" y="93"/>
                  </a:cubicBezTo>
                  <a:cubicBezTo>
                    <a:pt x="290" y="106"/>
                    <a:pt x="290" y="106"/>
                    <a:pt x="290" y="106"/>
                  </a:cubicBezTo>
                  <a:cubicBezTo>
                    <a:pt x="279" y="102"/>
                    <a:pt x="279" y="102"/>
                    <a:pt x="279" y="102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39" y="87"/>
                    <a:pt x="239" y="87"/>
                    <a:pt x="239" y="87"/>
                  </a:cubicBezTo>
                  <a:cubicBezTo>
                    <a:pt x="228" y="79"/>
                    <a:pt x="228" y="79"/>
                    <a:pt x="228" y="79"/>
                  </a:cubicBezTo>
                  <a:cubicBezTo>
                    <a:pt x="217" y="95"/>
                    <a:pt x="217" y="95"/>
                    <a:pt x="217" y="95"/>
                  </a:cubicBezTo>
                  <a:cubicBezTo>
                    <a:pt x="201" y="108"/>
                    <a:pt x="201" y="108"/>
                    <a:pt x="201" y="108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3" y="104"/>
                    <a:pt x="183" y="104"/>
                    <a:pt x="183" y="104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1" y="95"/>
                    <a:pt x="161" y="95"/>
                    <a:pt x="161" y="95"/>
                  </a:cubicBezTo>
                  <a:cubicBezTo>
                    <a:pt x="146" y="92"/>
                    <a:pt x="146" y="92"/>
                    <a:pt x="146" y="92"/>
                  </a:cubicBezTo>
                  <a:cubicBezTo>
                    <a:pt x="145" y="82"/>
                    <a:pt x="145" y="82"/>
                    <a:pt x="145" y="82"/>
                  </a:cubicBezTo>
                  <a:cubicBezTo>
                    <a:pt x="129" y="82"/>
                    <a:pt x="129" y="82"/>
                    <a:pt x="129" y="82"/>
                  </a:cubicBezTo>
                  <a:cubicBezTo>
                    <a:pt x="113" y="73"/>
                    <a:pt x="113" y="73"/>
                    <a:pt x="113" y="73"/>
                  </a:cubicBezTo>
                  <a:cubicBezTo>
                    <a:pt x="113" y="56"/>
                    <a:pt x="113" y="56"/>
                    <a:pt x="113" y="56"/>
                  </a:cubicBezTo>
                  <a:cubicBezTo>
                    <a:pt x="102" y="42"/>
                    <a:pt x="102" y="42"/>
                    <a:pt x="102" y="42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72" y="21"/>
                    <a:pt x="72" y="21"/>
                    <a:pt x="72" y="21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0" name="Google Shape;320;p38">
              <a:extLst>
                <a:ext uri="{FF2B5EF4-FFF2-40B4-BE49-F238E27FC236}">
                  <a16:creationId xmlns="" xmlns:a16="http://schemas.microsoft.com/office/drawing/2014/main" id="{07BEFB26-23E9-C709-A93A-F10EF6DD31CD}"/>
                </a:ext>
              </a:extLst>
            </p:cNvPr>
            <p:cNvSpPr/>
            <p:nvPr/>
          </p:nvSpPr>
          <p:spPr>
            <a:xfrm>
              <a:off x="4149725" y="1787525"/>
              <a:ext cx="1263650" cy="815975"/>
            </a:xfrm>
            <a:custGeom>
              <a:avLst/>
              <a:gdLst/>
              <a:ahLst/>
              <a:cxnLst/>
              <a:rect l="l" t="t" r="r" b="b"/>
              <a:pathLst>
                <a:path w="605" h="390" extrusionOk="0">
                  <a:moveTo>
                    <a:pt x="374" y="0"/>
                  </a:moveTo>
                  <a:cubicBezTo>
                    <a:pt x="350" y="7"/>
                    <a:pt x="350" y="7"/>
                    <a:pt x="350" y="7"/>
                  </a:cubicBezTo>
                  <a:cubicBezTo>
                    <a:pt x="340" y="20"/>
                    <a:pt x="340" y="20"/>
                    <a:pt x="340" y="20"/>
                  </a:cubicBezTo>
                  <a:cubicBezTo>
                    <a:pt x="345" y="27"/>
                    <a:pt x="345" y="27"/>
                    <a:pt x="345" y="27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19" y="41"/>
                    <a:pt x="319" y="41"/>
                    <a:pt x="319" y="41"/>
                  </a:cubicBezTo>
                  <a:cubicBezTo>
                    <a:pt x="311" y="52"/>
                    <a:pt x="311" y="52"/>
                    <a:pt x="311" y="52"/>
                  </a:cubicBezTo>
                  <a:cubicBezTo>
                    <a:pt x="297" y="43"/>
                    <a:pt x="297" y="43"/>
                    <a:pt x="297" y="43"/>
                  </a:cubicBezTo>
                  <a:cubicBezTo>
                    <a:pt x="285" y="52"/>
                    <a:pt x="285" y="52"/>
                    <a:pt x="285" y="52"/>
                  </a:cubicBezTo>
                  <a:cubicBezTo>
                    <a:pt x="261" y="54"/>
                    <a:pt x="261" y="54"/>
                    <a:pt x="261" y="54"/>
                  </a:cubicBezTo>
                  <a:cubicBezTo>
                    <a:pt x="246" y="37"/>
                    <a:pt x="246" y="37"/>
                    <a:pt x="246" y="37"/>
                  </a:cubicBezTo>
                  <a:cubicBezTo>
                    <a:pt x="246" y="37"/>
                    <a:pt x="234" y="33"/>
                    <a:pt x="229" y="32"/>
                  </a:cubicBezTo>
                  <a:cubicBezTo>
                    <a:pt x="224" y="31"/>
                    <a:pt x="222" y="44"/>
                    <a:pt x="222" y="44"/>
                  </a:cubicBezTo>
                  <a:cubicBezTo>
                    <a:pt x="111" y="85"/>
                    <a:pt x="111" y="85"/>
                    <a:pt x="111" y="85"/>
                  </a:cubicBezTo>
                  <a:cubicBezTo>
                    <a:pt x="110" y="94"/>
                    <a:pt x="110" y="94"/>
                    <a:pt x="110" y="94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22" y="109"/>
                    <a:pt x="22" y="109"/>
                    <a:pt x="22" y="109"/>
                  </a:cubicBezTo>
                  <a:cubicBezTo>
                    <a:pt x="13" y="107"/>
                    <a:pt x="13" y="107"/>
                    <a:pt x="13" y="107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32" y="160"/>
                    <a:pt x="32" y="160"/>
                    <a:pt x="32" y="160"/>
                  </a:cubicBezTo>
                  <a:cubicBezTo>
                    <a:pt x="41" y="188"/>
                    <a:pt x="41" y="188"/>
                    <a:pt x="41" y="188"/>
                  </a:cubicBezTo>
                  <a:cubicBezTo>
                    <a:pt x="69" y="187"/>
                    <a:pt x="69" y="187"/>
                    <a:pt x="69" y="187"/>
                  </a:cubicBezTo>
                  <a:cubicBezTo>
                    <a:pt x="101" y="186"/>
                    <a:pt x="101" y="186"/>
                    <a:pt x="101" y="186"/>
                  </a:cubicBezTo>
                  <a:cubicBezTo>
                    <a:pt x="128" y="185"/>
                    <a:pt x="128" y="185"/>
                    <a:pt x="128" y="185"/>
                  </a:cubicBezTo>
                  <a:cubicBezTo>
                    <a:pt x="124" y="191"/>
                    <a:pt x="124" y="191"/>
                    <a:pt x="124" y="191"/>
                  </a:cubicBezTo>
                  <a:cubicBezTo>
                    <a:pt x="112" y="209"/>
                    <a:pt x="112" y="209"/>
                    <a:pt x="112" y="209"/>
                  </a:cubicBezTo>
                  <a:cubicBezTo>
                    <a:pt x="110" y="203"/>
                    <a:pt x="110" y="203"/>
                    <a:pt x="110" y="203"/>
                  </a:cubicBezTo>
                  <a:cubicBezTo>
                    <a:pt x="93" y="204"/>
                    <a:pt x="93" y="204"/>
                    <a:pt x="93" y="204"/>
                  </a:cubicBezTo>
                  <a:cubicBezTo>
                    <a:pt x="83" y="200"/>
                    <a:pt x="83" y="200"/>
                    <a:pt x="83" y="200"/>
                  </a:cubicBezTo>
                  <a:cubicBezTo>
                    <a:pt x="72" y="213"/>
                    <a:pt x="72" y="213"/>
                    <a:pt x="72" y="213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46" y="220"/>
                    <a:pt x="46" y="220"/>
                    <a:pt x="46" y="220"/>
                  </a:cubicBezTo>
                  <a:cubicBezTo>
                    <a:pt x="19" y="229"/>
                    <a:pt x="19" y="229"/>
                    <a:pt x="19" y="229"/>
                  </a:cubicBezTo>
                  <a:cubicBezTo>
                    <a:pt x="11" y="240"/>
                    <a:pt x="11" y="240"/>
                    <a:pt x="11" y="240"/>
                  </a:cubicBezTo>
                  <a:cubicBezTo>
                    <a:pt x="17" y="251"/>
                    <a:pt x="17" y="251"/>
                    <a:pt x="17" y="251"/>
                  </a:cubicBezTo>
                  <a:cubicBezTo>
                    <a:pt x="36" y="252"/>
                    <a:pt x="36" y="252"/>
                    <a:pt x="36" y="252"/>
                  </a:cubicBezTo>
                  <a:cubicBezTo>
                    <a:pt x="33" y="274"/>
                    <a:pt x="33" y="274"/>
                    <a:pt x="33" y="274"/>
                  </a:cubicBezTo>
                  <a:cubicBezTo>
                    <a:pt x="50" y="270"/>
                    <a:pt x="50" y="270"/>
                    <a:pt x="50" y="270"/>
                  </a:cubicBezTo>
                  <a:cubicBezTo>
                    <a:pt x="55" y="260"/>
                    <a:pt x="55" y="260"/>
                    <a:pt x="55" y="260"/>
                  </a:cubicBezTo>
                  <a:cubicBezTo>
                    <a:pt x="66" y="251"/>
                    <a:pt x="66" y="251"/>
                    <a:pt x="66" y="251"/>
                  </a:cubicBezTo>
                  <a:cubicBezTo>
                    <a:pt x="68" y="265"/>
                    <a:pt x="68" y="265"/>
                    <a:pt x="68" y="265"/>
                  </a:cubicBezTo>
                  <a:cubicBezTo>
                    <a:pt x="61" y="279"/>
                    <a:pt x="61" y="279"/>
                    <a:pt x="61" y="279"/>
                  </a:cubicBezTo>
                  <a:cubicBezTo>
                    <a:pt x="62" y="290"/>
                    <a:pt x="62" y="290"/>
                    <a:pt x="62" y="290"/>
                  </a:cubicBezTo>
                  <a:cubicBezTo>
                    <a:pt x="56" y="299"/>
                    <a:pt x="56" y="299"/>
                    <a:pt x="56" y="299"/>
                  </a:cubicBezTo>
                  <a:cubicBezTo>
                    <a:pt x="61" y="310"/>
                    <a:pt x="61" y="310"/>
                    <a:pt x="61" y="310"/>
                  </a:cubicBezTo>
                  <a:cubicBezTo>
                    <a:pt x="52" y="319"/>
                    <a:pt x="52" y="319"/>
                    <a:pt x="52" y="319"/>
                  </a:cubicBezTo>
                  <a:cubicBezTo>
                    <a:pt x="78" y="336"/>
                    <a:pt x="78" y="336"/>
                    <a:pt x="78" y="336"/>
                  </a:cubicBezTo>
                  <a:cubicBezTo>
                    <a:pt x="102" y="336"/>
                    <a:pt x="102" y="336"/>
                    <a:pt x="102" y="336"/>
                  </a:cubicBezTo>
                  <a:cubicBezTo>
                    <a:pt x="134" y="355"/>
                    <a:pt x="134" y="355"/>
                    <a:pt x="134" y="355"/>
                  </a:cubicBezTo>
                  <a:cubicBezTo>
                    <a:pt x="136" y="365"/>
                    <a:pt x="136" y="365"/>
                    <a:pt x="136" y="365"/>
                  </a:cubicBezTo>
                  <a:cubicBezTo>
                    <a:pt x="144" y="368"/>
                    <a:pt x="144" y="368"/>
                    <a:pt x="144" y="368"/>
                  </a:cubicBezTo>
                  <a:cubicBezTo>
                    <a:pt x="161" y="375"/>
                    <a:pt x="161" y="375"/>
                    <a:pt x="161" y="375"/>
                  </a:cubicBezTo>
                  <a:cubicBezTo>
                    <a:pt x="177" y="371"/>
                    <a:pt x="177" y="371"/>
                    <a:pt x="177" y="371"/>
                  </a:cubicBezTo>
                  <a:cubicBezTo>
                    <a:pt x="195" y="384"/>
                    <a:pt x="195" y="384"/>
                    <a:pt x="195" y="384"/>
                  </a:cubicBezTo>
                  <a:cubicBezTo>
                    <a:pt x="223" y="360"/>
                    <a:pt x="223" y="360"/>
                    <a:pt x="223" y="360"/>
                  </a:cubicBezTo>
                  <a:cubicBezTo>
                    <a:pt x="266" y="353"/>
                    <a:pt x="266" y="353"/>
                    <a:pt x="266" y="353"/>
                  </a:cubicBezTo>
                  <a:cubicBezTo>
                    <a:pt x="289" y="357"/>
                    <a:pt x="289" y="357"/>
                    <a:pt x="289" y="357"/>
                  </a:cubicBezTo>
                  <a:cubicBezTo>
                    <a:pt x="305" y="368"/>
                    <a:pt x="305" y="368"/>
                    <a:pt x="305" y="368"/>
                  </a:cubicBezTo>
                  <a:cubicBezTo>
                    <a:pt x="330" y="359"/>
                    <a:pt x="330" y="359"/>
                    <a:pt x="330" y="359"/>
                  </a:cubicBezTo>
                  <a:cubicBezTo>
                    <a:pt x="373" y="373"/>
                    <a:pt x="373" y="373"/>
                    <a:pt x="373" y="373"/>
                  </a:cubicBezTo>
                  <a:cubicBezTo>
                    <a:pt x="395" y="355"/>
                    <a:pt x="395" y="355"/>
                    <a:pt x="395" y="355"/>
                  </a:cubicBezTo>
                  <a:cubicBezTo>
                    <a:pt x="433" y="345"/>
                    <a:pt x="433" y="345"/>
                    <a:pt x="433" y="345"/>
                  </a:cubicBezTo>
                  <a:cubicBezTo>
                    <a:pt x="450" y="362"/>
                    <a:pt x="450" y="362"/>
                    <a:pt x="450" y="362"/>
                  </a:cubicBezTo>
                  <a:cubicBezTo>
                    <a:pt x="455" y="387"/>
                    <a:pt x="455" y="387"/>
                    <a:pt x="455" y="387"/>
                  </a:cubicBezTo>
                  <a:cubicBezTo>
                    <a:pt x="468" y="390"/>
                    <a:pt x="468" y="390"/>
                    <a:pt x="468" y="390"/>
                  </a:cubicBezTo>
                  <a:cubicBezTo>
                    <a:pt x="483" y="381"/>
                    <a:pt x="483" y="381"/>
                    <a:pt x="483" y="381"/>
                  </a:cubicBezTo>
                  <a:cubicBezTo>
                    <a:pt x="496" y="366"/>
                    <a:pt x="496" y="366"/>
                    <a:pt x="496" y="366"/>
                  </a:cubicBezTo>
                  <a:cubicBezTo>
                    <a:pt x="516" y="366"/>
                    <a:pt x="516" y="366"/>
                    <a:pt x="516" y="366"/>
                  </a:cubicBezTo>
                  <a:cubicBezTo>
                    <a:pt x="535" y="379"/>
                    <a:pt x="535" y="379"/>
                    <a:pt x="535" y="379"/>
                  </a:cubicBezTo>
                  <a:cubicBezTo>
                    <a:pt x="540" y="382"/>
                    <a:pt x="540" y="382"/>
                    <a:pt x="540" y="382"/>
                  </a:cubicBezTo>
                  <a:cubicBezTo>
                    <a:pt x="541" y="380"/>
                    <a:pt x="543" y="375"/>
                    <a:pt x="543" y="375"/>
                  </a:cubicBezTo>
                  <a:cubicBezTo>
                    <a:pt x="550" y="360"/>
                    <a:pt x="550" y="360"/>
                    <a:pt x="550" y="360"/>
                  </a:cubicBezTo>
                  <a:cubicBezTo>
                    <a:pt x="538" y="327"/>
                    <a:pt x="538" y="327"/>
                    <a:pt x="538" y="327"/>
                  </a:cubicBezTo>
                  <a:cubicBezTo>
                    <a:pt x="521" y="314"/>
                    <a:pt x="521" y="314"/>
                    <a:pt x="521" y="314"/>
                  </a:cubicBezTo>
                  <a:cubicBezTo>
                    <a:pt x="522" y="304"/>
                    <a:pt x="522" y="304"/>
                    <a:pt x="522" y="304"/>
                  </a:cubicBezTo>
                  <a:cubicBezTo>
                    <a:pt x="532" y="299"/>
                    <a:pt x="532" y="299"/>
                    <a:pt x="532" y="299"/>
                  </a:cubicBezTo>
                  <a:cubicBezTo>
                    <a:pt x="529" y="280"/>
                    <a:pt x="529" y="280"/>
                    <a:pt x="529" y="280"/>
                  </a:cubicBezTo>
                  <a:cubicBezTo>
                    <a:pt x="540" y="284"/>
                    <a:pt x="540" y="284"/>
                    <a:pt x="540" y="284"/>
                  </a:cubicBezTo>
                  <a:cubicBezTo>
                    <a:pt x="566" y="292"/>
                    <a:pt x="566" y="292"/>
                    <a:pt x="566" y="292"/>
                  </a:cubicBezTo>
                  <a:cubicBezTo>
                    <a:pt x="576" y="304"/>
                    <a:pt x="576" y="304"/>
                    <a:pt x="576" y="304"/>
                  </a:cubicBezTo>
                  <a:cubicBezTo>
                    <a:pt x="583" y="302"/>
                    <a:pt x="583" y="302"/>
                    <a:pt x="583" y="302"/>
                  </a:cubicBezTo>
                  <a:cubicBezTo>
                    <a:pt x="595" y="285"/>
                    <a:pt x="595" y="285"/>
                    <a:pt x="595" y="285"/>
                  </a:cubicBezTo>
                  <a:cubicBezTo>
                    <a:pt x="598" y="273"/>
                    <a:pt x="598" y="273"/>
                    <a:pt x="598" y="273"/>
                  </a:cubicBezTo>
                  <a:cubicBezTo>
                    <a:pt x="605" y="264"/>
                    <a:pt x="605" y="264"/>
                    <a:pt x="605" y="264"/>
                  </a:cubicBezTo>
                  <a:cubicBezTo>
                    <a:pt x="599" y="244"/>
                    <a:pt x="599" y="244"/>
                    <a:pt x="599" y="244"/>
                  </a:cubicBezTo>
                  <a:cubicBezTo>
                    <a:pt x="583" y="238"/>
                    <a:pt x="583" y="238"/>
                    <a:pt x="583" y="238"/>
                  </a:cubicBezTo>
                  <a:cubicBezTo>
                    <a:pt x="562" y="240"/>
                    <a:pt x="562" y="240"/>
                    <a:pt x="562" y="240"/>
                  </a:cubicBezTo>
                  <a:cubicBezTo>
                    <a:pt x="560" y="231"/>
                    <a:pt x="560" y="231"/>
                    <a:pt x="560" y="231"/>
                  </a:cubicBezTo>
                  <a:cubicBezTo>
                    <a:pt x="570" y="187"/>
                    <a:pt x="570" y="187"/>
                    <a:pt x="570" y="187"/>
                  </a:cubicBezTo>
                  <a:cubicBezTo>
                    <a:pt x="560" y="165"/>
                    <a:pt x="560" y="165"/>
                    <a:pt x="560" y="165"/>
                  </a:cubicBezTo>
                  <a:cubicBezTo>
                    <a:pt x="561" y="158"/>
                    <a:pt x="561" y="158"/>
                    <a:pt x="561" y="158"/>
                  </a:cubicBezTo>
                  <a:cubicBezTo>
                    <a:pt x="557" y="139"/>
                    <a:pt x="557" y="139"/>
                    <a:pt x="557" y="139"/>
                  </a:cubicBezTo>
                  <a:cubicBezTo>
                    <a:pt x="562" y="105"/>
                    <a:pt x="562" y="105"/>
                    <a:pt x="562" y="105"/>
                  </a:cubicBezTo>
                  <a:cubicBezTo>
                    <a:pt x="548" y="91"/>
                    <a:pt x="548" y="91"/>
                    <a:pt x="548" y="91"/>
                  </a:cubicBezTo>
                  <a:cubicBezTo>
                    <a:pt x="528" y="74"/>
                    <a:pt x="528" y="74"/>
                    <a:pt x="528" y="74"/>
                  </a:cubicBezTo>
                  <a:cubicBezTo>
                    <a:pt x="524" y="39"/>
                    <a:pt x="524" y="39"/>
                    <a:pt x="524" y="39"/>
                  </a:cubicBezTo>
                  <a:cubicBezTo>
                    <a:pt x="515" y="33"/>
                    <a:pt x="515" y="33"/>
                    <a:pt x="515" y="33"/>
                  </a:cubicBezTo>
                  <a:cubicBezTo>
                    <a:pt x="482" y="38"/>
                    <a:pt x="482" y="38"/>
                    <a:pt x="482" y="38"/>
                  </a:cubicBezTo>
                  <a:cubicBezTo>
                    <a:pt x="466" y="27"/>
                    <a:pt x="466" y="27"/>
                    <a:pt x="466" y="27"/>
                  </a:cubicBezTo>
                  <a:cubicBezTo>
                    <a:pt x="439" y="14"/>
                    <a:pt x="439" y="14"/>
                    <a:pt x="439" y="14"/>
                  </a:cubicBezTo>
                  <a:cubicBezTo>
                    <a:pt x="411" y="19"/>
                    <a:pt x="411" y="19"/>
                    <a:pt x="411" y="19"/>
                  </a:cubicBezTo>
                  <a:cubicBezTo>
                    <a:pt x="390" y="14"/>
                    <a:pt x="390" y="14"/>
                    <a:pt x="390" y="14"/>
                  </a:cubicBezTo>
                  <a:lnTo>
                    <a:pt x="374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1" name="Google Shape;321;p38">
              <a:extLst>
                <a:ext uri="{FF2B5EF4-FFF2-40B4-BE49-F238E27FC236}">
                  <a16:creationId xmlns="" xmlns:a16="http://schemas.microsoft.com/office/drawing/2014/main" id="{CF61AB05-73C6-4B9D-7FB9-254A495A40C0}"/>
                </a:ext>
              </a:extLst>
            </p:cNvPr>
            <p:cNvSpPr/>
            <p:nvPr/>
          </p:nvSpPr>
          <p:spPr>
            <a:xfrm>
              <a:off x="4103688" y="2508250"/>
              <a:ext cx="1450975" cy="1154113"/>
            </a:xfrm>
            <a:custGeom>
              <a:avLst/>
              <a:gdLst/>
              <a:ahLst/>
              <a:cxnLst/>
              <a:rect l="l" t="t" r="r" b="b"/>
              <a:pathLst>
                <a:path w="914" h="727" extrusionOk="0">
                  <a:moveTo>
                    <a:pt x="598" y="0"/>
                  </a:moveTo>
                  <a:lnTo>
                    <a:pt x="548" y="14"/>
                  </a:lnTo>
                  <a:lnTo>
                    <a:pt x="520" y="37"/>
                  </a:lnTo>
                  <a:lnTo>
                    <a:pt x="463" y="19"/>
                  </a:lnTo>
                  <a:lnTo>
                    <a:pt x="430" y="31"/>
                  </a:lnTo>
                  <a:lnTo>
                    <a:pt x="409" y="16"/>
                  </a:lnTo>
                  <a:lnTo>
                    <a:pt x="379" y="11"/>
                  </a:lnTo>
                  <a:lnTo>
                    <a:pt x="322" y="20"/>
                  </a:lnTo>
                  <a:lnTo>
                    <a:pt x="285" y="52"/>
                  </a:lnTo>
                  <a:lnTo>
                    <a:pt x="262" y="35"/>
                  </a:lnTo>
                  <a:lnTo>
                    <a:pt x="241" y="40"/>
                  </a:lnTo>
                  <a:lnTo>
                    <a:pt x="218" y="31"/>
                  </a:lnTo>
                  <a:lnTo>
                    <a:pt x="208" y="27"/>
                  </a:lnTo>
                  <a:lnTo>
                    <a:pt x="210" y="40"/>
                  </a:lnTo>
                  <a:lnTo>
                    <a:pt x="167" y="28"/>
                  </a:lnTo>
                  <a:lnTo>
                    <a:pt x="125" y="52"/>
                  </a:lnTo>
                  <a:lnTo>
                    <a:pt x="108" y="46"/>
                  </a:lnTo>
                  <a:lnTo>
                    <a:pt x="93" y="64"/>
                  </a:lnTo>
                  <a:lnTo>
                    <a:pt x="71" y="71"/>
                  </a:lnTo>
                  <a:lnTo>
                    <a:pt x="50" y="57"/>
                  </a:lnTo>
                  <a:lnTo>
                    <a:pt x="18" y="41"/>
                  </a:lnTo>
                  <a:lnTo>
                    <a:pt x="16" y="67"/>
                  </a:lnTo>
                  <a:lnTo>
                    <a:pt x="25" y="85"/>
                  </a:lnTo>
                  <a:lnTo>
                    <a:pt x="31" y="107"/>
                  </a:lnTo>
                  <a:lnTo>
                    <a:pt x="17" y="128"/>
                  </a:lnTo>
                  <a:lnTo>
                    <a:pt x="1" y="133"/>
                  </a:lnTo>
                  <a:lnTo>
                    <a:pt x="0" y="156"/>
                  </a:lnTo>
                  <a:lnTo>
                    <a:pt x="39" y="179"/>
                  </a:lnTo>
                  <a:lnTo>
                    <a:pt x="67" y="218"/>
                  </a:lnTo>
                  <a:lnTo>
                    <a:pt x="91" y="293"/>
                  </a:lnTo>
                  <a:lnTo>
                    <a:pt x="100" y="321"/>
                  </a:lnTo>
                  <a:lnTo>
                    <a:pt x="109" y="327"/>
                  </a:lnTo>
                  <a:lnTo>
                    <a:pt x="123" y="350"/>
                  </a:lnTo>
                  <a:lnTo>
                    <a:pt x="154" y="399"/>
                  </a:lnTo>
                  <a:lnTo>
                    <a:pt x="167" y="410"/>
                  </a:lnTo>
                  <a:lnTo>
                    <a:pt x="168" y="418"/>
                  </a:lnTo>
                  <a:lnTo>
                    <a:pt x="151" y="427"/>
                  </a:lnTo>
                  <a:lnTo>
                    <a:pt x="130" y="427"/>
                  </a:lnTo>
                  <a:lnTo>
                    <a:pt x="108" y="444"/>
                  </a:lnTo>
                  <a:lnTo>
                    <a:pt x="141" y="447"/>
                  </a:lnTo>
                  <a:lnTo>
                    <a:pt x="139" y="461"/>
                  </a:lnTo>
                  <a:lnTo>
                    <a:pt x="177" y="450"/>
                  </a:lnTo>
                  <a:lnTo>
                    <a:pt x="202" y="482"/>
                  </a:lnTo>
                  <a:lnTo>
                    <a:pt x="179" y="491"/>
                  </a:lnTo>
                  <a:lnTo>
                    <a:pt x="156" y="507"/>
                  </a:lnTo>
                  <a:lnTo>
                    <a:pt x="188" y="537"/>
                  </a:lnTo>
                  <a:lnTo>
                    <a:pt x="218" y="548"/>
                  </a:lnTo>
                  <a:lnTo>
                    <a:pt x="227" y="564"/>
                  </a:lnTo>
                  <a:lnTo>
                    <a:pt x="276" y="595"/>
                  </a:lnTo>
                  <a:lnTo>
                    <a:pt x="313" y="593"/>
                  </a:lnTo>
                  <a:lnTo>
                    <a:pt x="329" y="648"/>
                  </a:lnTo>
                  <a:lnTo>
                    <a:pt x="342" y="690"/>
                  </a:lnTo>
                  <a:lnTo>
                    <a:pt x="431" y="689"/>
                  </a:lnTo>
                  <a:lnTo>
                    <a:pt x="430" y="708"/>
                  </a:lnTo>
                  <a:lnTo>
                    <a:pt x="447" y="727"/>
                  </a:lnTo>
                  <a:lnTo>
                    <a:pt x="466" y="724"/>
                  </a:lnTo>
                  <a:lnTo>
                    <a:pt x="480" y="718"/>
                  </a:lnTo>
                  <a:lnTo>
                    <a:pt x="488" y="697"/>
                  </a:lnTo>
                  <a:lnTo>
                    <a:pt x="510" y="681"/>
                  </a:lnTo>
                  <a:lnTo>
                    <a:pt x="534" y="675"/>
                  </a:lnTo>
                  <a:lnTo>
                    <a:pt x="535" y="665"/>
                  </a:lnTo>
                  <a:lnTo>
                    <a:pt x="560" y="665"/>
                  </a:lnTo>
                  <a:lnTo>
                    <a:pt x="562" y="599"/>
                  </a:lnTo>
                  <a:lnTo>
                    <a:pt x="577" y="610"/>
                  </a:lnTo>
                  <a:lnTo>
                    <a:pt x="592" y="602"/>
                  </a:lnTo>
                  <a:lnTo>
                    <a:pt x="600" y="581"/>
                  </a:lnTo>
                  <a:lnTo>
                    <a:pt x="598" y="560"/>
                  </a:lnTo>
                  <a:lnTo>
                    <a:pt x="608" y="528"/>
                  </a:lnTo>
                  <a:lnTo>
                    <a:pt x="629" y="520"/>
                  </a:lnTo>
                  <a:lnTo>
                    <a:pt x="626" y="482"/>
                  </a:lnTo>
                  <a:lnTo>
                    <a:pt x="634" y="464"/>
                  </a:lnTo>
                  <a:lnTo>
                    <a:pt x="622" y="440"/>
                  </a:lnTo>
                  <a:lnTo>
                    <a:pt x="621" y="429"/>
                  </a:lnTo>
                  <a:lnTo>
                    <a:pt x="600" y="410"/>
                  </a:lnTo>
                  <a:lnTo>
                    <a:pt x="609" y="396"/>
                  </a:lnTo>
                  <a:lnTo>
                    <a:pt x="655" y="443"/>
                  </a:lnTo>
                  <a:lnTo>
                    <a:pt x="696" y="429"/>
                  </a:lnTo>
                  <a:lnTo>
                    <a:pt x="716" y="412"/>
                  </a:lnTo>
                  <a:lnTo>
                    <a:pt x="766" y="448"/>
                  </a:lnTo>
                  <a:lnTo>
                    <a:pt x="789" y="462"/>
                  </a:lnTo>
                  <a:lnTo>
                    <a:pt x="830" y="462"/>
                  </a:lnTo>
                  <a:lnTo>
                    <a:pt x="855" y="477"/>
                  </a:lnTo>
                  <a:lnTo>
                    <a:pt x="856" y="477"/>
                  </a:lnTo>
                  <a:lnTo>
                    <a:pt x="870" y="461"/>
                  </a:lnTo>
                  <a:lnTo>
                    <a:pt x="884" y="456"/>
                  </a:lnTo>
                  <a:lnTo>
                    <a:pt x="885" y="436"/>
                  </a:lnTo>
                  <a:lnTo>
                    <a:pt x="912" y="420"/>
                  </a:lnTo>
                  <a:lnTo>
                    <a:pt x="914" y="368"/>
                  </a:lnTo>
                  <a:lnTo>
                    <a:pt x="900" y="333"/>
                  </a:lnTo>
                  <a:lnTo>
                    <a:pt x="889" y="304"/>
                  </a:lnTo>
                  <a:lnTo>
                    <a:pt x="859" y="308"/>
                  </a:lnTo>
                  <a:lnTo>
                    <a:pt x="852" y="293"/>
                  </a:lnTo>
                  <a:lnTo>
                    <a:pt x="877" y="286"/>
                  </a:lnTo>
                  <a:lnTo>
                    <a:pt x="888" y="277"/>
                  </a:lnTo>
                  <a:lnTo>
                    <a:pt x="888" y="275"/>
                  </a:lnTo>
                  <a:lnTo>
                    <a:pt x="877" y="244"/>
                  </a:lnTo>
                  <a:lnTo>
                    <a:pt x="847" y="218"/>
                  </a:lnTo>
                  <a:lnTo>
                    <a:pt x="845" y="189"/>
                  </a:lnTo>
                  <a:lnTo>
                    <a:pt x="809" y="169"/>
                  </a:lnTo>
                  <a:lnTo>
                    <a:pt x="801" y="141"/>
                  </a:lnTo>
                  <a:lnTo>
                    <a:pt x="789" y="145"/>
                  </a:lnTo>
                  <a:lnTo>
                    <a:pt x="766" y="137"/>
                  </a:lnTo>
                  <a:lnTo>
                    <a:pt x="784" y="107"/>
                  </a:lnTo>
                  <a:lnTo>
                    <a:pt x="776" y="67"/>
                  </a:lnTo>
                  <a:lnTo>
                    <a:pt x="755" y="61"/>
                  </a:lnTo>
                  <a:lnTo>
                    <a:pt x="733" y="45"/>
                  </a:lnTo>
                  <a:lnTo>
                    <a:pt x="708" y="28"/>
                  </a:lnTo>
                  <a:lnTo>
                    <a:pt x="681" y="28"/>
                  </a:lnTo>
                  <a:lnTo>
                    <a:pt x="664" y="48"/>
                  </a:lnTo>
                  <a:lnTo>
                    <a:pt x="645" y="60"/>
                  </a:lnTo>
                  <a:lnTo>
                    <a:pt x="627" y="56"/>
                  </a:lnTo>
                  <a:lnTo>
                    <a:pt x="621" y="23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13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" name="Google Shape;322;p38">
              <a:extLst>
                <a:ext uri="{FF2B5EF4-FFF2-40B4-BE49-F238E27FC236}">
                  <a16:creationId xmlns="" xmlns:a16="http://schemas.microsoft.com/office/drawing/2014/main" id="{AD923B60-A5F5-399E-9111-B383653DD061}"/>
                </a:ext>
              </a:extLst>
            </p:cNvPr>
            <p:cNvSpPr/>
            <p:nvPr/>
          </p:nvSpPr>
          <p:spPr>
            <a:xfrm>
              <a:off x="3362325" y="2312988"/>
              <a:ext cx="1074738" cy="660400"/>
            </a:xfrm>
            <a:custGeom>
              <a:avLst/>
              <a:gdLst/>
              <a:ahLst/>
              <a:cxnLst/>
              <a:rect l="l" t="t" r="r" b="b"/>
              <a:pathLst>
                <a:path w="677" h="416" extrusionOk="0">
                  <a:moveTo>
                    <a:pt x="583" y="0"/>
                  </a:moveTo>
                  <a:lnTo>
                    <a:pt x="568" y="12"/>
                  </a:lnTo>
                  <a:lnTo>
                    <a:pt x="561" y="25"/>
                  </a:lnTo>
                  <a:lnTo>
                    <a:pt x="539" y="30"/>
                  </a:lnTo>
                  <a:lnTo>
                    <a:pt x="539" y="26"/>
                  </a:lnTo>
                  <a:lnTo>
                    <a:pt x="535" y="31"/>
                  </a:lnTo>
                  <a:lnTo>
                    <a:pt x="517" y="39"/>
                  </a:lnTo>
                  <a:lnTo>
                    <a:pt x="500" y="38"/>
                  </a:lnTo>
                  <a:lnTo>
                    <a:pt x="467" y="67"/>
                  </a:lnTo>
                  <a:lnTo>
                    <a:pt x="451" y="67"/>
                  </a:lnTo>
                  <a:lnTo>
                    <a:pt x="436" y="60"/>
                  </a:lnTo>
                  <a:lnTo>
                    <a:pt x="411" y="73"/>
                  </a:lnTo>
                  <a:lnTo>
                    <a:pt x="383" y="76"/>
                  </a:lnTo>
                  <a:lnTo>
                    <a:pt x="331" y="55"/>
                  </a:lnTo>
                  <a:lnTo>
                    <a:pt x="309" y="43"/>
                  </a:lnTo>
                  <a:lnTo>
                    <a:pt x="272" y="52"/>
                  </a:lnTo>
                  <a:lnTo>
                    <a:pt x="225" y="37"/>
                  </a:lnTo>
                  <a:lnTo>
                    <a:pt x="217" y="40"/>
                  </a:lnTo>
                  <a:lnTo>
                    <a:pt x="230" y="80"/>
                  </a:lnTo>
                  <a:lnTo>
                    <a:pt x="239" y="113"/>
                  </a:lnTo>
                  <a:lnTo>
                    <a:pt x="233" y="143"/>
                  </a:lnTo>
                  <a:lnTo>
                    <a:pt x="205" y="155"/>
                  </a:lnTo>
                  <a:lnTo>
                    <a:pt x="161" y="154"/>
                  </a:lnTo>
                  <a:lnTo>
                    <a:pt x="134" y="169"/>
                  </a:lnTo>
                  <a:lnTo>
                    <a:pt x="96" y="221"/>
                  </a:lnTo>
                  <a:lnTo>
                    <a:pt x="83" y="234"/>
                  </a:lnTo>
                  <a:lnTo>
                    <a:pt x="47" y="251"/>
                  </a:lnTo>
                  <a:lnTo>
                    <a:pt x="25" y="263"/>
                  </a:lnTo>
                  <a:lnTo>
                    <a:pt x="1" y="287"/>
                  </a:lnTo>
                  <a:lnTo>
                    <a:pt x="0" y="316"/>
                  </a:lnTo>
                  <a:lnTo>
                    <a:pt x="25" y="306"/>
                  </a:lnTo>
                  <a:lnTo>
                    <a:pt x="83" y="296"/>
                  </a:lnTo>
                  <a:lnTo>
                    <a:pt x="113" y="281"/>
                  </a:lnTo>
                  <a:lnTo>
                    <a:pt x="127" y="267"/>
                  </a:lnTo>
                  <a:lnTo>
                    <a:pt x="152" y="264"/>
                  </a:lnTo>
                  <a:lnTo>
                    <a:pt x="197" y="271"/>
                  </a:lnTo>
                  <a:lnTo>
                    <a:pt x="217" y="281"/>
                  </a:lnTo>
                  <a:lnTo>
                    <a:pt x="217" y="314"/>
                  </a:lnTo>
                  <a:lnTo>
                    <a:pt x="225" y="343"/>
                  </a:lnTo>
                  <a:lnTo>
                    <a:pt x="259" y="346"/>
                  </a:lnTo>
                  <a:lnTo>
                    <a:pt x="269" y="358"/>
                  </a:lnTo>
                  <a:lnTo>
                    <a:pt x="272" y="369"/>
                  </a:lnTo>
                  <a:lnTo>
                    <a:pt x="286" y="375"/>
                  </a:lnTo>
                  <a:lnTo>
                    <a:pt x="361" y="416"/>
                  </a:lnTo>
                  <a:lnTo>
                    <a:pt x="375" y="392"/>
                  </a:lnTo>
                  <a:lnTo>
                    <a:pt x="405" y="381"/>
                  </a:lnTo>
                  <a:lnTo>
                    <a:pt x="419" y="383"/>
                  </a:lnTo>
                  <a:lnTo>
                    <a:pt x="430" y="387"/>
                  </a:lnTo>
                  <a:lnTo>
                    <a:pt x="440" y="376"/>
                  </a:lnTo>
                  <a:lnTo>
                    <a:pt x="427" y="334"/>
                  </a:lnTo>
                  <a:lnTo>
                    <a:pt x="419" y="323"/>
                  </a:lnTo>
                  <a:lnTo>
                    <a:pt x="418" y="306"/>
                  </a:lnTo>
                  <a:lnTo>
                    <a:pt x="419" y="289"/>
                  </a:lnTo>
                  <a:lnTo>
                    <a:pt x="410" y="260"/>
                  </a:lnTo>
                  <a:lnTo>
                    <a:pt x="419" y="255"/>
                  </a:lnTo>
                  <a:lnTo>
                    <a:pt x="447" y="252"/>
                  </a:lnTo>
                  <a:lnTo>
                    <a:pt x="476" y="242"/>
                  </a:lnTo>
                  <a:lnTo>
                    <a:pt x="493" y="238"/>
                  </a:lnTo>
                  <a:lnTo>
                    <a:pt x="498" y="230"/>
                  </a:lnTo>
                  <a:lnTo>
                    <a:pt x="492" y="208"/>
                  </a:lnTo>
                  <a:lnTo>
                    <a:pt x="483" y="190"/>
                  </a:lnTo>
                  <a:lnTo>
                    <a:pt x="485" y="164"/>
                  </a:lnTo>
                  <a:lnTo>
                    <a:pt x="517" y="180"/>
                  </a:lnTo>
                  <a:lnTo>
                    <a:pt x="538" y="194"/>
                  </a:lnTo>
                  <a:lnTo>
                    <a:pt x="560" y="187"/>
                  </a:lnTo>
                  <a:lnTo>
                    <a:pt x="575" y="169"/>
                  </a:lnTo>
                  <a:lnTo>
                    <a:pt x="592" y="175"/>
                  </a:lnTo>
                  <a:lnTo>
                    <a:pt x="634" y="151"/>
                  </a:lnTo>
                  <a:lnTo>
                    <a:pt x="677" y="163"/>
                  </a:lnTo>
                  <a:lnTo>
                    <a:pt x="672" y="137"/>
                  </a:lnTo>
                  <a:lnTo>
                    <a:pt x="630" y="112"/>
                  </a:lnTo>
                  <a:lnTo>
                    <a:pt x="598" y="112"/>
                  </a:lnTo>
                  <a:lnTo>
                    <a:pt x="564" y="89"/>
                  </a:lnTo>
                  <a:lnTo>
                    <a:pt x="576" y="77"/>
                  </a:lnTo>
                  <a:lnTo>
                    <a:pt x="569" y="63"/>
                  </a:lnTo>
                  <a:lnTo>
                    <a:pt x="577" y="51"/>
                  </a:lnTo>
                  <a:lnTo>
                    <a:pt x="576" y="37"/>
                  </a:lnTo>
                  <a:lnTo>
                    <a:pt x="585" y="18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12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" name="Google Shape;323;p38">
              <a:extLst>
                <a:ext uri="{FF2B5EF4-FFF2-40B4-BE49-F238E27FC236}">
                  <a16:creationId xmlns="" xmlns:a16="http://schemas.microsoft.com/office/drawing/2014/main" id="{C1047D95-2E7D-EF81-8718-7D8B46BEA115}"/>
                </a:ext>
              </a:extLst>
            </p:cNvPr>
            <p:cNvSpPr/>
            <p:nvPr/>
          </p:nvSpPr>
          <p:spPr>
            <a:xfrm>
              <a:off x="3273425" y="1844675"/>
              <a:ext cx="1143000" cy="588962"/>
            </a:xfrm>
            <a:custGeom>
              <a:avLst/>
              <a:gdLst/>
              <a:ahLst/>
              <a:cxnLst/>
              <a:rect l="l" t="t" r="r" b="b"/>
              <a:pathLst>
                <a:path w="547" h="282" extrusionOk="0">
                  <a:moveTo>
                    <a:pt x="65" y="0"/>
                  </a:moveTo>
                  <a:cubicBezTo>
                    <a:pt x="47" y="5"/>
                    <a:pt x="47" y="5"/>
                    <a:pt x="47" y="5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65" y="83"/>
                    <a:pt x="65" y="83"/>
                    <a:pt x="65" y="83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44" y="130"/>
                    <a:pt x="44" y="130"/>
                    <a:pt x="44" y="130"/>
                  </a:cubicBezTo>
                  <a:cubicBezTo>
                    <a:pt x="42" y="143"/>
                    <a:pt x="42" y="143"/>
                    <a:pt x="42" y="143"/>
                  </a:cubicBezTo>
                  <a:cubicBezTo>
                    <a:pt x="65" y="155"/>
                    <a:pt x="65" y="155"/>
                    <a:pt x="65" y="155"/>
                  </a:cubicBezTo>
                  <a:cubicBezTo>
                    <a:pt x="80" y="134"/>
                    <a:pt x="80" y="134"/>
                    <a:pt x="80" y="134"/>
                  </a:cubicBezTo>
                  <a:cubicBezTo>
                    <a:pt x="92" y="132"/>
                    <a:pt x="92" y="132"/>
                    <a:pt x="92" y="132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44" y="167"/>
                    <a:pt x="144" y="167"/>
                    <a:pt x="144" y="167"/>
                  </a:cubicBezTo>
                  <a:cubicBezTo>
                    <a:pt x="148" y="189"/>
                    <a:pt x="148" y="189"/>
                    <a:pt x="148" y="189"/>
                  </a:cubicBezTo>
                  <a:cubicBezTo>
                    <a:pt x="152" y="204"/>
                    <a:pt x="152" y="204"/>
                    <a:pt x="152" y="204"/>
                  </a:cubicBezTo>
                  <a:cubicBezTo>
                    <a:pt x="154" y="242"/>
                    <a:pt x="154" y="242"/>
                    <a:pt x="154" y="242"/>
                  </a:cubicBezTo>
                  <a:cubicBezTo>
                    <a:pt x="150" y="257"/>
                    <a:pt x="150" y="257"/>
                    <a:pt x="150" y="257"/>
                  </a:cubicBezTo>
                  <a:cubicBezTo>
                    <a:pt x="161" y="271"/>
                    <a:pt x="161" y="271"/>
                    <a:pt x="161" y="271"/>
                  </a:cubicBezTo>
                  <a:cubicBezTo>
                    <a:pt x="188" y="265"/>
                    <a:pt x="188" y="265"/>
                    <a:pt x="188" y="265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213" y="252"/>
                    <a:pt x="213" y="252"/>
                    <a:pt x="213" y="252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77" y="257"/>
                    <a:pt x="277" y="257"/>
                    <a:pt x="277" y="257"/>
                  </a:cubicBezTo>
                  <a:cubicBezTo>
                    <a:pt x="294" y="266"/>
                    <a:pt x="294" y="266"/>
                    <a:pt x="294" y="266"/>
                  </a:cubicBezTo>
                  <a:cubicBezTo>
                    <a:pt x="333" y="282"/>
                    <a:pt x="333" y="282"/>
                    <a:pt x="333" y="282"/>
                  </a:cubicBezTo>
                  <a:cubicBezTo>
                    <a:pt x="355" y="280"/>
                    <a:pt x="355" y="280"/>
                    <a:pt x="355" y="280"/>
                  </a:cubicBezTo>
                  <a:cubicBezTo>
                    <a:pt x="374" y="270"/>
                    <a:pt x="374" y="270"/>
                    <a:pt x="374" y="270"/>
                  </a:cubicBezTo>
                  <a:cubicBezTo>
                    <a:pt x="385" y="275"/>
                    <a:pt x="385" y="275"/>
                    <a:pt x="385" y="275"/>
                  </a:cubicBezTo>
                  <a:cubicBezTo>
                    <a:pt x="397" y="275"/>
                    <a:pt x="397" y="275"/>
                    <a:pt x="397" y="275"/>
                  </a:cubicBezTo>
                  <a:cubicBezTo>
                    <a:pt x="422" y="253"/>
                    <a:pt x="422" y="253"/>
                    <a:pt x="422" y="253"/>
                  </a:cubicBezTo>
                  <a:cubicBezTo>
                    <a:pt x="435" y="254"/>
                    <a:pt x="435" y="254"/>
                    <a:pt x="435" y="254"/>
                  </a:cubicBezTo>
                  <a:cubicBezTo>
                    <a:pt x="449" y="248"/>
                    <a:pt x="449" y="248"/>
                    <a:pt x="449" y="248"/>
                  </a:cubicBezTo>
                  <a:cubicBezTo>
                    <a:pt x="452" y="244"/>
                    <a:pt x="452" y="244"/>
                    <a:pt x="452" y="244"/>
                  </a:cubicBezTo>
                  <a:cubicBezTo>
                    <a:pt x="455" y="225"/>
                    <a:pt x="455" y="225"/>
                    <a:pt x="455" y="225"/>
                  </a:cubicBezTo>
                  <a:cubicBezTo>
                    <a:pt x="436" y="224"/>
                    <a:pt x="436" y="224"/>
                    <a:pt x="436" y="224"/>
                  </a:cubicBezTo>
                  <a:cubicBezTo>
                    <a:pt x="430" y="213"/>
                    <a:pt x="430" y="213"/>
                    <a:pt x="430" y="213"/>
                  </a:cubicBezTo>
                  <a:cubicBezTo>
                    <a:pt x="438" y="202"/>
                    <a:pt x="438" y="202"/>
                    <a:pt x="438" y="202"/>
                  </a:cubicBezTo>
                  <a:cubicBezTo>
                    <a:pt x="465" y="193"/>
                    <a:pt x="465" y="193"/>
                    <a:pt x="465" y="193"/>
                  </a:cubicBezTo>
                  <a:cubicBezTo>
                    <a:pt x="479" y="186"/>
                    <a:pt x="479" y="186"/>
                    <a:pt x="479" y="186"/>
                  </a:cubicBezTo>
                  <a:cubicBezTo>
                    <a:pt x="491" y="186"/>
                    <a:pt x="491" y="186"/>
                    <a:pt x="491" y="186"/>
                  </a:cubicBezTo>
                  <a:cubicBezTo>
                    <a:pt x="502" y="173"/>
                    <a:pt x="502" y="173"/>
                    <a:pt x="502" y="173"/>
                  </a:cubicBezTo>
                  <a:cubicBezTo>
                    <a:pt x="512" y="177"/>
                    <a:pt x="512" y="177"/>
                    <a:pt x="512" y="177"/>
                  </a:cubicBezTo>
                  <a:cubicBezTo>
                    <a:pt x="529" y="176"/>
                    <a:pt x="529" y="176"/>
                    <a:pt x="529" y="176"/>
                  </a:cubicBezTo>
                  <a:cubicBezTo>
                    <a:pt x="531" y="182"/>
                    <a:pt x="531" y="182"/>
                    <a:pt x="531" y="182"/>
                  </a:cubicBezTo>
                  <a:cubicBezTo>
                    <a:pt x="543" y="164"/>
                    <a:pt x="543" y="164"/>
                    <a:pt x="543" y="164"/>
                  </a:cubicBezTo>
                  <a:cubicBezTo>
                    <a:pt x="547" y="158"/>
                    <a:pt x="547" y="158"/>
                    <a:pt x="547" y="158"/>
                  </a:cubicBezTo>
                  <a:cubicBezTo>
                    <a:pt x="520" y="159"/>
                    <a:pt x="520" y="159"/>
                    <a:pt x="520" y="159"/>
                  </a:cubicBezTo>
                  <a:cubicBezTo>
                    <a:pt x="488" y="160"/>
                    <a:pt x="488" y="160"/>
                    <a:pt x="488" y="160"/>
                  </a:cubicBezTo>
                  <a:cubicBezTo>
                    <a:pt x="460" y="161"/>
                    <a:pt x="460" y="161"/>
                    <a:pt x="460" y="161"/>
                  </a:cubicBezTo>
                  <a:cubicBezTo>
                    <a:pt x="451" y="133"/>
                    <a:pt x="451" y="133"/>
                    <a:pt x="451" y="133"/>
                  </a:cubicBezTo>
                  <a:cubicBezTo>
                    <a:pt x="420" y="118"/>
                    <a:pt x="420" y="118"/>
                    <a:pt x="420" y="118"/>
                  </a:cubicBezTo>
                  <a:cubicBezTo>
                    <a:pt x="417" y="120"/>
                    <a:pt x="411" y="122"/>
                    <a:pt x="411" y="122"/>
                  </a:cubicBezTo>
                  <a:cubicBezTo>
                    <a:pt x="383" y="120"/>
                    <a:pt x="383" y="120"/>
                    <a:pt x="383" y="120"/>
                  </a:cubicBezTo>
                  <a:cubicBezTo>
                    <a:pt x="360" y="106"/>
                    <a:pt x="360" y="106"/>
                    <a:pt x="360" y="106"/>
                  </a:cubicBezTo>
                  <a:cubicBezTo>
                    <a:pt x="349" y="109"/>
                    <a:pt x="349" y="109"/>
                    <a:pt x="349" y="109"/>
                  </a:cubicBezTo>
                  <a:cubicBezTo>
                    <a:pt x="321" y="99"/>
                    <a:pt x="321" y="99"/>
                    <a:pt x="321" y="99"/>
                  </a:cubicBezTo>
                  <a:cubicBezTo>
                    <a:pt x="307" y="108"/>
                    <a:pt x="307" y="108"/>
                    <a:pt x="307" y="108"/>
                  </a:cubicBezTo>
                  <a:cubicBezTo>
                    <a:pt x="274" y="95"/>
                    <a:pt x="274" y="95"/>
                    <a:pt x="274" y="95"/>
                  </a:cubicBezTo>
                  <a:cubicBezTo>
                    <a:pt x="266" y="102"/>
                    <a:pt x="266" y="102"/>
                    <a:pt x="266" y="102"/>
                  </a:cubicBezTo>
                  <a:cubicBezTo>
                    <a:pt x="246" y="87"/>
                    <a:pt x="246" y="87"/>
                    <a:pt x="246" y="87"/>
                  </a:cubicBezTo>
                  <a:cubicBezTo>
                    <a:pt x="221" y="83"/>
                    <a:pt x="221" y="83"/>
                    <a:pt x="221" y="83"/>
                  </a:cubicBezTo>
                  <a:cubicBezTo>
                    <a:pt x="191" y="88"/>
                    <a:pt x="191" y="88"/>
                    <a:pt x="191" y="88"/>
                  </a:cubicBezTo>
                  <a:cubicBezTo>
                    <a:pt x="176" y="77"/>
                    <a:pt x="176" y="77"/>
                    <a:pt x="176" y="77"/>
                  </a:cubicBezTo>
                  <a:cubicBezTo>
                    <a:pt x="175" y="64"/>
                    <a:pt x="175" y="64"/>
                    <a:pt x="175" y="64"/>
                  </a:cubicBezTo>
                  <a:cubicBezTo>
                    <a:pt x="160" y="45"/>
                    <a:pt x="160" y="45"/>
                    <a:pt x="160" y="45"/>
                  </a:cubicBezTo>
                  <a:cubicBezTo>
                    <a:pt x="150" y="44"/>
                    <a:pt x="150" y="44"/>
                    <a:pt x="150" y="44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99" y="8"/>
                    <a:pt x="99" y="8"/>
                    <a:pt x="99" y="8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4" name="Google Shape;324;p38">
              <a:extLst>
                <a:ext uri="{FF2B5EF4-FFF2-40B4-BE49-F238E27FC236}">
                  <a16:creationId xmlns="" xmlns:a16="http://schemas.microsoft.com/office/drawing/2014/main" id="{D7465ED9-8F47-C39C-EE91-3BF8D77F7E96}"/>
                </a:ext>
              </a:extLst>
            </p:cNvPr>
            <p:cNvSpPr/>
            <p:nvPr/>
          </p:nvSpPr>
          <p:spPr>
            <a:xfrm>
              <a:off x="3041650" y="1933575"/>
              <a:ext cx="700088" cy="765175"/>
            </a:xfrm>
            <a:custGeom>
              <a:avLst/>
              <a:gdLst/>
              <a:ahLst/>
              <a:cxnLst/>
              <a:rect l="l" t="t" r="r" b="b"/>
              <a:pathLst>
                <a:path w="441" h="482" extrusionOk="0">
                  <a:moveTo>
                    <a:pt x="146" y="0"/>
                  </a:moveTo>
                  <a:lnTo>
                    <a:pt x="137" y="16"/>
                  </a:lnTo>
                  <a:lnTo>
                    <a:pt x="121" y="37"/>
                  </a:lnTo>
                  <a:lnTo>
                    <a:pt x="115" y="57"/>
                  </a:lnTo>
                  <a:lnTo>
                    <a:pt x="100" y="66"/>
                  </a:lnTo>
                  <a:lnTo>
                    <a:pt x="77" y="66"/>
                  </a:lnTo>
                  <a:lnTo>
                    <a:pt x="77" y="78"/>
                  </a:lnTo>
                  <a:lnTo>
                    <a:pt x="91" y="118"/>
                  </a:lnTo>
                  <a:lnTo>
                    <a:pt x="85" y="140"/>
                  </a:lnTo>
                  <a:lnTo>
                    <a:pt x="87" y="174"/>
                  </a:lnTo>
                  <a:lnTo>
                    <a:pt x="94" y="228"/>
                  </a:lnTo>
                  <a:lnTo>
                    <a:pt x="87" y="257"/>
                  </a:lnTo>
                  <a:lnTo>
                    <a:pt x="70" y="276"/>
                  </a:lnTo>
                  <a:lnTo>
                    <a:pt x="58" y="304"/>
                  </a:lnTo>
                  <a:lnTo>
                    <a:pt x="57" y="323"/>
                  </a:lnTo>
                  <a:lnTo>
                    <a:pt x="27" y="364"/>
                  </a:lnTo>
                  <a:lnTo>
                    <a:pt x="15" y="390"/>
                  </a:lnTo>
                  <a:lnTo>
                    <a:pt x="6" y="402"/>
                  </a:lnTo>
                  <a:lnTo>
                    <a:pt x="3" y="437"/>
                  </a:lnTo>
                  <a:lnTo>
                    <a:pt x="0" y="468"/>
                  </a:lnTo>
                  <a:lnTo>
                    <a:pt x="0" y="477"/>
                  </a:lnTo>
                  <a:lnTo>
                    <a:pt x="13" y="477"/>
                  </a:lnTo>
                  <a:lnTo>
                    <a:pt x="56" y="482"/>
                  </a:lnTo>
                  <a:lnTo>
                    <a:pt x="69" y="473"/>
                  </a:lnTo>
                  <a:lnTo>
                    <a:pt x="88" y="476"/>
                  </a:lnTo>
                  <a:lnTo>
                    <a:pt x="99" y="482"/>
                  </a:lnTo>
                  <a:lnTo>
                    <a:pt x="145" y="468"/>
                  </a:lnTo>
                  <a:lnTo>
                    <a:pt x="174" y="444"/>
                  </a:lnTo>
                  <a:lnTo>
                    <a:pt x="194" y="441"/>
                  </a:lnTo>
                  <a:lnTo>
                    <a:pt x="223" y="452"/>
                  </a:lnTo>
                  <a:lnTo>
                    <a:pt x="248" y="462"/>
                  </a:lnTo>
                  <a:lnTo>
                    <a:pt x="285" y="462"/>
                  </a:lnTo>
                  <a:lnTo>
                    <a:pt x="291" y="466"/>
                  </a:lnTo>
                  <a:lnTo>
                    <a:pt x="298" y="460"/>
                  </a:lnTo>
                  <a:lnTo>
                    <a:pt x="336" y="408"/>
                  </a:lnTo>
                  <a:lnTo>
                    <a:pt x="363" y="393"/>
                  </a:lnTo>
                  <a:lnTo>
                    <a:pt x="407" y="394"/>
                  </a:lnTo>
                  <a:lnTo>
                    <a:pt x="435" y="382"/>
                  </a:lnTo>
                  <a:lnTo>
                    <a:pt x="441" y="352"/>
                  </a:lnTo>
                  <a:lnTo>
                    <a:pt x="432" y="319"/>
                  </a:lnTo>
                  <a:lnTo>
                    <a:pt x="419" y="279"/>
                  </a:lnTo>
                  <a:lnTo>
                    <a:pt x="420" y="278"/>
                  </a:lnTo>
                  <a:lnTo>
                    <a:pt x="420" y="278"/>
                  </a:lnTo>
                  <a:lnTo>
                    <a:pt x="394" y="293"/>
                  </a:lnTo>
                  <a:lnTo>
                    <a:pt x="358" y="301"/>
                  </a:lnTo>
                  <a:lnTo>
                    <a:pt x="344" y="282"/>
                  </a:lnTo>
                  <a:lnTo>
                    <a:pt x="349" y="262"/>
                  </a:lnTo>
                  <a:lnTo>
                    <a:pt x="346" y="212"/>
                  </a:lnTo>
                  <a:lnTo>
                    <a:pt x="341" y="193"/>
                  </a:lnTo>
                  <a:lnTo>
                    <a:pt x="336" y="164"/>
                  </a:lnTo>
                  <a:lnTo>
                    <a:pt x="306" y="127"/>
                  </a:lnTo>
                  <a:lnTo>
                    <a:pt x="267" y="118"/>
                  </a:lnTo>
                  <a:lnTo>
                    <a:pt x="252" y="120"/>
                  </a:lnTo>
                  <a:lnTo>
                    <a:pt x="232" y="148"/>
                  </a:lnTo>
                  <a:lnTo>
                    <a:pt x="202" y="132"/>
                  </a:lnTo>
                  <a:lnTo>
                    <a:pt x="204" y="115"/>
                  </a:lnTo>
                  <a:lnTo>
                    <a:pt x="225" y="75"/>
                  </a:lnTo>
                  <a:lnTo>
                    <a:pt x="232" y="53"/>
                  </a:lnTo>
                  <a:lnTo>
                    <a:pt x="231" y="39"/>
                  </a:lnTo>
                  <a:lnTo>
                    <a:pt x="202" y="37"/>
                  </a:lnTo>
                  <a:lnTo>
                    <a:pt x="181" y="25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5" name="Google Shape;325;p38">
              <a:extLst>
                <a:ext uri="{FF2B5EF4-FFF2-40B4-BE49-F238E27FC236}">
                  <a16:creationId xmlns="" xmlns:a16="http://schemas.microsoft.com/office/drawing/2014/main" id="{78137FC6-848A-7BA2-BD50-EE00EB241375}"/>
                </a:ext>
              </a:extLst>
            </p:cNvPr>
            <p:cNvSpPr/>
            <p:nvPr/>
          </p:nvSpPr>
          <p:spPr>
            <a:xfrm>
              <a:off x="2654300" y="2633663"/>
              <a:ext cx="1065213" cy="1008062"/>
            </a:xfrm>
            <a:custGeom>
              <a:avLst/>
              <a:gdLst/>
              <a:ahLst/>
              <a:cxnLst/>
              <a:rect l="l" t="t" r="r" b="b"/>
              <a:pathLst>
                <a:path w="510" h="482" extrusionOk="0">
                  <a:moveTo>
                    <a:pt x="333" y="0"/>
                  </a:moveTo>
                  <a:cubicBezTo>
                    <a:pt x="318" y="2"/>
                    <a:pt x="318" y="2"/>
                    <a:pt x="318" y="2"/>
                  </a:cubicBezTo>
                  <a:cubicBezTo>
                    <a:pt x="296" y="20"/>
                    <a:pt x="296" y="20"/>
                    <a:pt x="296" y="20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53" y="26"/>
                    <a:pt x="253" y="26"/>
                    <a:pt x="253" y="26"/>
                  </a:cubicBezTo>
                  <a:cubicBezTo>
                    <a:pt x="238" y="24"/>
                    <a:pt x="238" y="24"/>
                    <a:pt x="238" y="24"/>
                  </a:cubicBezTo>
                  <a:cubicBezTo>
                    <a:pt x="228" y="31"/>
                    <a:pt x="228" y="31"/>
                    <a:pt x="228" y="31"/>
                  </a:cubicBezTo>
                  <a:cubicBezTo>
                    <a:pt x="196" y="27"/>
                    <a:pt x="196" y="27"/>
                    <a:pt x="196" y="27"/>
                  </a:cubicBezTo>
                  <a:cubicBezTo>
                    <a:pt x="186" y="27"/>
                    <a:pt x="186" y="27"/>
                    <a:pt x="186" y="27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74" y="86"/>
                    <a:pt x="174" y="86"/>
                    <a:pt x="174" y="86"/>
                  </a:cubicBezTo>
                  <a:cubicBezTo>
                    <a:pt x="172" y="100"/>
                    <a:pt x="172" y="100"/>
                    <a:pt x="172" y="100"/>
                  </a:cubicBezTo>
                  <a:cubicBezTo>
                    <a:pt x="159" y="118"/>
                    <a:pt x="159" y="118"/>
                    <a:pt x="159" y="118"/>
                  </a:cubicBezTo>
                  <a:cubicBezTo>
                    <a:pt x="163" y="137"/>
                    <a:pt x="163" y="137"/>
                    <a:pt x="163" y="137"/>
                  </a:cubicBezTo>
                  <a:cubicBezTo>
                    <a:pt x="167" y="160"/>
                    <a:pt x="167" y="160"/>
                    <a:pt x="167" y="160"/>
                  </a:cubicBezTo>
                  <a:cubicBezTo>
                    <a:pt x="164" y="166"/>
                    <a:pt x="164" y="166"/>
                    <a:pt x="164" y="166"/>
                  </a:cubicBezTo>
                  <a:cubicBezTo>
                    <a:pt x="174" y="184"/>
                    <a:pt x="174" y="184"/>
                    <a:pt x="174" y="184"/>
                  </a:cubicBezTo>
                  <a:cubicBezTo>
                    <a:pt x="172" y="198"/>
                    <a:pt x="172" y="198"/>
                    <a:pt x="172" y="198"/>
                  </a:cubicBezTo>
                  <a:cubicBezTo>
                    <a:pt x="157" y="212"/>
                    <a:pt x="157" y="212"/>
                    <a:pt x="157" y="212"/>
                  </a:cubicBezTo>
                  <a:cubicBezTo>
                    <a:pt x="146" y="243"/>
                    <a:pt x="146" y="243"/>
                    <a:pt x="146" y="243"/>
                  </a:cubicBezTo>
                  <a:cubicBezTo>
                    <a:pt x="145" y="266"/>
                    <a:pt x="145" y="266"/>
                    <a:pt x="145" y="266"/>
                  </a:cubicBezTo>
                  <a:cubicBezTo>
                    <a:pt x="145" y="293"/>
                    <a:pt x="145" y="293"/>
                    <a:pt x="145" y="293"/>
                  </a:cubicBezTo>
                  <a:cubicBezTo>
                    <a:pt x="134" y="320"/>
                    <a:pt x="134" y="320"/>
                    <a:pt x="134" y="320"/>
                  </a:cubicBezTo>
                  <a:cubicBezTo>
                    <a:pt x="109" y="345"/>
                    <a:pt x="109" y="345"/>
                    <a:pt x="109" y="345"/>
                  </a:cubicBezTo>
                  <a:cubicBezTo>
                    <a:pt x="89" y="360"/>
                    <a:pt x="89" y="360"/>
                    <a:pt x="89" y="360"/>
                  </a:cubicBezTo>
                  <a:cubicBezTo>
                    <a:pt x="76" y="360"/>
                    <a:pt x="76" y="360"/>
                    <a:pt x="76" y="360"/>
                  </a:cubicBezTo>
                  <a:cubicBezTo>
                    <a:pt x="46" y="380"/>
                    <a:pt x="46" y="380"/>
                    <a:pt x="46" y="380"/>
                  </a:cubicBezTo>
                  <a:cubicBezTo>
                    <a:pt x="32" y="401"/>
                    <a:pt x="32" y="401"/>
                    <a:pt x="32" y="401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11" y="471"/>
                    <a:pt x="11" y="471"/>
                    <a:pt x="11" y="471"/>
                  </a:cubicBezTo>
                  <a:cubicBezTo>
                    <a:pt x="20" y="482"/>
                    <a:pt x="20" y="482"/>
                    <a:pt x="20" y="482"/>
                  </a:cubicBezTo>
                  <a:cubicBezTo>
                    <a:pt x="48" y="478"/>
                    <a:pt x="48" y="478"/>
                    <a:pt x="48" y="478"/>
                  </a:cubicBezTo>
                  <a:cubicBezTo>
                    <a:pt x="50" y="462"/>
                    <a:pt x="50" y="462"/>
                    <a:pt x="50" y="462"/>
                  </a:cubicBezTo>
                  <a:cubicBezTo>
                    <a:pt x="39" y="456"/>
                    <a:pt x="39" y="456"/>
                    <a:pt x="39" y="456"/>
                  </a:cubicBezTo>
                  <a:cubicBezTo>
                    <a:pt x="42" y="451"/>
                    <a:pt x="42" y="451"/>
                    <a:pt x="42" y="451"/>
                  </a:cubicBezTo>
                  <a:cubicBezTo>
                    <a:pt x="67" y="454"/>
                    <a:pt x="67" y="454"/>
                    <a:pt x="67" y="454"/>
                  </a:cubicBezTo>
                  <a:cubicBezTo>
                    <a:pt x="97" y="445"/>
                    <a:pt x="97" y="445"/>
                    <a:pt x="97" y="445"/>
                  </a:cubicBezTo>
                  <a:cubicBezTo>
                    <a:pt x="106" y="429"/>
                    <a:pt x="106" y="429"/>
                    <a:pt x="106" y="429"/>
                  </a:cubicBezTo>
                  <a:cubicBezTo>
                    <a:pt x="138" y="418"/>
                    <a:pt x="138" y="418"/>
                    <a:pt x="138" y="418"/>
                  </a:cubicBezTo>
                  <a:cubicBezTo>
                    <a:pt x="156" y="408"/>
                    <a:pt x="156" y="408"/>
                    <a:pt x="156" y="408"/>
                  </a:cubicBezTo>
                  <a:cubicBezTo>
                    <a:pt x="173" y="409"/>
                    <a:pt x="173" y="409"/>
                    <a:pt x="173" y="409"/>
                  </a:cubicBezTo>
                  <a:cubicBezTo>
                    <a:pt x="194" y="392"/>
                    <a:pt x="194" y="392"/>
                    <a:pt x="194" y="392"/>
                  </a:cubicBezTo>
                  <a:cubicBezTo>
                    <a:pt x="198" y="375"/>
                    <a:pt x="198" y="375"/>
                    <a:pt x="198" y="375"/>
                  </a:cubicBezTo>
                  <a:cubicBezTo>
                    <a:pt x="222" y="376"/>
                    <a:pt x="222" y="376"/>
                    <a:pt x="222" y="376"/>
                  </a:cubicBezTo>
                  <a:cubicBezTo>
                    <a:pt x="235" y="391"/>
                    <a:pt x="235" y="391"/>
                    <a:pt x="235" y="391"/>
                  </a:cubicBezTo>
                  <a:cubicBezTo>
                    <a:pt x="255" y="393"/>
                    <a:pt x="255" y="393"/>
                    <a:pt x="255" y="393"/>
                  </a:cubicBezTo>
                  <a:cubicBezTo>
                    <a:pt x="275" y="390"/>
                    <a:pt x="275" y="390"/>
                    <a:pt x="275" y="390"/>
                  </a:cubicBezTo>
                  <a:cubicBezTo>
                    <a:pt x="266" y="380"/>
                    <a:pt x="266" y="380"/>
                    <a:pt x="266" y="380"/>
                  </a:cubicBezTo>
                  <a:cubicBezTo>
                    <a:pt x="267" y="370"/>
                    <a:pt x="267" y="370"/>
                    <a:pt x="267" y="370"/>
                  </a:cubicBezTo>
                  <a:cubicBezTo>
                    <a:pt x="279" y="377"/>
                    <a:pt x="279" y="377"/>
                    <a:pt x="279" y="377"/>
                  </a:cubicBezTo>
                  <a:cubicBezTo>
                    <a:pt x="275" y="363"/>
                    <a:pt x="275" y="363"/>
                    <a:pt x="275" y="363"/>
                  </a:cubicBezTo>
                  <a:cubicBezTo>
                    <a:pt x="266" y="359"/>
                    <a:pt x="266" y="359"/>
                    <a:pt x="266" y="359"/>
                  </a:cubicBezTo>
                  <a:cubicBezTo>
                    <a:pt x="274" y="335"/>
                    <a:pt x="274" y="335"/>
                    <a:pt x="274" y="335"/>
                  </a:cubicBezTo>
                  <a:cubicBezTo>
                    <a:pt x="288" y="337"/>
                    <a:pt x="288" y="337"/>
                    <a:pt x="288" y="337"/>
                  </a:cubicBezTo>
                  <a:cubicBezTo>
                    <a:pt x="303" y="330"/>
                    <a:pt x="303" y="330"/>
                    <a:pt x="303" y="330"/>
                  </a:cubicBezTo>
                  <a:cubicBezTo>
                    <a:pt x="312" y="357"/>
                    <a:pt x="312" y="357"/>
                    <a:pt x="312" y="357"/>
                  </a:cubicBezTo>
                  <a:cubicBezTo>
                    <a:pt x="339" y="390"/>
                    <a:pt x="339" y="390"/>
                    <a:pt x="339" y="390"/>
                  </a:cubicBezTo>
                  <a:cubicBezTo>
                    <a:pt x="346" y="413"/>
                    <a:pt x="346" y="413"/>
                    <a:pt x="346" y="413"/>
                  </a:cubicBezTo>
                  <a:cubicBezTo>
                    <a:pt x="350" y="417"/>
                    <a:pt x="350" y="417"/>
                    <a:pt x="350" y="417"/>
                  </a:cubicBezTo>
                  <a:cubicBezTo>
                    <a:pt x="377" y="398"/>
                    <a:pt x="377" y="398"/>
                    <a:pt x="377" y="398"/>
                  </a:cubicBezTo>
                  <a:cubicBezTo>
                    <a:pt x="377" y="369"/>
                    <a:pt x="377" y="369"/>
                    <a:pt x="377" y="369"/>
                  </a:cubicBezTo>
                  <a:cubicBezTo>
                    <a:pt x="380" y="365"/>
                    <a:pt x="380" y="365"/>
                    <a:pt x="380" y="365"/>
                  </a:cubicBezTo>
                  <a:cubicBezTo>
                    <a:pt x="403" y="391"/>
                    <a:pt x="403" y="391"/>
                    <a:pt x="403" y="391"/>
                  </a:cubicBezTo>
                  <a:cubicBezTo>
                    <a:pt x="403" y="391"/>
                    <a:pt x="422" y="381"/>
                    <a:pt x="427" y="381"/>
                  </a:cubicBezTo>
                  <a:cubicBezTo>
                    <a:pt x="432" y="381"/>
                    <a:pt x="441" y="381"/>
                    <a:pt x="441" y="381"/>
                  </a:cubicBezTo>
                  <a:cubicBezTo>
                    <a:pt x="451" y="351"/>
                    <a:pt x="451" y="351"/>
                    <a:pt x="451" y="351"/>
                  </a:cubicBezTo>
                  <a:cubicBezTo>
                    <a:pt x="462" y="343"/>
                    <a:pt x="462" y="343"/>
                    <a:pt x="462" y="343"/>
                  </a:cubicBezTo>
                  <a:cubicBezTo>
                    <a:pt x="460" y="329"/>
                    <a:pt x="460" y="329"/>
                    <a:pt x="460" y="329"/>
                  </a:cubicBezTo>
                  <a:cubicBezTo>
                    <a:pt x="445" y="316"/>
                    <a:pt x="445" y="316"/>
                    <a:pt x="445" y="316"/>
                  </a:cubicBezTo>
                  <a:cubicBezTo>
                    <a:pt x="434" y="292"/>
                    <a:pt x="434" y="292"/>
                    <a:pt x="434" y="292"/>
                  </a:cubicBezTo>
                  <a:cubicBezTo>
                    <a:pt x="413" y="279"/>
                    <a:pt x="413" y="279"/>
                    <a:pt x="413" y="279"/>
                  </a:cubicBezTo>
                  <a:cubicBezTo>
                    <a:pt x="412" y="266"/>
                    <a:pt x="412" y="266"/>
                    <a:pt x="412" y="266"/>
                  </a:cubicBezTo>
                  <a:cubicBezTo>
                    <a:pt x="422" y="262"/>
                    <a:pt x="422" y="262"/>
                    <a:pt x="422" y="262"/>
                  </a:cubicBezTo>
                  <a:cubicBezTo>
                    <a:pt x="439" y="262"/>
                    <a:pt x="439" y="262"/>
                    <a:pt x="439" y="262"/>
                  </a:cubicBezTo>
                  <a:cubicBezTo>
                    <a:pt x="456" y="275"/>
                    <a:pt x="456" y="275"/>
                    <a:pt x="456" y="275"/>
                  </a:cubicBezTo>
                  <a:cubicBezTo>
                    <a:pt x="467" y="269"/>
                    <a:pt x="467" y="269"/>
                    <a:pt x="467" y="269"/>
                  </a:cubicBezTo>
                  <a:cubicBezTo>
                    <a:pt x="471" y="257"/>
                    <a:pt x="471" y="257"/>
                    <a:pt x="471" y="257"/>
                  </a:cubicBezTo>
                  <a:cubicBezTo>
                    <a:pt x="493" y="245"/>
                    <a:pt x="493" y="245"/>
                    <a:pt x="493" y="245"/>
                  </a:cubicBezTo>
                  <a:cubicBezTo>
                    <a:pt x="491" y="226"/>
                    <a:pt x="491" y="226"/>
                    <a:pt x="491" y="226"/>
                  </a:cubicBezTo>
                  <a:cubicBezTo>
                    <a:pt x="462" y="206"/>
                    <a:pt x="462" y="206"/>
                    <a:pt x="462" y="206"/>
                  </a:cubicBezTo>
                  <a:cubicBezTo>
                    <a:pt x="464" y="195"/>
                    <a:pt x="464" y="195"/>
                    <a:pt x="464" y="195"/>
                  </a:cubicBezTo>
                  <a:cubicBezTo>
                    <a:pt x="483" y="175"/>
                    <a:pt x="483" y="175"/>
                    <a:pt x="483" y="175"/>
                  </a:cubicBezTo>
                  <a:cubicBezTo>
                    <a:pt x="490" y="158"/>
                    <a:pt x="490" y="158"/>
                    <a:pt x="490" y="158"/>
                  </a:cubicBezTo>
                  <a:cubicBezTo>
                    <a:pt x="486" y="144"/>
                    <a:pt x="486" y="144"/>
                    <a:pt x="486" y="144"/>
                  </a:cubicBezTo>
                  <a:cubicBezTo>
                    <a:pt x="485" y="120"/>
                    <a:pt x="485" y="120"/>
                    <a:pt x="485" y="120"/>
                  </a:cubicBezTo>
                  <a:cubicBezTo>
                    <a:pt x="510" y="107"/>
                    <a:pt x="510" y="107"/>
                    <a:pt x="510" y="107"/>
                  </a:cubicBezTo>
                  <a:cubicBezTo>
                    <a:pt x="510" y="107"/>
                    <a:pt x="510" y="107"/>
                    <a:pt x="510" y="107"/>
                  </a:cubicBezTo>
                  <a:cubicBezTo>
                    <a:pt x="504" y="85"/>
                    <a:pt x="504" y="85"/>
                    <a:pt x="504" y="85"/>
                  </a:cubicBezTo>
                  <a:cubicBezTo>
                    <a:pt x="504" y="60"/>
                    <a:pt x="504" y="60"/>
                    <a:pt x="504" y="60"/>
                  </a:cubicBezTo>
                  <a:cubicBezTo>
                    <a:pt x="489" y="52"/>
                    <a:pt x="489" y="52"/>
                    <a:pt x="489" y="52"/>
                  </a:cubicBezTo>
                  <a:cubicBezTo>
                    <a:pt x="455" y="47"/>
                    <a:pt x="455" y="47"/>
                    <a:pt x="455" y="47"/>
                  </a:cubicBezTo>
                  <a:cubicBezTo>
                    <a:pt x="436" y="49"/>
                    <a:pt x="436" y="49"/>
                    <a:pt x="436" y="49"/>
                  </a:cubicBezTo>
                  <a:cubicBezTo>
                    <a:pt x="425" y="60"/>
                    <a:pt x="425" y="60"/>
                    <a:pt x="425" y="60"/>
                  </a:cubicBezTo>
                  <a:cubicBezTo>
                    <a:pt x="402" y="71"/>
                    <a:pt x="402" y="71"/>
                    <a:pt x="402" y="71"/>
                  </a:cubicBezTo>
                  <a:cubicBezTo>
                    <a:pt x="358" y="79"/>
                    <a:pt x="358" y="79"/>
                    <a:pt x="358" y="79"/>
                  </a:cubicBezTo>
                  <a:cubicBezTo>
                    <a:pt x="339" y="86"/>
                    <a:pt x="339" y="86"/>
                    <a:pt x="339" y="86"/>
                  </a:cubicBezTo>
                  <a:cubicBezTo>
                    <a:pt x="340" y="64"/>
                    <a:pt x="340" y="64"/>
                    <a:pt x="340" y="64"/>
                  </a:cubicBezTo>
                  <a:cubicBezTo>
                    <a:pt x="358" y="46"/>
                    <a:pt x="358" y="46"/>
                    <a:pt x="358" y="46"/>
                  </a:cubicBezTo>
                  <a:cubicBezTo>
                    <a:pt x="375" y="37"/>
                    <a:pt x="375" y="37"/>
                    <a:pt x="375" y="37"/>
                  </a:cubicBezTo>
                  <a:cubicBezTo>
                    <a:pt x="402" y="24"/>
                    <a:pt x="402" y="24"/>
                    <a:pt x="402" y="24"/>
                  </a:cubicBezTo>
                  <a:cubicBezTo>
                    <a:pt x="407" y="19"/>
                    <a:pt x="407" y="19"/>
                    <a:pt x="407" y="19"/>
                  </a:cubicBezTo>
                  <a:cubicBezTo>
                    <a:pt x="402" y="16"/>
                    <a:pt x="402" y="16"/>
                    <a:pt x="402" y="16"/>
                  </a:cubicBezTo>
                  <a:cubicBezTo>
                    <a:pt x="374" y="16"/>
                    <a:pt x="374" y="16"/>
                    <a:pt x="374" y="16"/>
                  </a:cubicBezTo>
                  <a:cubicBezTo>
                    <a:pt x="355" y="8"/>
                    <a:pt x="355" y="8"/>
                    <a:pt x="355" y="8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11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6" name="Google Shape;326;p38">
              <a:extLst>
                <a:ext uri="{FF2B5EF4-FFF2-40B4-BE49-F238E27FC236}">
                  <a16:creationId xmlns="" xmlns:a16="http://schemas.microsoft.com/office/drawing/2014/main" id="{C6FF0750-2339-C9AC-A62A-29AAA10D14A0}"/>
                </a:ext>
              </a:extLst>
            </p:cNvPr>
            <p:cNvSpPr/>
            <p:nvPr/>
          </p:nvSpPr>
          <p:spPr>
            <a:xfrm>
              <a:off x="3384550" y="2690813"/>
              <a:ext cx="1247775" cy="1065212"/>
            </a:xfrm>
            <a:custGeom>
              <a:avLst/>
              <a:gdLst/>
              <a:ahLst/>
              <a:cxnLst/>
              <a:rect l="l" t="t" r="r" b="b"/>
              <a:pathLst>
                <a:path w="597" h="510" extrusionOk="0">
                  <a:moveTo>
                    <a:pt x="364" y="0"/>
                  </a:moveTo>
                  <a:cubicBezTo>
                    <a:pt x="351" y="3"/>
                    <a:pt x="351" y="3"/>
                    <a:pt x="351" y="3"/>
                  </a:cubicBezTo>
                  <a:cubicBezTo>
                    <a:pt x="329" y="11"/>
                    <a:pt x="329" y="11"/>
                    <a:pt x="329" y="11"/>
                  </a:cubicBezTo>
                  <a:cubicBezTo>
                    <a:pt x="308" y="13"/>
                    <a:pt x="308" y="13"/>
                    <a:pt x="308" y="13"/>
                  </a:cubicBezTo>
                  <a:cubicBezTo>
                    <a:pt x="301" y="17"/>
                    <a:pt x="301" y="17"/>
                    <a:pt x="301" y="17"/>
                  </a:cubicBezTo>
                  <a:cubicBezTo>
                    <a:pt x="308" y="39"/>
                    <a:pt x="308" y="39"/>
                    <a:pt x="308" y="39"/>
                  </a:cubicBezTo>
                  <a:cubicBezTo>
                    <a:pt x="307" y="52"/>
                    <a:pt x="307" y="52"/>
                    <a:pt x="307" y="52"/>
                  </a:cubicBezTo>
                  <a:cubicBezTo>
                    <a:pt x="308" y="65"/>
                    <a:pt x="308" y="65"/>
                    <a:pt x="308" y="65"/>
                  </a:cubicBezTo>
                  <a:cubicBezTo>
                    <a:pt x="314" y="73"/>
                    <a:pt x="314" y="73"/>
                    <a:pt x="314" y="73"/>
                  </a:cubicBezTo>
                  <a:cubicBezTo>
                    <a:pt x="324" y="105"/>
                    <a:pt x="324" y="105"/>
                    <a:pt x="324" y="105"/>
                  </a:cubicBezTo>
                  <a:cubicBezTo>
                    <a:pt x="316" y="113"/>
                    <a:pt x="316" y="113"/>
                    <a:pt x="316" y="113"/>
                  </a:cubicBezTo>
                  <a:cubicBezTo>
                    <a:pt x="308" y="110"/>
                    <a:pt x="308" y="110"/>
                    <a:pt x="308" y="110"/>
                  </a:cubicBezTo>
                  <a:cubicBezTo>
                    <a:pt x="297" y="109"/>
                    <a:pt x="297" y="109"/>
                    <a:pt x="297" y="109"/>
                  </a:cubicBezTo>
                  <a:cubicBezTo>
                    <a:pt x="274" y="117"/>
                    <a:pt x="274" y="117"/>
                    <a:pt x="274" y="117"/>
                  </a:cubicBezTo>
                  <a:cubicBezTo>
                    <a:pt x="264" y="135"/>
                    <a:pt x="264" y="135"/>
                    <a:pt x="264" y="135"/>
                  </a:cubicBezTo>
                  <a:cubicBezTo>
                    <a:pt x="207" y="104"/>
                    <a:pt x="207" y="104"/>
                    <a:pt x="207" y="104"/>
                  </a:cubicBezTo>
                  <a:cubicBezTo>
                    <a:pt x="196" y="100"/>
                    <a:pt x="196" y="100"/>
                    <a:pt x="196" y="100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86" y="82"/>
                    <a:pt x="186" y="82"/>
                    <a:pt x="186" y="82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35" y="93"/>
                    <a:pt x="135" y="93"/>
                    <a:pt x="135" y="93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40" y="131"/>
                    <a:pt x="140" y="131"/>
                    <a:pt x="140" y="131"/>
                  </a:cubicBezTo>
                  <a:cubicBezTo>
                    <a:pt x="133" y="148"/>
                    <a:pt x="133" y="148"/>
                    <a:pt x="133" y="148"/>
                  </a:cubicBezTo>
                  <a:cubicBezTo>
                    <a:pt x="114" y="168"/>
                    <a:pt x="114" y="168"/>
                    <a:pt x="114" y="168"/>
                  </a:cubicBezTo>
                  <a:cubicBezTo>
                    <a:pt x="112" y="179"/>
                    <a:pt x="112" y="179"/>
                    <a:pt x="112" y="179"/>
                  </a:cubicBezTo>
                  <a:cubicBezTo>
                    <a:pt x="141" y="199"/>
                    <a:pt x="141" y="199"/>
                    <a:pt x="141" y="199"/>
                  </a:cubicBezTo>
                  <a:cubicBezTo>
                    <a:pt x="143" y="218"/>
                    <a:pt x="143" y="218"/>
                    <a:pt x="143" y="218"/>
                  </a:cubicBezTo>
                  <a:cubicBezTo>
                    <a:pt x="121" y="230"/>
                    <a:pt x="121" y="230"/>
                    <a:pt x="121" y="230"/>
                  </a:cubicBezTo>
                  <a:cubicBezTo>
                    <a:pt x="117" y="242"/>
                    <a:pt x="117" y="242"/>
                    <a:pt x="117" y="242"/>
                  </a:cubicBezTo>
                  <a:cubicBezTo>
                    <a:pt x="106" y="248"/>
                    <a:pt x="106" y="248"/>
                    <a:pt x="106" y="248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72" y="235"/>
                    <a:pt x="72" y="235"/>
                    <a:pt x="72" y="235"/>
                  </a:cubicBezTo>
                  <a:cubicBezTo>
                    <a:pt x="62" y="239"/>
                    <a:pt x="62" y="239"/>
                    <a:pt x="62" y="239"/>
                  </a:cubicBezTo>
                  <a:cubicBezTo>
                    <a:pt x="63" y="252"/>
                    <a:pt x="63" y="252"/>
                    <a:pt x="63" y="252"/>
                  </a:cubicBezTo>
                  <a:cubicBezTo>
                    <a:pt x="84" y="265"/>
                    <a:pt x="84" y="265"/>
                    <a:pt x="84" y="265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110" y="302"/>
                    <a:pt x="110" y="302"/>
                    <a:pt x="110" y="302"/>
                  </a:cubicBezTo>
                  <a:cubicBezTo>
                    <a:pt x="112" y="316"/>
                    <a:pt x="112" y="316"/>
                    <a:pt x="112" y="316"/>
                  </a:cubicBezTo>
                  <a:cubicBezTo>
                    <a:pt x="101" y="324"/>
                    <a:pt x="101" y="324"/>
                    <a:pt x="101" y="324"/>
                  </a:cubicBezTo>
                  <a:cubicBezTo>
                    <a:pt x="91" y="354"/>
                    <a:pt x="91" y="354"/>
                    <a:pt x="91" y="354"/>
                  </a:cubicBezTo>
                  <a:cubicBezTo>
                    <a:pt x="91" y="354"/>
                    <a:pt x="82" y="354"/>
                    <a:pt x="77" y="354"/>
                  </a:cubicBezTo>
                  <a:cubicBezTo>
                    <a:pt x="72" y="354"/>
                    <a:pt x="53" y="364"/>
                    <a:pt x="53" y="364"/>
                  </a:cubicBezTo>
                  <a:cubicBezTo>
                    <a:pt x="30" y="338"/>
                    <a:pt x="30" y="338"/>
                    <a:pt x="30" y="338"/>
                  </a:cubicBezTo>
                  <a:cubicBezTo>
                    <a:pt x="27" y="342"/>
                    <a:pt x="27" y="342"/>
                    <a:pt x="27" y="342"/>
                  </a:cubicBezTo>
                  <a:cubicBezTo>
                    <a:pt x="27" y="371"/>
                    <a:pt x="27" y="371"/>
                    <a:pt x="27" y="371"/>
                  </a:cubicBezTo>
                  <a:cubicBezTo>
                    <a:pt x="0" y="390"/>
                    <a:pt x="0" y="390"/>
                    <a:pt x="0" y="390"/>
                  </a:cubicBezTo>
                  <a:cubicBezTo>
                    <a:pt x="7" y="399"/>
                    <a:pt x="7" y="399"/>
                    <a:pt x="7" y="399"/>
                  </a:cubicBezTo>
                  <a:cubicBezTo>
                    <a:pt x="14" y="426"/>
                    <a:pt x="14" y="426"/>
                    <a:pt x="14" y="426"/>
                  </a:cubicBezTo>
                  <a:cubicBezTo>
                    <a:pt x="24" y="430"/>
                    <a:pt x="24" y="430"/>
                    <a:pt x="24" y="430"/>
                  </a:cubicBezTo>
                  <a:cubicBezTo>
                    <a:pt x="39" y="408"/>
                    <a:pt x="39" y="408"/>
                    <a:pt x="39" y="408"/>
                  </a:cubicBezTo>
                  <a:cubicBezTo>
                    <a:pt x="52" y="416"/>
                    <a:pt x="52" y="416"/>
                    <a:pt x="52" y="416"/>
                  </a:cubicBezTo>
                  <a:cubicBezTo>
                    <a:pt x="62" y="447"/>
                    <a:pt x="62" y="447"/>
                    <a:pt x="62" y="447"/>
                  </a:cubicBezTo>
                  <a:cubicBezTo>
                    <a:pt x="93" y="443"/>
                    <a:pt x="93" y="443"/>
                    <a:pt x="93" y="443"/>
                  </a:cubicBezTo>
                  <a:cubicBezTo>
                    <a:pt x="116" y="462"/>
                    <a:pt x="116" y="462"/>
                    <a:pt x="116" y="462"/>
                  </a:cubicBezTo>
                  <a:cubicBezTo>
                    <a:pt x="154" y="452"/>
                    <a:pt x="154" y="452"/>
                    <a:pt x="154" y="452"/>
                  </a:cubicBezTo>
                  <a:cubicBezTo>
                    <a:pt x="189" y="496"/>
                    <a:pt x="189" y="496"/>
                    <a:pt x="189" y="496"/>
                  </a:cubicBezTo>
                  <a:cubicBezTo>
                    <a:pt x="192" y="505"/>
                    <a:pt x="192" y="505"/>
                    <a:pt x="192" y="505"/>
                  </a:cubicBezTo>
                  <a:cubicBezTo>
                    <a:pt x="213" y="509"/>
                    <a:pt x="213" y="509"/>
                    <a:pt x="213" y="509"/>
                  </a:cubicBezTo>
                  <a:cubicBezTo>
                    <a:pt x="240" y="504"/>
                    <a:pt x="240" y="504"/>
                    <a:pt x="240" y="504"/>
                  </a:cubicBezTo>
                  <a:cubicBezTo>
                    <a:pt x="240" y="488"/>
                    <a:pt x="240" y="488"/>
                    <a:pt x="240" y="488"/>
                  </a:cubicBezTo>
                  <a:cubicBezTo>
                    <a:pt x="262" y="498"/>
                    <a:pt x="262" y="498"/>
                    <a:pt x="262" y="498"/>
                  </a:cubicBezTo>
                  <a:cubicBezTo>
                    <a:pt x="274" y="509"/>
                    <a:pt x="274" y="509"/>
                    <a:pt x="274" y="509"/>
                  </a:cubicBezTo>
                  <a:cubicBezTo>
                    <a:pt x="292" y="510"/>
                    <a:pt x="292" y="510"/>
                    <a:pt x="292" y="510"/>
                  </a:cubicBezTo>
                  <a:cubicBezTo>
                    <a:pt x="290" y="508"/>
                    <a:pt x="290" y="508"/>
                    <a:pt x="290" y="508"/>
                  </a:cubicBezTo>
                  <a:cubicBezTo>
                    <a:pt x="296" y="496"/>
                    <a:pt x="296" y="496"/>
                    <a:pt x="296" y="496"/>
                  </a:cubicBezTo>
                  <a:cubicBezTo>
                    <a:pt x="321" y="479"/>
                    <a:pt x="321" y="479"/>
                    <a:pt x="321" y="479"/>
                  </a:cubicBezTo>
                  <a:cubicBezTo>
                    <a:pt x="328" y="481"/>
                    <a:pt x="328" y="481"/>
                    <a:pt x="328" y="481"/>
                  </a:cubicBezTo>
                  <a:cubicBezTo>
                    <a:pt x="327" y="498"/>
                    <a:pt x="327" y="498"/>
                    <a:pt x="327" y="498"/>
                  </a:cubicBezTo>
                  <a:cubicBezTo>
                    <a:pt x="334" y="499"/>
                    <a:pt x="334" y="499"/>
                    <a:pt x="334" y="499"/>
                  </a:cubicBezTo>
                  <a:cubicBezTo>
                    <a:pt x="339" y="495"/>
                    <a:pt x="339" y="495"/>
                    <a:pt x="339" y="495"/>
                  </a:cubicBezTo>
                  <a:cubicBezTo>
                    <a:pt x="333" y="470"/>
                    <a:pt x="333" y="470"/>
                    <a:pt x="333" y="470"/>
                  </a:cubicBezTo>
                  <a:cubicBezTo>
                    <a:pt x="328" y="462"/>
                    <a:pt x="328" y="462"/>
                    <a:pt x="328" y="462"/>
                  </a:cubicBezTo>
                  <a:cubicBezTo>
                    <a:pt x="328" y="444"/>
                    <a:pt x="328" y="444"/>
                    <a:pt x="328" y="444"/>
                  </a:cubicBezTo>
                  <a:cubicBezTo>
                    <a:pt x="322" y="435"/>
                    <a:pt x="322" y="435"/>
                    <a:pt x="322" y="435"/>
                  </a:cubicBezTo>
                  <a:cubicBezTo>
                    <a:pt x="339" y="433"/>
                    <a:pt x="339" y="433"/>
                    <a:pt x="339" y="433"/>
                  </a:cubicBezTo>
                  <a:cubicBezTo>
                    <a:pt x="372" y="442"/>
                    <a:pt x="372" y="442"/>
                    <a:pt x="372" y="442"/>
                  </a:cubicBezTo>
                  <a:cubicBezTo>
                    <a:pt x="380" y="421"/>
                    <a:pt x="380" y="421"/>
                    <a:pt x="380" y="421"/>
                  </a:cubicBezTo>
                  <a:cubicBezTo>
                    <a:pt x="387" y="427"/>
                    <a:pt x="387" y="427"/>
                    <a:pt x="387" y="427"/>
                  </a:cubicBezTo>
                  <a:cubicBezTo>
                    <a:pt x="398" y="430"/>
                    <a:pt x="398" y="430"/>
                    <a:pt x="398" y="430"/>
                  </a:cubicBezTo>
                  <a:cubicBezTo>
                    <a:pt x="415" y="435"/>
                    <a:pt x="415" y="435"/>
                    <a:pt x="415" y="435"/>
                  </a:cubicBezTo>
                  <a:cubicBezTo>
                    <a:pt x="428" y="433"/>
                    <a:pt x="428" y="433"/>
                    <a:pt x="428" y="433"/>
                  </a:cubicBezTo>
                  <a:cubicBezTo>
                    <a:pt x="445" y="438"/>
                    <a:pt x="445" y="438"/>
                    <a:pt x="445" y="438"/>
                  </a:cubicBezTo>
                  <a:cubicBezTo>
                    <a:pt x="455" y="454"/>
                    <a:pt x="455" y="454"/>
                    <a:pt x="455" y="454"/>
                  </a:cubicBezTo>
                  <a:cubicBezTo>
                    <a:pt x="463" y="454"/>
                    <a:pt x="463" y="454"/>
                    <a:pt x="463" y="454"/>
                  </a:cubicBezTo>
                  <a:cubicBezTo>
                    <a:pt x="468" y="446"/>
                    <a:pt x="468" y="446"/>
                    <a:pt x="468" y="446"/>
                  </a:cubicBezTo>
                  <a:cubicBezTo>
                    <a:pt x="482" y="449"/>
                    <a:pt x="482" y="449"/>
                    <a:pt x="482" y="449"/>
                  </a:cubicBezTo>
                  <a:cubicBezTo>
                    <a:pt x="506" y="444"/>
                    <a:pt x="506" y="444"/>
                    <a:pt x="506" y="444"/>
                  </a:cubicBezTo>
                  <a:cubicBezTo>
                    <a:pt x="505" y="425"/>
                    <a:pt x="505" y="425"/>
                    <a:pt x="505" y="425"/>
                  </a:cubicBezTo>
                  <a:cubicBezTo>
                    <a:pt x="537" y="416"/>
                    <a:pt x="537" y="416"/>
                    <a:pt x="537" y="416"/>
                  </a:cubicBezTo>
                  <a:cubicBezTo>
                    <a:pt x="551" y="416"/>
                    <a:pt x="551" y="416"/>
                    <a:pt x="551" y="416"/>
                  </a:cubicBezTo>
                  <a:cubicBezTo>
                    <a:pt x="557" y="411"/>
                    <a:pt x="557" y="411"/>
                    <a:pt x="557" y="411"/>
                  </a:cubicBezTo>
                  <a:cubicBezTo>
                    <a:pt x="568" y="418"/>
                    <a:pt x="568" y="418"/>
                    <a:pt x="568" y="418"/>
                  </a:cubicBezTo>
                  <a:cubicBezTo>
                    <a:pt x="597" y="416"/>
                    <a:pt x="597" y="416"/>
                    <a:pt x="597" y="416"/>
                  </a:cubicBezTo>
                  <a:cubicBezTo>
                    <a:pt x="594" y="405"/>
                    <a:pt x="594" y="405"/>
                    <a:pt x="594" y="405"/>
                  </a:cubicBezTo>
                  <a:cubicBezTo>
                    <a:pt x="582" y="363"/>
                    <a:pt x="582" y="363"/>
                    <a:pt x="582" y="363"/>
                  </a:cubicBezTo>
                  <a:cubicBezTo>
                    <a:pt x="554" y="365"/>
                    <a:pt x="554" y="365"/>
                    <a:pt x="554" y="365"/>
                  </a:cubicBezTo>
                  <a:cubicBezTo>
                    <a:pt x="517" y="341"/>
                    <a:pt x="517" y="341"/>
                    <a:pt x="517" y="341"/>
                  </a:cubicBezTo>
                  <a:cubicBezTo>
                    <a:pt x="510" y="329"/>
                    <a:pt x="510" y="329"/>
                    <a:pt x="510" y="329"/>
                  </a:cubicBezTo>
                  <a:cubicBezTo>
                    <a:pt x="487" y="321"/>
                    <a:pt x="487" y="321"/>
                    <a:pt x="487" y="321"/>
                  </a:cubicBezTo>
                  <a:cubicBezTo>
                    <a:pt x="463" y="298"/>
                    <a:pt x="463" y="298"/>
                    <a:pt x="463" y="298"/>
                  </a:cubicBezTo>
                  <a:cubicBezTo>
                    <a:pt x="480" y="286"/>
                    <a:pt x="480" y="286"/>
                    <a:pt x="480" y="286"/>
                  </a:cubicBezTo>
                  <a:cubicBezTo>
                    <a:pt x="498" y="279"/>
                    <a:pt x="498" y="279"/>
                    <a:pt x="498" y="279"/>
                  </a:cubicBezTo>
                  <a:cubicBezTo>
                    <a:pt x="479" y="255"/>
                    <a:pt x="479" y="255"/>
                    <a:pt x="479" y="255"/>
                  </a:cubicBezTo>
                  <a:cubicBezTo>
                    <a:pt x="450" y="263"/>
                    <a:pt x="450" y="263"/>
                    <a:pt x="450" y="263"/>
                  </a:cubicBezTo>
                  <a:cubicBezTo>
                    <a:pt x="451" y="252"/>
                    <a:pt x="451" y="252"/>
                    <a:pt x="451" y="252"/>
                  </a:cubicBezTo>
                  <a:cubicBezTo>
                    <a:pt x="426" y="250"/>
                    <a:pt x="426" y="250"/>
                    <a:pt x="426" y="250"/>
                  </a:cubicBezTo>
                  <a:cubicBezTo>
                    <a:pt x="443" y="237"/>
                    <a:pt x="443" y="237"/>
                    <a:pt x="443" y="237"/>
                  </a:cubicBezTo>
                  <a:cubicBezTo>
                    <a:pt x="459" y="237"/>
                    <a:pt x="459" y="237"/>
                    <a:pt x="459" y="237"/>
                  </a:cubicBezTo>
                  <a:cubicBezTo>
                    <a:pt x="472" y="230"/>
                    <a:pt x="472" y="230"/>
                    <a:pt x="472" y="230"/>
                  </a:cubicBezTo>
                  <a:cubicBezTo>
                    <a:pt x="471" y="224"/>
                    <a:pt x="471" y="224"/>
                    <a:pt x="471" y="224"/>
                  </a:cubicBezTo>
                  <a:cubicBezTo>
                    <a:pt x="461" y="216"/>
                    <a:pt x="461" y="216"/>
                    <a:pt x="461" y="216"/>
                  </a:cubicBezTo>
                  <a:cubicBezTo>
                    <a:pt x="438" y="179"/>
                    <a:pt x="438" y="179"/>
                    <a:pt x="438" y="179"/>
                  </a:cubicBezTo>
                  <a:cubicBezTo>
                    <a:pt x="427" y="161"/>
                    <a:pt x="427" y="161"/>
                    <a:pt x="427" y="161"/>
                  </a:cubicBezTo>
                  <a:cubicBezTo>
                    <a:pt x="420" y="157"/>
                    <a:pt x="420" y="157"/>
                    <a:pt x="420" y="157"/>
                  </a:cubicBezTo>
                  <a:cubicBezTo>
                    <a:pt x="413" y="135"/>
                    <a:pt x="413" y="135"/>
                    <a:pt x="413" y="135"/>
                  </a:cubicBezTo>
                  <a:cubicBezTo>
                    <a:pt x="395" y="78"/>
                    <a:pt x="395" y="78"/>
                    <a:pt x="395" y="78"/>
                  </a:cubicBezTo>
                  <a:cubicBezTo>
                    <a:pt x="374" y="49"/>
                    <a:pt x="374" y="49"/>
                    <a:pt x="374" y="49"/>
                  </a:cubicBezTo>
                  <a:cubicBezTo>
                    <a:pt x="344" y="31"/>
                    <a:pt x="344" y="31"/>
                    <a:pt x="344" y="31"/>
                  </a:cubicBezTo>
                  <a:cubicBezTo>
                    <a:pt x="345" y="14"/>
                    <a:pt x="345" y="14"/>
                    <a:pt x="345" y="14"/>
                  </a:cubicBezTo>
                  <a:cubicBezTo>
                    <a:pt x="357" y="10"/>
                    <a:pt x="357" y="10"/>
                    <a:pt x="357" y="10"/>
                  </a:cubicBezTo>
                  <a:lnTo>
                    <a:pt x="364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12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" name="Google Shape;327;p38">
              <a:extLst>
                <a:ext uri="{FF2B5EF4-FFF2-40B4-BE49-F238E27FC236}">
                  <a16:creationId xmlns="" xmlns:a16="http://schemas.microsoft.com/office/drawing/2014/main" id="{168E0A45-4534-6BA1-9A16-7DBC02571601}"/>
                </a:ext>
              </a:extLst>
            </p:cNvPr>
            <p:cNvSpPr/>
            <p:nvPr/>
          </p:nvSpPr>
          <p:spPr>
            <a:xfrm>
              <a:off x="3990975" y="3549650"/>
              <a:ext cx="801688" cy="1025525"/>
            </a:xfrm>
            <a:custGeom>
              <a:avLst/>
              <a:gdLst/>
              <a:ahLst/>
              <a:cxnLst/>
              <a:rect l="l" t="t" r="r" b="b"/>
              <a:pathLst>
                <a:path w="384" h="491" extrusionOk="0">
                  <a:moveTo>
                    <a:pt x="267" y="0"/>
                  </a:moveTo>
                  <a:cubicBezTo>
                    <a:pt x="261" y="5"/>
                    <a:pt x="261" y="5"/>
                    <a:pt x="261" y="5"/>
                  </a:cubicBezTo>
                  <a:cubicBezTo>
                    <a:pt x="247" y="5"/>
                    <a:pt x="247" y="5"/>
                    <a:pt x="247" y="5"/>
                  </a:cubicBezTo>
                  <a:cubicBezTo>
                    <a:pt x="215" y="14"/>
                    <a:pt x="215" y="14"/>
                    <a:pt x="215" y="14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192" y="38"/>
                    <a:pt x="192" y="38"/>
                    <a:pt x="192" y="38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3" y="43"/>
                    <a:pt x="173" y="43"/>
                    <a:pt x="173" y="43"/>
                  </a:cubicBezTo>
                  <a:cubicBezTo>
                    <a:pt x="165" y="43"/>
                    <a:pt x="165" y="43"/>
                    <a:pt x="165" y="43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38" y="22"/>
                    <a:pt x="138" y="22"/>
                    <a:pt x="138" y="22"/>
                  </a:cubicBezTo>
                  <a:cubicBezTo>
                    <a:pt x="125" y="24"/>
                    <a:pt x="125" y="24"/>
                    <a:pt x="125" y="24"/>
                  </a:cubicBezTo>
                  <a:cubicBezTo>
                    <a:pt x="108" y="19"/>
                    <a:pt x="108" y="19"/>
                    <a:pt x="108" y="19"/>
                  </a:cubicBezTo>
                  <a:cubicBezTo>
                    <a:pt x="97" y="16"/>
                    <a:pt x="97" y="16"/>
                    <a:pt x="97" y="16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43" y="59"/>
                    <a:pt x="43" y="59"/>
                    <a:pt x="43" y="59"/>
                  </a:cubicBezTo>
                  <a:cubicBezTo>
                    <a:pt x="49" y="84"/>
                    <a:pt x="49" y="84"/>
                    <a:pt x="49" y="84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37" y="87"/>
                    <a:pt x="37" y="87"/>
                    <a:pt x="37" y="87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17" y="119"/>
                    <a:pt x="17" y="119"/>
                    <a:pt x="17" y="119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34" y="141"/>
                    <a:pt x="34" y="141"/>
                    <a:pt x="34" y="141"/>
                  </a:cubicBezTo>
                  <a:cubicBezTo>
                    <a:pt x="33" y="160"/>
                    <a:pt x="33" y="160"/>
                    <a:pt x="33" y="160"/>
                  </a:cubicBezTo>
                  <a:cubicBezTo>
                    <a:pt x="29" y="180"/>
                    <a:pt x="29" y="180"/>
                    <a:pt x="29" y="180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1" y="198"/>
                    <a:pt x="21" y="198"/>
                    <a:pt x="21" y="198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6" y="236"/>
                    <a:pt x="6" y="236"/>
                    <a:pt x="6" y="236"/>
                  </a:cubicBezTo>
                  <a:cubicBezTo>
                    <a:pt x="20" y="236"/>
                    <a:pt x="20" y="236"/>
                    <a:pt x="20" y="236"/>
                  </a:cubicBezTo>
                  <a:cubicBezTo>
                    <a:pt x="34" y="243"/>
                    <a:pt x="34" y="243"/>
                    <a:pt x="34" y="243"/>
                  </a:cubicBezTo>
                  <a:cubicBezTo>
                    <a:pt x="31" y="257"/>
                    <a:pt x="31" y="257"/>
                    <a:pt x="31" y="257"/>
                  </a:cubicBezTo>
                  <a:cubicBezTo>
                    <a:pt x="21" y="257"/>
                    <a:pt x="21" y="257"/>
                    <a:pt x="21" y="257"/>
                  </a:cubicBezTo>
                  <a:cubicBezTo>
                    <a:pt x="14" y="273"/>
                    <a:pt x="14" y="273"/>
                    <a:pt x="14" y="273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40" y="282"/>
                    <a:pt x="40" y="282"/>
                    <a:pt x="40" y="282"/>
                  </a:cubicBezTo>
                  <a:cubicBezTo>
                    <a:pt x="53" y="279"/>
                    <a:pt x="53" y="279"/>
                    <a:pt x="53" y="279"/>
                  </a:cubicBezTo>
                  <a:cubicBezTo>
                    <a:pt x="65" y="291"/>
                    <a:pt x="65" y="291"/>
                    <a:pt x="65" y="291"/>
                  </a:cubicBezTo>
                  <a:cubicBezTo>
                    <a:pt x="97" y="301"/>
                    <a:pt x="97" y="301"/>
                    <a:pt x="97" y="301"/>
                  </a:cubicBezTo>
                  <a:cubicBezTo>
                    <a:pt x="120" y="332"/>
                    <a:pt x="120" y="332"/>
                    <a:pt x="120" y="332"/>
                  </a:cubicBezTo>
                  <a:cubicBezTo>
                    <a:pt x="150" y="334"/>
                    <a:pt x="150" y="334"/>
                    <a:pt x="150" y="334"/>
                  </a:cubicBezTo>
                  <a:cubicBezTo>
                    <a:pt x="158" y="358"/>
                    <a:pt x="158" y="358"/>
                    <a:pt x="158" y="358"/>
                  </a:cubicBezTo>
                  <a:cubicBezTo>
                    <a:pt x="155" y="368"/>
                    <a:pt x="155" y="368"/>
                    <a:pt x="155" y="368"/>
                  </a:cubicBezTo>
                  <a:cubicBezTo>
                    <a:pt x="134" y="373"/>
                    <a:pt x="134" y="373"/>
                    <a:pt x="134" y="373"/>
                  </a:cubicBezTo>
                  <a:cubicBezTo>
                    <a:pt x="130" y="400"/>
                    <a:pt x="130" y="400"/>
                    <a:pt x="130" y="400"/>
                  </a:cubicBezTo>
                  <a:cubicBezTo>
                    <a:pt x="144" y="409"/>
                    <a:pt x="144" y="409"/>
                    <a:pt x="144" y="409"/>
                  </a:cubicBezTo>
                  <a:cubicBezTo>
                    <a:pt x="161" y="428"/>
                    <a:pt x="161" y="428"/>
                    <a:pt x="161" y="428"/>
                  </a:cubicBezTo>
                  <a:cubicBezTo>
                    <a:pt x="183" y="425"/>
                    <a:pt x="183" y="425"/>
                    <a:pt x="183" y="425"/>
                  </a:cubicBezTo>
                  <a:cubicBezTo>
                    <a:pt x="187" y="429"/>
                    <a:pt x="187" y="429"/>
                    <a:pt x="187" y="429"/>
                  </a:cubicBezTo>
                  <a:cubicBezTo>
                    <a:pt x="221" y="436"/>
                    <a:pt x="221" y="436"/>
                    <a:pt x="221" y="436"/>
                  </a:cubicBezTo>
                  <a:cubicBezTo>
                    <a:pt x="221" y="461"/>
                    <a:pt x="221" y="461"/>
                    <a:pt x="221" y="461"/>
                  </a:cubicBezTo>
                  <a:cubicBezTo>
                    <a:pt x="222" y="471"/>
                    <a:pt x="222" y="471"/>
                    <a:pt x="222" y="471"/>
                  </a:cubicBezTo>
                  <a:cubicBezTo>
                    <a:pt x="206" y="473"/>
                    <a:pt x="206" y="473"/>
                    <a:pt x="206" y="473"/>
                  </a:cubicBezTo>
                  <a:cubicBezTo>
                    <a:pt x="206" y="474"/>
                    <a:pt x="206" y="474"/>
                    <a:pt x="206" y="474"/>
                  </a:cubicBezTo>
                  <a:cubicBezTo>
                    <a:pt x="223" y="490"/>
                    <a:pt x="223" y="490"/>
                    <a:pt x="223" y="490"/>
                  </a:cubicBezTo>
                  <a:cubicBezTo>
                    <a:pt x="239" y="487"/>
                    <a:pt x="239" y="487"/>
                    <a:pt x="239" y="487"/>
                  </a:cubicBezTo>
                  <a:cubicBezTo>
                    <a:pt x="267" y="491"/>
                    <a:pt x="267" y="491"/>
                    <a:pt x="267" y="491"/>
                  </a:cubicBezTo>
                  <a:cubicBezTo>
                    <a:pt x="275" y="484"/>
                    <a:pt x="275" y="484"/>
                    <a:pt x="275" y="484"/>
                  </a:cubicBezTo>
                  <a:cubicBezTo>
                    <a:pt x="256" y="453"/>
                    <a:pt x="256" y="453"/>
                    <a:pt x="256" y="453"/>
                  </a:cubicBezTo>
                  <a:cubicBezTo>
                    <a:pt x="264" y="443"/>
                    <a:pt x="264" y="443"/>
                    <a:pt x="264" y="443"/>
                  </a:cubicBezTo>
                  <a:cubicBezTo>
                    <a:pt x="290" y="441"/>
                    <a:pt x="290" y="441"/>
                    <a:pt x="290" y="441"/>
                  </a:cubicBezTo>
                  <a:cubicBezTo>
                    <a:pt x="304" y="448"/>
                    <a:pt x="304" y="448"/>
                    <a:pt x="304" y="448"/>
                  </a:cubicBezTo>
                  <a:cubicBezTo>
                    <a:pt x="323" y="446"/>
                    <a:pt x="323" y="446"/>
                    <a:pt x="323" y="446"/>
                  </a:cubicBezTo>
                  <a:cubicBezTo>
                    <a:pt x="332" y="436"/>
                    <a:pt x="332" y="436"/>
                    <a:pt x="332" y="436"/>
                  </a:cubicBezTo>
                  <a:cubicBezTo>
                    <a:pt x="328" y="424"/>
                    <a:pt x="328" y="424"/>
                    <a:pt x="328" y="424"/>
                  </a:cubicBezTo>
                  <a:cubicBezTo>
                    <a:pt x="340" y="404"/>
                    <a:pt x="340" y="404"/>
                    <a:pt x="340" y="404"/>
                  </a:cubicBezTo>
                  <a:cubicBezTo>
                    <a:pt x="372" y="376"/>
                    <a:pt x="372" y="376"/>
                    <a:pt x="372" y="376"/>
                  </a:cubicBezTo>
                  <a:cubicBezTo>
                    <a:pt x="372" y="376"/>
                    <a:pt x="374" y="374"/>
                    <a:pt x="375" y="374"/>
                  </a:cubicBezTo>
                  <a:cubicBezTo>
                    <a:pt x="359" y="347"/>
                    <a:pt x="359" y="347"/>
                    <a:pt x="359" y="347"/>
                  </a:cubicBezTo>
                  <a:cubicBezTo>
                    <a:pt x="370" y="324"/>
                    <a:pt x="370" y="324"/>
                    <a:pt x="370" y="324"/>
                  </a:cubicBezTo>
                  <a:cubicBezTo>
                    <a:pt x="376" y="298"/>
                    <a:pt x="376" y="298"/>
                    <a:pt x="376" y="298"/>
                  </a:cubicBezTo>
                  <a:cubicBezTo>
                    <a:pt x="370" y="273"/>
                    <a:pt x="370" y="273"/>
                    <a:pt x="370" y="273"/>
                  </a:cubicBezTo>
                  <a:cubicBezTo>
                    <a:pt x="345" y="243"/>
                    <a:pt x="345" y="243"/>
                    <a:pt x="345" y="243"/>
                  </a:cubicBezTo>
                  <a:cubicBezTo>
                    <a:pt x="349" y="207"/>
                    <a:pt x="349" y="207"/>
                    <a:pt x="349" y="207"/>
                  </a:cubicBezTo>
                  <a:cubicBezTo>
                    <a:pt x="371" y="176"/>
                    <a:pt x="371" y="176"/>
                    <a:pt x="371" y="176"/>
                  </a:cubicBezTo>
                  <a:cubicBezTo>
                    <a:pt x="384" y="134"/>
                    <a:pt x="384" y="134"/>
                    <a:pt x="384" y="134"/>
                  </a:cubicBezTo>
                  <a:cubicBezTo>
                    <a:pt x="384" y="77"/>
                    <a:pt x="384" y="77"/>
                    <a:pt x="384" y="77"/>
                  </a:cubicBezTo>
                  <a:cubicBezTo>
                    <a:pt x="339" y="79"/>
                    <a:pt x="339" y="79"/>
                    <a:pt x="339" y="79"/>
                  </a:cubicBezTo>
                  <a:cubicBezTo>
                    <a:pt x="310" y="26"/>
                    <a:pt x="310" y="26"/>
                    <a:pt x="310" y="26"/>
                  </a:cubicBezTo>
                  <a:cubicBezTo>
                    <a:pt x="314" y="26"/>
                    <a:pt x="314" y="26"/>
                    <a:pt x="314" y="26"/>
                  </a:cubicBezTo>
                  <a:cubicBezTo>
                    <a:pt x="307" y="5"/>
                    <a:pt x="307" y="5"/>
                    <a:pt x="307" y="5"/>
                  </a:cubicBezTo>
                  <a:cubicBezTo>
                    <a:pt x="278" y="7"/>
                    <a:pt x="278" y="7"/>
                    <a:pt x="278" y="7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14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" name="Google Shape;328;p38">
              <a:extLst>
                <a:ext uri="{FF2B5EF4-FFF2-40B4-BE49-F238E27FC236}">
                  <a16:creationId xmlns="" xmlns:a16="http://schemas.microsoft.com/office/drawing/2014/main" id="{B70B7E03-F475-B1C6-EC93-80DA1E5386BE}"/>
                </a:ext>
              </a:extLst>
            </p:cNvPr>
            <p:cNvSpPr/>
            <p:nvPr/>
          </p:nvSpPr>
          <p:spPr>
            <a:xfrm>
              <a:off x="3930650" y="4173538"/>
              <a:ext cx="523875" cy="944562"/>
            </a:xfrm>
            <a:custGeom>
              <a:avLst/>
              <a:gdLst/>
              <a:ahLst/>
              <a:cxnLst/>
              <a:rect l="l" t="t" r="r" b="b"/>
              <a:pathLst>
                <a:path w="251" h="452" extrusionOk="0">
                  <a:moveTo>
                    <a:pt x="119" y="0"/>
                  </a:moveTo>
                  <a:cubicBezTo>
                    <a:pt x="119" y="19"/>
                    <a:pt x="119" y="19"/>
                    <a:pt x="119" y="1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07" y="52"/>
                    <a:pt x="107" y="52"/>
                    <a:pt x="107" y="52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77" y="81"/>
                    <a:pt x="77" y="81"/>
                    <a:pt x="77" y="81"/>
                  </a:cubicBezTo>
                  <a:cubicBezTo>
                    <a:pt x="62" y="91"/>
                    <a:pt x="62" y="91"/>
                    <a:pt x="62" y="91"/>
                  </a:cubicBezTo>
                  <a:cubicBezTo>
                    <a:pt x="64" y="104"/>
                    <a:pt x="64" y="104"/>
                    <a:pt x="64" y="104"/>
                  </a:cubicBezTo>
                  <a:cubicBezTo>
                    <a:pt x="69" y="115"/>
                    <a:pt x="69" y="115"/>
                    <a:pt x="69" y="115"/>
                  </a:cubicBezTo>
                  <a:cubicBezTo>
                    <a:pt x="60" y="121"/>
                    <a:pt x="60" y="121"/>
                    <a:pt x="60" y="121"/>
                  </a:cubicBezTo>
                  <a:cubicBezTo>
                    <a:pt x="49" y="109"/>
                    <a:pt x="49" y="109"/>
                    <a:pt x="49" y="109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25" y="114"/>
                    <a:pt x="25" y="114"/>
                    <a:pt x="25" y="114"/>
                  </a:cubicBezTo>
                  <a:cubicBezTo>
                    <a:pt x="23" y="130"/>
                    <a:pt x="23" y="130"/>
                    <a:pt x="23" y="130"/>
                  </a:cubicBezTo>
                  <a:cubicBezTo>
                    <a:pt x="18" y="147"/>
                    <a:pt x="18" y="147"/>
                    <a:pt x="18" y="147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38" y="165"/>
                    <a:pt x="38" y="165"/>
                    <a:pt x="38" y="165"/>
                  </a:cubicBezTo>
                  <a:cubicBezTo>
                    <a:pt x="55" y="185"/>
                    <a:pt x="55" y="185"/>
                    <a:pt x="55" y="185"/>
                  </a:cubicBezTo>
                  <a:cubicBezTo>
                    <a:pt x="55" y="196"/>
                    <a:pt x="55" y="196"/>
                    <a:pt x="55" y="196"/>
                  </a:cubicBezTo>
                  <a:cubicBezTo>
                    <a:pt x="49" y="204"/>
                    <a:pt x="49" y="204"/>
                    <a:pt x="49" y="204"/>
                  </a:cubicBezTo>
                  <a:cubicBezTo>
                    <a:pt x="32" y="205"/>
                    <a:pt x="32" y="205"/>
                    <a:pt x="32" y="205"/>
                  </a:cubicBezTo>
                  <a:cubicBezTo>
                    <a:pt x="16" y="231"/>
                    <a:pt x="16" y="231"/>
                    <a:pt x="16" y="231"/>
                  </a:cubicBezTo>
                  <a:cubicBezTo>
                    <a:pt x="14" y="249"/>
                    <a:pt x="14" y="249"/>
                    <a:pt x="14" y="249"/>
                  </a:cubicBezTo>
                  <a:cubicBezTo>
                    <a:pt x="7" y="259"/>
                    <a:pt x="7" y="259"/>
                    <a:pt x="7" y="259"/>
                  </a:cubicBezTo>
                  <a:cubicBezTo>
                    <a:pt x="11" y="290"/>
                    <a:pt x="11" y="290"/>
                    <a:pt x="11" y="290"/>
                  </a:cubicBezTo>
                  <a:cubicBezTo>
                    <a:pt x="0" y="296"/>
                    <a:pt x="0" y="296"/>
                    <a:pt x="0" y="296"/>
                  </a:cubicBezTo>
                  <a:cubicBezTo>
                    <a:pt x="19" y="313"/>
                    <a:pt x="19" y="313"/>
                    <a:pt x="19" y="313"/>
                  </a:cubicBezTo>
                  <a:cubicBezTo>
                    <a:pt x="3" y="337"/>
                    <a:pt x="3" y="337"/>
                    <a:pt x="3" y="337"/>
                  </a:cubicBezTo>
                  <a:cubicBezTo>
                    <a:pt x="14" y="355"/>
                    <a:pt x="14" y="355"/>
                    <a:pt x="14" y="355"/>
                  </a:cubicBezTo>
                  <a:cubicBezTo>
                    <a:pt x="18" y="365"/>
                    <a:pt x="18" y="365"/>
                    <a:pt x="18" y="365"/>
                  </a:cubicBezTo>
                  <a:cubicBezTo>
                    <a:pt x="18" y="374"/>
                    <a:pt x="18" y="374"/>
                    <a:pt x="18" y="374"/>
                  </a:cubicBezTo>
                  <a:cubicBezTo>
                    <a:pt x="21" y="374"/>
                    <a:pt x="21" y="374"/>
                    <a:pt x="21" y="374"/>
                  </a:cubicBezTo>
                  <a:cubicBezTo>
                    <a:pt x="27" y="392"/>
                    <a:pt x="27" y="392"/>
                    <a:pt x="27" y="392"/>
                  </a:cubicBezTo>
                  <a:cubicBezTo>
                    <a:pt x="23" y="415"/>
                    <a:pt x="23" y="415"/>
                    <a:pt x="23" y="415"/>
                  </a:cubicBezTo>
                  <a:cubicBezTo>
                    <a:pt x="23" y="415"/>
                    <a:pt x="25" y="418"/>
                    <a:pt x="26" y="420"/>
                  </a:cubicBezTo>
                  <a:cubicBezTo>
                    <a:pt x="44" y="426"/>
                    <a:pt x="44" y="426"/>
                    <a:pt x="44" y="426"/>
                  </a:cubicBezTo>
                  <a:cubicBezTo>
                    <a:pt x="64" y="440"/>
                    <a:pt x="64" y="440"/>
                    <a:pt x="64" y="440"/>
                  </a:cubicBezTo>
                  <a:cubicBezTo>
                    <a:pt x="102" y="443"/>
                    <a:pt x="102" y="443"/>
                    <a:pt x="102" y="443"/>
                  </a:cubicBezTo>
                  <a:cubicBezTo>
                    <a:pt x="110" y="431"/>
                    <a:pt x="110" y="431"/>
                    <a:pt x="110" y="431"/>
                  </a:cubicBezTo>
                  <a:cubicBezTo>
                    <a:pt x="121" y="430"/>
                    <a:pt x="121" y="430"/>
                    <a:pt x="121" y="430"/>
                  </a:cubicBezTo>
                  <a:cubicBezTo>
                    <a:pt x="121" y="430"/>
                    <a:pt x="125" y="441"/>
                    <a:pt x="128" y="446"/>
                  </a:cubicBezTo>
                  <a:cubicBezTo>
                    <a:pt x="131" y="452"/>
                    <a:pt x="161" y="452"/>
                    <a:pt x="161" y="452"/>
                  </a:cubicBezTo>
                  <a:cubicBezTo>
                    <a:pt x="176" y="445"/>
                    <a:pt x="176" y="445"/>
                    <a:pt x="176" y="445"/>
                  </a:cubicBezTo>
                  <a:cubicBezTo>
                    <a:pt x="177" y="426"/>
                    <a:pt x="177" y="426"/>
                    <a:pt x="177" y="426"/>
                  </a:cubicBezTo>
                  <a:cubicBezTo>
                    <a:pt x="184" y="388"/>
                    <a:pt x="184" y="388"/>
                    <a:pt x="184" y="388"/>
                  </a:cubicBezTo>
                  <a:cubicBezTo>
                    <a:pt x="182" y="354"/>
                    <a:pt x="182" y="354"/>
                    <a:pt x="182" y="354"/>
                  </a:cubicBezTo>
                  <a:cubicBezTo>
                    <a:pt x="183" y="338"/>
                    <a:pt x="183" y="338"/>
                    <a:pt x="183" y="338"/>
                  </a:cubicBezTo>
                  <a:cubicBezTo>
                    <a:pt x="190" y="325"/>
                    <a:pt x="190" y="325"/>
                    <a:pt x="190" y="325"/>
                  </a:cubicBezTo>
                  <a:cubicBezTo>
                    <a:pt x="174" y="314"/>
                    <a:pt x="174" y="314"/>
                    <a:pt x="174" y="314"/>
                  </a:cubicBezTo>
                  <a:cubicBezTo>
                    <a:pt x="167" y="281"/>
                    <a:pt x="167" y="281"/>
                    <a:pt x="167" y="281"/>
                  </a:cubicBezTo>
                  <a:cubicBezTo>
                    <a:pt x="177" y="275"/>
                    <a:pt x="177" y="275"/>
                    <a:pt x="177" y="275"/>
                  </a:cubicBezTo>
                  <a:cubicBezTo>
                    <a:pt x="178" y="258"/>
                    <a:pt x="178" y="258"/>
                    <a:pt x="178" y="258"/>
                  </a:cubicBezTo>
                  <a:cubicBezTo>
                    <a:pt x="169" y="251"/>
                    <a:pt x="169" y="251"/>
                    <a:pt x="169" y="251"/>
                  </a:cubicBezTo>
                  <a:cubicBezTo>
                    <a:pt x="178" y="242"/>
                    <a:pt x="178" y="242"/>
                    <a:pt x="178" y="242"/>
                  </a:cubicBezTo>
                  <a:cubicBezTo>
                    <a:pt x="155" y="224"/>
                    <a:pt x="155" y="224"/>
                    <a:pt x="155" y="224"/>
                  </a:cubicBezTo>
                  <a:cubicBezTo>
                    <a:pt x="167" y="191"/>
                    <a:pt x="167" y="191"/>
                    <a:pt x="167" y="191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205" y="183"/>
                    <a:pt x="205" y="183"/>
                    <a:pt x="205" y="183"/>
                  </a:cubicBezTo>
                  <a:cubicBezTo>
                    <a:pt x="215" y="188"/>
                    <a:pt x="215" y="188"/>
                    <a:pt x="215" y="188"/>
                  </a:cubicBezTo>
                  <a:cubicBezTo>
                    <a:pt x="232" y="180"/>
                    <a:pt x="232" y="180"/>
                    <a:pt x="232" y="180"/>
                  </a:cubicBezTo>
                  <a:cubicBezTo>
                    <a:pt x="235" y="174"/>
                    <a:pt x="235" y="174"/>
                    <a:pt x="235" y="174"/>
                  </a:cubicBezTo>
                  <a:cubicBezTo>
                    <a:pt x="251" y="172"/>
                    <a:pt x="251" y="172"/>
                    <a:pt x="251" y="172"/>
                  </a:cubicBezTo>
                  <a:cubicBezTo>
                    <a:pt x="250" y="162"/>
                    <a:pt x="250" y="162"/>
                    <a:pt x="250" y="162"/>
                  </a:cubicBezTo>
                  <a:cubicBezTo>
                    <a:pt x="250" y="137"/>
                    <a:pt x="250" y="137"/>
                    <a:pt x="250" y="137"/>
                  </a:cubicBezTo>
                  <a:cubicBezTo>
                    <a:pt x="216" y="130"/>
                    <a:pt x="216" y="130"/>
                    <a:pt x="216" y="130"/>
                  </a:cubicBezTo>
                  <a:cubicBezTo>
                    <a:pt x="212" y="126"/>
                    <a:pt x="212" y="126"/>
                    <a:pt x="212" y="126"/>
                  </a:cubicBezTo>
                  <a:cubicBezTo>
                    <a:pt x="190" y="129"/>
                    <a:pt x="190" y="129"/>
                    <a:pt x="190" y="129"/>
                  </a:cubicBezTo>
                  <a:cubicBezTo>
                    <a:pt x="173" y="110"/>
                    <a:pt x="173" y="110"/>
                    <a:pt x="173" y="110"/>
                  </a:cubicBezTo>
                  <a:cubicBezTo>
                    <a:pt x="159" y="101"/>
                    <a:pt x="159" y="101"/>
                    <a:pt x="159" y="101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84" y="69"/>
                    <a:pt x="184" y="69"/>
                    <a:pt x="184" y="69"/>
                  </a:cubicBezTo>
                  <a:cubicBezTo>
                    <a:pt x="187" y="59"/>
                    <a:pt x="187" y="59"/>
                    <a:pt x="187" y="59"/>
                  </a:cubicBezTo>
                  <a:cubicBezTo>
                    <a:pt x="179" y="35"/>
                    <a:pt x="179" y="35"/>
                    <a:pt x="179" y="35"/>
                  </a:cubicBezTo>
                  <a:cubicBezTo>
                    <a:pt x="149" y="33"/>
                    <a:pt x="149" y="33"/>
                    <a:pt x="149" y="33"/>
                  </a:cubicBezTo>
                  <a:cubicBezTo>
                    <a:pt x="126" y="2"/>
                    <a:pt x="126" y="2"/>
                    <a:pt x="126" y="2"/>
                  </a:cubicBezTo>
                  <a:lnTo>
                    <a:pt x="119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" name="Google Shape;329;p38">
              <a:extLst>
                <a:ext uri="{FF2B5EF4-FFF2-40B4-BE49-F238E27FC236}">
                  <a16:creationId xmlns="" xmlns:a16="http://schemas.microsoft.com/office/drawing/2014/main" id="{8589B47F-10F6-85FC-A920-EAC4028EE494}"/>
                </a:ext>
              </a:extLst>
            </p:cNvPr>
            <p:cNvSpPr/>
            <p:nvPr/>
          </p:nvSpPr>
          <p:spPr>
            <a:xfrm>
              <a:off x="3448050" y="3709988"/>
              <a:ext cx="730250" cy="1244600"/>
            </a:xfrm>
            <a:custGeom>
              <a:avLst/>
              <a:gdLst/>
              <a:ahLst/>
              <a:cxnLst/>
              <a:rect l="l" t="t" r="r" b="b"/>
              <a:pathLst>
                <a:path w="460" h="784" extrusionOk="0">
                  <a:moveTo>
                    <a:pt x="276" y="0"/>
                  </a:moveTo>
                  <a:lnTo>
                    <a:pt x="276" y="21"/>
                  </a:lnTo>
                  <a:lnTo>
                    <a:pt x="240" y="28"/>
                  </a:lnTo>
                  <a:lnTo>
                    <a:pt x="207" y="21"/>
                  </a:lnTo>
                  <a:lnTo>
                    <a:pt x="197" y="57"/>
                  </a:lnTo>
                  <a:lnTo>
                    <a:pt x="181" y="75"/>
                  </a:lnTo>
                  <a:lnTo>
                    <a:pt x="151" y="149"/>
                  </a:lnTo>
                  <a:lnTo>
                    <a:pt x="152" y="169"/>
                  </a:lnTo>
                  <a:lnTo>
                    <a:pt x="157" y="290"/>
                  </a:lnTo>
                  <a:lnTo>
                    <a:pt x="119" y="307"/>
                  </a:lnTo>
                  <a:lnTo>
                    <a:pt x="101" y="324"/>
                  </a:lnTo>
                  <a:lnTo>
                    <a:pt x="86" y="321"/>
                  </a:lnTo>
                  <a:lnTo>
                    <a:pt x="72" y="311"/>
                  </a:lnTo>
                  <a:lnTo>
                    <a:pt x="57" y="311"/>
                  </a:lnTo>
                  <a:lnTo>
                    <a:pt x="72" y="350"/>
                  </a:lnTo>
                  <a:lnTo>
                    <a:pt x="59" y="363"/>
                  </a:lnTo>
                  <a:lnTo>
                    <a:pt x="63" y="375"/>
                  </a:lnTo>
                  <a:lnTo>
                    <a:pt x="56" y="392"/>
                  </a:lnTo>
                  <a:lnTo>
                    <a:pt x="65" y="421"/>
                  </a:lnTo>
                  <a:lnTo>
                    <a:pt x="76" y="462"/>
                  </a:lnTo>
                  <a:lnTo>
                    <a:pt x="65" y="500"/>
                  </a:lnTo>
                  <a:lnTo>
                    <a:pt x="76" y="537"/>
                  </a:lnTo>
                  <a:lnTo>
                    <a:pt x="50" y="567"/>
                  </a:lnTo>
                  <a:lnTo>
                    <a:pt x="0" y="613"/>
                  </a:lnTo>
                  <a:lnTo>
                    <a:pt x="4" y="684"/>
                  </a:lnTo>
                  <a:lnTo>
                    <a:pt x="36" y="716"/>
                  </a:lnTo>
                  <a:lnTo>
                    <a:pt x="40" y="736"/>
                  </a:lnTo>
                  <a:lnTo>
                    <a:pt x="98" y="737"/>
                  </a:lnTo>
                  <a:lnTo>
                    <a:pt x="100" y="723"/>
                  </a:lnTo>
                  <a:lnTo>
                    <a:pt x="146" y="723"/>
                  </a:lnTo>
                  <a:lnTo>
                    <a:pt x="135" y="758"/>
                  </a:lnTo>
                  <a:lnTo>
                    <a:pt x="134" y="780"/>
                  </a:lnTo>
                  <a:lnTo>
                    <a:pt x="327" y="784"/>
                  </a:lnTo>
                  <a:lnTo>
                    <a:pt x="327" y="773"/>
                  </a:lnTo>
                  <a:lnTo>
                    <a:pt x="322" y="759"/>
                  </a:lnTo>
                  <a:lnTo>
                    <a:pt x="307" y="736"/>
                  </a:lnTo>
                  <a:lnTo>
                    <a:pt x="329" y="704"/>
                  </a:lnTo>
                  <a:lnTo>
                    <a:pt x="304" y="682"/>
                  </a:lnTo>
                  <a:lnTo>
                    <a:pt x="318" y="674"/>
                  </a:lnTo>
                  <a:lnTo>
                    <a:pt x="313" y="633"/>
                  </a:lnTo>
                  <a:lnTo>
                    <a:pt x="322" y="620"/>
                  </a:lnTo>
                  <a:lnTo>
                    <a:pt x="325" y="596"/>
                  </a:lnTo>
                  <a:lnTo>
                    <a:pt x="346" y="562"/>
                  </a:lnTo>
                  <a:lnTo>
                    <a:pt x="368" y="561"/>
                  </a:lnTo>
                  <a:lnTo>
                    <a:pt x="376" y="550"/>
                  </a:lnTo>
                  <a:lnTo>
                    <a:pt x="376" y="536"/>
                  </a:lnTo>
                  <a:lnTo>
                    <a:pt x="354" y="509"/>
                  </a:lnTo>
                  <a:lnTo>
                    <a:pt x="336" y="503"/>
                  </a:lnTo>
                  <a:lnTo>
                    <a:pt x="327" y="486"/>
                  </a:lnTo>
                  <a:lnTo>
                    <a:pt x="334" y="463"/>
                  </a:lnTo>
                  <a:lnTo>
                    <a:pt x="336" y="442"/>
                  </a:lnTo>
                  <a:lnTo>
                    <a:pt x="355" y="436"/>
                  </a:lnTo>
                  <a:lnTo>
                    <a:pt x="368" y="436"/>
                  </a:lnTo>
                  <a:lnTo>
                    <a:pt x="382" y="451"/>
                  </a:lnTo>
                  <a:lnTo>
                    <a:pt x="394" y="444"/>
                  </a:lnTo>
                  <a:lnTo>
                    <a:pt x="388" y="429"/>
                  </a:lnTo>
                  <a:lnTo>
                    <a:pt x="385" y="412"/>
                  </a:lnTo>
                  <a:lnTo>
                    <a:pt x="405" y="399"/>
                  </a:lnTo>
                  <a:lnTo>
                    <a:pt x="414" y="384"/>
                  </a:lnTo>
                  <a:lnTo>
                    <a:pt x="419" y="370"/>
                  </a:lnTo>
                  <a:lnTo>
                    <a:pt x="444" y="361"/>
                  </a:lnTo>
                  <a:lnTo>
                    <a:pt x="456" y="348"/>
                  </a:lnTo>
                  <a:lnTo>
                    <a:pt x="460" y="317"/>
                  </a:lnTo>
                  <a:lnTo>
                    <a:pt x="460" y="292"/>
                  </a:lnTo>
                  <a:lnTo>
                    <a:pt x="427" y="282"/>
                  </a:lnTo>
                  <a:lnTo>
                    <a:pt x="411" y="266"/>
                  </a:lnTo>
                  <a:lnTo>
                    <a:pt x="394" y="270"/>
                  </a:lnTo>
                  <a:lnTo>
                    <a:pt x="371" y="254"/>
                  </a:lnTo>
                  <a:lnTo>
                    <a:pt x="360" y="258"/>
                  </a:lnTo>
                  <a:lnTo>
                    <a:pt x="369" y="237"/>
                  </a:lnTo>
                  <a:lnTo>
                    <a:pt x="382" y="237"/>
                  </a:lnTo>
                  <a:lnTo>
                    <a:pt x="386" y="219"/>
                  </a:lnTo>
                  <a:lnTo>
                    <a:pt x="368" y="209"/>
                  </a:lnTo>
                  <a:lnTo>
                    <a:pt x="350" y="209"/>
                  </a:lnTo>
                  <a:lnTo>
                    <a:pt x="357" y="171"/>
                  </a:lnTo>
                  <a:lnTo>
                    <a:pt x="369" y="159"/>
                  </a:lnTo>
                  <a:lnTo>
                    <a:pt x="373" y="142"/>
                  </a:lnTo>
                  <a:lnTo>
                    <a:pt x="380" y="136"/>
                  </a:lnTo>
                  <a:lnTo>
                    <a:pt x="385" y="109"/>
                  </a:lnTo>
                  <a:lnTo>
                    <a:pt x="386" y="84"/>
                  </a:lnTo>
                  <a:lnTo>
                    <a:pt x="373" y="61"/>
                  </a:lnTo>
                  <a:lnTo>
                    <a:pt x="364" y="55"/>
                  </a:lnTo>
                  <a:lnTo>
                    <a:pt x="344" y="29"/>
                  </a:lnTo>
                  <a:lnTo>
                    <a:pt x="321" y="28"/>
                  </a:lnTo>
                  <a:lnTo>
                    <a:pt x="305" y="13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17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" name="Google Shape;330;p38">
              <a:extLst>
                <a:ext uri="{FF2B5EF4-FFF2-40B4-BE49-F238E27FC236}">
                  <a16:creationId xmlns="" xmlns:a16="http://schemas.microsoft.com/office/drawing/2014/main" id="{E7C3317D-2E51-6D39-B854-E7A0432C1566}"/>
                </a:ext>
              </a:extLst>
            </p:cNvPr>
            <p:cNvSpPr/>
            <p:nvPr/>
          </p:nvSpPr>
          <p:spPr>
            <a:xfrm>
              <a:off x="2549525" y="4210050"/>
              <a:ext cx="962025" cy="952500"/>
            </a:xfrm>
            <a:custGeom>
              <a:avLst/>
              <a:gdLst/>
              <a:ahLst/>
              <a:cxnLst/>
              <a:rect l="l" t="t" r="r" b="b"/>
              <a:pathLst>
                <a:path w="606" h="600" extrusionOk="0">
                  <a:moveTo>
                    <a:pt x="120" y="0"/>
                  </a:moveTo>
                  <a:lnTo>
                    <a:pt x="97" y="9"/>
                  </a:lnTo>
                  <a:lnTo>
                    <a:pt x="79" y="14"/>
                  </a:lnTo>
                  <a:lnTo>
                    <a:pt x="81" y="33"/>
                  </a:lnTo>
                  <a:lnTo>
                    <a:pt x="71" y="35"/>
                  </a:lnTo>
                  <a:lnTo>
                    <a:pt x="48" y="76"/>
                  </a:lnTo>
                  <a:lnTo>
                    <a:pt x="47" y="98"/>
                  </a:lnTo>
                  <a:lnTo>
                    <a:pt x="30" y="152"/>
                  </a:lnTo>
                  <a:lnTo>
                    <a:pt x="18" y="156"/>
                  </a:lnTo>
                  <a:lnTo>
                    <a:pt x="9" y="193"/>
                  </a:lnTo>
                  <a:lnTo>
                    <a:pt x="8" y="217"/>
                  </a:lnTo>
                  <a:lnTo>
                    <a:pt x="0" y="230"/>
                  </a:lnTo>
                  <a:lnTo>
                    <a:pt x="0" y="242"/>
                  </a:lnTo>
                  <a:lnTo>
                    <a:pt x="41" y="242"/>
                  </a:lnTo>
                  <a:lnTo>
                    <a:pt x="54" y="250"/>
                  </a:lnTo>
                  <a:lnTo>
                    <a:pt x="67" y="242"/>
                  </a:lnTo>
                  <a:lnTo>
                    <a:pt x="77" y="252"/>
                  </a:lnTo>
                  <a:lnTo>
                    <a:pt x="80" y="275"/>
                  </a:lnTo>
                  <a:lnTo>
                    <a:pt x="98" y="290"/>
                  </a:lnTo>
                  <a:lnTo>
                    <a:pt x="96" y="325"/>
                  </a:lnTo>
                  <a:lnTo>
                    <a:pt x="121" y="389"/>
                  </a:lnTo>
                  <a:lnTo>
                    <a:pt x="137" y="410"/>
                  </a:lnTo>
                  <a:lnTo>
                    <a:pt x="134" y="435"/>
                  </a:lnTo>
                  <a:lnTo>
                    <a:pt x="141" y="462"/>
                  </a:lnTo>
                  <a:lnTo>
                    <a:pt x="160" y="480"/>
                  </a:lnTo>
                  <a:lnTo>
                    <a:pt x="176" y="502"/>
                  </a:lnTo>
                  <a:lnTo>
                    <a:pt x="189" y="521"/>
                  </a:lnTo>
                  <a:lnTo>
                    <a:pt x="193" y="535"/>
                  </a:lnTo>
                  <a:lnTo>
                    <a:pt x="222" y="583"/>
                  </a:lnTo>
                  <a:lnTo>
                    <a:pt x="233" y="600"/>
                  </a:lnTo>
                  <a:lnTo>
                    <a:pt x="247" y="593"/>
                  </a:lnTo>
                  <a:lnTo>
                    <a:pt x="266" y="596"/>
                  </a:lnTo>
                  <a:lnTo>
                    <a:pt x="279" y="592"/>
                  </a:lnTo>
                  <a:lnTo>
                    <a:pt x="292" y="594"/>
                  </a:lnTo>
                  <a:lnTo>
                    <a:pt x="318" y="596"/>
                  </a:lnTo>
                  <a:lnTo>
                    <a:pt x="314" y="583"/>
                  </a:lnTo>
                  <a:lnTo>
                    <a:pt x="346" y="577"/>
                  </a:lnTo>
                  <a:lnTo>
                    <a:pt x="355" y="581"/>
                  </a:lnTo>
                  <a:lnTo>
                    <a:pt x="360" y="577"/>
                  </a:lnTo>
                  <a:lnTo>
                    <a:pt x="384" y="579"/>
                  </a:lnTo>
                  <a:lnTo>
                    <a:pt x="380" y="567"/>
                  </a:lnTo>
                  <a:lnTo>
                    <a:pt x="421" y="568"/>
                  </a:lnTo>
                  <a:lnTo>
                    <a:pt x="426" y="580"/>
                  </a:lnTo>
                  <a:lnTo>
                    <a:pt x="520" y="580"/>
                  </a:lnTo>
                  <a:lnTo>
                    <a:pt x="513" y="572"/>
                  </a:lnTo>
                  <a:lnTo>
                    <a:pt x="521" y="531"/>
                  </a:lnTo>
                  <a:lnTo>
                    <a:pt x="514" y="513"/>
                  </a:lnTo>
                  <a:lnTo>
                    <a:pt x="529" y="512"/>
                  </a:lnTo>
                  <a:lnTo>
                    <a:pt x="541" y="500"/>
                  </a:lnTo>
                  <a:lnTo>
                    <a:pt x="537" y="451"/>
                  </a:lnTo>
                  <a:lnTo>
                    <a:pt x="547" y="434"/>
                  </a:lnTo>
                  <a:lnTo>
                    <a:pt x="542" y="421"/>
                  </a:lnTo>
                  <a:lnTo>
                    <a:pt x="606" y="419"/>
                  </a:lnTo>
                  <a:lnTo>
                    <a:pt x="602" y="401"/>
                  </a:lnTo>
                  <a:lnTo>
                    <a:pt x="570" y="369"/>
                  </a:lnTo>
                  <a:lnTo>
                    <a:pt x="567" y="327"/>
                  </a:lnTo>
                  <a:lnTo>
                    <a:pt x="552" y="333"/>
                  </a:lnTo>
                  <a:lnTo>
                    <a:pt x="533" y="334"/>
                  </a:lnTo>
                  <a:lnTo>
                    <a:pt x="530" y="313"/>
                  </a:lnTo>
                  <a:lnTo>
                    <a:pt x="513" y="319"/>
                  </a:lnTo>
                  <a:lnTo>
                    <a:pt x="496" y="312"/>
                  </a:lnTo>
                  <a:lnTo>
                    <a:pt x="498" y="301"/>
                  </a:lnTo>
                  <a:lnTo>
                    <a:pt x="470" y="305"/>
                  </a:lnTo>
                  <a:lnTo>
                    <a:pt x="445" y="325"/>
                  </a:lnTo>
                  <a:lnTo>
                    <a:pt x="421" y="310"/>
                  </a:lnTo>
                  <a:lnTo>
                    <a:pt x="409" y="288"/>
                  </a:lnTo>
                  <a:lnTo>
                    <a:pt x="389" y="283"/>
                  </a:lnTo>
                  <a:lnTo>
                    <a:pt x="381" y="256"/>
                  </a:lnTo>
                  <a:lnTo>
                    <a:pt x="343" y="246"/>
                  </a:lnTo>
                  <a:lnTo>
                    <a:pt x="318" y="254"/>
                  </a:lnTo>
                  <a:lnTo>
                    <a:pt x="309" y="256"/>
                  </a:lnTo>
                  <a:lnTo>
                    <a:pt x="306" y="233"/>
                  </a:lnTo>
                  <a:lnTo>
                    <a:pt x="273" y="227"/>
                  </a:lnTo>
                  <a:lnTo>
                    <a:pt x="252" y="235"/>
                  </a:lnTo>
                  <a:lnTo>
                    <a:pt x="220" y="221"/>
                  </a:lnTo>
                  <a:lnTo>
                    <a:pt x="214" y="192"/>
                  </a:lnTo>
                  <a:lnTo>
                    <a:pt x="223" y="169"/>
                  </a:lnTo>
                  <a:lnTo>
                    <a:pt x="214" y="148"/>
                  </a:lnTo>
                  <a:lnTo>
                    <a:pt x="227" y="122"/>
                  </a:lnTo>
                  <a:lnTo>
                    <a:pt x="227" y="86"/>
                  </a:lnTo>
                  <a:lnTo>
                    <a:pt x="223" y="67"/>
                  </a:lnTo>
                  <a:lnTo>
                    <a:pt x="242" y="61"/>
                  </a:lnTo>
                  <a:lnTo>
                    <a:pt x="242" y="31"/>
                  </a:lnTo>
                  <a:lnTo>
                    <a:pt x="237" y="4"/>
                  </a:lnTo>
                  <a:lnTo>
                    <a:pt x="216" y="25"/>
                  </a:lnTo>
                  <a:lnTo>
                    <a:pt x="185" y="39"/>
                  </a:lnTo>
                  <a:lnTo>
                    <a:pt x="179" y="47"/>
                  </a:lnTo>
                  <a:lnTo>
                    <a:pt x="164" y="48"/>
                  </a:lnTo>
                  <a:lnTo>
                    <a:pt x="151" y="29"/>
                  </a:lnTo>
                  <a:lnTo>
                    <a:pt x="151" y="17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" name="Google Shape;331;p38">
              <a:extLst>
                <a:ext uri="{FF2B5EF4-FFF2-40B4-BE49-F238E27FC236}">
                  <a16:creationId xmlns="" xmlns:a16="http://schemas.microsoft.com/office/drawing/2014/main" id="{15949A9E-7572-72C3-F3CE-61185018CCAF}"/>
                </a:ext>
              </a:extLst>
            </p:cNvPr>
            <p:cNvSpPr/>
            <p:nvPr/>
          </p:nvSpPr>
          <p:spPr>
            <a:xfrm>
              <a:off x="2659063" y="3941763"/>
              <a:ext cx="909638" cy="798512"/>
            </a:xfrm>
            <a:custGeom>
              <a:avLst/>
              <a:gdLst/>
              <a:ahLst/>
              <a:cxnLst/>
              <a:rect l="l" t="t" r="r" b="b"/>
              <a:pathLst>
                <a:path w="435" h="382" extrusionOk="0">
                  <a:moveTo>
                    <a:pt x="102" y="0"/>
                  </a:moveTo>
                  <a:cubicBezTo>
                    <a:pt x="92" y="11"/>
                    <a:pt x="92" y="11"/>
                    <a:pt x="92" y="11"/>
                  </a:cubicBezTo>
                  <a:cubicBezTo>
                    <a:pt x="97" y="46"/>
                    <a:pt x="97" y="46"/>
                    <a:pt x="97" y="46"/>
                  </a:cubicBezTo>
                  <a:cubicBezTo>
                    <a:pt x="91" y="63"/>
                    <a:pt x="91" y="63"/>
                    <a:pt x="91" y="63"/>
                  </a:cubicBezTo>
                  <a:cubicBezTo>
                    <a:pt x="73" y="88"/>
                    <a:pt x="73" y="88"/>
                    <a:pt x="73" y="88"/>
                  </a:cubicBezTo>
                  <a:cubicBezTo>
                    <a:pt x="48" y="96"/>
                    <a:pt x="48" y="96"/>
                    <a:pt x="48" y="96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4" y="115"/>
                    <a:pt x="7" y="118"/>
                    <a:pt x="0" y="120"/>
                  </a:cubicBezTo>
                  <a:cubicBezTo>
                    <a:pt x="5" y="131"/>
                    <a:pt x="5" y="131"/>
                    <a:pt x="5" y="131"/>
                  </a:cubicBezTo>
                  <a:cubicBezTo>
                    <a:pt x="7" y="139"/>
                    <a:pt x="7" y="139"/>
                    <a:pt x="7" y="139"/>
                  </a:cubicBezTo>
                  <a:cubicBezTo>
                    <a:pt x="21" y="135"/>
                    <a:pt x="21" y="135"/>
                    <a:pt x="21" y="135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62" y="141"/>
                    <a:pt x="62" y="141"/>
                    <a:pt x="62" y="141"/>
                  </a:cubicBezTo>
                  <a:cubicBezTo>
                    <a:pt x="62" y="150"/>
                    <a:pt x="62" y="150"/>
                    <a:pt x="62" y="150"/>
                  </a:cubicBezTo>
                  <a:cubicBezTo>
                    <a:pt x="72" y="165"/>
                    <a:pt x="72" y="165"/>
                    <a:pt x="72" y="165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8" y="158"/>
                    <a:pt x="88" y="158"/>
                    <a:pt x="88" y="158"/>
                  </a:cubicBezTo>
                  <a:cubicBezTo>
                    <a:pt x="111" y="147"/>
                    <a:pt x="111" y="147"/>
                    <a:pt x="111" y="147"/>
                  </a:cubicBezTo>
                  <a:cubicBezTo>
                    <a:pt x="127" y="131"/>
                    <a:pt x="127" y="131"/>
                    <a:pt x="127" y="131"/>
                  </a:cubicBezTo>
                  <a:cubicBezTo>
                    <a:pt x="131" y="152"/>
                    <a:pt x="131" y="152"/>
                    <a:pt x="131" y="152"/>
                  </a:cubicBezTo>
                  <a:cubicBezTo>
                    <a:pt x="131" y="175"/>
                    <a:pt x="131" y="175"/>
                    <a:pt x="131" y="175"/>
                  </a:cubicBezTo>
                  <a:cubicBezTo>
                    <a:pt x="117" y="179"/>
                    <a:pt x="117" y="179"/>
                    <a:pt x="117" y="179"/>
                  </a:cubicBezTo>
                  <a:cubicBezTo>
                    <a:pt x="120" y="194"/>
                    <a:pt x="120" y="194"/>
                    <a:pt x="120" y="194"/>
                  </a:cubicBezTo>
                  <a:cubicBezTo>
                    <a:pt x="120" y="221"/>
                    <a:pt x="120" y="221"/>
                    <a:pt x="120" y="221"/>
                  </a:cubicBezTo>
                  <a:cubicBezTo>
                    <a:pt x="110" y="241"/>
                    <a:pt x="110" y="241"/>
                    <a:pt x="110" y="241"/>
                  </a:cubicBezTo>
                  <a:cubicBezTo>
                    <a:pt x="117" y="257"/>
                    <a:pt x="117" y="257"/>
                    <a:pt x="117" y="257"/>
                  </a:cubicBezTo>
                  <a:cubicBezTo>
                    <a:pt x="110" y="274"/>
                    <a:pt x="110" y="274"/>
                    <a:pt x="110" y="274"/>
                  </a:cubicBezTo>
                  <a:cubicBezTo>
                    <a:pt x="114" y="296"/>
                    <a:pt x="114" y="296"/>
                    <a:pt x="114" y="296"/>
                  </a:cubicBezTo>
                  <a:cubicBezTo>
                    <a:pt x="139" y="307"/>
                    <a:pt x="139" y="307"/>
                    <a:pt x="139" y="307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80" y="305"/>
                    <a:pt x="180" y="305"/>
                    <a:pt x="180" y="305"/>
                  </a:cubicBezTo>
                  <a:cubicBezTo>
                    <a:pt x="182" y="323"/>
                    <a:pt x="182" y="323"/>
                    <a:pt x="182" y="323"/>
                  </a:cubicBezTo>
                  <a:cubicBezTo>
                    <a:pt x="189" y="321"/>
                    <a:pt x="189" y="321"/>
                    <a:pt x="189" y="321"/>
                  </a:cubicBezTo>
                  <a:cubicBezTo>
                    <a:pt x="208" y="315"/>
                    <a:pt x="208" y="315"/>
                    <a:pt x="208" y="315"/>
                  </a:cubicBezTo>
                  <a:cubicBezTo>
                    <a:pt x="237" y="323"/>
                    <a:pt x="237" y="323"/>
                    <a:pt x="237" y="323"/>
                  </a:cubicBezTo>
                  <a:cubicBezTo>
                    <a:pt x="243" y="343"/>
                    <a:pt x="243" y="343"/>
                    <a:pt x="243" y="343"/>
                  </a:cubicBezTo>
                  <a:cubicBezTo>
                    <a:pt x="258" y="347"/>
                    <a:pt x="258" y="347"/>
                    <a:pt x="258" y="347"/>
                  </a:cubicBezTo>
                  <a:cubicBezTo>
                    <a:pt x="267" y="364"/>
                    <a:pt x="267" y="364"/>
                    <a:pt x="267" y="364"/>
                  </a:cubicBezTo>
                  <a:cubicBezTo>
                    <a:pt x="285" y="375"/>
                    <a:pt x="285" y="375"/>
                    <a:pt x="285" y="375"/>
                  </a:cubicBezTo>
                  <a:cubicBezTo>
                    <a:pt x="304" y="360"/>
                    <a:pt x="304" y="360"/>
                    <a:pt x="304" y="360"/>
                  </a:cubicBezTo>
                  <a:cubicBezTo>
                    <a:pt x="326" y="357"/>
                    <a:pt x="326" y="357"/>
                    <a:pt x="326" y="357"/>
                  </a:cubicBezTo>
                  <a:cubicBezTo>
                    <a:pt x="324" y="365"/>
                    <a:pt x="324" y="365"/>
                    <a:pt x="324" y="365"/>
                  </a:cubicBezTo>
                  <a:cubicBezTo>
                    <a:pt x="337" y="371"/>
                    <a:pt x="337" y="371"/>
                    <a:pt x="337" y="371"/>
                  </a:cubicBezTo>
                  <a:cubicBezTo>
                    <a:pt x="350" y="366"/>
                    <a:pt x="350" y="366"/>
                    <a:pt x="350" y="366"/>
                  </a:cubicBezTo>
                  <a:cubicBezTo>
                    <a:pt x="352" y="382"/>
                    <a:pt x="352" y="382"/>
                    <a:pt x="352" y="382"/>
                  </a:cubicBezTo>
                  <a:cubicBezTo>
                    <a:pt x="367" y="381"/>
                    <a:pt x="367" y="381"/>
                    <a:pt x="367" y="381"/>
                  </a:cubicBezTo>
                  <a:cubicBezTo>
                    <a:pt x="378" y="377"/>
                    <a:pt x="378" y="377"/>
                    <a:pt x="378" y="377"/>
                  </a:cubicBezTo>
                  <a:cubicBezTo>
                    <a:pt x="377" y="355"/>
                    <a:pt x="377" y="355"/>
                    <a:pt x="377" y="355"/>
                  </a:cubicBezTo>
                  <a:cubicBezTo>
                    <a:pt x="415" y="320"/>
                    <a:pt x="415" y="320"/>
                    <a:pt x="415" y="320"/>
                  </a:cubicBezTo>
                  <a:cubicBezTo>
                    <a:pt x="435" y="297"/>
                    <a:pt x="435" y="297"/>
                    <a:pt x="435" y="297"/>
                  </a:cubicBezTo>
                  <a:cubicBezTo>
                    <a:pt x="427" y="269"/>
                    <a:pt x="427" y="269"/>
                    <a:pt x="427" y="269"/>
                  </a:cubicBezTo>
                  <a:cubicBezTo>
                    <a:pt x="435" y="240"/>
                    <a:pt x="435" y="240"/>
                    <a:pt x="435" y="240"/>
                  </a:cubicBezTo>
                  <a:cubicBezTo>
                    <a:pt x="427" y="209"/>
                    <a:pt x="427" y="209"/>
                    <a:pt x="427" y="209"/>
                  </a:cubicBezTo>
                  <a:cubicBezTo>
                    <a:pt x="420" y="187"/>
                    <a:pt x="420" y="187"/>
                    <a:pt x="420" y="187"/>
                  </a:cubicBezTo>
                  <a:cubicBezTo>
                    <a:pt x="425" y="174"/>
                    <a:pt x="425" y="174"/>
                    <a:pt x="425" y="174"/>
                  </a:cubicBezTo>
                  <a:cubicBezTo>
                    <a:pt x="422" y="165"/>
                    <a:pt x="422" y="165"/>
                    <a:pt x="422" y="165"/>
                  </a:cubicBezTo>
                  <a:cubicBezTo>
                    <a:pt x="432" y="155"/>
                    <a:pt x="432" y="155"/>
                    <a:pt x="432" y="155"/>
                  </a:cubicBezTo>
                  <a:cubicBezTo>
                    <a:pt x="421" y="125"/>
                    <a:pt x="421" y="125"/>
                    <a:pt x="421" y="125"/>
                  </a:cubicBezTo>
                  <a:cubicBezTo>
                    <a:pt x="423" y="125"/>
                    <a:pt x="423" y="125"/>
                    <a:pt x="423" y="125"/>
                  </a:cubicBezTo>
                  <a:cubicBezTo>
                    <a:pt x="405" y="111"/>
                    <a:pt x="405" y="111"/>
                    <a:pt x="405" y="111"/>
                  </a:cubicBezTo>
                  <a:cubicBezTo>
                    <a:pt x="353" y="87"/>
                    <a:pt x="353" y="87"/>
                    <a:pt x="353" y="87"/>
                  </a:cubicBezTo>
                  <a:cubicBezTo>
                    <a:pt x="280" y="50"/>
                    <a:pt x="280" y="50"/>
                    <a:pt x="280" y="50"/>
                  </a:cubicBezTo>
                  <a:cubicBezTo>
                    <a:pt x="224" y="36"/>
                    <a:pt x="224" y="36"/>
                    <a:pt x="224" y="36"/>
                  </a:cubicBezTo>
                  <a:cubicBezTo>
                    <a:pt x="189" y="21"/>
                    <a:pt x="189" y="21"/>
                    <a:pt x="189" y="21"/>
                  </a:cubicBezTo>
                  <a:cubicBezTo>
                    <a:pt x="156" y="20"/>
                    <a:pt x="156" y="20"/>
                    <a:pt x="156" y="20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" name="Google Shape;332;p38">
              <a:extLst>
                <a:ext uri="{FF2B5EF4-FFF2-40B4-BE49-F238E27FC236}">
                  <a16:creationId xmlns="" xmlns:a16="http://schemas.microsoft.com/office/drawing/2014/main" id="{67DC42A4-3612-B013-B766-8650BBDC1F71}"/>
                </a:ext>
              </a:extLst>
            </p:cNvPr>
            <p:cNvSpPr/>
            <p:nvPr/>
          </p:nvSpPr>
          <p:spPr>
            <a:xfrm>
              <a:off x="2506663" y="3324225"/>
              <a:ext cx="1279525" cy="900112"/>
            </a:xfrm>
            <a:custGeom>
              <a:avLst/>
              <a:gdLst/>
              <a:ahLst/>
              <a:cxnLst/>
              <a:rect l="l" t="t" r="r" b="b"/>
              <a:pathLst>
                <a:path w="612" h="431" extrusionOk="0">
                  <a:moveTo>
                    <a:pt x="373" y="0"/>
                  </a:moveTo>
                  <a:cubicBezTo>
                    <a:pt x="358" y="7"/>
                    <a:pt x="358" y="7"/>
                    <a:pt x="358" y="7"/>
                  </a:cubicBezTo>
                  <a:cubicBezTo>
                    <a:pt x="344" y="5"/>
                    <a:pt x="344" y="5"/>
                    <a:pt x="344" y="5"/>
                  </a:cubicBezTo>
                  <a:cubicBezTo>
                    <a:pt x="336" y="29"/>
                    <a:pt x="336" y="29"/>
                    <a:pt x="336" y="29"/>
                  </a:cubicBezTo>
                  <a:cubicBezTo>
                    <a:pt x="345" y="33"/>
                    <a:pt x="345" y="33"/>
                    <a:pt x="345" y="33"/>
                  </a:cubicBezTo>
                  <a:cubicBezTo>
                    <a:pt x="349" y="47"/>
                    <a:pt x="349" y="47"/>
                    <a:pt x="349" y="47"/>
                  </a:cubicBezTo>
                  <a:cubicBezTo>
                    <a:pt x="337" y="40"/>
                    <a:pt x="337" y="40"/>
                    <a:pt x="337" y="40"/>
                  </a:cubicBezTo>
                  <a:cubicBezTo>
                    <a:pt x="336" y="50"/>
                    <a:pt x="336" y="50"/>
                    <a:pt x="336" y="50"/>
                  </a:cubicBezTo>
                  <a:cubicBezTo>
                    <a:pt x="345" y="60"/>
                    <a:pt x="345" y="60"/>
                    <a:pt x="345" y="60"/>
                  </a:cubicBezTo>
                  <a:cubicBezTo>
                    <a:pt x="325" y="63"/>
                    <a:pt x="325" y="63"/>
                    <a:pt x="325" y="63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292" y="46"/>
                    <a:pt x="292" y="46"/>
                    <a:pt x="292" y="46"/>
                  </a:cubicBezTo>
                  <a:cubicBezTo>
                    <a:pt x="268" y="45"/>
                    <a:pt x="268" y="45"/>
                    <a:pt x="268" y="45"/>
                  </a:cubicBezTo>
                  <a:cubicBezTo>
                    <a:pt x="264" y="62"/>
                    <a:pt x="264" y="62"/>
                    <a:pt x="264" y="62"/>
                  </a:cubicBezTo>
                  <a:cubicBezTo>
                    <a:pt x="243" y="79"/>
                    <a:pt x="243" y="79"/>
                    <a:pt x="243" y="79"/>
                  </a:cubicBezTo>
                  <a:cubicBezTo>
                    <a:pt x="226" y="78"/>
                    <a:pt x="226" y="78"/>
                    <a:pt x="226" y="78"/>
                  </a:cubicBezTo>
                  <a:cubicBezTo>
                    <a:pt x="208" y="88"/>
                    <a:pt x="208" y="88"/>
                    <a:pt x="208" y="88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67" y="115"/>
                    <a:pt x="167" y="115"/>
                    <a:pt x="167" y="115"/>
                  </a:cubicBezTo>
                  <a:cubicBezTo>
                    <a:pt x="137" y="124"/>
                    <a:pt x="137" y="124"/>
                    <a:pt x="137" y="124"/>
                  </a:cubicBezTo>
                  <a:cubicBezTo>
                    <a:pt x="112" y="121"/>
                    <a:pt x="112" y="121"/>
                    <a:pt x="112" y="121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81" y="141"/>
                    <a:pt x="81" y="141"/>
                    <a:pt x="81" y="141"/>
                  </a:cubicBezTo>
                  <a:cubicBezTo>
                    <a:pt x="72" y="132"/>
                    <a:pt x="72" y="132"/>
                    <a:pt x="72" y="132"/>
                  </a:cubicBezTo>
                  <a:cubicBezTo>
                    <a:pt x="45" y="156"/>
                    <a:pt x="45" y="156"/>
                    <a:pt x="45" y="156"/>
                  </a:cubicBezTo>
                  <a:cubicBezTo>
                    <a:pt x="33" y="168"/>
                    <a:pt x="33" y="168"/>
                    <a:pt x="33" y="168"/>
                  </a:cubicBezTo>
                  <a:cubicBezTo>
                    <a:pt x="32" y="199"/>
                    <a:pt x="32" y="199"/>
                    <a:pt x="32" y="199"/>
                  </a:cubicBezTo>
                  <a:cubicBezTo>
                    <a:pt x="38" y="220"/>
                    <a:pt x="38" y="220"/>
                    <a:pt x="38" y="220"/>
                  </a:cubicBezTo>
                  <a:cubicBezTo>
                    <a:pt x="33" y="240"/>
                    <a:pt x="33" y="240"/>
                    <a:pt x="33" y="240"/>
                  </a:cubicBezTo>
                  <a:cubicBezTo>
                    <a:pt x="31" y="277"/>
                    <a:pt x="31" y="277"/>
                    <a:pt x="31" y="277"/>
                  </a:cubicBezTo>
                  <a:cubicBezTo>
                    <a:pt x="31" y="294"/>
                    <a:pt x="31" y="294"/>
                    <a:pt x="31" y="294"/>
                  </a:cubicBezTo>
                  <a:cubicBezTo>
                    <a:pt x="37" y="300"/>
                    <a:pt x="37" y="300"/>
                    <a:pt x="37" y="300"/>
                  </a:cubicBezTo>
                  <a:cubicBezTo>
                    <a:pt x="27" y="316"/>
                    <a:pt x="27" y="316"/>
                    <a:pt x="27" y="316"/>
                  </a:cubicBezTo>
                  <a:cubicBezTo>
                    <a:pt x="0" y="377"/>
                    <a:pt x="0" y="377"/>
                    <a:pt x="0" y="377"/>
                  </a:cubicBezTo>
                  <a:cubicBezTo>
                    <a:pt x="22" y="389"/>
                    <a:pt x="22" y="389"/>
                    <a:pt x="22" y="389"/>
                  </a:cubicBezTo>
                  <a:cubicBezTo>
                    <a:pt x="60" y="400"/>
                    <a:pt x="60" y="400"/>
                    <a:pt x="60" y="400"/>
                  </a:cubicBezTo>
                  <a:cubicBezTo>
                    <a:pt x="65" y="413"/>
                    <a:pt x="65" y="413"/>
                    <a:pt x="65" y="413"/>
                  </a:cubicBezTo>
                  <a:cubicBezTo>
                    <a:pt x="73" y="416"/>
                    <a:pt x="73" y="416"/>
                    <a:pt x="73" y="416"/>
                  </a:cubicBezTo>
                  <a:cubicBezTo>
                    <a:pt x="73" y="416"/>
                    <a:pt x="73" y="416"/>
                    <a:pt x="73" y="416"/>
                  </a:cubicBezTo>
                  <a:cubicBezTo>
                    <a:pt x="80" y="414"/>
                    <a:pt x="87" y="411"/>
                    <a:pt x="87" y="411"/>
                  </a:cubicBezTo>
                  <a:cubicBezTo>
                    <a:pt x="121" y="392"/>
                    <a:pt x="121" y="392"/>
                    <a:pt x="121" y="392"/>
                  </a:cubicBezTo>
                  <a:cubicBezTo>
                    <a:pt x="146" y="384"/>
                    <a:pt x="146" y="384"/>
                    <a:pt x="146" y="384"/>
                  </a:cubicBezTo>
                  <a:cubicBezTo>
                    <a:pt x="164" y="359"/>
                    <a:pt x="164" y="359"/>
                    <a:pt x="164" y="359"/>
                  </a:cubicBezTo>
                  <a:cubicBezTo>
                    <a:pt x="170" y="342"/>
                    <a:pt x="170" y="342"/>
                    <a:pt x="170" y="342"/>
                  </a:cubicBezTo>
                  <a:cubicBezTo>
                    <a:pt x="165" y="307"/>
                    <a:pt x="165" y="307"/>
                    <a:pt x="165" y="307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229" y="316"/>
                    <a:pt x="229" y="316"/>
                    <a:pt x="229" y="316"/>
                  </a:cubicBezTo>
                  <a:cubicBezTo>
                    <a:pt x="262" y="317"/>
                    <a:pt x="262" y="317"/>
                    <a:pt x="262" y="317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353" y="346"/>
                    <a:pt x="353" y="346"/>
                    <a:pt x="353" y="346"/>
                  </a:cubicBezTo>
                  <a:cubicBezTo>
                    <a:pt x="426" y="383"/>
                    <a:pt x="426" y="383"/>
                    <a:pt x="426" y="383"/>
                  </a:cubicBezTo>
                  <a:cubicBezTo>
                    <a:pt x="478" y="407"/>
                    <a:pt x="478" y="407"/>
                    <a:pt x="478" y="407"/>
                  </a:cubicBezTo>
                  <a:cubicBezTo>
                    <a:pt x="496" y="421"/>
                    <a:pt x="496" y="421"/>
                    <a:pt x="496" y="421"/>
                  </a:cubicBezTo>
                  <a:cubicBezTo>
                    <a:pt x="505" y="421"/>
                    <a:pt x="505" y="421"/>
                    <a:pt x="505" y="421"/>
                  </a:cubicBezTo>
                  <a:cubicBezTo>
                    <a:pt x="516" y="429"/>
                    <a:pt x="516" y="429"/>
                    <a:pt x="516" y="429"/>
                  </a:cubicBezTo>
                  <a:cubicBezTo>
                    <a:pt x="527" y="431"/>
                    <a:pt x="527" y="431"/>
                    <a:pt x="527" y="431"/>
                  </a:cubicBezTo>
                  <a:cubicBezTo>
                    <a:pt x="541" y="418"/>
                    <a:pt x="541" y="418"/>
                    <a:pt x="541" y="418"/>
                  </a:cubicBezTo>
                  <a:cubicBezTo>
                    <a:pt x="570" y="405"/>
                    <a:pt x="570" y="405"/>
                    <a:pt x="570" y="405"/>
                  </a:cubicBezTo>
                  <a:cubicBezTo>
                    <a:pt x="566" y="313"/>
                    <a:pt x="566" y="313"/>
                    <a:pt x="566" y="313"/>
                  </a:cubicBezTo>
                  <a:cubicBezTo>
                    <a:pt x="565" y="298"/>
                    <a:pt x="565" y="298"/>
                    <a:pt x="565" y="298"/>
                  </a:cubicBezTo>
                  <a:cubicBezTo>
                    <a:pt x="588" y="242"/>
                    <a:pt x="588" y="242"/>
                    <a:pt x="588" y="242"/>
                  </a:cubicBezTo>
                  <a:cubicBezTo>
                    <a:pt x="600" y="228"/>
                    <a:pt x="600" y="228"/>
                    <a:pt x="600" y="228"/>
                  </a:cubicBezTo>
                  <a:cubicBezTo>
                    <a:pt x="608" y="201"/>
                    <a:pt x="608" y="201"/>
                    <a:pt x="608" y="201"/>
                  </a:cubicBezTo>
                  <a:cubicBezTo>
                    <a:pt x="612" y="202"/>
                    <a:pt x="612" y="202"/>
                    <a:pt x="612" y="202"/>
                  </a:cubicBezTo>
                  <a:cubicBezTo>
                    <a:pt x="609" y="193"/>
                    <a:pt x="609" y="193"/>
                    <a:pt x="609" y="193"/>
                  </a:cubicBezTo>
                  <a:cubicBezTo>
                    <a:pt x="574" y="149"/>
                    <a:pt x="574" y="149"/>
                    <a:pt x="574" y="149"/>
                  </a:cubicBezTo>
                  <a:cubicBezTo>
                    <a:pt x="536" y="159"/>
                    <a:pt x="536" y="159"/>
                    <a:pt x="536" y="159"/>
                  </a:cubicBezTo>
                  <a:cubicBezTo>
                    <a:pt x="513" y="140"/>
                    <a:pt x="513" y="140"/>
                    <a:pt x="513" y="140"/>
                  </a:cubicBezTo>
                  <a:cubicBezTo>
                    <a:pt x="482" y="144"/>
                    <a:pt x="482" y="144"/>
                    <a:pt x="482" y="144"/>
                  </a:cubicBezTo>
                  <a:cubicBezTo>
                    <a:pt x="472" y="113"/>
                    <a:pt x="472" y="113"/>
                    <a:pt x="472" y="113"/>
                  </a:cubicBezTo>
                  <a:cubicBezTo>
                    <a:pt x="459" y="105"/>
                    <a:pt x="459" y="105"/>
                    <a:pt x="459" y="105"/>
                  </a:cubicBezTo>
                  <a:cubicBezTo>
                    <a:pt x="444" y="127"/>
                    <a:pt x="444" y="127"/>
                    <a:pt x="444" y="127"/>
                  </a:cubicBezTo>
                  <a:cubicBezTo>
                    <a:pt x="434" y="123"/>
                    <a:pt x="434" y="123"/>
                    <a:pt x="434" y="123"/>
                  </a:cubicBezTo>
                  <a:cubicBezTo>
                    <a:pt x="427" y="96"/>
                    <a:pt x="427" y="96"/>
                    <a:pt x="427" y="96"/>
                  </a:cubicBezTo>
                  <a:cubicBezTo>
                    <a:pt x="416" y="83"/>
                    <a:pt x="416" y="83"/>
                    <a:pt x="416" y="83"/>
                  </a:cubicBezTo>
                  <a:cubicBezTo>
                    <a:pt x="409" y="60"/>
                    <a:pt x="409" y="60"/>
                    <a:pt x="409" y="60"/>
                  </a:cubicBezTo>
                  <a:cubicBezTo>
                    <a:pt x="382" y="27"/>
                    <a:pt x="382" y="27"/>
                    <a:pt x="382" y="27"/>
                  </a:cubicBezTo>
                  <a:lnTo>
                    <a:pt x="373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" name="Google Shape;333;p38">
              <a:extLst>
                <a:ext uri="{FF2B5EF4-FFF2-40B4-BE49-F238E27FC236}">
                  <a16:creationId xmlns="" xmlns:a16="http://schemas.microsoft.com/office/drawing/2014/main" id="{7709A43C-FF71-51A4-52D7-C04E0CA81E6B}"/>
                </a:ext>
              </a:extLst>
            </p:cNvPr>
            <p:cNvSpPr/>
            <p:nvPr/>
          </p:nvSpPr>
          <p:spPr>
            <a:xfrm>
              <a:off x="2330450" y="4111625"/>
              <a:ext cx="347663" cy="273050"/>
            </a:xfrm>
            <a:custGeom>
              <a:avLst/>
              <a:gdLst/>
              <a:ahLst/>
              <a:cxnLst/>
              <a:rect l="l" t="t" r="r" b="b"/>
              <a:pathLst>
                <a:path w="219" h="172" extrusionOk="0">
                  <a:moveTo>
                    <a:pt x="111" y="0"/>
                  </a:moveTo>
                  <a:lnTo>
                    <a:pt x="101" y="8"/>
                  </a:lnTo>
                  <a:lnTo>
                    <a:pt x="76" y="9"/>
                  </a:lnTo>
                  <a:lnTo>
                    <a:pt x="51" y="22"/>
                  </a:lnTo>
                  <a:lnTo>
                    <a:pt x="46" y="39"/>
                  </a:lnTo>
                  <a:lnTo>
                    <a:pt x="39" y="52"/>
                  </a:lnTo>
                  <a:lnTo>
                    <a:pt x="26" y="56"/>
                  </a:lnTo>
                  <a:lnTo>
                    <a:pt x="2" y="54"/>
                  </a:lnTo>
                  <a:lnTo>
                    <a:pt x="0" y="66"/>
                  </a:lnTo>
                  <a:lnTo>
                    <a:pt x="9" y="83"/>
                  </a:lnTo>
                  <a:lnTo>
                    <a:pt x="23" y="104"/>
                  </a:lnTo>
                  <a:lnTo>
                    <a:pt x="39" y="112"/>
                  </a:lnTo>
                  <a:lnTo>
                    <a:pt x="48" y="95"/>
                  </a:lnTo>
                  <a:lnTo>
                    <a:pt x="60" y="100"/>
                  </a:lnTo>
                  <a:lnTo>
                    <a:pt x="72" y="100"/>
                  </a:lnTo>
                  <a:lnTo>
                    <a:pt x="88" y="109"/>
                  </a:lnTo>
                  <a:lnTo>
                    <a:pt x="102" y="117"/>
                  </a:lnTo>
                  <a:lnTo>
                    <a:pt x="96" y="145"/>
                  </a:lnTo>
                  <a:lnTo>
                    <a:pt x="81" y="148"/>
                  </a:lnTo>
                  <a:lnTo>
                    <a:pt x="88" y="158"/>
                  </a:lnTo>
                  <a:lnTo>
                    <a:pt x="106" y="170"/>
                  </a:lnTo>
                  <a:lnTo>
                    <a:pt x="126" y="172"/>
                  </a:lnTo>
                  <a:lnTo>
                    <a:pt x="125" y="151"/>
                  </a:lnTo>
                  <a:lnTo>
                    <a:pt x="134" y="163"/>
                  </a:lnTo>
                  <a:lnTo>
                    <a:pt x="171" y="172"/>
                  </a:lnTo>
                  <a:lnTo>
                    <a:pt x="182" y="171"/>
                  </a:lnTo>
                  <a:lnTo>
                    <a:pt x="185" y="160"/>
                  </a:lnTo>
                  <a:lnTo>
                    <a:pt x="186" y="138"/>
                  </a:lnTo>
                  <a:lnTo>
                    <a:pt x="209" y="97"/>
                  </a:lnTo>
                  <a:lnTo>
                    <a:pt x="219" y="95"/>
                  </a:lnTo>
                  <a:lnTo>
                    <a:pt x="214" y="66"/>
                  </a:lnTo>
                  <a:lnTo>
                    <a:pt x="207" y="51"/>
                  </a:lnTo>
                  <a:lnTo>
                    <a:pt x="197" y="47"/>
                  </a:lnTo>
                  <a:lnTo>
                    <a:pt x="190" y="30"/>
                  </a:lnTo>
                  <a:lnTo>
                    <a:pt x="140" y="16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" name="Google Shape;334;p38">
              <a:extLst>
                <a:ext uri="{FF2B5EF4-FFF2-40B4-BE49-F238E27FC236}">
                  <a16:creationId xmlns="" xmlns:a16="http://schemas.microsoft.com/office/drawing/2014/main" id="{E7AD7088-A031-AC7B-1968-6F17278549AD}"/>
                </a:ext>
              </a:extLst>
            </p:cNvPr>
            <p:cNvSpPr/>
            <p:nvPr/>
          </p:nvSpPr>
          <p:spPr>
            <a:xfrm>
              <a:off x="1577975" y="4192588"/>
              <a:ext cx="1041400" cy="444500"/>
            </a:xfrm>
            <a:custGeom>
              <a:avLst/>
              <a:gdLst/>
              <a:ahLst/>
              <a:cxnLst/>
              <a:rect l="l" t="t" r="r" b="b"/>
              <a:pathLst>
                <a:path w="656" h="280" extrusionOk="0">
                  <a:moveTo>
                    <a:pt x="351" y="0"/>
                  </a:moveTo>
                  <a:lnTo>
                    <a:pt x="325" y="15"/>
                  </a:lnTo>
                  <a:lnTo>
                    <a:pt x="291" y="24"/>
                  </a:lnTo>
                  <a:lnTo>
                    <a:pt x="278" y="40"/>
                  </a:lnTo>
                  <a:lnTo>
                    <a:pt x="263" y="32"/>
                  </a:lnTo>
                  <a:lnTo>
                    <a:pt x="255" y="22"/>
                  </a:lnTo>
                  <a:lnTo>
                    <a:pt x="241" y="29"/>
                  </a:lnTo>
                  <a:lnTo>
                    <a:pt x="243" y="49"/>
                  </a:lnTo>
                  <a:lnTo>
                    <a:pt x="238" y="66"/>
                  </a:lnTo>
                  <a:lnTo>
                    <a:pt x="222" y="80"/>
                  </a:lnTo>
                  <a:lnTo>
                    <a:pt x="192" y="101"/>
                  </a:lnTo>
                  <a:lnTo>
                    <a:pt x="185" y="86"/>
                  </a:lnTo>
                  <a:lnTo>
                    <a:pt x="168" y="78"/>
                  </a:lnTo>
                  <a:lnTo>
                    <a:pt x="167" y="66"/>
                  </a:lnTo>
                  <a:lnTo>
                    <a:pt x="145" y="50"/>
                  </a:lnTo>
                  <a:lnTo>
                    <a:pt x="142" y="66"/>
                  </a:lnTo>
                  <a:lnTo>
                    <a:pt x="106" y="78"/>
                  </a:lnTo>
                  <a:lnTo>
                    <a:pt x="84" y="100"/>
                  </a:lnTo>
                  <a:lnTo>
                    <a:pt x="46" y="132"/>
                  </a:lnTo>
                  <a:lnTo>
                    <a:pt x="54" y="140"/>
                  </a:lnTo>
                  <a:lnTo>
                    <a:pt x="51" y="233"/>
                  </a:lnTo>
                  <a:lnTo>
                    <a:pt x="0" y="238"/>
                  </a:lnTo>
                  <a:lnTo>
                    <a:pt x="25" y="278"/>
                  </a:lnTo>
                  <a:lnTo>
                    <a:pt x="31" y="280"/>
                  </a:lnTo>
                  <a:lnTo>
                    <a:pt x="47" y="279"/>
                  </a:lnTo>
                  <a:lnTo>
                    <a:pt x="87" y="272"/>
                  </a:lnTo>
                  <a:lnTo>
                    <a:pt x="116" y="258"/>
                  </a:lnTo>
                  <a:lnTo>
                    <a:pt x="141" y="255"/>
                  </a:lnTo>
                  <a:lnTo>
                    <a:pt x="154" y="258"/>
                  </a:lnTo>
                  <a:lnTo>
                    <a:pt x="170" y="254"/>
                  </a:lnTo>
                  <a:lnTo>
                    <a:pt x="184" y="258"/>
                  </a:lnTo>
                  <a:lnTo>
                    <a:pt x="192" y="253"/>
                  </a:lnTo>
                  <a:lnTo>
                    <a:pt x="263" y="255"/>
                  </a:lnTo>
                  <a:lnTo>
                    <a:pt x="279" y="250"/>
                  </a:lnTo>
                  <a:lnTo>
                    <a:pt x="291" y="255"/>
                  </a:lnTo>
                  <a:lnTo>
                    <a:pt x="300" y="250"/>
                  </a:lnTo>
                  <a:lnTo>
                    <a:pt x="376" y="262"/>
                  </a:lnTo>
                  <a:lnTo>
                    <a:pt x="391" y="254"/>
                  </a:lnTo>
                  <a:lnTo>
                    <a:pt x="612" y="253"/>
                  </a:lnTo>
                  <a:lnTo>
                    <a:pt x="612" y="241"/>
                  </a:lnTo>
                  <a:lnTo>
                    <a:pt x="620" y="228"/>
                  </a:lnTo>
                  <a:lnTo>
                    <a:pt x="621" y="204"/>
                  </a:lnTo>
                  <a:lnTo>
                    <a:pt x="630" y="167"/>
                  </a:lnTo>
                  <a:lnTo>
                    <a:pt x="642" y="163"/>
                  </a:lnTo>
                  <a:lnTo>
                    <a:pt x="656" y="120"/>
                  </a:lnTo>
                  <a:lnTo>
                    <a:pt x="645" y="121"/>
                  </a:lnTo>
                  <a:lnTo>
                    <a:pt x="608" y="112"/>
                  </a:lnTo>
                  <a:lnTo>
                    <a:pt x="599" y="100"/>
                  </a:lnTo>
                  <a:lnTo>
                    <a:pt x="600" y="121"/>
                  </a:lnTo>
                  <a:lnTo>
                    <a:pt x="580" y="119"/>
                  </a:lnTo>
                  <a:lnTo>
                    <a:pt x="562" y="107"/>
                  </a:lnTo>
                  <a:lnTo>
                    <a:pt x="555" y="97"/>
                  </a:lnTo>
                  <a:lnTo>
                    <a:pt x="570" y="94"/>
                  </a:lnTo>
                  <a:lnTo>
                    <a:pt x="576" y="66"/>
                  </a:lnTo>
                  <a:lnTo>
                    <a:pt x="562" y="58"/>
                  </a:lnTo>
                  <a:lnTo>
                    <a:pt x="546" y="49"/>
                  </a:lnTo>
                  <a:lnTo>
                    <a:pt x="534" y="49"/>
                  </a:lnTo>
                  <a:lnTo>
                    <a:pt x="522" y="44"/>
                  </a:lnTo>
                  <a:lnTo>
                    <a:pt x="513" y="61"/>
                  </a:lnTo>
                  <a:lnTo>
                    <a:pt x="497" y="53"/>
                  </a:lnTo>
                  <a:lnTo>
                    <a:pt x="483" y="32"/>
                  </a:lnTo>
                  <a:lnTo>
                    <a:pt x="474" y="15"/>
                  </a:lnTo>
                  <a:lnTo>
                    <a:pt x="475" y="9"/>
                  </a:lnTo>
                  <a:lnTo>
                    <a:pt x="474" y="8"/>
                  </a:lnTo>
                  <a:lnTo>
                    <a:pt x="449" y="44"/>
                  </a:lnTo>
                  <a:lnTo>
                    <a:pt x="424" y="72"/>
                  </a:lnTo>
                  <a:lnTo>
                    <a:pt x="416" y="88"/>
                  </a:lnTo>
                  <a:lnTo>
                    <a:pt x="391" y="103"/>
                  </a:lnTo>
                  <a:lnTo>
                    <a:pt x="362" y="94"/>
                  </a:lnTo>
                  <a:lnTo>
                    <a:pt x="346" y="97"/>
                  </a:lnTo>
                  <a:lnTo>
                    <a:pt x="346" y="61"/>
                  </a:lnTo>
                  <a:lnTo>
                    <a:pt x="338" y="44"/>
                  </a:lnTo>
                  <a:lnTo>
                    <a:pt x="356" y="28"/>
                  </a:lnTo>
                  <a:lnTo>
                    <a:pt x="346" y="16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" name="Google Shape;335;p38">
              <a:extLst>
                <a:ext uri="{FF2B5EF4-FFF2-40B4-BE49-F238E27FC236}">
                  <a16:creationId xmlns="" xmlns:a16="http://schemas.microsoft.com/office/drawing/2014/main" id="{CAAC5BDB-3F92-8087-A2C2-338EEB138B3C}"/>
                </a:ext>
              </a:extLst>
            </p:cNvPr>
            <p:cNvSpPr/>
            <p:nvPr/>
          </p:nvSpPr>
          <p:spPr>
            <a:xfrm>
              <a:off x="4911725" y="5053013"/>
              <a:ext cx="1069975" cy="1438275"/>
            </a:xfrm>
            <a:custGeom>
              <a:avLst/>
              <a:gdLst/>
              <a:ahLst/>
              <a:cxnLst/>
              <a:rect l="l" t="t" r="r" b="b"/>
              <a:pathLst>
                <a:path w="674" h="906" extrusionOk="0">
                  <a:moveTo>
                    <a:pt x="461" y="0"/>
                  </a:moveTo>
                  <a:lnTo>
                    <a:pt x="450" y="11"/>
                  </a:lnTo>
                  <a:lnTo>
                    <a:pt x="464" y="29"/>
                  </a:lnTo>
                  <a:lnTo>
                    <a:pt x="463" y="91"/>
                  </a:lnTo>
                  <a:lnTo>
                    <a:pt x="461" y="100"/>
                  </a:lnTo>
                  <a:lnTo>
                    <a:pt x="447" y="94"/>
                  </a:lnTo>
                  <a:lnTo>
                    <a:pt x="432" y="94"/>
                  </a:lnTo>
                  <a:lnTo>
                    <a:pt x="413" y="123"/>
                  </a:lnTo>
                  <a:lnTo>
                    <a:pt x="404" y="121"/>
                  </a:lnTo>
                  <a:lnTo>
                    <a:pt x="391" y="99"/>
                  </a:lnTo>
                  <a:lnTo>
                    <a:pt x="368" y="83"/>
                  </a:lnTo>
                  <a:lnTo>
                    <a:pt x="351" y="78"/>
                  </a:lnTo>
                  <a:lnTo>
                    <a:pt x="322" y="71"/>
                  </a:lnTo>
                  <a:lnTo>
                    <a:pt x="259" y="103"/>
                  </a:lnTo>
                  <a:lnTo>
                    <a:pt x="233" y="158"/>
                  </a:lnTo>
                  <a:lnTo>
                    <a:pt x="214" y="167"/>
                  </a:lnTo>
                  <a:lnTo>
                    <a:pt x="199" y="165"/>
                  </a:lnTo>
                  <a:lnTo>
                    <a:pt x="191" y="173"/>
                  </a:lnTo>
                  <a:lnTo>
                    <a:pt x="186" y="215"/>
                  </a:lnTo>
                  <a:lnTo>
                    <a:pt x="171" y="227"/>
                  </a:lnTo>
                  <a:lnTo>
                    <a:pt x="163" y="261"/>
                  </a:lnTo>
                  <a:lnTo>
                    <a:pt x="133" y="316"/>
                  </a:lnTo>
                  <a:lnTo>
                    <a:pt x="136" y="313"/>
                  </a:lnTo>
                  <a:lnTo>
                    <a:pt x="134" y="341"/>
                  </a:lnTo>
                  <a:lnTo>
                    <a:pt x="178" y="342"/>
                  </a:lnTo>
                  <a:lnTo>
                    <a:pt x="192" y="350"/>
                  </a:lnTo>
                  <a:lnTo>
                    <a:pt x="233" y="346"/>
                  </a:lnTo>
                  <a:lnTo>
                    <a:pt x="243" y="362"/>
                  </a:lnTo>
                  <a:lnTo>
                    <a:pt x="241" y="408"/>
                  </a:lnTo>
                  <a:lnTo>
                    <a:pt x="262" y="439"/>
                  </a:lnTo>
                  <a:lnTo>
                    <a:pt x="247" y="474"/>
                  </a:lnTo>
                  <a:lnTo>
                    <a:pt x="237" y="471"/>
                  </a:lnTo>
                  <a:lnTo>
                    <a:pt x="220" y="448"/>
                  </a:lnTo>
                  <a:lnTo>
                    <a:pt x="186" y="448"/>
                  </a:lnTo>
                  <a:lnTo>
                    <a:pt x="167" y="448"/>
                  </a:lnTo>
                  <a:lnTo>
                    <a:pt x="175" y="491"/>
                  </a:lnTo>
                  <a:lnTo>
                    <a:pt x="162" y="524"/>
                  </a:lnTo>
                  <a:lnTo>
                    <a:pt x="146" y="558"/>
                  </a:lnTo>
                  <a:lnTo>
                    <a:pt x="136" y="557"/>
                  </a:lnTo>
                  <a:lnTo>
                    <a:pt x="136" y="514"/>
                  </a:lnTo>
                  <a:lnTo>
                    <a:pt x="121" y="504"/>
                  </a:lnTo>
                  <a:lnTo>
                    <a:pt x="100" y="516"/>
                  </a:lnTo>
                  <a:lnTo>
                    <a:pt x="80" y="521"/>
                  </a:lnTo>
                  <a:lnTo>
                    <a:pt x="67" y="533"/>
                  </a:lnTo>
                  <a:lnTo>
                    <a:pt x="59" y="581"/>
                  </a:lnTo>
                  <a:lnTo>
                    <a:pt x="32" y="628"/>
                  </a:lnTo>
                  <a:lnTo>
                    <a:pt x="32" y="648"/>
                  </a:lnTo>
                  <a:lnTo>
                    <a:pt x="36" y="650"/>
                  </a:lnTo>
                  <a:lnTo>
                    <a:pt x="58" y="649"/>
                  </a:lnTo>
                  <a:lnTo>
                    <a:pt x="72" y="662"/>
                  </a:lnTo>
                  <a:lnTo>
                    <a:pt x="74" y="669"/>
                  </a:lnTo>
                  <a:lnTo>
                    <a:pt x="120" y="669"/>
                  </a:lnTo>
                  <a:lnTo>
                    <a:pt x="150" y="665"/>
                  </a:lnTo>
                  <a:lnTo>
                    <a:pt x="184" y="679"/>
                  </a:lnTo>
                  <a:lnTo>
                    <a:pt x="196" y="671"/>
                  </a:lnTo>
                  <a:lnTo>
                    <a:pt x="208" y="674"/>
                  </a:lnTo>
                  <a:lnTo>
                    <a:pt x="224" y="665"/>
                  </a:lnTo>
                  <a:lnTo>
                    <a:pt x="241" y="631"/>
                  </a:lnTo>
                  <a:lnTo>
                    <a:pt x="238" y="615"/>
                  </a:lnTo>
                  <a:lnTo>
                    <a:pt x="268" y="615"/>
                  </a:lnTo>
                  <a:lnTo>
                    <a:pt x="263" y="644"/>
                  </a:lnTo>
                  <a:lnTo>
                    <a:pt x="296" y="660"/>
                  </a:lnTo>
                  <a:lnTo>
                    <a:pt x="307" y="686"/>
                  </a:lnTo>
                  <a:lnTo>
                    <a:pt x="321" y="711"/>
                  </a:lnTo>
                  <a:lnTo>
                    <a:pt x="338" y="723"/>
                  </a:lnTo>
                  <a:lnTo>
                    <a:pt x="355" y="721"/>
                  </a:lnTo>
                  <a:lnTo>
                    <a:pt x="378" y="716"/>
                  </a:lnTo>
                  <a:lnTo>
                    <a:pt x="383" y="732"/>
                  </a:lnTo>
                  <a:lnTo>
                    <a:pt x="401" y="736"/>
                  </a:lnTo>
                  <a:lnTo>
                    <a:pt x="409" y="746"/>
                  </a:lnTo>
                  <a:lnTo>
                    <a:pt x="418" y="736"/>
                  </a:lnTo>
                  <a:lnTo>
                    <a:pt x="441" y="748"/>
                  </a:lnTo>
                  <a:lnTo>
                    <a:pt x="468" y="778"/>
                  </a:lnTo>
                  <a:lnTo>
                    <a:pt x="461" y="791"/>
                  </a:lnTo>
                  <a:lnTo>
                    <a:pt x="479" y="818"/>
                  </a:lnTo>
                  <a:lnTo>
                    <a:pt x="491" y="807"/>
                  </a:lnTo>
                  <a:lnTo>
                    <a:pt x="514" y="832"/>
                  </a:lnTo>
                  <a:lnTo>
                    <a:pt x="522" y="850"/>
                  </a:lnTo>
                  <a:lnTo>
                    <a:pt x="533" y="866"/>
                  </a:lnTo>
                  <a:lnTo>
                    <a:pt x="549" y="899"/>
                  </a:lnTo>
                  <a:lnTo>
                    <a:pt x="567" y="893"/>
                  </a:lnTo>
                  <a:lnTo>
                    <a:pt x="575" y="903"/>
                  </a:lnTo>
                  <a:lnTo>
                    <a:pt x="597" y="890"/>
                  </a:lnTo>
                  <a:lnTo>
                    <a:pt x="636" y="869"/>
                  </a:lnTo>
                  <a:lnTo>
                    <a:pt x="653" y="873"/>
                  </a:lnTo>
                  <a:lnTo>
                    <a:pt x="641" y="899"/>
                  </a:lnTo>
                  <a:lnTo>
                    <a:pt x="657" y="906"/>
                  </a:lnTo>
                  <a:lnTo>
                    <a:pt x="674" y="906"/>
                  </a:lnTo>
                  <a:lnTo>
                    <a:pt x="672" y="703"/>
                  </a:lnTo>
                  <a:lnTo>
                    <a:pt x="664" y="704"/>
                  </a:lnTo>
                  <a:lnTo>
                    <a:pt x="654" y="711"/>
                  </a:lnTo>
                  <a:lnTo>
                    <a:pt x="638" y="708"/>
                  </a:lnTo>
                  <a:lnTo>
                    <a:pt x="622" y="716"/>
                  </a:lnTo>
                  <a:lnTo>
                    <a:pt x="617" y="732"/>
                  </a:lnTo>
                  <a:lnTo>
                    <a:pt x="628" y="741"/>
                  </a:lnTo>
                  <a:lnTo>
                    <a:pt x="632" y="745"/>
                  </a:lnTo>
                  <a:lnTo>
                    <a:pt x="622" y="754"/>
                  </a:lnTo>
                  <a:lnTo>
                    <a:pt x="605" y="744"/>
                  </a:lnTo>
                  <a:lnTo>
                    <a:pt x="593" y="744"/>
                  </a:lnTo>
                  <a:lnTo>
                    <a:pt x="588" y="735"/>
                  </a:lnTo>
                  <a:lnTo>
                    <a:pt x="555" y="740"/>
                  </a:lnTo>
                  <a:lnTo>
                    <a:pt x="546" y="727"/>
                  </a:lnTo>
                  <a:lnTo>
                    <a:pt x="534" y="708"/>
                  </a:lnTo>
                  <a:lnTo>
                    <a:pt x="512" y="686"/>
                  </a:lnTo>
                  <a:lnTo>
                    <a:pt x="507" y="674"/>
                  </a:lnTo>
                  <a:lnTo>
                    <a:pt x="499" y="677"/>
                  </a:lnTo>
                  <a:lnTo>
                    <a:pt x="484" y="665"/>
                  </a:lnTo>
                  <a:lnTo>
                    <a:pt x="467" y="658"/>
                  </a:lnTo>
                  <a:lnTo>
                    <a:pt x="463" y="649"/>
                  </a:lnTo>
                  <a:lnTo>
                    <a:pt x="457" y="649"/>
                  </a:lnTo>
                  <a:lnTo>
                    <a:pt x="455" y="623"/>
                  </a:lnTo>
                  <a:lnTo>
                    <a:pt x="449" y="614"/>
                  </a:lnTo>
                  <a:lnTo>
                    <a:pt x="457" y="581"/>
                  </a:lnTo>
                  <a:lnTo>
                    <a:pt x="467" y="548"/>
                  </a:lnTo>
                  <a:lnTo>
                    <a:pt x="464" y="537"/>
                  </a:lnTo>
                  <a:lnTo>
                    <a:pt x="486" y="478"/>
                  </a:lnTo>
                  <a:lnTo>
                    <a:pt x="497" y="469"/>
                  </a:lnTo>
                  <a:lnTo>
                    <a:pt x="489" y="441"/>
                  </a:lnTo>
                  <a:lnTo>
                    <a:pt x="489" y="412"/>
                  </a:lnTo>
                  <a:lnTo>
                    <a:pt x="480" y="400"/>
                  </a:lnTo>
                  <a:lnTo>
                    <a:pt x="489" y="377"/>
                  </a:lnTo>
                  <a:lnTo>
                    <a:pt x="487" y="357"/>
                  </a:lnTo>
                  <a:lnTo>
                    <a:pt x="496" y="333"/>
                  </a:lnTo>
                  <a:lnTo>
                    <a:pt x="488" y="321"/>
                  </a:lnTo>
                  <a:lnTo>
                    <a:pt x="484" y="295"/>
                  </a:lnTo>
                  <a:lnTo>
                    <a:pt x="472" y="275"/>
                  </a:lnTo>
                  <a:lnTo>
                    <a:pt x="472" y="270"/>
                  </a:lnTo>
                  <a:lnTo>
                    <a:pt x="470" y="270"/>
                  </a:lnTo>
                  <a:lnTo>
                    <a:pt x="471" y="262"/>
                  </a:lnTo>
                  <a:lnTo>
                    <a:pt x="459" y="269"/>
                  </a:lnTo>
                  <a:lnTo>
                    <a:pt x="447" y="266"/>
                  </a:lnTo>
                  <a:lnTo>
                    <a:pt x="449" y="263"/>
                  </a:lnTo>
                  <a:lnTo>
                    <a:pt x="439" y="261"/>
                  </a:lnTo>
                  <a:lnTo>
                    <a:pt x="438" y="233"/>
                  </a:lnTo>
                  <a:lnTo>
                    <a:pt x="482" y="171"/>
                  </a:lnTo>
                  <a:lnTo>
                    <a:pt x="514" y="135"/>
                  </a:lnTo>
                  <a:lnTo>
                    <a:pt x="539" y="141"/>
                  </a:lnTo>
                  <a:lnTo>
                    <a:pt x="532" y="124"/>
                  </a:lnTo>
                  <a:lnTo>
                    <a:pt x="643" y="110"/>
                  </a:lnTo>
                  <a:lnTo>
                    <a:pt x="643" y="106"/>
                  </a:lnTo>
                  <a:lnTo>
                    <a:pt x="651" y="86"/>
                  </a:lnTo>
                  <a:lnTo>
                    <a:pt x="666" y="63"/>
                  </a:lnTo>
                  <a:lnTo>
                    <a:pt x="659" y="40"/>
                  </a:lnTo>
                  <a:lnTo>
                    <a:pt x="636" y="37"/>
                  </a:lnTo>
                  <a:lnTo>
                    <a:pt x="620" y="19"/>
                  </a:lnTo>
                  <a:lnTo>
                    <a:pt x="586" y="21"/>
                  </a:lnTo>
                  <a:lnTo>
                    <a:pt x="557" y="32"/>
                  </a:lnTo>
                  <a:lnTo>
                    <a:pt x="545" y="33"/>
                  </a:lnTo>
                  <a:lnTo>
                    <a:pt x="529" y="50"/>
                  </a:lnTo>
                  <a:lnTo>
                    <a:pt x="520" y="46"/>
                  </a:lnTo>
                  <a:lnTo>
                    <a:pt x="497" y="7"/>
                  </a:lnTo>
                  <a:lnTo>
                    <a:pt x="478" y="0"/>
                  </a:lnTo>
                  <a:lnTo>
                    <a:pt x="461" y="0"/>
                  </a:lnTo>
                  <a:close/>
                  <a:moveTo>
                    <a:pt x="0" y="312"/>
                  </a:moveTo>
                  <a:lnTo>
                    <a:pt x="3" y="338"/>
                  </a:lnTo>
                  <a:lnTo>
                    <a:pt x="3" y="338"/>
                  </a:lnTo>
                  <a:lnTo>
                    <a:pt x="0" y="312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6" name="Google Shape;336;p38">
              <a:extLst>
                <a:ext uri="{FF2B5EF4-FFF2-40B4-BE49-F238E27FC236}">
                  <a16:creationId xmlns="" xmlns:a16="http://schemas.microsoft.com/office/drawing/2014/main" id="{F8F7A49C-C15D-2B2F-3E8A-EB5499884672}"/>
                </a:ext>
              </a:extLst>
            </p:cNvPr>
            <p:cNvSpPr/>
            <p:nvPr/>
          </p:nvSpPr>
          <p:spPr>
            <a:xfrm>
              <a:off x="3973513" y="5049838"/>
              <a:ext cx="1354139" cy="1031875"/>
            </a:xfrm>
            <a:custGeom>
              <a:avLst/>
              <a:gdLst/>
              <a:ahLst/>
              <a:cxnLst/>
              <a:rect l="l" t="t" r="r" b="b"/>
              <a:pathLst>
                <a:path w="648" h="494" extrusionOk="0">
                  <a:moveTo>
                    <a:pt x="4" y="0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21" y="87"/>
                    <a:pt x="21" y="87"/>
                    <a:pt x="21" y="87"/>
                  </a:cubicBezTo>
                  <a:cubicBezTo>
                    <a:pt x="10" y="164"/>
                    <a:pt x="10" y="164"/>
                    <a:pt x="10" y="164"/>
                  </a:cubicBezTo>
                  <a:cubicBezTo>
                    <a:pt x="11" y="188"/>
                    <a:pt x="11" y="188"/>
                    <a:pt x="11" y="188"/>
                  </a:cubicBezTo>
                  <a:cubicBezTo>
                    <a:pt x="3" y="206"/>
                    <a:pt x="3" y="206"/>
                    <a:pt x="3" y="206"/>
                  </a:cubicBezTo>
                  <a:cubicBezTo>
                    <a:pt x="14" y="234"/>
                    <a:pt x="14" y="234"/>
                    <a:pt x="14" y="234"/>
                  </a:cubicBezTo>
                  <a:cubicBezTo>
                    <a:pt x="36" y="258"/>
                    <a:pt x="36" y="258"/>
                    <a:pt x="36" y="258"/>
                  </a:cubicBezTo>
                  <a:cubicBezTo>
                    <a:pt x="51" y="267"/>
                    <a:pt x="51" y="267"/>
                    <a:pt x="51" y="267"/>
                  </a:cubicBezTo>
                  <a:cubicBezTo>
                    <a:pt x="56" y="301"/>
                    <a:pt x="56" y="301"/>
                    <a:pt x="56" y="301"/>
                  </a:cubicBezTo>
                  <a:cubicBezTo>
                    <a:pt x="67" y="331"/>
                    <a:pt x="67" y="331"/>
                    <a:pt x="67" y="331"/>
                  </a:cubicBezTo>
                  <a:cubicBezTo>
                    <a:pt x="69" y="361"/>
                    <a:pt x="69" y="361"/>
                    <a:pt x="69" y="361"/>
                  </a:cubicBezTo>
                  <a:cubicBezTo>
                    <a:pt x="68" y="373"/>
                    <a:pt x="68" y="373"/>
                    <a:pt x="68" y="373"/>
                  </a:cubicBezTo>
                  <a:cubicBezTo>
                    <a:pt x="51" y="382"/>
                    <a:pt x="51" y="382"/>
                    <a:pt x="51" y="382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80" y="422"/>
                    <a:pt x="80" y="422"/>
                    <a:pt x="80" y="422"/>
                  </a:cubicBezTo>
                  <a:cubicBezTo>
                    <a:pt x="91" y="410"/>
                    <a:pt x="91" y="410"/>
                    <a:pt x="91" y="410"/>
                  </a:cubicBezTo>
                  <a:cubicBezTo>
                    <a:pt x="95" y="404"/>
                    <a:pt x="95" y="404"/>
                    <a:pt x="95" y="404"/>
                  </a:cubicBezTo>
                  <a:cubicBezTo>
                    <a:pt x="129" y="412"/>
                    <a:pt x="129" y="412"/>
                    <a:pt x="129" y="412"/>
                  </a:cubicBezTo>
                  <a:cubicBezTo>
                    <a:pt x="137" y="405"/>
                    <a:pt x="137" y="405"/>
                    <a:pt x="137" y="405"/>
                  </a:cubicBezTo>
                  <a:cubicBezTo>
                    <a:pt x="167" y="410"/>
                    <a:pt x="167" y="410"/>
                    <a:pt x="167" y="410"/>
                  </a:cubicBezTo>
                  <a:cubicBezTo>
                    <a:pt x="199" y="390"/>
                    <a:pt x="199" y="390"/>
                    <a:pt x="199" y="390"/>
                  </a:cubicBezTo>
                  <a:cubicBezTo>
                    <a:pt x="252" y="401"/>
                    <a:pt x="252" y="401"/>
                    <a:pt x="252" y="401"/>
                  </a:cubicBezTo>
                  <a:cubicBezTo>
                    <a:pt x="273" y="383"/>
                    <a:pt x="273" y="383"/>
                    <a:pt x="273" y="383"/>
                  </a:cubicBezTo>
                  <a:cubicBezTo>
                    <a:pt x="284" y="388"/>
                    <a:pt x="284" y="388"/>
                    <a:pt x="284" y="388"/>
                  </a:cubicBezTo>
                  <a:cubicBezTo>
                    <a:pt x="285" y="401"/>
                    <a:pt x="285" y="401"/>
                    <a:pt x="285" y="401"/>
                  </a:cubicBezTo>
                  <a:cubicBezTo>
                    <a:pt x="301" y="405"/>
                    <a:pt x="301" y="405"/>
                    <a:pt x="301" y="405"/>
                  </a:cubicBezTo>
                  <a:cubicBezTo>
                    <a:pt x="310" y="407"/>
                    <a:pt x="310" y="407"/>
                    <a:pt x="310" y="407"/>
                  </a:cubicBezTo>
                  <a:cubicBezTo>
                    <a:pt x="315" y="423"/>
                    <a:pt x="315" y="423"/>
                    <a:pt x="315" y="423"/>
                  </a:cubicBezTo>
                  <a:cubicBezTo>
                    <a:pt x="310" y="441"/>
                    <a:pt x="310" y="441"/>
                    <a:pt x="310" y="441"/>
                  </a:cubicBezTo>
                  <a:cubicBezTo>
                    <a:pt x="318" y="451"/>
                    <a:pt x="318" y="451"/>
                    <a:pt x="318" y="451"/>
                  </a:cubicBezTo>
                  <a:cubicBezTo>
                    <a:pt x="337" y="450"/>
                    <a:pt x="337" y="450"/>
                    <a:pt x="337" y="450"/>
                  </a:cubicBezTo>
                  <a:cubicBezTo>
                    <a:pt x="367" y="430"/>
                    <a:pt x="367" y="430"/>
                    <a:pt x="367" y="430"/>
                  </a:cubicBezTo>
                  <a:cubicBezTo>
                    <a:pt x="427" y="421"/>
                    <a:pt x="427" y="421"/>
                    <a:pt x="427" y="421"/>
                  </a:cubicBezTo>
                  <a:cubicBezTo>
                    <a:pt x="422" y="448"/>
                    <a:pt x="422" y="448"/>
                    <a:pt x="422" y="448"/>
                  </a:cubicBezTo>
                  <a:cubicBezTo>
                    <a:pt x="424" y="467"/>
                    <a:pt x="424" y="467"/>
                    <a:pt x="424" y="467"/>
                  </a:cubicBezTo>
                  <a:cubicBezTo>
                    <a:pt x="435" y="477"/>
                    <a:pt x="435" y="477"/>
                    <a:pt x="435" y="477"/>
                  </a:cubicBezTo>
                  <a:cubicBezTo>
                    <a:pt x="446" y="482"/>
                    <a:pt x="446" y="482"/>
                    <a:pt x="446" y="482"/>
                  </a:cubicBezTo>
                  <a:cubicBezTo>
                    <a:pt x="446" y="482"/>
                    <a:pt x="444" y="490"/>
                    <a:pt x="446" y="490"/>
                  </a:cubicBezTo>
                  <a:cubicBezTo>
                    <a:pt x="448" y="491"/>
                    <a:pt x="465" y="486"/>
                    <a:pt x="465" y="486"/>
                  </a:cubicBezTo>
                  <a:cubicBezTo>
                    <a:pt x="473" y="494"/>
                    <a:pt x="473" y="494"/>
                    <a:pt x="473" y="494"/>
                  </a:cubicBezTo>
                  <a:cubicBezTo>
                    <a:pt x="473" y="479"/>
                    <a:pt x="473" y="479"/>
                    <a:pt x="473" y="479"/>
                  </a:cubicBezTo>
                  <a:cubicBezTo>
                    <a:pt x="494" y="443"/>
                    <a:pt x="494" y="443"/>
                    <a:pt x="494" y="443"/>
                  </a:cubicBezTo>
                  <a:cubicBezTo>
                    <a:pt x="500" y="407"/>
                    <a:pt x="500" y="407"/>
                    <a:pt x="500" y="407"/>
                  </a:cubicBezTo>
                  <a:cubicBezTo>
                    <a:pt x="510" y="398"/>
                    <a:pt x="510" y="398"/>
                    <a:pt x="510" y="398"/>
                  </a:cubicBezTo>
                  <a:cubicBezTo>
                    <a:pt x="525" y="394"/>
                    <a:pt x="525" y="394"/>
                    <a:pt x="525" y="394"/>
                  </a:cubicBezTo>
                  <a:cubicBezTo>
                    <a:pt x="541" y="385"/>
                    <a:pt x="541" y="385"/>
                    <a:pt x="541" y="385"/>
                  </a:cubicBezTo>
                  <a:cubicBezTo>
                    <a:pt x="552" y="392"/>
                    <a:pt x="552" y="392"/>
                    <a:pt x="552" y="392"/>
                  </a:cubicBezTo>
                  <a:cubicBezTo>
                    <a:pt x="552" y="425"/>
                    <a:pt x="552" y="425"/>
                    <a:pt x="552" y="425"/>
                  </a:cubicBezTo>
                  <a:cubicBezTo>
                    <a:pt x="560" y="426"/>
                    <a:pt x="560" y="426"/>
                    <a:pt x="560" y="426"/>
                  </a:cubicBezTo>
                  <a:cubicBezTo>
                    <a:pt x="572" y="400"/>
                    <a:pt x="572" y="400"/>
                    <a:pt x="572" y="400"/>
                  </a:cubicBezTo>
                  <a:cubicBezTo>
                    <a:pt x="582" y="375"/>
                    <a:pt x="582" y="375"/>
                    <a:pt x="582" y="375"/>
                  </a:cubicBezTo>
                  <a:cubicBezTo>
                    <a:pt x="576" y="342"/>
                    <a:pt x="576" y="342"/>
                    <a:pt x="576" y="342"/>
                  </a:cubicBezTo>
                  <a:cubicBezTo>
                    <a:pt x="590" y="342"/>
                    <a:pt x="590" y="342"/>
                    <a:pt x="590" y="342"/>
                  </a:cubicBezTo>
                  <a:cubicBezTo>
                    <a:pt x="616" y="342"/>
                    <a:pt x="616" y="342"/>
                    <a:pt x="616" y="342"/>
                  </a:cubicBezTo>
                  <a:cubicBezTo>
                    <a:pt x="629" y="360"/>
                    <a:pt x="629" y="360"/>
                    <a:pt x="629" y="360"/>
                  </a:cubicBezTo>
                  <a:cubicBezTo>
                    <a:pt x="637" y="362"/>
                    <a:pt x="637" y="362"/>
                    <a:pt x="637" y="362"/>
                  </a:cubicBezTo>
                  <a:cubicBezTo>
                    <a:pt x="648" y="335"/>
                    <a:pt x="648" y="335"/>
                    <a:pt x="648" y="335"/>
                  </a:cubicBezTo>
                  <a:cubicBezTo>
                    <a:pt x="632" y="312"/>
                    <a:pt x="632" y="312"/>
                    <a:pt x="632" y="312"/>
                  </a:cubicBezTo>
                  <a:cubicBezTo>
                    <a:pt x="634" y="277"/>
                    <a:pt x="634" y="277"/>
                    <a:pt x="634" y="277"/>
                  </a:cubicBezTo>
                  <a:cubicBezTo>
                    <a:pt x="626" y="265"/>
                    <a:pt x="626" y="265"/>
                    <a:pt x="626" y="265"/>
                  </a:cubicBezTo>
                  <a:cubicBezTo>
                    <a:pt x="595" y="268"/>
                    <a:pt x="595" y="268"/>
                    <a:pt x="595" y="268"/>
                  </a:cubicBezTo>
                  <a:cubicBezTo>
                    <a:pt x="584" y="262"/>
                    <a:pt x="584" y="262"/>
                    <a:pt x="584" y="262"/>
                  </a:cubicBezTo>
                  <a:cubicBezTo>
                    <a:pt x="551" y="261"/>
                    <a:pt x="551" y="261"/>
                    <a:pt x="551" y="261"/>
                  </a:cubicBezTo>
                  <a:cubicBezTo>
                    <a:pt x="552" y="240"/>
                    <a:pt x="552" y="240"/>
                    <a:pt x="552" y="240"/>
                  </a:cubicBezTo>
                  <a:cubicBezTo>
                    <a:pt x="536" y="248"/>
                    <a:pt x="536" y="248"/>
                    <a:pt x="536" y="248"/>
                  </a:cubicBezTo>
                  <a:cubicBezTo>
                    <a:pt x="516" y="243"/>
                    <a:pt x="516" y="243"/>
                    <a:pt x="516" y="243"/>
                  </a:cubicBezTo>
                  <a:cubicBezTo>
                    <a:pt x="475" y="226"/>
                    <a:pt x="475" y="226"/>
                    <a:pt x="475" y="226"/>
                  </a:cubicBezTo>
                  <a:cubicBezTo>
                    <a:pt x="454" y="214"/>
                    <a:pt x="454" y="214"/>
                    <a:pt x="454" y="214"/>
                  </a:cubicBezTo>
                  <a:cubicBezTo>
                    <a:pt x="446" y="218"/>
                    <a:pt x="446" y="218"/>
                    <a:pt x="446" y="218"/>
                  </a:cubicBezTo>
                  <a:cubicBezTo>
                    <a:pt x="449" y="239"/>
                    <a:pt x="449" y="239"/>
                    <a:pt x="449" y="239"/>
                  </a:cubicBezTo>
                  <a:cubicBezTo>
                    <a:pt x="451" y="259"/>
                    <a:pt x="451" y="259"/>
                    <a:pt x="451" y="259"/>
                  </a:cubicBezTo>
                  <a:cubicBezTo>
                    <a:pt x="435" y="270"/>
                    <a:pt x="435" y="270"/>
                    <a:pt x="435" y="270"/>
                  </a:cubicBezTo>
                  <a:cubicBezTo>
                    <a:pt x="411" y="282"/>
                    <a:pt x="411" y="282"/>
                    <a:pt x="411" y="282"/>
                  </a:cubicBezTo>
                  <a:cubicBezTo>
                    <a:pt x="397" y="285"/>
                    <a:pt x="397" y="285"/>
                    <a:pt x="397" y="285"/>
                  </a:cubicBezTo>
                  <a:cubicBezTo>
                    <a:pt x="386" y="294"/>
                    <a:pt x="386" y="294"/>
                    <a:pt x="386" y="294"/>
                  </a:cubicBezTo>
                  <a:cubicBezTo>
                    <a:pt x="367" y="289"/>
                    <a:pt x="367" y="289"/>
                    <a:pt x="367" y="289"/>
                  </a:cubicBezTo>
                  <a:cubicBezTo>
                    <a:pt x="360" y="289"/>
                    <a:pt x="360" y="289"/>
                    <a:pt x="360" y="289"/>
                  </a:cubicBezTo>
                  <a:cubicBezTo>
                    <a:pt x="339" y="281"/>
                    <a:pt x="339" y="281"/>
                    <a:pt x="339" y="281"/>
                  </a:cubicBezTo>
                  <a:cubicBezTo>
                    <a:pt x="323" y="284"/>
                    <a:pt x="323" y="284"/>
                    <a:pt x="323" y="284"/>
                  </a:cubicBezTo>
                  <a:cubicBezTo>
                    <a:pt x="299" y="277"/>
                    <a:pt x="299" y="277"/>
                    <a:pt x="299" y="277"/>
                  </a:cubicBezTo>
                  <a:cubicBezTo>
                    <a:pt x="284" y="284"/>
                    <a:pt x="284" y="284"/>
                    <a:pt x="284" y="284"/>
                  </a:cubicBezTo>
                  <a:cubicBezTo>
                    <a:pt x="282" y="283"/>
                    <a:pt x="282" y="283"/>
                    <a:pt x="282" y="283"/>
                  </a:cubicBezTo>
                  <a:cubicBezTo>
                    <a:pt x="279" y="254"/>
                    <a:pt x="279" y="254"/>
                    <a:pt x="279" y="254"/>
                  </a:cubicBezTo>
                  <a:cubicBezTo>
                    <a:pt x="284" y="238"/>
                    <a:pt x="284" y="238"/>
                    <a:pt x="284" y="238"/>
                  </a:cubicBezTo>
                  <a:cubicBezTo>
                    <a:pt x="288" y="207"/>
                    <a:pt x="288" y="207"/>
                    <a:pt x="288" y="207"/>
                  </a:cubicBezTo>
                  <a:cubicBezTo>
                    <a:pt x="296" y="194"/>
                    <a:pt x="296" y="194"/>
                    <a:pt x="296" y="194"/>
                  </a:cubicBezTo>
                  <a:cubicBezTo>
                    <a:pt x="305" y="189"/>
                    <a:pt x="305" y="189"/>
                    <a:pt x="305" y="189"/>
                  </a:cubicBezTo>
                  <a:cubicBezTo>
                    <a:pt x="297" y="157"/>
                    <a:pt x="297" y="157"/>
                    <a:pt x="297" y="157"/>
                  </a:cubicBezTo>
                  <a:cubicBezTo>
                    <a:pt x="256" y="139"/>
                    <a:pt x="256" y="139"/>
                    <a:pt x="256" y="139"/>
                  </a:cubicBezTo>
                  <a:cubicBezTo>
                    <a:pt x="223" y="129"/>
                    <a:pt x="223" y="129"/>
                    <a:pt x="223" y="129"/>
                  </a:cubicBezTo>
                  <a:cubicBezTo>
                    <a:pt x="220" y="87"/>
                    <a:pt x="220" y="87"/>
                    <a:pt x="220" y="87"/>
                  </a:cubicBezTo>
                  <a:cubicBezTo>
                    <a:pt x="227" y="60"/>
                    <a:pt x="227" y="60"/>
                    <a:pt x="227" y="60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168" y="34"/>
                    <a:pt x="168" y="34"/>
                    <a:pt x="168" y="34"/>
                  </a:cubicBezTo>
                  <a:cubicBezTo>
                    <a:pt x="162" y="23"/>
                    <a:pt x="162" y="23"/>
                    <a:pt x="162" y="23"/>
                  </a:cubicBezTo>
                  <a:cubicBezTo>
                    <a:pt x="140" y="33"/>
                    <a:pt x="140" y="33"/>
                    <a:pt x="140" y="33"/>
                  </a:cubicBezTo>
                  <a:cubicBezTo>
                    <a:pt x="140" y="33"/>
                    <a:pt x="110" y="33"/>
                    <a:pt x="107" y="28"/>
                  </a:cubicBezTo>
                  <a:cubicBezTo>
                    <a:pt x="104" y="22"/>
                    <a:pt x="101" y="11"/>
                    <a:pt x="101" y="11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23" y="7"/>
                    <a:pt x="23" y="7"/>
                    <a:pt x="23" y="7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7" name="Google Shape;337;p38">
            <a:extLst>
              <a:ext uri="{FF2B5EF4-FFF2-40B4-BE49-F238E27FC236}">
                <a16:creationId xmlns="" xmlns:a16="http://schemas.microsoft.com/office/drawing/2014/main" id="{936862E2-1F60-0016-6B03-D397A568560C}"/>
              </a:ext>
            </a:extLst>
          </p:cNvPr>
          <p:cNvGrpSpPr/>
          <p:nvPr/>
        </p:nvGrpSpPr>
        <p:grpSpPr>
          <a:xfrm>
            <a:off x="5749414" y="931621"/>
            <a:ext cx="3136086" cy="3092254"/>
            <a:chOff x="1577975" y="1787525"/>
            <a:chExt cx="4770438" cy="4703763"/>
          </a:xfrm>
        </p:grpSpPr>
        <p:sp>
          <p:nvSpPr>
            <p:cNvPr id="338" name="Google Shape;338;p38">
              <a:extLst>
                <a:ext uri="{FF2B5EF4-FFF2-40B4-BE49-F238E27FC236}">
                  <a16:creationId xmlns="" xmlns:a16="http://schemas.microsoft.com/office/drawing/2014/main" id="{131EBC30-35C6-F2F3-2450-871936482A38}"/>
                </a:ext>
              </a:extLst>
            </p:cNvPr>
            <p:cNvSpPr/>
            <p:nvPr/>
          </p:nvSpPr>
          <p:spPr>
            <a:xfrm>
              <a:off x="4424363" y="4656138"/>
              <a:ext cx="1089025" cy="1008063"/>
            </a:xfrm>
            <a:custGeom>
              <a:avLst/>
              <a:gdLst/>
              <a:ahLst/>
              <a:cxnLst/>
              <a:rect l="l" t="t" r="r" b="b"/>
              <a:pathLst>
                <a:path w="686" h="635" extrusionOk="0">
                  <a:moveTo>
                    <a:pt x="357" y="0"/>
                  </a:moveTo>
                  <a:lnTo>
                    <a:pt x="349" y="9"/>
                  </a:lnTo>
                  <a:lnTo>
                    <a:pt x="315" y="21"/>
                  </a:lnTo>
                  <a:lnTo>
                    <a:pt x="310" y="28"/>
                  </a:lnTo>
                  <a:lnTo>
                    <a:pt x="302" y="29"/>
                  </a:lnTo>
                  <a:lnTo>
                    <a:pt x="294" y="23"/>
                  </a:lnTo>
                  <a:lnTo>
                    <a:pt x="268" y="29"/>
                  </a:lnTo>
                  <a:lnTo>
                    <a:pt x="277" y="46"/>
                  </a:lnTo>
                  <a:lnTo>
                    <a:pt x="274" y="50"/>
                  </a:lnTo>
                  <a:lnTo>
                    <a:pt x="293" y="61"/>
                  </a:lnTo>
                  <a:lnTo>
                    <a:pt x="299" y="77"/>
                  </a:lnTo>
                  <a:lnTo>
                    <a:pt x="296" y="98"/>
                  </a:lnTo>
                  <a:lnTo>
                    <a:pt x="260" y="107"/>
                  </a:lnTo>
                  <a:lnTo>
                    <a:pt x="245" y="87"/>
                  </a:lnTo>
                  <a:lnTo>
                    <a:pt x="211" y="83"/>
                  </a:lnTo>
                  <a:lnTo>
                    <a:pt x="214" y="94"/>
                  </a:lnTo>
                  <a:lnTo>
                    <a:pt x="200" y="99"/>
                  </a:lnTo>
                  <a:lnTo>
                    <a:pt x="204" y="113"/>
                  </a:lnTo>
                  <a:lnTo>
                    <a:pt x="193" y="127"/>
                  </a:lnTo>
                  <a:lnTo>
                    <a:pt x="164" y="129"/>
                  </a:lnTo>
                  <a:lnTo>
                    <a:pt x="148" y="146"/>
                  </a:lnTo>
                  <a:lnTo>
                    <a:pt x="144" y="154"/>
                  </a:lnTo>
                  <a:lnTo>
                    <a:pt x="132" y="157"/>
                  </a:lnTo>
                  <a:lnTo>
                    <a:pt x="116" y="150"/>
                  </a:lnTo>
                  <a:lnTo>
                    <a:pt x="114" y="142"/>
                  </a:lnTo>
                  <a:lnTo>
                    <a:pt x="98" y="142"/>
                  </a:lnTo>
                  <a:lnTo>
                    <a:pt x="95" y="127"/>
                  </a:lnTo>
                  <a:lnTo>
                    <a:pt x="87" y="123"/>
                  </a:lnTo>
                  <a:lnTo>
                    <a:pt x="67" y="157"/>
                  </a:lnTo>
                  <a:lnTo>
                    <a:pt x="58" y="199"/>
                  </a:lnTo>
                  <a:lnTo>
                    <a:pt x="48" y="232"/>
                  </a:lnTo>
                  <a:lnTo>
                    <a:pt x="52" y="271"/>
                  </a:lnTo>
                  <a:lnTo>
                    <a:pt x="53" y="283"/>
                  </a:lnTo>
                  <a:lnTo>
                    <a:pt x="2" y="292"/>
                  </a:lnTo>
                  <a:lnTo>
                    <a:pt x="0" y="292"/>
                  </a:lnTo>
                  <a:lnTo>
                    <a:pt x="15" y="327"/>
                  </a:lnTo>
                  <a:lnTo>
                    <a:pt x="6" y="362"/>
                  </a:lnTo>
                  <a:lnTo>
                    <a:pt x="10" y="417"/>
                  </a:lnTo>
                  <a:lnTo>
                    <a:pt x="53" y="431"/>
                  </a:lnTo>
                  <a:lnTo>
                    <a:pt x="107" y="454"/>
                  </a:lnTo>
                  <a:lnTo>
                    <a:pt x="117" y="496"/>
                  </a:lnTo>
                  <a:lnTo>
                    <a:pt x="106" y="503"/>
                  </a:lnTo>
                  <a:lnTo>
                    <a:pt x="95" y="520"/>
                  </a:lnTo>
                  <a:lnTo>
                    <a:pt x="90" y="561"/>
                  </a:lnTo>
                  <a:lnTo>
                    <a:pt x="83" y="582"/>
                  </a:lnTo>
                  <a:lnTo>
                    <a:pt x="86" y="620"/>
                  </a:lnTo>
                  <a:lnTo>
                    <a:pt x="90" y="621"/>
                  </a:lnTo>
                  <a:lnTo>
                    <a:pt x="108" y="612"/>
                  </a:lnTo>
                  <a:lnTo>
                    <a:pt x="141" y="621"/>
                  </a:lnTo>
                  <a:lnTo>
                    <a:pt x="162" y="617"/>
                  </a:lnTo>
                  <a:lnTo>
                    <a:pt x="189" y="628"/>
                  </a:lnTo>
                  <a:lnTo>
                    <a:pt x="199" y="628"/>
                  </a:lnTo>
                  <a:lnTo>
                    <a:pt x="224" y="635"/>
                  </a:lnTo>
                  <a:lnTo>
                    <a:pt x="239" y="623"/>
                  </a:lnTo>
                  <a:lnTo>
                    <a:pt x="257" y="619"/>
                  </a:lnTo>
                  <a:lnTo>
                    <a:pt x="289" y="603"/>
                  </a:lnTo>
                  <a:lnTo>
                    <a:pt x="310" y="588"/>
                  </a:lnTo>
                  <a:lnTo>
                    <a:pt x="307" y="562"/>
                  </a:lnTo>
                  <a:lnTo>
                    <a:pt x="303" y="535"/>
                  </a:lnTo>
                  <a:lnTo>
                    <a:pt x="314" y="528"/>
                  </a:lnTo>
                  <a:lnTo>
                    <a:pt x="341" y="545"/>
                  </a:lnTo>
                  <a:lnTo>
                    <a:pt x="395" y="567"/>
                  </a:lnTo>
                  <a:lnTo>
                    <a:pt x="421" y="574"/>
                  </a:lnTo>
                  <a:lnTo>
                    <a:pt x="440" y="565"/>
                  </a:lnTo>
                  <a:lnTo>
                    <a:pt x="470" y="511"/>
                  </a:lnTo>
                  <a:lnTo>
                    <a:pt x="478" y="477"/>
                  </a:lnTo>
                  <a:lnTo>
                    <a:pt x="493" y="465"/>
                  </a:lnTo>
                  <a:lnTo>
                    <a:pt x="498" y="423"/>
                  </a:lnTo>
                  <a:lnTo>
                    <a:pt x="506" y="415"/>
                  </a:lnTo>
                  <a:lnTo>
                    <a:pt x="521" y="417"/>
                  </a:lnTo>
                  <a:lnTo>
                    <a:pt x="539" y="408"/>
                  </a:lnTo>
                  <a:lnTo>
                    <a:pt x="566" y="353"/>
                  </a:lnTo>
                  <a:lnTo>
                    <a:pt x="629" y="321"/>
                  </a:lnTo>
                  <a:lnTo>
                    <a:pt x="658" y="328"/>
                  </a:lnTo>
                  <a:lnTo>
                    <a:pt x="671" y="332"/>
                  </a:lnTo>
                  <a:lnTo>
                    <a:pt x="686" y="304"/>
                  </a:lnTo>
                  <a:lnTo>
                    <a:pt x="673" y="287"/>
                  </a:lnTo>
                  <a:lnTo>
                    <a:pt x="639" y="275"/>
                  </a:lnTo>
                  <a:lnTo>
                    <a:pt x="637" y="231"/>
                  </a:lnTo>
                  <a:lnTo>
                    <a:pt x="628" y="220"/>
                  </a:lnTo>
                  <a:lnTo>
                    <a:pt x="574" y="224"/>
                  </a:lnTo>
                  <a:lnTo>
                    <a:pt x="544" y="240"/>
                  </a:lnTo>
                  <a:lnTo>
                    <a:pt x="477" y="225"/>
                  </a:lnTo>
                  <a:lnTo>
                    <a:pt x="453" y="219"/>
                  </a:lnTo>
                  <a:lnTo>
                    <a:pt x="433" y="198"/>
                  </a:lnTo>
                  <a:lnTo>
                    <a:pt x="448" y="175"/>
                  </a:lnTo>
                  <a:lnTo>
                    <a:pt x="439" y="159"/>
                  </a:lnTo>
                  <a:lnTo>
                    <a:pt x="387" y="137"/>
                  </a:lnTo>
                  <a:lnTo>
                    <a:pt x="382" y="108"/>
                  </a:lnTo>
                  <a:lnTo>
                    <a:pt x="374" y="92"/>
                  </a:lnTo>
                  <a:lnTo>
                    <a:pt x="365" y="71"/>
                  </a:lnTo>
                  <a:lnTo>
                    <a:pt x="389" y="32"/>
                  </a:lnTo>
                  <a:lnTo>
                    <a:pt x="386" y="24"/>
                  </a:lnTo>
                  <a:lnTo>
                    <a:pt x="382" y="24"/>
                  </a:lnTo>
                  <a:lnTo>
                    <a:pt x="371" y="9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38">
              <a:extLst>
                <a:ext uri="{FF2B5EF4-FFF2-40B4-BE49-F238E27FC236}">
                  <a16:creationId xmlns="" xmlns:a16="http://schemas.microsoft.com/office/drawing/2014/main" id="{11404FE9-7E65-9C16-8DDD-5326650E16B5}"/>
                </a:ext>
              </a:extLst>
            </p:cNvPr>
            <p:cNvSpPr/>
            <p:nvPr/>
          </p:nvSpPr>
          <p:spPr>
            <a:xfrm>
              <a:off x="4252913" y="4540250"/>
              <a:ext cx="312738" cy="261937"/>
            </a:xfrm>
            <a:custGeom>
              <a:avLst/>
              <a:gdLst/>
              <a:ahLst/>
              <a:cxnLst/>
              <a:rect l="l" t="t" r="r" b="b"/>
              <a:pathLst>
                <a:path w="197" h="165" extrusionOk="0">
                  <a:moveTo>
                    <a:pt x="106" y="0"/>
                  </a:moveTo>
                  <a:lnTo>
                    <a:pt x="102" y="6"/>
                  </a:lnTo>
                  <a:lnTo>
                    <a:pt x="79" y="17"/>
                  </a:lnTo>
                  <a:lnTo>
                    <a:pt x="66" y="10"/>
                  </a:lnTo>
                  <a:lnTo>
                    <a:pt x="45" y="19"/>
                  </a:lnTo>
                  <a:lnTo>
                    <a:pt x="16" y="21"/>
                  </a:lnTo>
                  <a:lnTo>
                    <a:pt x="0" y="64"/>
                  </a:lnTo>
                  <a:lnTo>
                    <a:pt x="31" y="88"/>
                  </a:lnTo>
                  <a:lnTo>
                    <a:pt x="19" y="100"/>
                  </a:lnTo>
                  <a:lnTo>
                    <a:pt x="31" y="109"/>
                  </a:lnTo>
                  <a:lnTo>
                    <a:pt x="29" y="130"/>
                  </a:lnTo>
                  <a:lnTo>
                    <a:pt x="58" y="139"/>
                  </a:lnTo>
                  <a:lnTo>
                    <a:pt x="65" y="147"/>
                  </a:lnTo>
                  <a:lnTo>
                    <a:pt x="74" y="147"/>
                  </a:lnTo>
                  <a:lnTo>
                    <a:pt x="91" y="163"/>
                  </a:lnTo>
                  <a:lnTo>
                    <a:pt x="123" y="165"/>
                  </a:lnTo>
                  <a:lnTo>
                    <a:pt x="132" y="126"/>
                  </a:lnTo>
                  <a:lnTo>
                    <a:pt x="140" y="107"/>
                  </a:lnTo>
                  <a:lnTo>
                    <a:pt x="164" y="110"/>
                  </a:lnTo>
                  <a:lnTo>
                    <a:pt x="197" y="73"/>
                  </a:lnTo>
                  <a:lnTo>
                    <a:pt x="191" y="51"/>
                  </a:lnTo>
                  <a:lnTo>
                    <a:pt x="185" y="27"/>
                  </a:lnTo>
                  <a:lnTo>
                    <a:pt x="181" y="21"/>
                  </a:lnTo>
                  <a:lnTo>
                    <a:pt x="149" y="17"/>
                  </a:lnTo>
                  <a:lnTo>
                    <a:pt x="128" y="2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38">
              <a:extLst>
                <a:ext uri="{FF2B5EF4-FFF2-40B4-BE49-F238E27FC236}">
                  <a16:creationId xmlns="" xmlns:a16="http://schemas.microsoft.com/office/drawing/2014/main" id="{0586DC44-8ABD-A25E-CB64-460A4D316041}"/>
                </a:ext>
              </a:extLst>
            </p:cNvPr>
            <p:cNvSpPr/>
            <p:nvPr/>
          </p:nvSpPr>
          <p:spPr>
            <a:xfrm>
              <a:off x="4278313" y="4330700"/>
              <a:ext cx="811213" cy="788987"/>
            </a:xfrm>
            <a:custGeom>
              <a:avLst/>
              <a:gdLst/>
              <a:ahLst/>
              <a:cxnLst/>
              <a:rect l="l" t="t" r="r" b="b"/>
              <a:pathLst>
                <a:path w="388" h="378" extrusionOk="0">
                  <a:moveTo>
                    <a:pt x="237" y="0"/>
                  </a:moveTo>
                  <a:cubicBezTo>
                    <a:pt x="236" y="0"/>
                    <a:pt x="234" y="2"/>
                    <a:pt x="234" y="2"/>
                  </a:cubicBezTo>
                  <a:cubicBezTo>
                    <a:pt x="202" y="30"/>
                    <a:pt x="202" y="30"/>
                    <a:pt x="202" y="30"/>
                  </a:cubicBezTo>
                  <a:cubicBezTo>
                    <a:pt x="190" y="50"/>
                    <a:pt x="190" y="50"/>
                    <a:pt x="190" y="50"/>
                  </a:cubicBezTo>
                  <a:cubicBezTo>
                    <a:pt x="194" y="62"/>
                    <a:pt x="194" y="62"/>
                    <a:pt x="194" y="62"/>
                  </a:cubicBezTo>
                  <a:cubicBezTo>
                    <a:pt x="185" y="72"/>
                    <a:pt x="185" y="72"/>
                    <a:pt x="185" y="72"/>
                  </a:cubicBezTo>
                  <a:cubicBezTo>
                    <a:pt x="166" y="74"/>
                    <a:pt x="166" y="74"/>
                    <a:pt x="166" y="74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18" y="79"/>
                    <a:pt x="118" y="79"/>
                    <a:pt x="118" y="79"/>
                  </a:cubicBezTo>
                  <a:cubicBezTo>
                    <a:pt x="137" y="110"/>
                    <a:pt x="137" y="110"/>
                    <a:pt x="137" y="110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5" y="116"/>
                    <a:pt x="125" y="116"/>
                    <a:pt x="125" y="116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37" y="156"/>
                    <a:pt x="137" y="156"/>
                    <a:pt x="137" y="156"/>
                  </a:cubicBezTo>
                  <a:cubicBezTo>
                    <a:pt x="112" y="184"/>
                    <a:pt x="112" y="184"/>
                    <a:pt x="112" y="184"/>
                  </a:cubicBezTo>
                  <a:cubicBezTo>
                    <a:pt x="94" y="182"/>
                    <a:pt x="94" y="182"/>
                    <a:pt x="94" y="182"/>
                  </a:cubicBezTo>
                  <a:cubicBezTo>
                    <a:pt x="88" y="196"/>
                    <a:pt x="88" y="196"/>
                    <a:pt x="88" y="196"/>
                  </a:cubicBezTo>
                  <a:cubicBezTo>
                    <a:pt x="81" y="226"/>
                    <a:pt x="81" y="226"/>
                    <a:pt x="81" y="226"/>
                  </a:cubicBezTo>
                  <a:cubicBezTo>
                    <a:pt x="57" y="224"/>
                    <a:pt x="57" y="224"/>
                    <a:pt x="57" y="224"/>
                  </a:cubicBezTo>
                  <a:cubicBezTo>
                    <a:pt x="44" y="212"/>
                    <a:pt x="44" y="212"/>
                    <a:pt x="44" y="212"/>
                  </a:cubicBezTo>
                  <a:cubicBezTo>
                    <a:pt x="37" y="212"/>
                    <a:pt x="37" y="212"/>
                    <a:pt x="37" y="212"/>
                  </a:cubicBezTo>
                  <a:cubicBezTo>
                    <a:pt x="32" y="206"/>
                    <a:pt x="32" y="206"/>
                    <a:pt x="32" y="206"/>
                  </a:cubicBezTo>
                  <a:cubicBezTo>
                    <a:pt x="10" y="199"/>
                    <a:pt x="10" y="199"/>
                    <a:pt x="10" y="199"/>
                  </a:cubicBezTo>
                  <a:cubicBezTo>
                    <a:pt x="10" y="200"/>
                    <a:pt x="10" y="200"/>
                    <a:pt x="10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7" y="239"/>
                    <a:pt x="7" y="239"/>
                    <a:pt x="7" y="239"/>
                  </a:cubicBezTo>
                  <a:cubicBezTo>
                    <a:pt x="23" y="250"/>
                    <a:pt x="23" y="250"/>
                    <a:pt x="23" y="250"/>
                  </a:cubicBezTo>
                  <a:cubicBezTo>
                    <a:pt x="16" y="263"/>
                    <a:pt x="16" y="263"/>
                    <a:pt x="16" y="263"/>
                  </a:cubicBezTo>
                  <a:cubicBezTo>
                    <a:pt x="15" y="279"/>
                    <a:pt x="15" y="279"/>
                    <a:pt x="15" y="279"/>
                  </a:cubicBezTo>
                  <a:cubicBezTo>
                    <a:pt x="17" y="313"/>
                    <a:pt x="17" y="313"/>
                    <a:pt x="17" y="313"/>
                  </a:cubicBezTo>
                  <a:cubicBezTo>
                    <a:pt x="10" y="351"/>
                    <a:pt x="10" y="351"/>
                    <a:pt x="10" y="351"/>
                  </a:cubicBezTo>
                  <a:cubicBezTo>
                    <a:pt x="9" y="370"/>
                    <a:pt x="9" y="370"/>
                    <a:pt x="9" y="370"/>
                  </a:cubicBezTo>
                  <a:cubicBezTo>
                    <a:pt x="15" y="367"/>
                    <a:pt x="15" y="367"/>
                    <a:pt x="15" y="367"/>
                  </a:cubicBezTo>
                  <a:cubicBezTo>
                    <a:pt x="22" y="378"/>
                    <a:pt x="22" y="378"/>
                    <a:pt x="22" y="378"/>
                  </a:cubicBezTo>
                  <a:cubicBezTo>
                    <a:pt x="70" y="378"/>
                    <a:pt x="70" y="378"/>
                    <a:pt x="70" y="378"/>
                  </a:cubicBezTo>
                  <a:cubicBezTo>
                    <a:pt x="71" y="378"/>
                    <a:pt x="71" y="378"/>
                    <a:pt x="71" y="378"/>
                  </a:cubicBezTo>
                  <a:cubicBezTo>
                    <a:pt x="110" y="371"/>
                    <a:pt x="110" y="371"/>
                    <a:pt x="110" y="371"/>
                  </a:cubicBezTo>
                  <a:cubicBezTo>
                    <a:pt x="109" y="362"/>
                    <a:pt x="109" y="362"/>
                    <a:pt x="109" y="36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14" y="307"/>
                    <a:pt x="114" y="307"/>
                    <a:pt x="114" y="307"/>
                  </a:cubicBezTo>
                  <a:cubicBezTo>
                    <a:pt x="121" y="275"/>
                    <a:pt x="121" y="275"/>
                    <a:pt x="121" y="275"/>
                  </a:cubicBezTo>
                  <a:cubicBezTo>
                    <a:pt x="136" y="249"/>
                    <a:pt x="136" y="249"/>
                    <a:pt x="136" y="249"/>
                  </a:cubicBezTo>
                  <a:cubicBezTo>
                    <a:pt x="142" y="252"/>
                    <a:pt x="142" y="252"/>
                    <a:pt x="142" y="252"/>
                  </a:cubicBezTo>
                  <a:cubicBezTo>
                    <a:pt x="144" y="264"/>
                    <a:pt x="144" y="264"/>
                    <a:pt x="144" y="264"/>
                  </a:cubicBezTo>
                  <a:cubicBezTo>
                    <a:pt x="156" y="264"/>
                    <a:pt x="156" y="264"/>
                    <a:pt x="156" y="264"/>
                  </a:cubicBezTo>
                  <a:cubicBezTo>
                    <a:pt x="158" y="270"/>
                    <a:pt x="158" y="270"/>
                    <a:pt x="158" y="270"/>
                  </a:cubicBezTo>
                  <a:cubicBezTo>
                    <a:pt x="170" y="275"/>
                    <a:pt x="170" y="275"/>
                    <a:pt x="170" y="275"/>
                  </a:cubicBezTo>
                  <a:cubicBezTo>
                    <a:pt x="179" y="273"/>
                    <a:pt x="179" y="273"/>
                    <a:pt x="179" y="273"/>
                  </a:cubicBezTo>
                  <a:cubicBezTo>
                    <a:pt x="182" y="267"/>
                    <a:pt x="182" y="267"/>
                    <a:pt x="182" y="267"/>
                  </a:cubicBezTo>
                  <a:cubicBezTo>
                    <a:pt x="194" y="254"/>
                    <a:pt x="194" y="254"/>
                    <a:pt x="194" y="254"/>
                  </a:cubicBezTo>
                  <a:cubicBezTo>
                    <a:pt x="216" y="252"/>
                    <a:pt x="216" y="252"/>
                    <a:pt x="216" y="252"/>
                  </a:cubicBezTo>
                  <a:cubicBezTo>
                    <a:pt x="225" y="242"/>
                    <a:pt x="225" y="242"/>
                    <a:pt x="225" y="242"/>
                  </a:cubicBezTo>
                  <a:cubicBezTo>
                    <a:pt x="222" y="231"/>
                    <a:pt x="222" y="231"/>
                    <a:pt x="222" y="231"/>
                  </a:cubicBezTo>
                  <a:cubicBezTo>
                    <a:pt x="232" y="227"/>
                    <a:pt x="232" y="227"/>
                    <a:pt x="232" y="227"/>
                  </a:cubicBezTo>
                  <a:cubicBezTo>
                    <a:pt x="230" y="219"/>
                    <a:pt x="230" y="219"/>
                    <a:pt x="230" y="219"/>
                  </a:cubicBezTo>
                  <a:cubicBezTo>
                    <a:pt x="256" y="222"/>
                    <a:pt x="256" y="222"/>
                    <a:pt x="256" y="222"/>
                  </a:cubicBezTo>
                  <a:cubicBezTo>
                    <a:pt x="267" y="237"/>
                    <a:pt x="267" y="237"/>
                    <a:pt x="267" y="237"/>
                  </a:cubicBezTo>
                  <a:cubicBezTo>
                    <a:pt x="295" y="230"/>
                    <a:pt x="295" y="230"/>
                    <a:pt x="295" y="230"/>
                  </a:cubicBezTo>
                  <a:cubicBezTo>
                    <a:pt x="297" y="214"/>
                    <a:pt x="297" y="214"/>
                    <a:pt x="297" y="214"/>
                  </a:cubicBezTo>
                  <a:cubicBezTo>
                    <a:pt x="292" y="202"/>
                    <a:pt x="292" y="202"/>
                    <a:pt x="292" y="202"/>
                  </a:cubicBezTo>
                  <a:cubicBezTo>
                    <a:pt x="278" y="194"/>
                    <a:pt x="278" y="194"/>
                    <a:pt x="278" y="194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73" y="178"/>
                    <a:pt x="273" y="178"/>
                    <a:pt x="273" y="178"/>
                  </a:cubicBezTo>
                  <a:cubicBezTo>
                    <a:pt x="293" y="173"/>
                    <a:pt x="293" y="173"/>
                    <a:pt x="293" y="173"/>
                  </a:cubicBezTo>
                  <a:cubicBezTo>
                    <a:pt x="299" y="178"/>
                    <a:pt x="299" y="178"/>
                    <a:pt x="299" y="178"/>
                  </a:cubicBezTo>
                  <a:cubicBezTo>
                    <a:pt x="305" y="177"/>
                    <a:pt x="305" y="177"/>
                    <a:pt x="305" y="177"/>
                  </a:cubicBezTo>
                  <a:cubicBezTo>
                    <a:pt x="309" y="172"/>
                    <a:pt x="309" y="172"/>
                    <a:pt x="309" y="172"/>
                  </a:cubicBezTo>
                  <a:cubicBezTo>
                    <a:pt x="335" y="163"/>
                    <a:pt x="335" y="163"/>
                    <a:pt x="335" y="163"/>
                  </a:cubicBezTo>
                  <a:cubicBezTo>
                    <a:pt x="341" y="156"/>
                    <a:pt x="341" y="156"/>
                    <a:pt x="341" y="156"/>
                  </a:cubicBezTo>
                  <a:cubicBezTo>
                    <a:pt x="352" y="163"/>
                    <a:pt x="352" y="163"/>
                    <a:pt x="352" y="163"/>
                  </a:cubicBezTo>
                  <a:cubicBezTo>
                    <a:pt x="360" y="174"/>
                    <a:pt x="360" y="174"/>
                    <a:pt x="360" y="174"/>
                  </a:cubicBezTo>
                  <a:cubicBezTo>
                    <a:pt x="363" y="174"/>
                    <a:pt x="363" y="174"/>
                    <a:pt x="363" y="174"/>
                  </a:cubicBezTo>
                  <a:cubicBezTo>
                    <a:pt x="373" y="174"/>
                    <a:pt x="373" y="174"/>
                    <a:pt x="373" y="174"/>
                  </a:cubicBezTo>
                  <a:cubicBezTo>
                    <a:pt x="377" y="157"/>
                    <a:pt x="377" y="157"/>
                    <a:pt x="377" y="157"/>
                  </a:cubicBezTo>
                  <a:cubicBezTo>
                    <a:pt x="367" y="145"/>
                    <a:pt x="367" y="145"/>
                    <a:pt x="367" y="145"/>
                  </a:cubicBezTo>
                  <a:cubicBezTo>
                    <a:pt x="369" y="123"/>
                    <a:pt x="369" y="123"/>
                    <a:pt x="369" y="123"/>
                  </a:cubicBezTo>
                  <a:cubicBezTo>
                    <a:pt x="376" y="112"/>
                    <a:pt x="376" y="112"/>
                    <a:pt x="376" y="112"/>
                  </a:cubicBezTo>
                  <a:cubicBezTo>
                    <a:pt x="360" y="104"/>
                    <a:pt x="360" y="104"/>
                    <a:pt x="360" y="104"/>
                  </a:cubicBezTo>
                  <a:cubicBezTo>
                    <a:pt x="377" y="90"/>
                    <a:pt x="377" y="90"/>
                    <a:pt x="377" y="90"/>
                  </a:cubicBezTo>
                  <a:cubicBezTo>
                    <a:pt x="382" y="70"/>
                    <a:pt x="382" y="70"/>
                    <a:pt x="382" y="70"/>
                  </a:cubicBezTo>
                  <a:cubicBezTo>
                    <a:pt x="374" y="64"/>
                    <a:pt x="374" y="64"/>
                    <a:pt x="374" y="64"/>
                  </a:cubicBezTo>
                  <a:cubicBezTo>
                    <a:pt x="380" y="38"/>
                    <a:pt x="380" y="38"/>
                    <a:pt x="380" y="38"/>
                  </a:cubicBezTo>
                  <a:cubicBezTo>
                    <a:pt x="388" y="16"/>
                    <a:pt x="388" y="16"/>
                    <a:pt x="388" y="16"/>
                  </a:cubicBezTo>
                  <a:cubicBezTo>
                    <a:pt x="388" y="16"/>
                    <a:pt x="388" y="16"/>
                    <a:pt x="388" y="16"/>
                  </a:cubicBezTo>
                  <a:cubicBezTo>
                    <a:pt x="246" y="16"/>
                    <a:pt x="246" y="16"/>
                    <a:pt x="246" y="16"/>
                  </a:cubicBezTo>
                  <a:lnTo>
                    <a:pt x="237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38">
              <a:extLst>
                <a:ext uri="{FF2B5EF4-FFF2-40B4-BE49-F238E27FC236}">
                  <a16:creationId xmlns="" xmlns:a16="http://schemas.microsoft.com/office/drawing/2014/main" id="{599EE16F-929A-D745-2D27-5910854EC7EF}"/>
                </a:ext>
              </a:extLst>
            </p:cNvPr>
            <p:cNvSpPr/>
            <p:nvPr/>
          </p:nvSpPr>
          <p:spPr>
            <a:xfrm>
              <a:off x="5003800" y="4362450"/>
              <a:ext cx="1169988" cy="909638"/>
            </a:xfrm>
            <a:custGeom>
              <a:avLst/>
              <a:gdLst/>
              <a:ahLst/>
              <a:cxnLst/>
              <a:rect l="l" t="t" r="r" b="b"/>
              <a:pathLst>
                <a:path w="737" h="573" extrusionOk="0">
                  <a:moveTo>
                    <a:pt x="55" y="0"/>
                  </a:moveTo>
                  <a:lnTo>
                    <a:pt x="43" y="30"/>
                  </a:lnTo>
                  <a:lnTo>
                    <a:pt x="35" y="64"/>
                  </a:lnTo>
                  <a:lnTo>
                    <a:pt x="46" y="72"/>
                  </a:lnTo>
                  <a:lnTo>
                    <a:pt x="39" y="98"/>
                  </a:lnTo>
                  <a:lnTo>
                    <a:pt x="17" y="117"/>
                  </a:lnTo>
                  <a:lnTo>
                    <a:pt x="38" y="127"/>
                  </a:lnTo>
                  <a:lnTo>
                    <a:pt x="29" y="142"/>
                  </a:lnTo>
                  <a:lnTo>
                    <a:pt x="26" y="171"/>
                  </a:lnTo>
                  <a:lnTo>
                    <a:pt x="39" y="187"/>
                  </a:lnTo>
                  <a:lnTo>
                    <a:pt x="34" y="209"/>
                  </a:lnTo>
                  <a:lnTo>
                    <a:pt x="21" y="209"/>
                  </a:lnTo>
                  <a:lnTo>
                    <a:pt x="24" y="217"/>
                  </a:lnTo>
                  <a:lnTo>
                    <a:pt x="0" y="256"/>
                  </a:lnTo>
                  <a:lnTo>
                    <a:pt x="9" y="277"/>
                  </a:lnTo>
                  <a:lnTo>
                    <a:pt x="17" y="293"/>
                  </a:lnTo>
                  <a:lnTo>
                    <a:pt x="22" y="322"/>
                  </a:lnTo>
                  <a:lnTo>
                    <a:pt x="74" y="344"/>
                  </a:lnTo>
                  <a:lnTo>
                    <a:pt x="83" y="360"/>
                  </a:lnTo>
                  <a:lnTo>
                    <a:pt x="68" y="383"/>
                  </a:lnTo>
                  <a:lnTo>
                    <a:pt x="88" y="404"/>
                  </a:lnTo>
                  <a:lnTo>
                    <a:pt x="112" y="410"/>
                  </a:lnTo>
                  <a:lnTo>
                    <a:pt x="179" y="425"/>
                  </a:lnTo>
                  <a:lnTo>
                    <a:pt x="209" y="409"/>
                  </a:lnTo>
                  <a:lnTo>
                    <a:pt x="263" y="405"/>
                  </a:lnTo>
                  <a:lnTo>
                    <a:pt x="272" y="416"/>
                  </a:lnTo>
                  <a:lnTo>
                    <a:pt x="274" y="460"/>
                  </a:lnTo>
                  <a:lnTo>
                    <a:pt x="308" y="472"/>
                  </a:lnTo>
                  <a:lnTo>
                    <a:pt x="321" y="489"/>
                  </a:lnTo>
                  <a:lnTo>
                    <a:pt x="306" y="517"/>
                  </a:lnTo>
                  <a:lnTo>
                    <a:pt x="310" y="518"/>
                  </a:lnTo>
                  <a:lnTo>
                    <a:pt x="333" y="534"/>
                  </a:lnTo>
                  <a:lnTo>
                    <a:pt x="346" y="556"/>
                  </a:lnTo>
                  <a:lnTo>
                    <a:pt x="355" y="558"/>
                  </a:lnTo>
                  <a:lnTo>
                    <a:pt x="374" y="529"/>
                  </a:lnTo>
                  <a:lnTo>
                    <a:pt x="389" y="529"/>
                  </a:lnTo>
                  <a:lnTo>
                    <a:pt x="403" y="535"/>
                  </a:lnTo>
                  <a:lnTo>
                    <a:pt x="405" y="526"/>
                  </a:lnTo>
                  <a:lnTo>
                    <a:pt x="406" y="464"/>
                  </a:lnTo>
                  <a:lnTo>
                    <a:pt x="392" y="446"/>
                  </a:lnTo>
                  <a:lnTo>
                    <a:pt x="403" y="435"/>
                  </a:lnTo>
                  <a:lnTo>
                    <a:pt x="420" y="435"/>
                  </a:lnTo>
                  <a:lnTo>
                    <a:pt x="439" y="442"/>
                  </a:lnTo>
                  <a:lnTo>
                    <a:pt x="462" y="481"/>
                  </a:lnTo>
                  <a:lnTo>
                    <a:pt x="471" y="485"/>
                  </a:lnTo>
                  <a:lnTo>
                    <a:pt x="487" y="468"/>
                  </a:lnTo>
                  <a:lnTo>
                    <a:pt x="499" y="467"/>
                  </a:lnTo>
                  <a:lnTo>
                    <a:pt x="528" y="456"/>
                  </a:lnTo>
                  <a:lnTo>
                    <a:pt x="562" y="454"/>
                  </a:lnTo>
                  <a:lnTo>
                    <a:pt x="578" y="472"/>
                  </a:lnTo>
                  <a:lnTo>
                    <a:pt x="601" y="475"/>
                  </a:lnTo>
                  <a:lnTo>
                    <a:pt x="608" y="498"/>
                  </a:lnTo>
                  <a:lnTo>
                    <a:pt x="593" y="521"/>
                  </a:lnTo>
                  <a:lnTo>
                    <a:pt x="585" y="541"/>
                  </a:lnTo>
                  <a:lnTo>
                    <a:pt x="585" y="543"/>
                  </a:lnTo>
                  <a:lnTo>
                    <a:pt x="733" y="523"/>
                  </a:lnTo>
                  <a:lnTo>
                    <a:pt x="737" y="508"/>
                  </a:lnTo>
                  <a:lnTo>
                    <a:pt x="699" y="466"/>
                  </a:lnTo>
                  <a:lnTo>
                    <a:pt x="691" y="467"/>
                  </a:lnTo>
                  <a:lnTo>
                    <a:pt x="687" y="444"/>
                  </a:lnTo>
                  <a:lnTo>
                    <a:pt x="679" y="433"/>
                  </a:lnTo>
                  <a:lnTo>
                    <a:pt x="679" y="413"/>
                  </a:lnTo>
                  <a:lnTo>
                    <a:pt x="671" y="384"/>
                  </a:lnTo>
                  <a:lnTo>
                    <a:pt x="655" y="355"/>
                  </a:lnTo>
                  <a:lnTo>
                    <a:pt x="629" y="339"/>
                  </a:lnTo>
                  <a:lnTo>
                    <a:pt x="610" y="335"/>
                  </a:lnTo>
                  <a:lnTo>
                    <a:pt x="584" y="300"/>
                  </a:lnTo>
                  <a:lnTo>
                    <a:pt x="562" y="264"/>
                  </a:lnTo>
                  <a:lnTo>
                    <a:pt x="563" y="251"/>
                  </a:lnTo>
                  <a:lnTo>
                    <a:pt x="554" y="247"/>
                  </a:lnTo>
                  <a:lnTo>
                    <a:pt x="550" y="231"/>
                  </a:lnTo>
                  <a:lnTo>
                    <a:pt x="546" y="221"/>
                  </a:lnTo>
                  <a:lnTo>
                    <a:pt x="537" y="198"/>
                  </a:lnTo>
                  <a:lnTo>
                    <a:pt x="530" y="189"/>
                  </a:lnTo>
                  <a:lnTo>
                    <a:pt x="518" y="180"/>
                  </a:lnTo>
                  <a:lnTo>
                    <a:pt x="518" y="162"/>
                  </a:lnTo>
                  <a:lnTo>
                    <a:pt x="530" y="150"/>
                  </a:lnTo>
                  <a:lnTo>
                    <a:pt x="539" y="139"/>
                  </a:lnTo>
                  <a:lnTo>
                    <a:pt x="543" y="110"/>
                  </a:lnTo>
                  <a:lnTo>
                    <a:pt x="547" y="113"/>
                  </a:lnTo>
                  <a:lnTo>
                    <a:pt x="545" y="100"/>
                  </a:lnTo>
                  <a:lnTo>
                    <a:pt x="524" y="71"/>
                  </a:lnTo>
                  <a:lnTo>
                    <a:pt x="510" y="42"/>
                  </a:lnTo>
                  <a:lnTo>
                    <a:pt x="505" y="25"/>
                  </a:lnTo>
                  <a:lnTo>
                    <a:pt x="505" y="12"/>
                  </a:lnTo>
                  <a:lnTo>
                    <a:pt x="55" y="0"/>
                  </a:lnTo>
                  <a:close/>
                  <a:moveTo>
                    <a:pt x="201" y="538"/>
                  </a:moveTo>
                  <a:lnTo>
                    <a:pt x="184" y="573"/>
                  </a:lnTo>
                  <a:lnTo>
                    <a:pt x="184" y="573"/>
                  </a:lnTo>
                  <a:lnTo>
                    <a:pt x="201" y="538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38">
              <a:extLst>
                <a:ext uri="{FF2B5EF4-FFF2-40B4-BE49-F238E27FC236}">
                  <a16:creationId xmlns="" xmlns:a16="http://schemas.microsoft.com/office/drawing/2014/main" id="{54EAC357-7B4D-C8D8-D8F3-B88ED3D4F490}"/>
                </a:ext>
              </a:extLst>
            </p:cNvPr>
            <p:cNvSpPr/>
            <p:nvPr/>
          </p:nvSpPr>
          <p:spPr>
            <a:xfrm>
              <a:off x="5248275" y="3536950"/>
              <a:ext cx="627063" cy="846137"/>
            </a:xfrm>
            <a:custGeom>
              <a:avLst/>
              <a:gdLst/>
              <a:ahLst/>
              <a:cxnLst/>
              <a:rect l="l" t="t" r="r" b="b"/>
              <a:pathLst>
                <a:path w="300" h="405" extrusionOk="0">
                  <a:moveTo>
                    <a:pt x="261" y="0"/>
                  </a:moveTo>
                  <a:cubicBezTo>
                    <a:pt x="253" y="10"/>
                    <a:pt x="253" y="10"/>
                    <a:pt x="253" y="10"/>
                  </a:cubicBezTo>
                  <a:cubicBezTo>
                    <a:pt x="223" y="15"/>
                    <a:pt x="223" y="15"/>
                    <a:pt x="223" y="15"/>
                  </a:cubicBezTo>
                  <a:cubicBezTo>
                    <a:pt x="217" y="27"/>
                    <a:pt x="217" y="27"/>
                    <a:pt x="217" y="27"/>
                  </a:cubicBezTo>
                  <a:cubicBezTo>
                    <a:pt x="200" y="33"/>
                    <a:pt x="200" y="33"/>
                    <a:pt x="200" y="33"/>
                  </a:cubicBezTo>
                  <a:cubicBezTo>
                    <a:pt x="185" y="20"/>
                    <a:pt x="185" y="20"/>
                    <a:pt x="185" y="20"/>
                  </a:cubicBezTo>
                  <a:cubicBezTo>
                    <a:pt x="180" y="44"/>
                    <a:pt x="180" y="44"/>
                    <a:pt x="180" y="44"/>
                  </a:cubicBezTo>
                  <a:cubicBezTo>
                    <a:pt x="161" y="49"/>
                    <a:pt x="161" y="49"/>
                    <a:pt x="161" y="49"/>
                  </a:cubicBezTo>
                  <a:cubicBezTo>
                    <a:pt x="117" y="46"/>
                    <a:pt x="117" y="46"/>
                    <a:pt x="117" y="46"/>
                  </a:cubicBezTo>
                  <a:cubicBezTo>
                    <a:pt x="117" y="46"/>
                    <a:pt x="110" y="41"/>
                    <a:pt x="104" y="36"/>
                  </a:cubicBezTo>
                  <a:cubicBezTo>
                    <a:pt x="106" y="42"/>
                    <a:pt x="106" y="42"/>
                    <a:pt x="106" y="42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33" y="77"/>
                    <a:pt x="33" y="77"/>
                    <a:pt x="33" y="77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9" y="142"/>
                    <a:pt x="9" y="142"/>
                    <a:pt x="9" y="142"/>
                  </a:cubicBezTo>
                  <a:cubicBezTo>
                    <a:pt x="25" y="158"/>
                    <a:pt x="25" y="158"/>
                    <a:pt x="25" y="158"/>
                  </a:cubicBezTo>
                  <a:cubicBezTo>
                    <a:pt x="30" y="186"/>
                    <a:pt x="30" y="186"/>
                    <a:pt x="30" y="186"/>
                  </a:cubicBezTo>
                  <a:cubicBezTo>
                    <a:pt x="30" y="230"/>
                    <a:pt x="30" y="230"/>
                    <a:pt x="30" y="230"/>
                  </a:cubicBezTo>
                  <a:cubicBezTo>
                    <a:pt x="30" y="230"/>
                    <a:pt x="22" y="260"/>
                    <a:pt x="26" y="260"/>
                  </a:cubicBezTo>
                  <a:cubicBezTo>
                    <a:pt x="31" y="260"/>
                    <a:pt x="47" y="270"/>
                    <a:pt x="47" y="270"/>
                  </a:cubicBezTo>
                  <a:cubicBezTo>
                    <a:pt x="85" y="277"/>
                    <a:pt x="85" y="277"/>
                    <a:pt x="85" y="277"/>
                  </a:cubicBezTo>
                  <a:cubicBezTo>
                    <a:pt x="109" y="277"/>
                    <a:pt x="109" y="277"/>
                    <a:pt x="109" y="277"/>
                  </a:cubicBezTo>
                  <a:cubicBezTo>
                    <a:pt x="119" y="294"/>
                    <a:pt x="119" y="294"/>
                    <a:pt x="119" y="294"/>
                  </a:cubicBezTo>
                  <a:cubicBezTo>
                    <a:pt x="135" y="298"/>
                    <a:pt x="135" y="298"/>
                    <a:pt x="135" y="298"/>
                  </a:cubicBezTo>
                  <a:cubicBezTo>
                    <a:pt x="149" y="303"/>
                    <a:pt x="149" y="303"/>
                    <a:pt x="149" y="303"/>
                  </a:cubicBezTo>
                  <a:cubicBezTo>
                    <a:pt x="158" y="297"/>
                    <a:pt x="158" y="297"/>
                    <a:pt x="158" y="297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202" y="342"/>
                    <a:pt x="202" y="342"/>
                    <a:pt x="202" y="342"/>
                  </a:cubicBezTo>
                  <a:cubicBezTo>
                    <a:pt x="225" y="402"/>
                    <a:pt x="225" y="402"/>
                    <a:pt x="225" y="402"/>
                  </a:cubicBezTo>
                  <a:cubicBezTo>
                    <a:pt x="226" y="403"/>
                    <a:pt x="226" y="403"/>
                    <a:pt x="226" y="403"/>
                  </a:cubicBezTo>
                  <a:cubicBezTo>
                    <a:pt x="296" y="405"/>
                    <a:pt x="296" y="405"/>
                    <a:pt x="296" y="405"/>
                  </a:cubicBezTo>
                  <a:cubicBezTo>
                    <a:pt x="296" y="362"/>
                    <a:pt x="296" y="362"/>
                    <a:pt x="296" y="362"/>
                  </a:cubicBezTo>
                  <a:cubicBezTo>
                    <a:pt x="300" y="326"/>
                    <a:pt x="300" y="326"/>
                    <a:pt x="300" y="326"/>
                  </a:cubicBezTo>
                  <a:cubicBezTo>
                    <a:pt x="295" y="290"/>
                    <a:pt x="295" y="290"/>
                    <a:pt x="295" y="290"/>
                  </a:cubicBezTo>
                  <a:cubicBezTo>
                    <a:pt x="284" y="275"/>
                    <a:pt x="284" y="275"/>
                    <a:pt x="284" y="275"/>
                  </a:cubicBezTo>
                  <a:cubicBezTo>
                    <a:pt x="283" y="251"/>
                    <a:pt x="283" y="251"/>
                    <a:pt x="283" y="251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84" y="165"/>
                    <a:pt x="284" y="165"/>
                    <a:pt x="284" y="165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57" y="144"/>
                    <a:pt x="257" y="144"/>
                    <a:pt x="257" y="144"/>
                  </a:cubicBezTo>
                  <a:cubicBezTo>
                    <a:pt x="258" y="131"/>
                    <a:pt x="258" y="131"/>
                    <a:pt x="258" y="131"/>
                  </a:cubicBezTo>
                  <a:cubicBezTo>
                    <a:pt x="245" y="124"/>
                    <a:pt x="245" y="124"/>
                    <a:pt x="245" y="124"/>
                  </a:cubicBezTo>
                  <a:cubicBezTo>
                    <a:pt x="240" y="107"/>
                    <a:pt x="240" y="107"/>
                    <a:pt x="240" y="107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50" y="80"/>
                    <a:pt x="250" y="80"/>
                    <a:pt x="250" y="80"/>
                  </a:cubicBezTo>
                  <a:cubicBezTo>
                    <a:pt x="264" y="79"/>
                    <a:pt x="264" y="79"/>
                    <a:pt x="264" y="79"/>
                  </a:cubicBezTo>
                  <a:cubicBezTo>
                    <a:pt x="277" y="61"/>
                    <a:pt x="277" y="61"/>
                    <a:pt x="277" y="61"/>
                  </a:cubicBezTo>
                  <a:cubicBezTo>
                    <a:pt x="269" y="36"/>
                    <a:pt x="269" y="36"/>
                    <a:pt x="269" y="36"/>
                  </a:cubicBezTo>
                  <a:cubicBezTo>
                    <a:pt x="277" y="11"/>
                    <a:pt x="277" y="11"/>
                    <a:pt x="277" y="11"/>
                  </a:cubicBezTo>
                  <a:lnTo>
                    <a:pt x="261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38">
              <a:extLst>
                <a:ext uri="{FF2B5EF4-FFF2-40B4-BE49-F238E27FC236}">
                  <a16:creationId xmlns="" xmlns:a16="http://schemas.microsoft.com/office/drawing/2014/main" id="{FEF7303B-8164-F708-FB74-CA7DC2D72B7B}"/>
                </a:ext>
              </a:extLst>
            </p:cNvPr>
            <p:cNvSpPr/>
            <p:nvPr/>
          </p:nvSpPr>
          <p:spPr>
            <a:xfrm>
              <a:off x="4638675" y="3136900"/>
              <a:ext cx="1081088" cy="1241424"/>
            </a:xfrm>
            <a:custGeom>
              <a:avLst/>
              <a:gdLst/>
              <a:ahLst/>
              <a:cxnLst/>
              <a:rect l="l" t="t" r="r" b="b"/>
              <a:pathLst>
                <a:path w="518" h="594" extrusionOk="0">
                  <a:moveTo>
                    <a:pt x="207" y="0"/>
                  </a:moveTo>
                  <a:cubicBezTo>
                    <a:pt x="200" y="10"/>
                    <a:pt x="200" y="10"/>
                    <a:pt x="200" y="10"/>
                  </a:cubicBezTo>
                  <a:cubicBezTo>
                    <a:pt x="216" y="25"/>
                    <a:pt x="216" y="25"/>
                    <a:pt x="216" y="25"/>
                  </a:cubicBezTo>
                  <a:cubicBezTo>
                    <a:pt x="217" y="33"/>
                    <a:pt x="217" y="33"/>
                    <a:pt x="217" y="33"/>
                  </a:cubicBezTo>
                  <a:cubicBezTo>
                    <a:pt x="226" y="51"/>
                    <a:pt x="226" y="51"/>
                    <a:pt x="226" y="51"/>
                  </a:cubicBezTo>
                  <a:cubicBezTo>
                    <a:pt x="220" y="65"/>
                    <a:pt x="220" y="65"/>
                    <a:pt x="220" y="65"/>
                  </a:cubicBezTo>
                  <a:cubicBezTo>
                    <a:pt x="222" y="94"/>
                    <a:pt x="222" y="94"/>
                    <a:pt x="222" y="94"/>
                  </a:cubicBezTo>
                  <a:cubicBezTo>
                    <a:pt x="206" y="100"/>
                    <a:pt x="206" y="100"/>
                    <a:pt x="206" y="100"/>
                  </a:cubicBezTo>
                  <a:cubicBezTo>
                    <a:pt x="199" y="124"/>
                    <a:pt x="199" y="124"/>
                    <a:pt x="199" y="124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194" y="156"/>
                    <a:pt x="194" y="156"/>
                    <a:pt x="194" y="156"/>
                  </a:cubicBezTo>
                  <a:cubicBezTo>
                    <a:pt x="183" y="162"/>
                    <a:pt x="183" y="162"/>
                    <a:pt x="183" y="162"/>
                  </a:cubicBezTo>
                  <a:cubicBezTo>
                    <a:pt x="171" y="154"/>
                    <a:pt x="171" y="154"/>
                    <a:pt x="171" y="154"/>
                  </a:cubicBezTo>
                  <a:cubicBezTo>
                    <a:pt x="170" y="204"/>
                    <a:pt x="170" y="204"/>
                    <a:pt x="170" y="204"/>
                  </a:cubicBezTo>
                  <a:cubicBezTo>
                    <a:pt x="151" y="204"/>
                    <a:pt x="151" y="204"/>
                    <a:pt x="151" y="204"/>
                  </a:cubicBezTo>
                  <a:cubicBezTo>
                    <a:pt x="150" y="212"/>
                    <a:pt x="150" y="212"/>
                    <a:pt x="150" y="212"/>
                  </a:cubicBezTo>
                  <a:cubicBezTo>
                    <a:pt x="132" y="216"/>
                    <a:pt x="132" y="216"/>
                    <a:pt x="132" y="216"/>
                  </a:cubicBezTo>
                  <a:cubicBezTo>
                    <a:pt x="115" y="228"/>
                    <a:pt x="115" y="228"/>
                    <a:pt x="115" y="228"/>
                  </a:cubicBezTo>
                  <a:cubicBezTo>
                    <a:pt x="109" y="244"/>
                    <a:pt x="109" y="244"/>
                    <a:pt x="109" y="244"/>
                  </a:cubicBezTo>
                  <a:cubicBezTo>
                    <a:pt x="98" y="249"/>
                    <a:pt x="98" y="249"/>
                    <a:pt x="98" y="249"/>
                  </a:cubicBezTo>
                  <a:cubicBezTo>
                    <a:pt x="84" y="251"/>
                    <a:pt x="84" y="251"/>
                    <a:pt x="84" y="251"/>
                  </a:cubicBezTo>
                  <a:cubicBezTo>
                    <a:pt x="71" y="237"/>
                    <a:pt x="71" y="237"/>
                    <a:pt x="71" y="237"/>
                  </a:cubicBezTo>
                  <a:cubicBezTo>
                    <a:pt x="72" y="222"/>
                    <a:pt x="72" y="222"/>
                    <a:pt x="72" y="222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29" y="276"/>
                    <a:pt x="29" y="276"/>
                    <a:pt x="29" y="276"/>
                  </a:cubicBezTo>
                  <a:cubicBezTo>
                    <a:pt x="74" y="274"/>
                    <a:pt x="74" y="274"/>
                    <a:pt x="74" y="274"/>
                  </a:cubicBezTo>
                  <a:cubicBezTo>
                    <a:pt x="74" y="331"/>
                    <a:pt x="74" y="331"/>
                    <a:pt x="74" y="331"/>
                  </a:cubicBezTo>
                  <a:cubicBezTo>
                    <a:pt x="61" y="373"/>
                    <a:pt x="61" y="373"/>
                    <a:pt x="61" y="373"/>
                  </a:cubicBezTo>
                  <a:cubicBezTo>
                    <a:pt x="39" y="404"/>
                    <a:pt x="39" y="404"/>
                    <a:pt x="39" y="404"/>
                  </a:cubicBezTo>
                  <a:cubicBezTo>
                    <a:pt x="35" y="440"/>
                    <a:pt x="35" y="440"/>
                    <a:pt x="35" y="440"/>
                  </a:cubicBezTo>
                  <a:cubicBezTo>
                    <a:pt x="60" y="470"/>
                    <a:pt x="60" y="470"/>
                    <a:pt x="60" y="470"/>
                  </a:cubicBezTo>
                  <a:cubicBezTo>
                    <a:pt x="66" y="495"/>
                    <a:pt x="66" y="495"/>
                    <a:pt x="66" y="495"/>
                  </a:cubicBezTo>
                  <a:cubicBezTo>
                    <a:pt x="60" y="521"/>
                    <a:pt x="60" y="521"/>
                    <a:pt x="60" y="521"/>
                  </a:cubicBezTo>
                  <a:cubicBezTo>
                    <a:pt x="49" y="544"/>
                    <a:pt x="49" y="544"/>
                    <a:pt x="49" y="544"/>
                  </a:cubicBezTo>
                  <a:cubicBezTo>
                    <a:pt x="74" y="587"/>
                    <a:pt x="74" y="587"/>
                    <a:pt x="74" y="587"/>
                  </a:cubicBezTo>
                  <a:cubicBezTo>
                    <a:pt x="216" y="587"/>
                    <a:pt x="216" y="587"/>
                    <a:pt x="216" y="587"/>
                  </a:cubicBezTo>
                  <a:cubicBezTo>
                    <a:pt x="216" y="587"/>
                    <a:pt x="216" y="587"/>
                    <a:pt x="216" y="587"/>
                  </a:cubicBezTo>
                  <a:cubicBezTo>
                    <a:pt x="217" y="586"/>
                    <a:pt x="217" y="586"/>
                    <a:pt x="217" y="586"/>
                  </a:cubicBezTo>
                  <a:cubicBezTo>
                    <a:pt x="518" y="594"/>
                    <a:pt x="518" y="594"/>
                    <a:pt x="518" y="594"/>
                  </a:cubicBezTo>
                  <a:cubicBezTo>
                    <a:pt x="517" y="593"/>
                    <a:pt x="517" y="593"/>
                    <a:pt x="517" y="593"/>
                  </a:cubicBezTo>
                  <a:cubicBezTo>
                    <a:pt x="494" y="533"/>
                    <a:pt x="494" y="533"/>
                    <a:pt x="494" y="533"/>
                  </a:cubicBezTo>
                  <a:cubicBezTo>
                    <a:pt x="482" y="512"/>
                    <a:pt x="482" y="512"/>
                    <a:pt x="482" y="512"/>
                  </a:cubicBezTo>
                  <a:cubicBezTo>
                    <a:pt x="450" y="488"/>
                    <a:pt x="450" y="488"/>
                    <a:pt x="450" y="488"/>
                  </a:cubicBezTo>
                  <a:cubicBezTo>
                    <a:pt x="441" y="494"/>
                    <a:pt x="441" y="494"/>
                    <a:pt x="441" y="494"/>
                  </a:cubicBezTo>
                  <a:cubicBezTo>
                    <a:pt x="427" y="489"/>
                    <a:pt x="427" y="489"/>
                    <a:pt x="427" y="489"/>
                  </a:cubicBezTo>
                  <a:cubicBezTo>
                    <a:pt x="411" y="485"/>
                    <a:pt x="411" y="485"/>
                    <a:pt x="411" y="485"/>
                  </a:cubicBezTo>
                  <a:cubicBezTo>
                    <a:pt x="401" y="468"/>
                    <a:pt x="401" y="468"/>
                    <a:pt x="401" y="468"/>
                  </a:cubicBezTo>
                  <a:cubicBezTo>
                    <a:pt x="377" y="468"/>
                    <a:pt x="377" y="468"/>
                    <a:pt x="377" y="468"/>
                  </a:cubicBezTo>
                  <a:cubicBezTo>
                    <a:pt x="339" y="461"/>
                    <a:pt x="339" y="461"/>
                    <a:pt x="339" y="461"/>
                  </a:cubicBezTo>
                  <a:cubicBezTo>
                    <a:pt x="339" y="461"/>
                    <a:pt x="323" y="451"/>
                    <a:pt x="318" y="451"/>
                  </a:cubicBezTo>
                  <a:cubicBezTo>
                    <a:pt x="314" y="451"/>
                    <a:pt x="322" y="421"/>
                    <a:pt x="322" y="421"/>
                  </a:cubicBezTo>
                  <a:cubicBezTo>
                    <a:pt x="322" y="377"/>
                    <a:pt x="322" y="377"/>
                    <a:pt x="322" y="377"/>
                  </a:cubicBezTo>
                  <a:cubicBezTo>
                    <a:pt x="317" y="349"/>
                    <a:pt x="317" y="349"/>
                    <a:pt x="317" y="349"/>
                  </a:cubicBezTo>
                  <a:cubicBezTo>
                    <a:pt x="301" y="333"/>
                    <a:pt x="301" y="333"/>
                    <a:pt x="301" y="333"/>
                  </a:cubicBezTo>
                  <a:cubicBezTo>
                    <a:pt x="292" y="290"/>
                    <a:pt x="292" y="290"/>
                    <a:pt x="292" y="290"/>
                  </a:cubicBezTo>
                  <a:cubicBezTo>
                    <a:pt x="298" y="263"/>
                    <a:pt x="298" y="263"/>
                    <a:pt x="298" y="263"/>
                  </a:cubicBezTo>
                  <a:cubicBezTo>
                    <a:pt x="309" y="256"/>
                    <a:pt x="309" y="256"/>
                    <a:pt x="309" y="256"/>
                  </a:cubicBezTo>
                  <a:cubicBezTo>
                    <a:pt x="325" y="268"/>
                    <a:pt x="325" y="268"/>
                    <a:pt x="325" y="268"/>
                  </a:cubicBezTo>
                  <a:cubicBezTo>
                    <a:pt x="348" y="266"/>
                    <a:pt x="348" y="266"/>
                    <a:pt x="348" y="266"/>
                  </a:cubicBezTo>
                  <a:cubicBezTo>
                    <a:pt x="364" y="249"/>
                    <a:pt x="364" y="249"/>
                    <a:pt x="364" y="249"/>
                  </a:cubicBezTo>
                  <a:cubicBezTo>
                    <a:pt x="398" y="233"/>
                    <a:pt x="398" y="233"/>
                    <a:pt x="398" y="233"/>
                  </a:cubicBezTo>
                  <a:cubicBezTo>
                    <a:pt x="389" y="204"/>
                    <a:pt x="389" y="204"/>
                    <a:pt x="389" y="204"/>
                  </a:cubicBezTo>
                  <a:cubicBezTo>
                    <a:pt x="370" y="188"/>
                    <a:pt x="370" y="188"/>
                    <a:pt x="370" y="188"/>
                  </a:cubicBezTo>
                  <a:cubicBezTo>
                    <a:pt x="350" y="162"/>
                    <a:pt x="350" y="162"/>
                    <a:pt x="350" y="162"/>
                  </a:cubicBezTo>
                  <a:cubicBezTo>
                    <a:pt x="346" y="133"/>
                    <a:pt x="346" y="133"/>
                    <a:pt x="346" y="133"/>
                  </a:cubicBezTo>
                  <a:cubicBezTo>
                    <a:pt x="349" y="113"/>
                    <a:pt x="349" y="113"/>
                    <a:pt x="349" y="113"/>
                  </a:cubicBezTo>
                  <a:cubicBezTo>
                    <a:pt x="379" y="105"/>
                    <a:pt x="379" y="105"/>
                    <a:pt x="379" y="105"/>
                  </a:cubicBezTo>
                  <a:cubicBezTo>
                    <a:pt x="408" y="122"/>
                    <a:pt x="408" y="122"/>
                    <a:pt x="408" y="122"/>
                  </a:cubicBezTo>
                  <a:cubicBezTo>
                    <a:pt x="419" y="101"/>
                    <a:pt x="419" y="101"/>
                    <a:pt x="419" y="101"/>
                  </a:cubicBezTo>
                  <a:cubicBezTo>
                    <a:pt x="421" y="69"/>
                    <a:pt x="421" y="69"/>
                    <a:pt x="421" y="69"/>
                  </a:cubicBezTo>
                  <a:cubicBezTo>
                    <a:pt x="394" y="61"/>
                    <a:pt x="394" y="61"/>
                    <a:pt x="394" y="61"/>
                  </a:cubicBezTo>
                  <a:cubicBezTo>
                    <a:pt x="375" y="50"/>
                    <a:pt x="375" y="50"/>
                    <a:pt x="375" y="50"/>
                  </a:cubicBezTo>
                  <a:cubicBezTo>
                    <a:pt x="344" y="50"/>
                    <a:pt x="344" y="50"/>
                    <a:pt x="344" y="50"/>
                  </a:cubicBezTo>
                  <a:cubicBezTo>
                    <a:pt x="326" y="39"/>
                    <a:pt x="326" y="39"/>
                    <a:pt x="326" y="39"/>
                  </a:cubicBezTo>
                  <a:cubicBezTo>
                    <a:pt x="288" y="12"/>
                    <a:pt x="288" y="12"/>
                    <a:pt x="288" y="12"/>
                  </a:cubicBezTo>
                  <a:cubicBezTo>
                    <a:pt x="273" y="25"/>
                    <a:pt x="273" y="25"/>
                    <a:pt x="273" y="25"/>
                  </a:cubicBezTo>
                  <a:cubicBezTo>
                    <a:pt x="242" y="35"/>
                    <a:pt x="242" y="35"/>
                    <a:pt x="242" y="35"/>
                  </a:cubicBezTo>
                  <a:lnTo>
                    <a:pt x="207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18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38">
              <a:extLst>
                <a:ext uri="{FF2B5EF4-FFF2-40B4-BE49-F238E27FC236}">
                  <a16:creationId xmlns="" xmlns:a16="http://schemas.microsoft.com/office/drawing/2014/main" id="{04C9467F-A3F3-31C7-71E2-33C32342372A}"/>
                </a:ext>
              </a:extLst>
            </p:cNvPr>
            <p:cNvSpPr/>
            <p:nvPr/>
          </p:nvSpPr>
          <p:spPr>
            <a:xfrm>
              <a:off x="5360988" y="2881313"/>
              <a:ext cx="661988" cy="757237"/>
            </a:xfrm>
            <a:custGeom>
              <a:avLst/>
              <a:gdLst/>
              <a:ahLst/>
              <a:cxnLst/>
              <a:rect l="l" t="t" r="r" b="b"/>
              <a:pathLst>
                <a:path w="317" h="363" extrusionOk="0">
                  <a:moveTo>
                    <a:pt x="296" y="0"/>
                  </a:moveTo>
                  <a:cubicBezTo>
                    <a:pt x="285" y="8"/>
                    <a:pt x="285" y="8"/>
                    <a:pt x="285" y="8"/>
                  </a:cubicBezTo>
                  <a:cubicBezTo>
                    <a:pt x="264" y="9"/>
                    <a:pt x="264" y="9"/>
                    <a:pt x="264" y="9"/>
                  </a:cubicBezTo>
                  <a:cubicBezTo>
                    <a:pt x="268" y="17"/>
                    <a:pt x="268" y="17"/>
                    <a:pt x="268" y="17"/>
                  </a:cubicBezTo>
                  <a:cubicBezTo>
                    <a:pt x="246" y="12"/>
                    <a:pt x="246" y="12"/>
                    <a:pt x="246" y="12"/>
                  </a:cubicBezTo>
                  <a:cubicBezTo>
                    <a:pt x="240" y="23"/>
                    <a:pt x="240" y="23"/>
                    <a:pt x="240" y="23"/>
                  </a:cubicBezTo>
                  <a:cubicBezTo>
                    <a:pt x="252" y="31"/>
                    <a:pt x="252" y="31"/>
                    <a:pt x="252" y="31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35" y="34"/>
                    <a:pt x="235" y="34"/>
                    <a:pt x="235" y="34"/>
                  </a:cubicBezTo>
                  <a:cubicBezTo>
                    <a:pt x="229" y="37"/>
                    <a:pt x="229" y="37"/>
                    <a:pt x="229" y="37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198" y="41"/>
                    <a:pt x="198" y="41"/>
                    <a:pt x="198" y="41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3" y="29"/>
                    <a:pt x="93" y="29"/>
                    <a:pt x="93" y="29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51" y="56"/>
                    <a:pt x="51" y="56"/>
                    <a:pt x="51" y="56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82" y="75"/>
                    <a:pt x="82" y="75"/>
                    <a:pt x="82" y="75"/>
                  </a:cubicBezTo>
                  <a:cubicBezTo>
                    <a:pt x="93" y="101"/>
                    <a:pt x="93" y="101"/>
                    <a:pt x="93" y="101"/>
                  </a:cubicBezTo>
                  <a:cubicBezTo>
                    <a:pt x="91" y="141"/>
                    <a:pt x="91" y="141"/>
                    <a:pt x="91" y="141"/>
                  </a:cubicBezTo>
                  <a:cubicBezTo>
                    <a:pt x="71" y="153"/>
                    <a:pt x="71" y="153"/>
                    <a:pt x="71" y="153"/>
                  </a:cubicBezTo>
                  <a:cubicBezTo>
                    <a:pt x="70" y="168"/>
                    <a:pt x="70" y="168"/>
                    <a:pt x="70" y="168"/>
                  </a:cubicBezTo>
                  <a:cubicBezTo>
                    <a:pt x="59" y="172"/>
                    <a:pt x="59" y="172"/>
                    <a:pt x="59" y="172"/>
                  </a:cubicBezTo>
                  <a:cubicBezTo>
                    <a:pt x="49" y="184"/>
                    <a:pt x="49" y="184"/>
                    <a:pt x="49" y="184"/>
                  </a:cubicBezTo>
                  <a:cubicBezTo>
                    <a:pt x="75" y="192"/>
                    <a:pt x="75" y="192"/>
                    <a:pt x="75" y="192"/>
                  </a:cubicBezTo>
                  <a:cubicBezTo>
                    <a:pt x="73" y="224"/>
                    <a:pt x="73" y="224"/>
                    <a:pt x="73" y="224"/>
                  </a:cubicBezTo>
                  <a:cubicBezTo>
                    <a:pt x="62" y="245"/>
                    <a:pt x="62" y="245"/>
                    <a:pt x="62" y="245"/>
                  </a:cubicBezTo>
                  <a:cubicBezTo>
                    <a:pt x="33" y="228"/>
                    <a:pt x="33" y="228"/>
                    <a:pt x="33" y="228"/>
                  </a:cubicBezTo>
                  <a:cubicBezTo>
                    <a:pt x="3" y="236"/>
                    <a:pt x="3" y="236"/>
                    <a:pt x="3" y="236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4" y="285"/>
                    <a:pt x="4" y="285"/>
                    <a:pt x="4" y="285"/>
                  </a:cubicBezTo>
                  <a:cubicBezTo>
                    <a:pt x="24" y="311"/>
                    <a:pt x="24" y="311"/>
                    <a:pt x="24" y="311"/>
                  </a:cubicBezTo>
                  <a:cubicBezTo>
                    <a:pt x="43" y="327"/>
                    <a:pt x="43" y="327"/>
                    <a:pt x="43" y="327"/>
                  </a:cubicBezTo>
                  <a:cubicBezTo>
                    <a:pt x="50" y="350"/>
                    <a:pt x="50" y="350"/>
                    <a:pt x="50" y="350"/>
                  </a:cubicBezTo>
                  <a:cubicBezTo>
                    <a:pt x="56" y="355"/>
                    <a:pt x="63" y="360"/>
                    <a:pt x="63" y="360"/>
                  </a:cubicBezTo>
                  <a:cubicBezTo>
                    <a:pt x="107" y="363"/>
                    <a:pt x="107" y="363"/>
                    <a:pt x="107" y="363"/>
                  </a:cubicBezTo>
                  <a:cubicBezTo>
                    <a:pt x="126" y="358"/>
                    <a:pt x="126" y="358"/>
                    <a:pt x="126" y="358"/>
                  </a:cubicBezTo>
                  <a:cubicBezTo>
                    <a:pt x="131" y="334"/>
                    <a:pt x="131" y="334"/>
                    <a:pt x="131" y="334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63" y="341"/>
                    <a:pt x="163" y="341"/>
                    <a:pt x="163" y="341"/>
                  </a:cubicBezTo>
                  <a:cubicBezTo>
                    <a:pt x="169" y="329"/>
                    <a:pt x="169" y="329"/>
                    <a:pt x="169" y="329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207" y="314"/>
                    <a:pt x="207" y="314"/>
                    <a:pt x="207" y="314"/>
                  </a:cubicBezTo>
                  <a:cubicBezTo>
                    <a:pt x="221" y="324"/>
                    <a:pt x="221" y="324"/>
                    <a:pt x="221" y="324"/>
                  </a:cubicBezTo>
                  <a:cubicBezTo>
                    <a:pt x="241" y="301"/>
                    <a:pt x="241" y="301"/>
                    <a:pt x="241" y="301"/>
                  </a:cubicBezTo>
                  <a:cubicBezTo>
                    <a:pt x="257" y="294"/>
                    <a:pt x="257" y="294"/>
                    <a:pt x="257" y="294"/>
                  </a:cubicBezTo>
                  <a:cubicBezTo>
                    <a:pt x="273" y="284"/>
                    <a:pt x="273" y="284"/>
                    <a:pt x="273" y="284"/>
                  </a:cubicBezTo>
                  <a:cubicBezTo>
                    <a:pt x="271" y="261"/>
                    <a:pt x="271" y="261"/>
                    <a:pt x="271" y="261"/>
                  </a:cubicBezTo>
                  <a:cubicBezTo>
                    <a:pt x="269" y="239"/>
                    <a:pt x="269" y="239"/>
                    <a:pt x="269" y="239"/>
                  </a:cubicBezTo>
                  <a:cubicBezTo>
                    <a:pt x="274" y="224"/>
                    <a:pt x="274" y="224"/>
                    <a:pt x="274" y="224"/>
                  </a:cubicBezTo>
                  <a:cubicBezTo>
                    <a:pt x="276" y="205"/>
                    <a:pt x="276" y="205"/>
                    <a:pt x="276" y="205"/>
                  </a:cubicBezTo>
                  <a:cubicBezTo>
                    <a:pt x="280" y="188"/>
                    <a:pt x="280" y="188"/>
                    <a:pt x="280" y="188"/>
                  </a:cubicBezTo>
                  <a:cubicBezTo>
                    <a:pt x="279" y="174"/>
                    <a:pt x="279" y="174"/>
                    <a:pt x="279" y="174"/>
                  </a:cubicBezTo>
                  <a:cubicBezTo>
                    <a:pt x="286" y="142"/>
                    <a:pt x="286" y="142"/>
                    <a:pt x="286" y="142"/>
                  </a:cubicBezTo>
                  <a:cubicBezTo>
                    <a:pt x="286" y="118"/>
                    <a:pt x="286" y="118"/>
                    <a:pt x="286" y="118"/>
                  </a:cubicBezTo>
                  <a:cubicBezTo>
                    <a:pt x="286" y="106"/>
                    <a:pt x="286" y="106"/>
                    <a:pt x="286" y="106"/>
                  </a:cubicBezTo>
                  <a:cubicBezTo>
                    <a:pt x="297" y="97"/>
                    <a:pt x="297" y="97"/>
                    <a:pt x="297" y="97"/>
                  </a:cubicBezTo>
                  <a:cubicBezTo>
                    <a:pt x="303" y="77"/>
                    <a:pt x="303" y="77"/>
                    <a:pt x="303" y="77"/>
                  </a:cubicBezTo>
                  <a:cubicBezTo>
                    <a:pt x="317" y="59"/>
                    <a:pt x="317" y="59"/>
                    <a:pt x="317" y="59"/>
                  </a:cubicBezTo>
                  <a:cubicBezTo>
                    <a:pt x="317" y="46"/>
                    <a:pt x="317" y="46"/>
                    <a:pt x="317" y="46"/>
                  </a:cubicBezTo>
                  <a:cubicBezTo>
                    <a:pt x="315" y="22"/>
                    <a:pt x="315" y="22"/>
                    <a:pt x="315" y="22"/>
                  </a:cubicBezTo>
                  <a:cubicBezTo>
                    <a:pt x="313" y="20"/>
                    <a:pt x="313" y="20"/>
                    <a:pt x="313" y="20"/>
                  </a:cubicBezTo>
                  <a:cubicBezTo>
                    <a:pt x="298" y="20"/>
                    <a:pt x="298" y="20"/>
                    <a:pt x="298" y="20"/>
                  </a:cubicBezTo>
                  <a:cubicBezTo>
                    <a:pt x="304" y="4"/>
                    <a:pt x="304" y="4"/>
                    <a:pt x="304" y="4"/>
                  </a:cubicBezTo>
                  <a:lnTo>
                    <a:pt x="296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38">
              <a:extLst>
                <a:ext uri="{FF2B5EF4-FFF2-40B4-BE49-F238E27FC236}">
                  <a16:creationId xmlns="" xmlns:a16="http://schemas.microsoft.com/office/drawing/2014/main" id="{E04506B5-38A4-BDF7-D3FE-A1C361018995}"/>
                </a:ext>
              </a:extLst>
            </p:cNvPr>
            <p:cNvSpPr/>
            <p:nvPr/>
          </p:nvSpPr>
          <p:spPr>
            <a:xfrm>
              <a:off x="5375275" y="2201863"/>
              <a:ext cx="973138" cy="771525"/>
            </a:xfrm>
            <a:custGeom>
              <a:avLst/>
              <a:gdLst/>
              <a:ahLst/>
              <a:cxnLst/>
              <a:rect l="l" t="t" r="r" b="b"/>
              <a:pathLst>
                <a:path w="466" h="369" extrusionOk="0">
                  <a:moveTo>
                    <a:pt x="382" y="0"/>
                  </a:moveTo>
                  <a:cubicBezTo>
                    <a:pt x="368" y="1"/>
                    <a:pt x="368" y="1"/>
                    <a:pt x="368" y="1"/>
                  </a:cubicBezTo>
                  <a:cubicBezTo>
                    <a:pt x="349" y="7"/>
                    <a:pt x="349" y="7"/>
                    <a:pt x="349" y="7"/>
                  </a:cubicBezTo>
                  <a:cubicBezTo>
                    <a:pt x="346" y="23"/>
                    <a:pt x="346" y="23"/>
                    <a:pt x="346" y="23"/>
                  </a:cubicBezTo>
                  <a:cubicBezTo>
                    <a:pt x="341" y="45"/>
                    <a:pt x="341" y="45"/>
                    <a:pt x="341" y="45"/>
                  </a:cubicBezTo>
                  <a:cubicBezTo>
                    <a:pt x="341" y="61"/>
                    <a:pt x="341" y="61"/>
                    <a:pt x="341" y="61"/>
                  </a:cubicBezTo>
                  <a:cubicBezTo>
                    <a:pt x="338" y="66"/>
                    <a:pt x="338" y="66"/>
                    <a:pt x="338" y="66"/>
                  </a:cubicBezTo>
                  <a:cubicBezTo>
                    <a:pt x="320" y="67"/>
                    <a:pt x="320" y="67"/>
                    <a:pt x="320" y="67"/>
                  </a:cubicBezTo>
                  <a:cubicBezTo>
                    <a:pt x="313" y="76"/>
                    <a:pt x="313" y="76"/>
                    <a:pt x="313" y="76"/>
                  </a:cubicBezTo>
                  <a:cubicBezTo>
                    <a:pt x="319" y="100"/>
                    <a:pt x="319" y="100"/>
                    <a:pt x="319" y="100"/>
                  </a:cubicBezTo>
                  <a:cubicBezTo>
                    <a:pt x="317" y="136"/>
                    <a:pt x="317" y="136"/>
                    <a:pt x="317" y="136"/>
                  </a:cubicBezTo>
                  <a:cubicBezTo>
                    <a:pt x="317" y="143"/>
                    <a:pt x="317" y="143"/>
                    <a:pt x="317" y="143"/>
                  </a:cubicBezTo>
                  <a:cubicBezTo>
                    <a:pt x="318" y="155"/>
                    <a:pt x="318" y="155"/>
                    <a:pt x="318" y="155"/>
                  </a:cubicBezTo>
                  <a:cubicBezTo>
                    <a:pt x="294" y="165"/>
                    <a:pt x="294" y="165"/>
                    <a:pt x="294" y="165"/>
                  </a:cubicBezTo>
                  <a:cubicBezTo>
                    <a:pt x="284" y="184"/>
                    <a:pt x="284" y="184"/>
                    <a:pt x="284" y="184"/>
                  </a:cubicBezTo>
                  <a:cubicBezTo>
                    <a:pt x="270" y="176"/>
                    <a:pt x="270" y="176"/>
                    <a:pt x="270" y="176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49" y="176"/>
                    <a:pt x="249" y="176"/>
                    <a:pt x="249" y="176"/>
                  </a:cubicBezTo>
                  <a:cubicBezTo>
                    <a:pt x="244" y="164"/>
                    <a:pt x="244" y="164"/>
                    <a:pt x="244" y="164"/>
                  </a:cubicBezTo>
                  <a:cubicBezTo>
                    <a:pt x="255" y="144"/>
                    <a:pt x="255" y="144"/>
                    <a:pt x="255" y="144"/>
                  </a:cubicBezTo>
                  <a:cubicBezTo>
                    <a:pt x="249" y="134"/>
                    <a:pt x="249" y="134"/>
                    <a:pt x="249" y="134"/>
                  </a:cubicBezTo>
                  <a:cubicBezTo>
                    <a:pt x="234" y="149"/>
                    <a:pt x="234" y="149"/>
                    <a:pt x="234" y="149"/>
                  </a:cubicBezTo>
                  <a:cubicBezTo>
                    <a:pt x="218" y="143"/>
                    <a:pt x="218" y="143"/>
                    <a:pt x="218" y="143"/>
                  </a:cubicBezTo>
                  <a:cubicBezTo>
                    <a:pt x="189" y="159"/>
                    <a:pt x="189" y="159"/>
                    <a:pt x="189" y="159"/>
                  </a:cubicBezTo>
                  <a:cubicBezTo>
                    <a:pt x="157" y="155"/>
                    <a:pt x="157" y="155"/>
                    <a:pt x="157" y="155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25" y="157"/>
                    <a:pt x="125" y="157"/>
                    <a:pt x="125" y="157"/>
                  </a:cubicBezTo>
                  <a:cubicBezTo>
                    <a:pt x="112" y="154"/>
                    <a:pt x="112" y="154"/>
                    <a:pt x="112" y="154"/>
                  </a:cubicBezTo>
                  <a:cubicBezTo>
                    <a:pt x="103" y="190"/>
                    <a:pt x="103" y="190"/>
                    <a:pt x="103" y="190"/>
                  </a:cubicBezTo>
                  <a:cubicBezTo>
                    <a:pt x="106" y="216"/>
                    <a:pt x="106" y="216"/>
                    <a:pt x="106" y="216"/>
                  </a:cubicBezTo>
                  <a:cubicBezTo>
                    <a:pt x="96" y="226"/>
                    <a:pt x="96" y="226"/>
                    <a:pt x="96" y="226"/>
                  </a:cubicBezTo>
                  <a:cubicBezTo>
                    <a:pt x="66" y="227"/>
                    <a:pt x="66" y="227"/>
                    <a:pt x="66" y="227"/>
                  </a:cubicBezTo>
                  <a:cubicBezTo>
                    <a:pt x="59" y="234"/>
                    <a:pt x="59" y="234"/>
                    <a:pt x="59" y="234"/>
                  </a:cubicBezTo>
                  <a:cubicBezTo>
                    <a:pt x="48" y="223"/>
                    <a:pt x="48" y="223"/>
                    <a:pt x="48" y="223"/>
                  </a:cubicBezTo>
                  <a:cubicBezTo>
                    <a:pt x="25" y="225"/>
                    <a:pt x="25" y="225"/>
                    <a:pt x="25" y="225"/>
                  </a:cubicBezTo>
                  <a:cubicBezTo>
                    <a:pt x="20" y="229"/>
                    <a:pt x="20" y="229"/>
                    <a:pt x="20" y="229"/>
                  </a:cubicBezTo>
                  <a:cubicBezTo>
                    <a:pt x="33" y="255"/>
                    <a:pt x="33" y="255"/>
                    <a:pt x="33" y="255"/>
                  </a:cubicBezTo>
                  <a:cubicBezTo>
                    <a:pt x="25" y="260"/>
                    <a:pt x="25" y="260"/>
                    <a:pt x="25" y="260"/>
                  </a:cubicBezTo>
                  <a:cubicBezTo>
                    <a:pt x="2" y="254"/>
                    <a:pt x="2" y="254"/>
                    <a:pt x="2" y="254"/>
                  </a:cubicBezTo>
                  <a:cubicBezTo>
                    <a:pt x="2" y="254"/>
                    <a:pt x="0" y="255"/>
                    <a:pt x="0" y="255"/>
                  </a:cubicBezTo>
                  <a:cubicBezTo>
                    <a:pt x="6" y="275"/>
                    <a:pt x="6" y="275"/>
                    <a:pt x="6" y="275"/>
                  </a:cubicBezTo>
                  <a:cubicBezTo>
                    <a:pt x="33" y="290"/>
                    <a:pt x="33" y="290"/>
                    <a:pt x="33" y="290"/>
                  </a:cubicBezTo>
                  <a:cubicBezTo>
                    <a:pt x="35" y="312"/>
                    <a:pt x="35" y="312"/>
                    <a:pt x="35" y="312"/>
                  </a:cubicBezTo>
                  <a:cubicBezTo>
                    <a:pt x="58" y="332"/>
                    <a:pt x="58" y="332"/>
                    <a:pt x="58" y="332"/>
                  </a:cubicBezTo>
                  <a:cubicBezTo>
                    <a:pt x="66" y="356"/>
                    <a:pt x="66" y="356"/>
                    <a:pt x="66" y="356"/>
                  </a:cubicBezTo>
                  <a:cubicBezTo>
                    <a:pt x="66" y="357"/>
                    <a:pt x="66" y="357"/>
                    <a:pt x="66" y="357"/>
                  </a:cubicBezTo>
                  <a:cubicBezTo>
                    <a:pt x="69" y="355"/>
                    <a:pt x="69" y="355"/>
                    <a:pt x="69" y="355"/>
                  </a:cubicBezTo>
                  <a:cubicBezTo>
                    <a:pt x="86" y="354"/>
                    <a:pt x="86" y="354"/>
                    <a:pt x="86" y="354"/>
                  </a:cubicBezTo>
                  <a:cubicBezTo>
                    <a:pt x="101" y="349"/>
                    <a:pt x="101" y="349"/>
                    <a:pt x="101" y="349"/>
                  </a:cubicBezTo>
                  <a:cubicBezTo>
                    <a:pt x="114" y="350"/>
                    <a:pt x="114" y="350"/>
                    <a:pt x="114" y="350"/>
                  </a:cubicBezTo>
                  <a:cubicBezTo>
                    <a:pt x="136" y="369"/>
                    <a:pt x="136" y="369"/>
                    <a:pt x="136" y="369"/>
                  </a:cubicBezTo>
                  <a:cubicBezTo>
                    <a:pt x="173" y="361"/>
                    <a:pt x="173" y="361"/>
                    <a:pt x="173" y="361"/>
                  </a:cubicBezTo>
                  <a:cubicBezTo>
                    <a:pt x="191" y="366"/>
                    <a:pt x="191" y="366"/>
                    <a:pt x="191" y="366"/>
                  </a:cubicBezTo>
                  <a:cubicBezTo>
                    <a:pt x="202" y="360"/>
                    <a:pt x="202" y="360"/>
                    <a:pt x="202" y="360"/>
                  </a:cubicBezTo>
                  <a:cubicBezTo>
                    <a:pt x="222" y="362"/>
                    <a:pt x="222" y="362"/>
                    <a:pt x="222" y="362"/>
                  </a:cubicBezTo>
                  <a:cubicBezTo>
                    <a:pt x="228" y="359"/>
                    <a:pt x="228" y="359"/>
                    <a:pt x="228" y="359"/>
                  </a:cubicBezTo>
                  <a:cubicBezTo>
                    <a:pt x="240" y="361"/>
                    <a:pt x="240" y="361"/>
                    <a:pt x="240" y="361"/>
                  </a:cubicBezTo>
                  <a:cubicBezTo>
                    <a:pt x="245" y="356"/>
                    <a:pt x="245" y="356"/>
                    <a:pt x="245" y="356"/>
                  </a:cubicBezTo>
                  <a:cubicBezTo>
                    <a:pt x="233" y="348"/>
                    <a:pt x="233" y="348"/>
                    <a:pt x="233" y="348"/>
                  </a:cubicBezTo>
                  <a:cubicBezTo>
                    <a:pt x="239" y="337"/>
                    <a:pt x="239" y="337"/>
                    <a:pt x="239" y="337"/>
                  </a:cubicBezTo>
                  <a:cubicBezTo>
                    <a:pt x="261" y="342"/>
                    <a:pt x="261" y="342"/>
                    <a:pt x="261" y="342"/>
                  </a:cubicBezTo>
                  <a:cubicBezTo>
                    <a:pt x="257" y="334"/>
                    <a:pt x="257" y="334"/>
                    <a:pt x="257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89" y="325"/>
                    <a:pt x="289" y="325"/>
                    <a:pt x="289" y="325"/>
                  </a:cubicBezTo>
                  <a:cubicBezTo>
                    <a:pt x="297" y="329"/>
                    <a:pt x="297" y="329"/>
                    <a:pt x="297" y="329"/>
                  </a:cubicBezTo>
                  <a:cubicBezTo>
                    <a:pt x="291" y="345"/>
                    <a:pt x="291" y="345"/>
                    <a:pt x="291" y="345"/>
                  </a:cubicBezTo>
                  <a:cubicBezTo>
                    <a:pt x="306" y="345"/>
                    <a:pt x="306" y="345"/>
                    <a:pt x="306" y="345"/>
                  </a:cubicBezTo>
                  <a:cubicBezTo>
                    <a:pt x="308" y="347"/>
                    <a:pt x="308" y="347"/>
                    <a:pt x="308" y="347"/>
                  </a:cubicBezTo>
                  <a:cubicBezTo>
                    <a:pt x="308" y="347"/>
                    <a:pt x="308" y="347"/>
                    <a:pt x="308" y="347"/>
                  </a:cubicBezTo>
                  <a:cubicBezTo>
                    <a:pt x="330" y="337"/>
                    <a:pt x="330" y="337"/>
                    <a:pt x="330" y="337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51" y="304"/>
                    <a:pt x="351" y="304"/>
                    <a:pt x="351" y="304"/>
                  </a:cubicBezTo>
                  <a:cubicBezTo>
                    <a:pt x="369" y="300"/>
                    <a:pt x="369" y="300"/>
                    <a:pt x="369" y="300"/>
                  </a:cubicBezTo>
                  <a:cubicBezTo>
                    <a:pt x="370" y="300"/>
                    <a:pt x="370" y="300"/>
                    <a:pt x="370" y="300"/>
                  </a:cubicBezTo>
                  <a:cubicBezTo>
                    <a:pt x="364" y="294"/>
                    <a:pt x="364" y="294"/>
                    <a:pt x="364" y="294"/>
                  </a:cubicBezTo>
                  <a:cubicBezTo>
                    <a:pt x="360" y="293"/>
                    <a:pt x="360" y="293"/>
                    <a:pt x="360" y="293"/>
                  </a:cubicBezTo>
                  <a:cubicBezTo>
                    <a:pt x="361" y="286"/>
                    <a:pt x="361" y="286"/>
                    <a:pt x="361" y="286"/>
                  </a:cubicBezTo>
                  <a:cubicBezTo>
                    <a:pt x="370" y="275"/>
                    <a:pt x="370" y="275"/>
                    <a:pt x="370" y="275"/>
                  </a:cubicBezTo>
                  <a:cubicBezTo>
                    <a:pt x="373" y="264"/>
                    <a:pt x="373" y="264"/>
                    <a:pt x="373" y="264"/>
                  </a:cubicBezTo>
                  <a:cubicBezTo>
                    <a:pt x="384" y="254"/>
                    <a:pt x="384" y="254"/>
                    <a:pt x="384" y="254"/>
                  </a:cubicBezTo>
                  <a:cubicBezTo>
                    <a:pt x="411" y="229"/>
                    <a:pt x="411" y="229"/>
                    <a:pt x="411" y="229"/>
                  </a:cubicBezTo>
                  <a:cubicBezTo>
                    <a:pt x="427" y="212"/>
                    <a:pt x="427" y="212"/>
                    <a:pt x="427" y="212"/>
                  </a:cubicBezTo>
                  <a:cubicBezTo>
                    <a:pt x="432" y="212"/>
                    <a:pt x="432" y="212"/>
                    <a:pt x="432" y="212"/>
                  </a:cubicBezTo>
                  <a:cubicBezTo>
                    <a:pt x="446" y="202"/>
                    <a:pt x="446" y="202"/>
                    <a:pt x="446" y="202"/>
                  </a:cubicBezTo>
                  <a:cubicBezTo>
                    <a:pt x="460" y="190"/>
                    <a:pt x="460" y="190"/>
                    <a:pt x="460" y="190"/>
                  </a:cubicBezTo>
                  <a:cubicBezTo>
                    <a:pt x="466" y="183"/>
                    <a:pt x="466" y="183"/>
                    <a:pt x="466" y="183"/>
                  </a:cubicBezTo>
                  <a:cubicBezTo>
                    <a:pt x="466" y="183"/>
                    <a:pt x="466" y="183"/>
                    <a:pt x="466" y="183"/>
                  </a:cubicBezTo>
                  <a:cubicBezTo>
                    <a:pt x="458" y="170"/>
                    <a:pt x="458" y="170"/>
                    <a:pt x="458" y="170"/>
                  </a:cubicBezTo>
                  <a:cubicBezTo>
                    <a:pt x="446" y="170"/>
                    <a:pt x="446" y="170"/>
                    <a:pt x="446" y="170"/>
                  </a:cubicBezTo>
                  <a:cubicBezTo>
                    <a:pt x="429" y="154"/>
                    <a:pt x="429" y="154"/>
                    <a:pt x="429" y="154"/>
                  </a:cubicBezTo>
                  <a:cubicBezTo>
                    <a:pt x="423" y="166"/>
                    <a:pt x="423" y="166"/>
                    <a:pt x="423" y="166"/>
                  </a:cubicBezTo>
                  <a:cubicBezTo>
                    <a:pt x="413" y="157"/>
                    <a:pt x="413" y="157"/>
                    <a:pt x="413" y="157"/>
                  </a:cubicBezTo>
                  <a:cubicBezTo>
                    <a:pt x="402" y="147"/>
                    <a:pt x="402" y="147"/>
                    <a:pt x="402" y="147"/>
                  </a:cubicBezTo>
                  <a:cubicBezTo>
                    <a:pt x="410" y="126"/>
                    <a:pt x="410" y="126"/>
                    <a:pt x="410" y="126"/>
                  </a:cubicBezTo>
                  <a:cubicBezTo>
                    <a:pt x="419" y="103"/>
                    <a:pt x="419" y="103"/>
                    <a:pt x="419" y="103"/>
                  </a:cubicBezTo>
                  <a:cubicBezTo>
                    <a:pt x="406" y="84"/>
                    <a:pt x="406" y="84"/>
                    <a:pt x="406" y="84"/>
                  </a:cubicBezTo>
                  <a:cubicBezTo>
                    <a:pt x="407" y="62"/>
                    <a:pt x="407" y="62"/>
                    <a:pt x="407" y="62"/>
                  </a:cubicBezTo>
                  <a:cubicBezTo>
                    <a:pt x="421" y="45"/>
                    <a:pt x="421" y="45"/>
                    <a:pt x="421" y="45"/>
                  </a:cubicBezTo>
                  <a:cubicBezTo>
                    <a:pt x="424" y="31"/>
                    <a:pt x="424" y="31"/>
                    <a:pt x="424" y="31"/>
                  </a:cubicBezTo>
                  <a:cubicBezTo>
                    <a:pt x="416" y="26"/>
                    <a:pt x="416" y="26"/>
                    <a:pt x="416" y="26"/>
                  </a:cubicBezTo>
                  <a:cubicBezTo>
                    <a:pt x="408" y="7"/>
                    <a:pt x="408" y="7"/>
                    <a:pt x="408" y="7"/>
                  </a:cubicBezTo>
                  <a:cubicBezTo>
                    <a:pt x="400" y="7"/>
                    <a:pt x="400" y="7"/>
                    <a:pt x="400" y="7"/>
                  </a:cubicBezTo>
                  <a:cubicBezTo>
                    <a:pt x="384" y="12"/>
                    <a:pt x="384" y="12"/>
                    <a:pt x="384" y="12"/>
                  </a:cubicBezTo>
                  <a:lnTo>
                    <a:pt x="382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8">
              <a:extLst>
                <a:ext uri="{FF2B5EF4-FFF2-40B4-BE49-F238E27FC236}">
                  <a16:creationId xmlns="" xmlns:a16="http://schemas.microsoft.com/office/drawing/2014/main" id="{D04C5E32-7470-44CB-D51A-C7A882FCCEA5}"/>
                </a:ext>
              </a:extLst>
            </p:cNvPr>
            <p:cNvSpPr/>
            <p:nvPr/>
          </p:nvSpPr>
          <p:spPr>
            <a:xfrm>
              <a:off x="5237163" y="1825625"/>
              <a:ext cx="936625" cy="919162"/>
            </a:xfrm>
            <a:custGeom>
              <a:avLst/>
              <a:gdLst/>
              <a:ahLst/>
              <a:cxnLst/>
              <a:rect l="l" t="t" r="r" b="b"/>
              <a:pathLst>
                <a:path w="448" h="440" extrusionOk="0">
                  <a:moveTo>
                    <a:pt x="34" y="0"/>
                  </a:moveTo>
                  <a:cubicBezTo>
                    <a:pt x="12" y="11"/>
                    <a:pt x="12" y="11"/>
                    <a:pt x="12" y="1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27" y="73"/>
                    <a:pt x="27" y="73"/>
                    <a:pt x="27" y="73"/>
                  </a:cubicBezTo>
                  <a:cubicBezTo>
                    <a:pt x="41" y="87"/>
                    <a:pt x="41" y="87"/>
                    <a:pt x="41" y="87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39" y="147"/>
                    <a:pt x="39" y="147"/>
                    <a:pt x="39" y="147"/>
                  </a:cubicBezTo>
                  <a:cubicBezTo>
                    <a:pt x="49" y="169"/>
                    <a:pt x="49" y="169"/>
                    <a:pt x="49" y="169"/>
                  </a:cubicBezTo>
                  <a:cubicBezTo>
                    <a:pt x="39" y="213"/>
                    <a:pt x="39" y="213"/>
                    <a:pt x="39" y="213"/>
                  </a:cubicBezTo>
                  <a:cubicBezTo>
                    <a:pt x="41" y="222"/>
                    <a:pt x="41" y="222"/>
                    <a:pt x="41" y="222"/>
                  </a:cubicBezTo>
                  <a:cubicBezTo>
                    <a:pt x="62" y="220"/>
                    <a:pt x="62" y="220"/>
                    <a:pt x="62" y="220"/>
                  </a:cubicBezTo>
                  <a:cubicBezTo>
                    <a:pt x="78" y="226"/>
                    <a:pt x="78" y="226"/>
                    <a:pt x="78" y="226"/>
                  </a:cubicBezTo>
                  <a:cubicBezTo>
                    <a:pt x="84" y="246"/>
                    <a:pt x="84" y="246"/>
                    <a:pt x="84" y="246"/>
                  </a:cubicBezTo>
                  <a:cubicBezTo>
                    <a:pt x="77" y="255"/>
                    <a:pt x="77" y="255"/>
                    <a:pt x="77" y="255"/>
                  </a:cubicBezTo>
                  <a:cubicBezTo>
                    <a:pt x="74" y="267"/>
                    <a:pt x="74" y="267"/>
                    <a:pt x="74" y="267"/>
                  </a:cubicBezTo>
                  <a:cubicBezTo>
                    <a:pt x="62" y="284"/>
                    <a:pt x="62" y="284"/>
                    <a:pt x="62" y="284"/>
                  </a:cubicBezTo>
                  <a:cubicBezTo>
                    <a:pt x="55" y="286"/>
                    <a:pt x="55" y="286"/>
                    <a:pt x="55" y="286"/>
                  </a:cubicBezTo>
                  <a:cubicBezTo>
                    <a:pt x="45" y="274"/>
                    <a:pt x="45" y="274"/>
                    <a:pt x="45" y="274"/>
                  </a:cubicBezTo>
                  <a:cubicBezTo>
                    <a:pt x="19" y="266"/>
                    <a:pt x="19" y="266"/>
                    <a:pt x="19" y="266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11" y="281"/>
                    <a:pt x="11" y="281"/>
                    <a:pt x="11" y="281"/>
                  </a:cubicBezTo>
                  <a:cubicBezTo>
                    <a:pt x="1" y="286"/>
                    <a:pt x="1" y="286"/>
                    <a:pt x="1" y="286"/>
                  </a:cubicBezTo>
                  <a:cubicBezTo>
                    <a:pt x="0" y="296"/>
                    <a:pt x="0" y="296"/>
                    <a:pt x="0" y="296"/>
                  </a:cubicBezTo>
                  <a:cubicBezTo>
                    <a:pt x="17" y="309"/>
                    <a:pt x="17" y="309"/>
                    <a:pt x="17" y="309"/>
                  </a:cubicBezTo>
                  <a:cubicBezTo>
                    <a:pt x="29" y="342"/>
                    <a:pt x="29" y="342"/>
                    <a:pt x="29" y="342"/>
                  </a:cubicBezTo>
                  <a:cubicBezTo>
                    <a:pt x="22" y="357"/>
                    <a:pt x="22" y="357"/>
                    <a:pt x="22" y="357"/>
                  </a:cubicBezTo>
                  <a:cubicBezTo>
                    <a:pt x="22" y="357"/>
                    <a:pt x="20" y="362"/>
                    <a:pt x="19" y="364"/>
                  </a:cubicBezTo>
                  <a:cubicBezTo>
                    <a:pt x="31" y="373"/>
                    <a:pt x="31" y="373"/>
                    <a:pt x="31" y="373"/>
                  </a:cubicBezTo>
                  <a:cubicBezTo>
                    <a:pt x="47" y="378"/>
                    <a:pt x="47" y="378"/>
                    <a:pt x="47" y="378"/>
                  </a:cubicBezTo>
                  <a:cubicBezTo>
                    <a:pt x="53" y="408"/>
                    <a:pt x="53" y="408"/>
                    <a:pt x="53" y="408"/>
                  </a:cubicBezTo>
                  <a:cubicBezTo>
                    <a:pt x="39" y="431"/>
                    <a:pt x="39" y="431"/>
                    <a:pt x="39" y="431"/>
                  </a:cubicBezTo>
                  <a:cubicBezTo>
                    <a:pt x="57" y="437"/>
                    <a:pt x="57" y="437"/>
                    <a:pt x="57" y="437"/>
                  </a:cubicBezTo>
                  <a:cubicBezTo>
                    <a:pt x="66" y="434"/>
                    <a:pt x="66" y="434"/>
                    <a:pt x="66" y="434"/>
                  </a:cubicBezTo>
                  <a:cubicBezTo>
                    <a:pt x="66" y="435"/>
                    <a:pt x="66" y="435"/>
                    <a:pt x="66" y="435"/>
                  </a:cubicBezTo>
                  <a:cubicBezTo>
                    <a:pt x="66" y="435"/>
                    <a:pt x="68" y="434"/>
                    <a:pt x="68" y="434"/>
                  </a:cubicBezTo>
                  <a:cubicBezTo>
                    <a:pt x="91" y="440"/>
                    <a:pt x="91" y="440"/>
                    <a:pt x="91" y="440"/>
                  </a:cubicBezTo>
                  <a:cubicBezTo>
                    <a:pt x="99" y="435"/>
                    <a:pt x="99" y="435"/>
                    <a:pt x="99" y="435"/>
                  </a:cubicBezTo>
                  <a:cubicBezTo>
                    <a:pt x="86" y="409"/>
                    <a:pt x="86" y="409"/>
                    <a:pt x="86" y="409"/>
                  </a:cubicBezTo>
                  <a:cubicBezTo>
                    <a:pt x="91" y="405"/>
                    <a:pt x="91" y="405"/>
                    <a:pt x="91" y="405"/>
                  </a:cubicBezTo>
                  <a:cubicBezTo>
                    <a:pt x="114" y="403"/>
                    <a:pt x="114" y="403"/>
                    <a:pt x="114" y="403"/>
                  </a:cubicBezTo>
                  <a:cubicBezTo>
                    <a:pt x="125" y="414"/>
                    <a:pt x="125" y="414"/>
                    <a:pt x="125" y="414"/>
                  </a:cubicBezTo>
                  <a:cubicBezTo>
                    <a:pt x="132" y="407"/>
                    <a:pt x="132" y="407"/>
                    <a:pt x="132" y="407"/>
                  </a:cubicBezTo>
                  <a:cubicBezTo>
                    <a:pt x="162" y="406"/>
                    <a:pt x="162" y="406"/>
                    <a:pt x="162" y="406"/>
                  </a:cubicBezTo>
                  <a:cubicBezTo>
                    <a:pt x="172" y="396"/>
                    <a:pt x="172" y="396"/>
                    <a:pt x="172" y="396"/>
                  </a:cubicBezTo>
                  <a:cubicBezTo>
                    <a:pt x="169" y="370"/>
                    <a:pt x="169" y="370"/>
                    <a:pt x="169" y="370"/>
                  </a:cubicBezTo>
                  <a:cubicBezTo>
                    <a:pt x="178" y="334"/>
                    <a:pt x="178" y="334"/>
                    <a:pt x="178" y="334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218" y="340"/>
                    <a:pt x="218" y="340"/>
                    <a:pt x="218" y="340"/>
                  </a:cubicBezTo>
                  <a:cubicBezTo>
                    <a:pt x="223" y="335"/>
                    <a:pt x="223" y="335"/>
                    <a:pt x="223" y="335"/>
                  </a:cubicBezTo>
                  <a:cubicBezTo>
                    <a:pt x="255" y="339"/>
                    <a:pt x="255" y="339"/>
                    <a:pt x="255" y="339"/>
                  </a:cubicBezTo>
                  <a:cubicBezTo>
                    <a:pt x="284" y="323"/>
                    <a:pt x="284" y="323"/>
                    <a:pt x="284" y="323"/>
                  </a:cubicBezTo>
                  <a:cubicBezTo>
                    <a:pt x="300" y="329"/>
                    <a:pt x="300" y="329"/>
                    <a:pt x="300" y="329"/>
                  </a:cubicBezTo>
                  <a:cubicBezTo>
                    <a:pt x="315" y="314"/>
                    <a:pt x="315" y="314"/>
                    <a:pt x="315" y="314"/>
                  </a:cubicBezTo>
                  <a:cubicBezTo>
                    <a:pt x="321" y="324"/>
                    <a:pt x="321" y="324"/>
                    <a:pt x="321" y="324"/>
                  </a:cubicBezTo>
                  <a:cubicBezTo>
                    <a:pt x="310" y="344"/>
                    <a:pt x="310" y="344"/>
                    <a:pt x="310" y="344"/>
                  </a:cubicBezTo>
                  <a:cubicBezTo>
                    <a:pt x="315" y="356"/>
                    <a:pt x="315" y="356"/>
                    <a:pt x="315" y="356"/>
                  </a:cubicBezTo>
                  <a:cubicBezTo>
                    <a:pt x="328" y="358"/>
                    <a:pt x="328" y="358"/>
                    <a:pt x="328" y="358"/>
                  </a:cubicBezTo>
                  <a:cubicBezTo>
                    <a:pt x="336" y="356"/>
                    <a:pt x="336" y="356"/>
                    <a:pt x="336" y="356"/>
                  </a:cubicBezTo>
                  <a:cubicBezTo>
                    <a:pt x="350" y="364"/>
                    <a:pt x="350" y="364"/>
                    <a:pt x="350" y="364"/>
                  </a:cubicBezTo>
                  <a:cubicBezTo>
                    <a:pt x="360" y="345"/>
                    <a:pt x="360" y="345"/>
                    <a:pt x="360" y="34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3" y="323"/>
                    <a:pt x="383" y="323"/>
                    <a:pt x="383" y="323"/>
                  </a:cubicBezTo>
                  <a:cubicBezTo>
                    <a:pt x="383" y="316"/>
                    <a:pt x="383" y="316"/>
                    <a:pt x="383" y="316"/>
                  </a:cubicBezTo>
                  <a:cubicBezTo>
                    <a:pt x="385" y="280"/>
                    <a:pt x="385" y="280"/>
                    <a:pt x="385" y="280"/>
                  </a:cubicBezTo>
                  <a:cubicBezTo>
                    <a:pt x="379" y="256"/>
                    <a:pt x="379" y="256"/>
                    <a:pt x="379" y="256"/>
                  </a:cubicBezTo>
                  <a:cubicBezTo>
                    <a:pt x="386" y="247"/>
                    <a:pt x="386" y="247"/>
                    <a:pt x="386" y="247"/>
                  </a:cubicBezTo>
                  <a:cubicBezTo>
                    <a:pt x="404" y="246"/>
                    <a:pt x="404" y="246"/>
                    <a:pt x="404" y="246"/>
                  </a:cubicBezTo>
                  <a:cubicBezTo>
                    <a:pt x="407" y="241"/>
                    <a:pt x="407" y="241"/>
                    <a:pt x="407" y="241"/>
                  </a:cubicBezTo>
                  <a:cubicBezTo>
                    <a:pt x="407" y="225"/>
                    <a:pt x="407" y="225"/>
                    <a:pt x="407" y="225"/>
                  </a:cubicBezTo>
                  <a:cubicBezTo>
                    <a:pt x="412" y="203"/>
                    <a:pt x="412" y="203"/>
                    <a:pt x="412" y="203"/>
                  </a:cubicBezTo>
                  <a:cubicBezTo>
                    <a:pt x="415" y="187"/>
                    <a:pt x="415" y="187"/>
                    <a:pt x="415" y="187"/>
                  </a:cubicBezTo>
                  <a:cubicBezTo>
                    <a:pt x="434" y="181"/>
                    <a:pt x="434" y="181"/>
                    <a:pt x="434" y="181"/>
                  </a:cubicBezTo>
                  <a:cubicBezTo>
                    <a:pt x="448" y="180"/>
                    <a:pt x="448" y="180"/>
                    <a:pt x="448" y="180"/>
                  </a:cubicBezTo>
                  <a:cubicBezTo>
                    <a:pt x="445" y="164"/>
                    <a:pt x="445" y="164"/>
                    <a:pt x="445" y="164"/>
                  </a:cubicBezTo>
                  <a:cubicBezTo>
                    <a:pt x="429" y="158"/>
                    <a:pt x="429" y="158"/>
                    <a:pt x="429" y="158"/>
                  </a:cubicBezTo>
                  <a:cubicBezTo>
                    <a:pt x="406" y="148"/>
                    <a:pt x="406" y="148"/>
                    <a:pt x="406" y="148"/>
                  </a:cubicBezTo>
                  <a:cubicBezTo>
                    <a:pt x="396" y="135"/>
                    <a:pt x="396" y="135"/>
                    <a:pt x="396" y="135"/>
                  </a:cubicBezTo>
                  <a:cubicBezTo>
                    <a:pt x="379" y="123"/>
                    <a:pt x="379" y="123"/>
                    <a:pt x="379" y="123"/>
                  </a:cubicBezTo>
                  <a:cubicBezTo>
                    <a:pt x="372" y="109"/>
                    <a:pt x="372" y="109"/>
                    <a:pt x="372" y="109"/>
                  </a:cubicBezTo>
                  <a:cubicBezTo>
                    <a:pt x="356" y="107"/>
                    <a:pt x="356" y="107"/>
                    <a:pt x="356" y="107"/>
                  </a:cubicBezTo>
                  <a:cubicBezTo>
                    <a:pt x="356" y="80"/>
                    <a:pt x="356" y="80"/>
                    <a:pt x="356" y="80"/>
                  </a:cubicBezTo>
                  <a:cubicBezTo>
                    <a:pt x="317" y="65"/>
                    <a:pt x="317" y="65"/>
                    <a:pt x="317" y="65"/>
                  </a:cubicBezTo>
                  <a:cubicBezTo>
                    <a:pt x="315" y="75"/>
                    <a:pt x="315" y="75"/>
                    <a:pt x="315" y="75"/>
                  </a:cubicBezTo>
                  <a:cubicBezTo>
                    <a:pt x="302" y="93"/>
                    <a:pt x="302" y="93"/>
                    <a:pt x="302" y="93"/>
                  </a:cubicBezTo>
                  <a:cubicBezTo>
                    <a:pt x="290" y="106"/>
                    <a:pt x="290" y="106"/>
                    <a:pt x="290" y="106"/>
                  </a:cubicBezTo>
                  <a:cubicBezTo>
                    <a:pt x="279" y="102"/>
                    <a:pt x="279" y="102"/>
                    <a:pt x="279" y="102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39" y="87"/>
                    <a:pt x="239" y="87"/>
                    <a:pt x="239" y="87"/>
                  </a:cubicBezTo>
                  <a:cubicBezTo>
                    <a:pt x="228" y="79"/>
                    <a:pt x="228" y="79"/>
                    <a:pt x="228" y="79"/>
                  </a:cubicBezTo>
                  <a:cubicBezTo>
                    <a:pt x="217" y="95"/>
                    <a:pt x="217" y="95"/>
                    <a:pt x="217" y="95"/>
                  </a:cubicBezTo>
                  <a:cubicBezTo>
                    <a:pt x="201" y="108"/>
                    <a:pt x="201" y="108"/>
                    <a:pt x="201" y="108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3" y="104"/>
                    <a:pt x="183" y="104"/>
                    <a:pt x="183" y="104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1" y="95"/>
                    <a:pt x="161" y="95"/>
                    <a:pt x="161" y="95"/>
                  </a:cubicBezTo>
                  <a:cubicBezTo>
                    <a:pt x="146" y="92"/>
                    <a:pt x="146" y="92"/>
                    <a:pt x="146" y="92"/>
                  </a:cubicBezTo>
                  <a:cubicBezTo>
                    <a:pt x="145" y="82"/>
                    <a:pt x="145" y="82"/>
                    <a:pt x="145" y="82"/>
                  </a:cubicBezTo>
                  <a:cubicBezTo>
                    <a:pt x="129" y="82"/>
                    <a:pt x="129" y="82"/>
                    <a:pt x="129" y="82"/>
                  </a:cubicBezTo>
                  <a:cubicBezTo>
                    <a:pt x="113" y="73"/>
                    <a:pt x="113" y="73"/>
                    <a:pt x="113" y="73"/>
                  </a:cubicBezTo>
                  <a:cubicBezTo>
                    <a:pt x="113" y="56"/>
                    <a:pt x="113" y="56"/>
                    <a:pt x="113" y="56"/>
                  </a:cubicBezTo>
                  <a:cubicBezTo>
                    <a:pt x="102" y="42"/>
                    <a:pt x="102" y="42"/>
                    <a:pt x="102" y="42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72" y="21"/>
                    <a:pt x="72" y="21"/>
                    <a:pt x="72" y="21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38">
              <a:extLst>
                <a:ext uri="{FF2B5EF4-FFF2-40B4-BE49-F238E27FC236}">
                  <a16:creationId xmlns="" xmlns:a16="http://schemas.microsoft.com/office/drawing/2014/main" id="{38384A52-7584-55D5-AE68-DAB313DF5F3A}"/>
                </a:ext>
              </a:extLst>
            </p:cNvPr>
            <p:cNvSpPr/>
            <p:nvPr/>
          </p:nvSpPr>
          <p:spPr>
            <a:xfrm>
              <a:off x="4149725" y="1787525"/>
              <a:ext cx="1263650" cy="815975"/>
            </a:xfrm>
            <a:custGeom>
              <a:avLst/>
              <a:gdLst/>
              <a:ahLst/>
              <a:cxnLst/>
              <a:rect l="l" t="t" r="r" b="b"/>
              <a:pathLst>
                <a:path w="605" h="390" extrusionOk="0">
                  <a:moveTo>
                    <a:pt x="374" y="0"/>
                  </a:moveTo>
                  <a:cubicBezTo>
                    <a:pt x="350" y="7"/>
                    <a:pt x="350" y="7"/>
                    <a:pt x="350" y="7"/>
                  </a:cubicBezTo>
                  <a:cubicBezTo>
                    <a:pt x="340" y="20"/>
                    <a:pt x="340" y="20"/>
                    <a:pt x="340" y="20"/>
                  </a:cubicBezTo>
                  <a:cubicBezTo>
                    <a:pt x="345" y="27"/>
                    <a:pt x="345" y="27"/>
                    <a:pt x="345" y="27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19" y="41"/>
                    <a:pt x="319" y="41"/>
                    <a:pt x="319" y="41"/>
                  </a:cubicBezTo>
                  <a:cubicBezTo>
                    <a:pt x="311" y="52"/>
                    <a:pt x="311" y="52"/>
                    <a:pt x="311" y="52"/>
                  </a:cubicBezTo>
                  <a:cubicBezTo>
                    <a:pt x="297" y="43"/>
                    <a:pt x="297" y="43"/>
                    <a:pt x="297" y="43"/>
                  </a:cubicBezTo>
                  <a:cubicBezTo>
                    <a:pt x="285" y="52"/>
                    <a:pt x="285" y="52"/>
                    <a:pt x="285" y="52"/>
                  </a:cubicBezTo>
                  <a:cubicBezTo>
                    <a:pt x="261" y="54"/>
                    <a:pt x="261" y="54"/>
                    <a:pt x="261" y="54"/>
                  </a:cubicBezTo>
                  <a:cubicBezTo>
                    <a:pt x="246" y="37"/>
                    <a:pt x="246" y="37"/>
                    <a:pt x="246" y="37"/>
                  </a:cubicBezTo>
                  <a:cubicBezTo>
                    <a:pt x="246" y="37"/>
                    <a:pt x="234" y="33"/>
                    <a:pt x="229" y="32"/>
                  </a:cubicBezTo>
                  <a:cubicBezTo>
                    <a:pt x="224" y="31"/>
                    <a:pt x="222" y="44"/>
                    <a:pt x="222" y="44"/>
                  </a:cubicBezTo>
                  <a:cubicBezTo>
                    <a:pt x="111" y="85"/>
                    <a:pt x="111" y="85"/>
                    <a:pt x="111" y="85"/>
                  </a:cubicBezTo>
                  <a:cubicBezTo>
                    <a:pt x="110" y="94"/>
                    <a:pt x="110" y="94"/>
                    <a:pt x="110" y="94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22" y="109"/>
                    <a:pt x="22" y="109"/>
                    <a:pt x="22" y="109"/>
                  </a:cubicBezTo>
                  <a:cubicBezTo>
                    <a:pt x="13" y="107"/>
                    <a:pt x="13" y="107"/>
                    <a:pt x="13" y="107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32" y="160"/>
                    <a:pt x="32" y="160"/>
                    <a:pt x="32" y="160"/>
                  </a:cubicBezTo>
                  <a:cubicBezTo>
                    <a:pt x="41" y="188"/>
                    <a:pt x="41" y="188"/>
                    <a:pt x="41" y="188"/>
                  </a:cubicBezTo>
                  <a:cubicBezTo>
                    <a:pt x="69" y="187"/>
                    <a:pt x="69" y="187"/>
                    <a:pt x="69" y="187"/>
                  </a:cubicBezTo>
                  <a:cubicBezTo>
                    <a:pt x="101" y="186"/>
                    <a:pt x="101" y="186"/>
                    <a:pt x="101" y="186"/>
                  </a:cubicBezTo>
                  <a:cubicBezTo>
                    <a:pt x="128" y="185"/>
                    <a:pt x="128" y="185"/>
                    <a:pt x="128" y="185"/>
                  </a:cubicBezTo>
                  <a:cubicBezTo>
                    <a:pt x="124" y="191"/>
                    <a:pt x="124" y="191"/>
                    <a:pt x="124" y="191"/>
                  </a:cubicBezTo>
                  <a:cubicBezTo>
                    <a:pt x="112" y="209"/>
                    <a:pt x="112" y="209"/>
                    <a:pt x="112" y="209"/>
                  </a:cubicBezTo>
                  <a:cubicBezTo>
                    <a:pt x="110" y="203"/>
                    <a:pt x="110" y="203"/>
                    <a:pt x="110" y="203"/>
                  </a:cubicBezTo>
                  <a:cubicBezTo>
                    <a:pt x="93" y="204"/>
                    <a:pt x="93" y="204"/>
                    <a:pt x="93" y="204"/>
                  </a:cubicBezTo>
                  <a:cubicBezTo>
                    <a:pt x="83" y="200"/>
                    <a:pt x="83" y="200"/>
                    <a:pt x="83" y="200"/>
                  </a:cubicBezTo>
                  <a:cubicBezTo>
                    <a:pt x="72" y="213"/>
                    <a:pt x="72" y="213"/>
                    <a:pt x="72" y="213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46" y="220"/>
                    <a:pt x="46" y="220"/>
                    <a:pt x="46" y="220"/>
                  </a:cubicBezTo>
                  <a:cubicBezTo>
                    <a:pt x="19" y="229"/>
                    <a:pt x="19" y="229"/>
                    <a:pt x="19" y="229"/>
                  </a:cubicBezTo>
                  <a:cubicBezTo>
                    <a:pt x="11" y="240"/>
                    <a:pt x="11" y="240"/>
                    <a:pt x="11" y="240"/>
                  </a:cubicBezTo>
                  <a:cubicBezTo>
                    <a:pt x="17" y="251"/>
                    <a:pt x="17" y="251"/>
                    <a:pt x="17" y="251"/>
                  </a:cubicBezTo>
                  <a:cubicBezTo>
                    <a:pt x="36" y="252"/>
                    <a:pt x="36" y="252"/>
                    <a:pt x="36" y="252"/>
                  </a:cubicBezTo>
                  <a:cubicBezTo>
                    <a:pt x="33" y="274"/>
                    <a:pt x="33" y="274"/>
                    <a:pt x="33" y="274"/>
                  </a:cubicBezTo>
                  <a:cubicBezTo>
                    <a:pt x="50" y="270"/>
                    <a:pt x="50" y="270"/>
                    <a:pt x="50" y="270"/>
                  </a:cubicBezTo>
                  <a:cubicBezTo>
                    <a:pt x="55" y="260"/>
                    <a:pt x="55" y="260"/>
                    <a:pt x="55" y="260"/>
                  </a:cubicBezTo>
                  <a:cubicBezTo>
                    <a:pt x="66" y="251"/>
                    <a:pt x="66" y="251"/>
                    <a:pt x="66" y="251"/>
                  </a:cubicBezTo>
                  <a:cubicBezTo>
                    <a:pt x="68" y="265"/>
                    <a:pt x="68" y="265"/>
                    <a:pt x="68" y="265"/>
                  </a:cubicBezTo>
                  <a:cubicBezTo>
                    <a:pt x="61" y="279"/>
                    <a:pt x="61" y="279"/>
                    <a:pt x="61" y="279"/>
                  </a:cubicBezTo>
                  <a:cubicBezTo>
                    <a:pt x="62" y="290"/>
                    <a:pt x="62" y="290"/>
                    <a:pt x="62" y="290"/>
                  </a:cubicBezTo>
                  <a:cubicBezTo>
                    <a:pt x="56" y="299"/>
                    <a:pt x="56" y="299"/>
                    <a:pt x="56" y="299"/>
                  </a:cubicBezTo>
                  <a:cubicBezTo>
                    <a:pt x="61" y="310"/>
                    <a:pt x="61" y="310"/>
                    <a:pt x="61" y="310"/>
                  </a:cubicBezTo>
                  <a:cubicBezTo>
                    <a:pt x="52" y="319"/>
                    <a:pt x="52" y="319"/>
                    <a:pt x="52" y="319"/>
                  </a:cubicBezTo>
                  <a:cubicBezTo>
                    <a:pt x="78" y="336"/>
                    <a:pt x="78" y="336"/>
                    <a:pt x="78" y="336"/>
                  </a:cubicBezTo>
                  <a:cubicBezTo>
                    <a:pt x="102" y="336"/>
                    <a:pt x="102" y="336"/>
                    <a:pt x="102" y="336"/>
                  </a:cubicBezTo>
                  <a:cubicBezTo>
                    <a:pt x="134" y="355"/>
                    <a:pt x="134" y="355"/>
                    <a:pt x="134" y="355"/>
                  </a:cubicBezTo>
                  <a:cubicBezTo>
                    <a:pt x="136" y="365"/>
                    <a:pt x="136" y="365"/>
                    <a:pt x="136" y="365"/>
                  </a:cubicBezTo>
                  <a:cubicBezTo>
                    <a:pt x="144" y="368"/>
                    <a:pt x="144" y="368"/>
                    <a:pt x="144" y="368"/>
                  </a:cubicBezTo>
                  <a:cubicBezTo>
                    <a:pt x="161" y="375"/>
                    <a:pt x="161" y="375"/>
                    <a:pt x="161" y="375"/>
                  </a:cubicBezTo>
                  <a:cubicBezTo>
                    <a:pt x="177" y="371"/>
                    <a:pt x="177" y="371"/>
                    <a:pt x="177" y="371"/>
                  </a:cubicBezTo>
                  <a:cubicBezTo>
                    <a:pt x="195" y="384"/>
                    <a:pt x="195" y="384"/>
                    <a:pt x="195" y="384"/>
                  </a:cubicBezTo>
                  <a:cubicBezTo>
                    <a:pt x="223" y="360"/>
                    <a:pt x="223" y="360"/>
                    <a:pt x="223" y="360"/>
                  </a:cubicBezTo>
                  <a:cubicBezTo>
                    <a:pt x="266" y="353"/>
                    <a:pt x="266" y="353"/>
                    <a:pt x="266" y="353"/>
                  </a:cubicBezTo>
                  <a:cubicBezTo>
                    <a:pt x="289" y="357"/>
                    <a:pt x="289" y="357"/>
                    <a:pt x="289" y="357"/>
                  </a:cubicBezTo>
                  <a:cubicBezTo>
                    <a:pt x="305" y="368"/>
                    <a:pt x="305" y="368"/>
                    <a:pt x="305" y="368"/>
                  </a:cubicBezTo>
                  <a:cubicBezTo>
                    <a:pt x="330" y="359"/>
                    <a:pt x="330" y="359"/>
                    <a:pt x="330" y="359"/>
                  </a:cubicBezTo>
                  <a:cubicBezTo>
                    <a:pt x="373" y="373"/>
                    <a:pt x="373" y="373"/>
                    <a:pt x="373" y="373"/>
                  </a:cubicBezTo>
                  <a:cubicBezTo>
                    <a:pt x="395" y="355"/>
                    <a:pt x="395" y="355"/>
                    <a:pt x="395" y="355"/>
                  </a:cubicBezTo>
                  <a:cubicBezTo>
                    <a:pt x="433" y="345"/>
                    <a:pt x="433" y="345"/>
                    <a:pt x="433" y="345"/>
                  </a:cubicBezTo>
                  <a:cubicBezTo>
                    <a:pt x="450" y="362"/>
                    <a:pt x="450" y="362"/>
                    <a:pt x="450" y="362"/>
                  </a:cubicBezTo>
                  <a:cubicBezTo>
                    <a:pt x="455" y="387"/>
                    <a:pt x="455" y="387"/>
                    <a:pt x="455" y="387"/>
                  </a:cubicBezTo>
                  <a:cubicBezTo>
                    <a:pt x="468" y="390"/>
                    <a:pt x="468" y="390"/>
                    <a:pt x="468" y="390"/>
                  </a:cubicBezTo>
                  <a:cubicBezTo>
                    <a:pt x="483" y="381"/>
                    <a:pt x="483" y="381"/>
                    <a:pt x="483" y="381"/>
                  </a:cubicBezTo>
                  <a:cubicBezTo>
                    <a:pt x="496" y="366"/>
                    <a:pt x="496" y="366"/>
                    <a:pt x="496" y="366"/>
                  </a:cubicBezTo>
                  <a:cubicBezTo>
                    <a:pt x="516" y="366"/>
                    <a:pt x="516" y="366"/>
                    <a:pt x="516" y="366"/>
                  </a:cubicBezTo>
                  <a:cubicBezTo>
                    <a:pt x="535" y="379"/>
                    <a:pt x="535" y="379"/>
                    <a:pt x="535" y="379"/>
                  </a:cubicBezTo>
                  <a:cubicBezTo>
                    <a:pt x="540" y="382"/>
                    <a:pt x="540" y="382"/>
                    <a:pt x="540" y="382"/>
                  </a:cubicBezTo>
                  <a:cubicBezTo>
                    <a:pt x="541" y="380"/>
                    <a:pt x="543" y="375"/>
                    <a:pt x="543" y="375"/>
                  </a:cubicBezTo>
                  <a:cubicBezTo>
                    <a:pt x="550" y="360"/>
                    <a:pt x="550" y="360"/>
                    <a:pt x="550" y="360"/>
                  </a:cubicBezTo>
                  <a:cubicBezTo>
                    <a:pt x="538" y="327"/>
                    <a:pt x="538" y="327"/>
                    <a:pt x="538" y="327"/>
                  </a:cubicBezTo>
                  <a:cubicBezTo>
                    <a:pt x="521" y="314"/>
                    <a:pt x="521" y="314"/>
                    <a:pt x="521" y="314"/>
                  </a:cubicBezTo>
                  <a:cubicBezTo>
                    <a:pt x="522" y="304"/>
                    <a:pt x="522" y="304"/>
                    <a:pt x="522" y="304"/>
                  </a:cubicBezTo>
                  <a:cubicBezTo>
                    <a:pt x="532" y="299"/>
                    <a:pt x="532" y="299"/>
                    <a:pt x="532" y="299"/>
                  </a:cubicBezTo>
                  <a:cubicBezTo>
                    <a:pt x="529" y="280"/>
                    <a:pt x="529" y="280"/>
                    <a:pt x="529" y="280"/>
                  </a:cubicBezTo>
                  <a:cubicBezTo>
                    <a:pt x="540" y="284"/>
                    <a:pt x="540" y="284"/>
                    <a:pt x="540" y="284"/>
                  </a:cubicBezTo>
                  <a:cubicBezTo>
                    <a:pt x="566" y="292"/>
                    <a:pt x="566" y="292"/>
                    <a:pt x="566" y="292"/>
                  </a:cubicBezTo>
                  <a:cubicBezTo>
                    <a:pt x="576" y="304"/>
                    <a:pt x="576" y="304"/>
                    <a:pt x="576" y="304"/>
                  </a:cubicBezTo>
                  <a:cubicBezTo>
                    <a:pt x="583" y="302"/>
                    <a:pt x="583" y="302"/>
                    <a:pt x="583" y="302"/>
                  </a:cubicBezTo>
                  <a:cubicBezTo>
                    <a:pt x="595" y="285"/>
                    <a:pt x="595" y="285"/>
                    <a:pt x="595" y="285"/>
                  </a:cubicBezTo>
                  <a:cubicBezTo>
                    <a:pt x="598" y="273"/>
                    <a:pt x="598" y="273"/>
                    <a:pt x="598" y="273"/>
                  </a:cubicBezTo>
                  <a:cubicBezTo>
                    <a:pt x="605" y="264"/>
                    <a:pt x="605" y="264"/>
                    <a:pt x="605" y="264"/>
                  </a:cubicBezTo>
                  <a:cubicBezTo>
                    <a:pt x="599" y="244"/>
                    <a:pt x="599" y="244"/>
                    <a:pt x="599" y="244"/>
                  </a:cubicBezTo>
                  <a:cubicBezTo>
                    <a:pt x="583" y="238"/>
                    <a:pt x="583" y="238"/>
                    <a:pt x="583" y="238"/>
                  </a:cubicBezTo>
                  <a:cubicBezTo>
                    <a:pt x="562" y="240"/>
                    <a:pt x="562" y="240"/>
                    <a:pt x="562" y="240"/>
                  </a:cubicBezTo>
                  <a:cubicBezTo>
                    <a:pt x="560" y="231"/>
                    <a:pt x="560" y="231"/>
                    <a:pt x="560" y="231"/>
                  </a:cubicBezTo>
                  <a:cubicBezTo>
                    <a:pt x="570" y="187"/>
                    <a:pt x="570" y="187"/>
                    <a:pt x="570" y="187"/>
                  </a:cubicBezTo>
                  <a:cubicBezTo>
                    <a:pt x="560" y="165"/>
                    <a:pt x="560" y="165"/>
                    <a:pt x="560" y="165"/>
                  </a:cubicBezTo>
                  <a:cubicBezTo>
                    <a:pt x="561" y="158"/>
                    <a:pt x="561" y="158"/>
                    <a:pt x="561" y="158"/>
                  </a:cubicBezTo>
                  <a:cubicBezTo>
                    <a:pt x="557" y="139"/>
                    <a:pt x="557" y="139"/>
                    <a:pt x="557" y="139"/>
                  </a:cubicBezTo>
                  <a:cubicBezTo>
                    <a:pt x="562" y="105"/>
                    <a:pt x="562" y="105"/>
                    <a:pt x="562" y="105"/>
                  </a:cubicBezTo>
                  <a:cubicBezTo>
                    <a:pt x="548" y="91"/>
                    <a:pt x="548" y="91"/>
                    <a:pt x="548" y="91"/>
                  </a:cubicBezTo>
                  <a:cubicBezTo>
                    <a:pt x="528" y="74"/>
                    <a:pt x="528" y="74"/>
                    <a:pt x="528" y="74"/>
                  </a:cubicBezTo>
                  <a:cubicBezTo>
                    <a:pt x="524" y="39"/>
                    <a:pt x="524" y="39"/>
                    <a:pt x="524" y="39"/>
                  </a:cubicBezTo>
                  <a:cubicBezTo>
                    <a:pt x="515" y="33"/>
                    <a:pt x="515" y="33"/>
                    <a:pt x="515" y="33"/>
                  </a:cubicBezTo>
                  <a:cubicBezTo>
                    <a:pt x="482" y="38"/>
                    <a:pt x="482" y="38"/>
                    <a:pt x="482" y="38"/>
                  </a:cubicBezTo>
                  <a:cubicBezTo>
                    <a:pt x="466" y="27"/>
                    <a:pt x="466" y="27"/>
                    <a:pt x="466" y="27"/>
                  </a:cubicBezTo>
                  <a:cubicBezTo>
                    <a:pt x="439" y="14"/>
                    <a:pt x="439" y="14"/>
                    <a:pt x="439" y="14"/>
                  </a:cubicBezTo>
                  <a:cubicBezTo>
                    <a:pt x="411" y="19"/>
                    <a:pt x="411" y="19"/>
                    <a:pt x="411" y="19"/>
                  </a:cubicBezTo>
                  <a:cubicBezTo>
                    <a:pt x="390" y="14"/>
                    <a:pt x="390" y="14"/>
                    <a:pt x="390" y="14"/>
                  </a:cubicBezTo>
                  <a:lnTo>
                    <a:pt x="374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38">
              <a:extLst>
                <a:ext uri="{FF2B5EF4-FFF2-40B4-BE49-F238E27FC236}">
                  <a16:creationId xmlns="" xmlns:a16="http://schemas.microsoft.com/office/drawing/2014/main" id="{E201A134-5F74-CC57-BF29-C678F62D37B6}"/>
                </a:ext>
              </a:extLst>
            </p:cNvPr>
            <p:cNvSpPr/>
            <p:nvPr/>
          </p:nvSpPr>
          <p:spPr>
            <a:xfrm>
              <a:off x="4103688" y="2508250"/>
              <a:ext cx="1450975" cy="1154113"/>
            </a:xfrm>
            <a:custGeom>
              <a:avLst/>
              <a:gdLst/>
              <a:ahLst/>
              <a:cxnLst/>
              <a:rect l="l" t="t" r="r" b="b"/>
              <a:pathLst>
                <a:path w="914" h="727" extrusionOk="0">
                  <a:moveTo>
                    <a:pt x="598" y="0"/>
                  </a:moveTo>
                  <a:lnTo>
                    <a:pt x="548" y="14"/>
                  </a:lnTo>
                  <a:lnTo>
                    <a:pt x="520" y="37"/>
                  </a:lnTo>
                  <a:lnTo>
                    <a:pt x="463" y="19"/>
                  </a:lnTo>
                  <a:lnTo>
                    <a:pt x="430" y="31"/>
                  </a:lnTo>
                  <a:lnTo>
                    <a:pt x="409" y="16"/>
                  </a:lnTo>
                  <a:lnTo>
                    <a:pt x="379" y="11"/>
                  </a:lnTo>
                  <a:lnTo>
                    <a:pt x="322" y="20"/>
                  </a:lnTo>
                  <a:lnTo>
                    <a:pt x="285" y="52"/>
                  </a:lnTo>
                  <a:lnTo>
                    <a:pt x="262" y="35"/>
                  </a:lnTo>
                  <a:lnTo>
                    <a:pt x="241" y="40"/>
                  </a:lnTo>
                  <a:lnTo>
                    <a:pt x="218" y="31"/>
                  </a:lnTo>
                  <a:lnTo>
                    <a:pt x="208" y="27"/>
                  </a:lnTo>
                  <a:lnTo>
                    <a:pt x="210" y="40"/>
                  </a:lnTo>
                  <a:lnTo>
                    <a:pt x="167" y="28"/>
                  </a:lnTo>
                  <a:lnTo>
                    <a:pt x="125" y="52"/>
                  </a:lnTo>
                  <a:lnTo>
                    <a:pt x="108" y="46"/>
                  </a:lnTo>
                  <a:lnTo>
                    <a:pt x="93" y="64"/>
                  </a:lnTo>
                  <a:lnTo>
                    <a:pt x="71" y="71"/>
                  </a:lnTo>
                  <a:lnTo>
                    <a:pt x="50" y="57"/>
                  </a:lnTo>
                  <a:lnTo>
                    <a:pt x="18" y="41"/>
                  </a:lnTo>
                  <a:lnTo>
                    <a:pt x="16" y="67"/>
                  </a:lnTo>
                  <a:lnTo>
                    <a:pt x="25" y="85"/>
                  </a:lnTo>
                  <a:lnTo>
                    <a:pt x="31" y="107"/>
                  </a:lnTo>
                  <a:lnTo>
                    <a:pt x="17" y="128"/>
                  </a:lnTo>
                  <a:lnTo>
                    <a:pt x="1" y="133"/>
                  </a:lnTo>
                  <a:lnTo>
                    <a:pt x="0" y="156"/>
                  </a:lnTo>
                  <a:lnTo>
                    <a:pt x="39" y="179"/>
                  </a:lnTo>
                  <a:lnTo>
                    <a:pt x="67" y="218"/>
                  </a:lnTo>
                  <a:lnTo>
                    <a:pt x="91" y="293"/>
                  </a:lnTo>
                  <a:lnTo>
                    <a:pt x="100" y="321"/>
                  </a:lnTo>
                  <a:lnTo>
                    <a:pt x="109" y="327"/>
                  </a:lnTo>
                  <a:lnTo>
                    <a:pt x="123" y="350"/>
                  </a:lnTo>
                  <a:lnTo>
                    <a:pt x="154" y="399"/>
                  </a:lnTo>
                  <a:lnTo>
                    <a:pt x="167" y="410"/>
                  </a:lnTo>
                  <a:lnTo>
                    <a:pt x="168" y="418"/>
                  </a:lnTo>
                  <a:lnTo>
                    <a:pt x="151" y="427"/>
                  </a:lnTo>
                  <a:lnTo>
                    <a:pt x="130" y="427"/>
                  </a:lnTo>
                  <a:lnTo>
                    <a:pt x="108" y="444"/>
                  </a:lnTo>
                  <a:lnTo>
                    <a:pt x="141" y="447"/>
                  </a:lnTo>
                  <a:lnTo>
                    <a:pt x="139" y="461"/>
                  </a:lnTo>
                  <a:lnTo>
                    <a:pt x="177" y="450"/>
                  </a:lnTo>
                  <a:lnTo>
                    <a:pt x="202" y="482"/>
                  </a:lnTo>
                  <a:lnTo>
                    <a:pt x="179" y="491"/>
                  </a:lnTo>
                  <a:lnTo>
                    <a:pt x="156" y="507"/>
                  </a:lnTo>
                  <a:lnTo>
                    <a:pt x="188" y="537"/>
                  </a:lnTo>
                  <a:lnTo>
                    <a:pt x="218" y="548"/>
                  </a:lnTo>
                  <a:lnTo>
                    <a:pt x="227" y="564"/>
                  </a:lnTo>
                  <a:lnTo>
                    <a:pt x="276" y="595"/>
                  </a:lnTo>
                  <a:lnTo>
                    <a:pt x="313" y="593"/>
                  </a:lnTo>
                  <a:lnTo>
                    <a:pt x="329" y="648"/>
                  </a:lnTo>
                  <a:lnTo>
                    <a:pt x="342" y="690"/>
                  </a:lnTo>
                  <a:lnTo>
                    <a:pt x="431" y="689"/>
                  </a:lnTo>
                  <a:lnTo>
                    <a:pt x="430" y="708"/>
                  </a:lnTo>
                  <a:lnTo>
                    <a:pt x="447" y="727"/>
                  </a:lnTo>
                  <a:lnTo>
                    <a:pt x="466" y="724"/>
                  </a:lnTo>
                  <a:lnTo>
                    <a:pt x="480" y="718"/>
                  </a:lnTo>
                  <a:lnTo>
                    <a:pt x="488" y="697"/>
                  </a:lnTo>
                  <a:lnTo>
                    <a:pt x="510" y="681"/>
                  </a:lnTo>
                  <a:lnTo>
                    <a:pt x="534" y="675"/>
                  </a:lnTo>
                  <a:lnTo>
                    <a:pt x="535" y="665"/>
                  </a:lnTo>
                  <a:lnTo>
                    <a:pt x="560" y="665"/>
                  </a:lnTo>
                  <a:lnTo>
                    <a:pt x="562" y="599"/>
                  </a:lnTo>
                  <a:lnTo>
                    <a:pt x="577" y="610"/>
                  </a:lnTo>
                  <a:lnTo>
                    <a:pt x="592" y="602"/>
                  </a:lnTo>
                  <a:lnTo>
                    <a:pt x="600" y="581"/>
                  </a:lnTo>
                  <a:lnTo>
                    <a:pt x="598" y="560"/>
                  </a:lnTo>
                  <a:lnTo>
                    <a:pt x="608" y="528"/>
                  </a:lnTo>
                  <a:lnTo>
                    <a:pt x="629" y="520"/>
                  </a:lnTo>
                  <a:lnTo>
                    <a:pt x="626" y="482"/>
                  </a:lnTo>
                  <a:lnTo>
                    <a:pt x="634" y="464"/>
                  </a:lnTo>
                  <a:lnTo>
                    <a:pt x="622" y="440"/>
                  </a:lnTo>
                  <a:lnTo>
                    <a:pt x="621" y="429"/>
                  </a:lnTo>
                  <a:lnTo>
                    <a:pt x="600" y="410"/>
                  </a:lnTo>
                  <a:lnTo>
                    <a:pt x="609" y="396"/>
                  </a:lnTo>
                  <a:lnTo>
                    <a:pt x="655" y="443"/>
                  </a:lnTo>
                  <a:lnTo>
                    <a:pt x="696" y="429"/>
                  </a:lnTo>
                  <a:lnTo>
                    <a:pt x="716" y="412"/>
                  </a:lnTo>
                  <a:lnTo>
                    <a:pt x="766" y="448"/>
                  </a:lnTo>
                  <a:lnTo>
                    <a:pt x="789" y="462"/>
                  </a:lnTo>
                  <a:lnTo>
                    <a:pt x="830" y="462"/>
                  </a:lnTo>
                  <a:lnTo>
                    <a:pt x="855" y="477"/>
                  </a:lnTo>
                  <a:lnTo>
                    <a:pt x="856" y="477"/>
                  </a:lnTo>
                  <a:lnTo>
                    <a:pt x="870" y="461"/>
                  </a:lnTo>
                  <a:lnTo>
                    <a:pt x="884" y="456"/>
                  </a:lnTo>
                  <a:lnTo>
                    <a:pt x="885" y="436"/>
                  </a:lnTo>
                  <a:lnTo>
                    <a:pt x="912" y="420"/>
                  </a:lnTo>
                  <a:lnTo>
                    <a:pt x="914" y="368"/>
                  </a:lnTo>
                  <a:lnTo>
                    <a:pt x="900" y="333"/>
                  </a:lnTo>
                  <a:lnTo>
                    <a:pt x="889" y="304"/>
                  </a:lnTo>
                  <a:lnTo>
                    <a:pt x="859" y="308"/>
                  </a:lnTo>
                  <a:lnTo>
                    <a:pt x="852" y="293"/>
                  </a:lnTo>
                  <a:lnTo>
                    <a:pt x="877" y="286"/>
                  </a:lnTo>
                  <a:lnTo>
                    <a:pt x="888" y="277"/>
                  </a:lnTo>
                  <a:lnTo>
                    <a:pt x="888" y="275"/>
                  </a:lnTo>
                  <a:lnTo>
                    <a:pt x="877" y="244"/>
                  </a:lnTo>
                  <a:lnTo>
                    <a:pt x="847" y="218"/>
                  </a:lnTo>
                  <a:lnTo>
                    <a:pt x="845" y="189"/>
                  </a:lnTo>
                  <a:lnTo>
                    <a:pt x="809" y="169"/>
                  </a:lnTo>
                  <a:lnTo>
                    <a:pt x="801" y="141"/>
                  </a:lnTo>
                  <a:lnTo>
                    <a:pt x="789" y="145"/>
                  </a:lnTo>
                  <a:lnTo>
                    <a:pt x="766" y="137"/>
                  </a:lnTo>
                  <a:lnTo>
                    <a:pt x="784" y="107"/>
                  </a:lnTo>
                  <a:lnTo>
                    <a:pt x="776" y="67"/>
                  </a:lnTo>
                  <a:lnTo>
                    <a:pt x="755" y="61"/>
                  </a:lnTo>
                  <a:lnTo>
                    <a:pt x="733" y="45"/>
                  </a:lnTo>
                  <a:lnTo>
                    <a:pt x="708" y="28"/>
                  </a:lnTo>
                  <a:lnTo>
                    <a:pt x="681" y="28"/>
                  </a:lnTo>
                  <a:lnTo>
                    <a:pt x="664" y="48"/>
                  </a:lnTo>
                  <a:lnTo>
                    <a:pt x="645" y="60"/>
                  </a:lnTo>
                  <a:lnTo>
                    <a:pt x="627" y="56"/>
                  </a:lnTo>
                  <a:lnTo>
                    <a:pt x="621" y="23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38">
              <a:extLst>
                <a:ext uri="{FF2B5EF4-FFF2-40B4-BE49-F238E27FC236}">
                  <a16:creationId xmlns="" xmlns:a16="http://schemas.microsoft.com/office/drawing/2014/main" id="{8695EE12-9D37-02FA-34A6-9E1E4A94C9B3}"/>
                </a:ext>
              </a:extLst>
            </p:cNvPr>
            <p:cNvSpPr/>
            <p:nvPr/>
          </p:nvSpPr>
          <p:spPr>
            <a:xfrm>
              <a:off x="3362325" y="2312988"/>
              <a:ext cx="1074738" cy="660400"/>
            </a:xfrm>
            <a:custGeom>
              <a:avLst/>
              <a:gdLst/>
              <a:ahLst/>
              <a:cxnLst/>
              <a:rect l="l" t="t" r="r" b="b"/>
              <a:pathLst>
                <a:path w="677" h="416" extrusionOk="0">
                  <a:moveTo>
                    <a:pt x="583" y="0"/>
                  </a:moveTo>
                  <a:lnTo>
                    <a:pt x="568" y="12"/>
                  </a:lnTo>
                  <a:lnTo>
                    <a:pt x="561" y="25"/>
                  </a:lnTo>
                  <a:lnTo>
                    <a:pt x="539" y="30"/>
                  </a:lnTo>
                  <a:lnTo>
                    <a:pt x="539" y="26"/>
                  </a:lnTo>
                  <a:lnTo>
                    <a:pt x="535" y="31"/>
                  </a:lnTo>
                  <a:lnTo>
                    <a:pt x="517" y="39"/>
                  </a:lnTo>
                  <a:lnTo>
                    <a:pt x="500" y="38"/>
                  </a:lnTo>
                  <a:lnTo>
                    <a:pt x="467" y="67"/>
                  </a:lnTo>
                  <a:lnTo>
                    <a:pt x="451" y="67"/>
                  </a:lnTo>
                  <a:lnTo>
                    <a:pt x="436" y="60"/>
                  </a:lnTo>
                  <a:lnTo>
                    <a:pt x="411" y="73"/>
                  </a:lnTo>
                  <a:lnTo>
                    <a:pt x="383" y="76"/>
                  </a:lnTo>
                  <a:lnTo>
                    <a:pt x="331" y="55"/>
                  </a:lnTo>
                  <a:lnTo>
                    <a:pt x="309" y="43"/>
                  </a:lnTo>
                  <a:lnTo>
                    <a:pt x="272" y="52"/>
                  </a:lnTo>
                  <a:lnTo>
                    <a:pt x="225" y="37"/>
                  </a:lnTo>
                  <a:lnTo>
                    <a:pt x="217" y="40"/>
                  </a:lnTo>
                  <a:lnTo>
                    <a:pt x="230" y="80"/>
                  </a:lnTo>
                  <a:lnTo>
                    <a:pt x="239" y="113"/>
                  </a:lnTo>
                  <a:lnTo>
                    <a:pt x="233" y="143"/>
                  </a:lnTo>
                  <a:lnTo>
                    <a:pt x="205" y="155"/>
                  </a:lnTo>
                  <a:lnTo>
                    <a:pt x="161" y="154"/>
                  </a:lnTo>
                  <a:lnTo>
                    <a:pt x="134" y="169"/>
                  </a:lnTo>
                  <a:lnTo>
                    <a:pt x="96" y="221"/>
                  </a:lnTo>
                  <a:lnTo>
                    <a:pt x="83" y="234"/>
                  </a:lnTo>
                  <a:lnTo>
                    <a:pt x="47" y="251"/>
                  </a:lnTo>
                  <a:lnTo>
                    <a:pt x="25" y="263"/>
                  </a:lnTo>
                  <a:lnTo>
                    <a:pt x="1" y="287"/>
                  </a:lnTo>
                  <a:lnTo>
                    <a:pt x="0" y="316"/>
                  </a:lnTo>
                  <a:lnTo>
                    <a:pt x="25" y="306"/>
                  </a:lnTo>
                  <a:lnTo>
                    <a:pt x="83" y="296"/>
                  </a:lnTo>
                  <a:lnTo>
                    <a:pt x="113" y="281"/>
                  </a:lnTo>
                  <a:lnTo>
                    <a:pt x="127" y="267"/>
                  </a:lnTo>
                  <a:lnTo>
                    <a:pt x="152" y="264"/>
                  </a:lnTo>
                  <a:lnTo>
                    <a:pt x="197" y="271"/>
                  </a:lnTo>
                  <a:lnTo>
                    <a:pt x="217" y="281"/>
                  </a:lnTo>
                  <a:lnTo>
                    <a:pt x="217" y="314"/>
                  </a:lnTo>
                  <a:lnTo>
                    <a:pt x="225" y="343"/>
                  </a:lnTo>
                  <a:lnTo>
                    <a:pt x="259" y="346"/>
                  </a:lnTo>
                  <a:lnTo>
                    <a:pt x="269" y="358"/>
                  </a:lnTo>
                  <a:lnTo>
                    <a:pt x="272" y="369"/>
                  </a:lnTo>
                  <a:lnTo>
                    <a:pt x="286" y="375"/>
                  </a:lnTo>
                  <a:lnTo>
                    <a:pt x="361" y="416"/>
                  </a:lnTo>
                  <a:lnTo>
                    <a:pt x="375" y="392"/>
                  </a:lnTo>
                  <a:lnTo>
                    <a:pt x="405" y="381"/>
                  </a:lnTo>
                  <a:lnTo>
                    <a:pt x="419" y="383"/>
                  </a:lnTo>
                  <a:lnTo>
                    <a:pt x="430" y="387"/>
                  </a:lnTo>
                  <a:lnTo>
                    <a:pt x="440" y="376"/>
                  </a:lnTo>
                  <a:lnTo>
                    <a:pt x="427" y="334"/>
                  </a:lnTo>
                  <a:lnTo>
                    <a:pt x="419" y="323"/>
                  </a:lnTo>
                  <a:lnTo>
                    <a:pt x="418" y="306"/>
                  </a:lnTo>
                  <a:lnTo>
                    <a:pt x="419" y="289"/>
                  </a:lnTo>
                  <a:lnTo>
                    <a:pt x="410" y="260"/>
                  </a:lnTo>
                  <a:lnTo>
                    <a:pt x="419" y="255"/>
                  </a:lnTo>
                  <a:lnTo>
                    <a:pt x="447" y="252"/>
                  </a:lnTo>
                  <a:lnTo>
                    <a:pt x="476" y="242"/>
                  </a:lnTo>
                  <a:lnTo>
                    <a:pt x="493" y="238"/>
                  </a:lnTo>
                  <a:lnTo>
                    <a:pt x="498" y="230"/>
                  </a:lnTo>
                  <a:lnTo>
                    <a:pt x="492" y="208"/>
                  </a:lnTo>
                  <a:lnTo>
                    <a:pt x="483" y="190"/>
                  </a:lnTo>
                  <a:lnTo>
                    <a:pt x="485" y="164"/>
                  </a:lnTo>
                  <a:lnTo>
                    <a:pt x="517" y="180"/>
                  </a:lnTo>
                  <a:lnTo>
                    <a:pt x="538" y="194"/>
                  </a:lnTo>
                  <a:lnTo>
                    <a:pt x="560" y="187"/>
                  </a:lnTo>
                  <a:lnTo>
                    <a:pt x="575" y="169"/>
                  </a:lnTo>
                  <a:lnTo>
                    <a:pt x="592" y="175"/>
                  </a:lnTo>
                  <a:lnTo>
                    <a:pt x="634" y="151"/>
                  </a:lnTo>
                  <a:lnTo>
                    <a:pt x="677" y="163"/>
                  </a:lnTo>
                  <a:lnTo>
                    <a:pt x="672" y="137"/>
                  </a:lnTo>
                  <a:lnTo>
                    <a:pt x="630" y="112"/>
                  </a:lnTo>
                  <a:lnTo>
                    <a:pt x="598" y="112"/>
                  </a:lnTo>
                  <a:lnTo>
                    <a:pt x="564" y="89"/>
                  </a:lnTo>
                  <a:lnTo>
                    <a:pt x="576" y="77"/>
                  </a:lnTo>
                  <a:lnTo>
                    <a:pt x="569" y="63"/>
                  </a:lnTo>
                  <a:lnTo>
                    <a:pt x="577" y="51"/>
                  </a:lnTo>
                  <a:lnTo>
                    <a:pt x="576" y="37"/>
                  </a:lnTo>
                  <a:lnTo>
                    <a:pt x="585" y="18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38">
              <a:extLst>
                <a:ext uri="{FF2B5EF4-FFF2-40B4-BE49-F238E27FC236}">
                  <a16:creationId xmlns="" xmlns:a16="http://schemas.microsoft.com/office/drawing/2014/main" id="{15FFFB0B-AD94-00DA-1AEE-A23F39BB5006}"/>
                </a:ext>
              </a:extLst>
            </p:cNvPr>
            <p:cNvSpPr/>
            <p:nvPr/>
          </p:nvSpPr>
          <p:spPr>
            <a:xfrm>
              <a:off x="3273425" y="1844675"/>
              <a:ext cx="1143000" cy="588962"/>
            </a:xfrm>
            <a:custGeom>
              <a:avLst/>
              <a:gdLst/>
              <a:ahLst/>
              <a:cxnLst/>
              <a:rect l="l" t="t" r="r" b="b"/>
              <a:pathLst>
                <a:path w="547" h="282" extrusionOk="0">
                  <a:moveTo>
                    <a:pt x="65" y="0"/>
                  </a:moveTo>
                  <a:cubicBezTo>
                    <a:pt x="47" y="5"/>
                    <a:pt x="47" y="5"/>
                    <a:pt x="47" y="5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65" y="83"/>
                    <a:pt x="65" y="83"/>
                    <a:pt x="65" y="83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44" y="130"/>
                    <a:pt x="44" y="130"/>
                    <a:pt x="44" y="130"/>
                  </a:cubicBezTo>
                  <a:cubicBezTo>
                    <a:pt x="42" y="143"/>
                    <a:pt x="42" y="143"/>
                    <a:pt x="42" y="143"/>
                  </a:cubicBezTo>
                  <a:cubicBezTo>
                    <a:pt x="65" y="155"/>
                    <a:pt x="65" y="155"/>
                    <a:pt x="65" y="155"/>
                  </a:cubicBezTo>
                  <a:cubicBezTo>
                    <a:pt x="80" y="134"/>
                    <a:pt x="80" y="134"/>
                    <a:pt x="80" y="134"/>
                  </a:cubicBezTo>
                  <a:cubicBezTo>
                    <a:pt x="92" y="132"/>
                    <a:pt x="92" y="132"/>
                    <a:pt x="92" y="132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44" y="167"/>
                    <a:pt x="144" y="167"/>
                    <a:pt x="144" y="167"/>
                  </a:cubicBezTo>
                  <a:cubicBezTo>
                    <a:pt x="148" y="189"/>
                    <a:pt x="148" y="189"/>
                    <a:pt x="148" y="189"/>
                  </a:cubicBezTo>
                  <a:cubicBezTo>
                    <a:pt x="152" y="204"/>
                    <a:pt x="152" y="204"/>
                    <a:pt x="152" y="204"/>
                  </a:cubicBezTo>
                  <a:cubicBezTo>
                    <a:pt x="154" y="242"/>
                    <a:pt x="154" y="242"/>
                    <a:pt x="154" y="242"/>
                  </a:cubicBezTo>
                  <a:cubicBezTo>
                    <a:pt x="150" y="257"/>
                    <a:pt x="150" y="257"/>
                    <a:pt x="150" y="257"/>
                  </a:cubicBezTo>
                  <a:cubicBezTo>
                    <a:pt x="161" y="271"/>
                    <a:pt x="161" y="271"/>
                    <a:pt x="161" y="271"/>
                  </a:cubicBezTo>
                  <a:cubicBezTo>
                    <a:pt x="188" y="265"/>
                    <a:pt x="188" y="265"/>
                    <a:pt x="188" y="265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213" y="252"/>
                    <a:pt x="213" y="252"/>
                    <a:pt x="213" y="252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77" y="257"/>
                    <a:pt x="277" y="257"/>
                    <a:pt x="277" y="257"/>
                  </a:cubicBezTo>
                  <a:cubicBezTo>
                    <a:pt x="294" y="266"/>
                    <a:pt x="294" y="266"/>
                    <a:pt x="294" y="266"/>
                  </a:cubicBezTo>
                  <a:cubicBezTo>
                    <a:pt x="333" y="282"/>
                    <a:pt x="333" y="282"/>
                    <a:pt x="333" y="282"/>
                  </a:cubicBezTo>
                  <a:cubicBezTo>
                    <a:pt x="355" y="280"/>
                    <a:pt x="355" y="280"/>
                    <a:pt x="355" y="280"/>
                  </a:cubicBezTo>
                  <a:cubicBezTo>
                    <a:pt x="374" y="270"/>
                    <a:pt x="374" y="270"/>
                    <a:pt x="374" y="270"/>
                  </a:cubicBezTo>
                  <a:cubicBezTo>
                    <a:pt x="385" y="275"/>
                    <a:pt x="385" y="275"/>
                    <a:pt x="385" y="275"/>
                  </a:cubicBezTo>
                  <a:cubicBezTo>
                    <a:pt x="397" y="275"/>
                    <a:pt x="397" y="275"/>
                    <a:pt x="397" y="275"/>
                  </a:cubicBezTo>
                  <a:cubicBezTo>
                    <a:pt x="422" y="253"/>
                    <a:pt x="422" y="253"/>
                    <a:pt x="422" y="253"/>
                  </a:cubicBezTo>
                  <a:cubicBezTo>
                    <a:pt x="435" y="254"/>
                    <a:pt x="435" y="254"/>
                    <a:pt x="435" y="254"/>
                  </a:cubicBezTo>
                  <a:cubicBezTo>
                    <a:pt x="449" y="248"/>
                    <a:pt x="449" y="248"/>
                    <a:pt x="449" y="248"/>
                  </a:cubicBezTo>
                  <a:cubicBezTo>
                    <a:pt x="452" y="244"/>
                    <a:pt x="452" y="244"/>
                    <a:pt x="452" y="244"/>
                  </a:cubicBezTo>
                  <a:cubicBezTo>
                    <a:pt x="455" y="225"/>
                    <a:pt x="455" y="225"/>
                    <a:pt x="455" y="225"/>
                  </a:cubicBezTo>
                  <a:cubicBezTo>
                    <a:pt x="436" y="224"/>
                    <a:pt x="436" y="224"/>
                    <a:pt x="436" y="224"/>
                  </a:cubicBezTo>
                  <a:cubicBezTo>
                    <a:pt x="430" y="213"/>
                    <a:pt x="430" y="213"/>
                    <a:pt x="430" y="213"/>
                  </a:cubicBezTo>
                  <a:cubicBezTo>
                    <a:pt x="438" y="202"/>
                    <a:pt x="438" y="202"/>
                    <a:pt x="438" y="202"/>
                  </a:cubicBezTo>
                  <a:cubicBezTo>
                    <a:pt x="465" y="193"/>
                    <a:pt x="465" y="193"/>
                    <a:pt x="465" y="193"/>
                  </a:cubicBezTo>
                  <a:cubicBezTo>
                    <a:pt x="479" y="186"/>
                    <a:pt x="479" y="186"/>
                    <a:pt x="479" y="186"/>
                  </a:cubicBezTo>
                  <a:cubicBezTo>
                    <a:pt x="491" y="186"/>
                    <a:pt x="491" y="186"/>
                    <a:pt x="491" y="186"/>
                  </a:cubicBezTo>
                  <a:cubicBezTo>
                    <a:pt x="502" y="173"/>
                    <a:pt x="502" y="173"/>
                    <a:pt x="502" y="173"/>
                  </a:cubicBezTo>
                  <a:cubicBezTo>
                    <a:pt x="512" y="177"/>
                    <a:pt x="512" y="177"/>
                    <a:pt x="512" y="177"/>
                  </a:cubicBezTo>
                  <a:cubicBezTo>
                    <a:pt x="529" y="176"/>
                    <a:pt x="529" y="176"/>
                    <a:pt x="529" y="176"/>
                  </a:cubicBezTo>
                  <a:cubicBezTo>
                    <a:pt x="531" y="182"/>
                    <a:pt x="531" y="182"/>
                    <a:pt x="531" y="182"/>
                  </a:cubicBezTo>
                  <a:cubicBezTo>
                    <a:pt x="543" y="164"/>
                    <a:pt x="543" y="164"/>
                    <a:pt x="543" y="164"/>
                  </a:cubicBezTo>
                  <a:cubicBezTo>
                    <a:pt x="547" y="158"/>
                    <a:pt x="547" y="158"/>
                    <a:pt x="547" y="158"/>
                  </a:cubicBezTo>
                  <a:cubicBezTo>
                    <a:pt x="520" y="159"/>
                    <a:pt x="520" y="159"/>
                    <a:pt x="520" y="159"/>
                  </a:cubicBezTo>
                  <a:cubicBezTo>
                    <a:pt x="488" y="160"/>
                    <a:pt x="488" y="160"/>
                    <a:pt x="488" y="160"/>
                  </a:cubicBezTo>
                  <a:cubicBezTo>
                    <a:pt x="460" y="161"/>
                    <a:pt x="460" y="161"/>
                    <a:pt x="460" y="161"/>
                  </a:cubicBezTo>
                  <a:cubicBezTo>
                    <a:pt x="451" y="133"/>
                    <a:pt x="451" y="133"/>
                    <a:pt x="451" y="133"/>
                  </a:cubicBezTo>
                  <a:cubicBezTo>
                    <a:pt x="420" y="118"/>
                    <a:pt x="420" y="118"/>
                    <a:pt x="420" y="118"/>
                  </a:cubicBezTo>
                  <a:cubicBezTo>
                    <a:pt x="417" y="120"/>
                    <a:pt x="411" y="122"/>
                    <a:pt x="411" y="122"/>
                  </a:cubicBezTo>
                  <a:cubicBezTo>
                    <a:pt x="383" y="120"/>
                    <a:pt x="383" y="120"/>
                    <a:pt x="383" y="120"/>
                  </a:cubicBezTo>
                  <a:cubicBezTo>
                    <a:pt x="360" y="106"/>
                    <a:pt x="360" y="106"/>
                    <a:pt x="360" y="106"/>
                  </a:cubicBezTo>
                  <a:cubicBezTo>
                    <a:pt x="349" y="109"/>
                    <a:pt x="349" y="109"/>
                    <a:pt x="349" y="109"/>
                  </a:cubicBezTo>
                  <a:cubicBezTo>
                    <a:pt x="321" y="99"/>
                    <a:pt x="321" y="99"/>
                    <a:pt x="321" y="99"/>
                  </a:cubicBezTo>
                  <a:cubicBezTo>
                    <a:pt x="307" y="108"/>
                    <a:pt x="307" y="108"/>
                    <a:pt x="307" y="108"/>
                  </a:cubicBezTo>
                  <a:cubicBezTo>
                    <a:pt x="274" y="95"/>
                    <a:pt x="274" y="95"/>
                    <a:pt x="274" y="95"/>
                  </a:cubicBezTo>
                  <a:cubicBezTo>
                    <a:pt x="266" y="102"/>
                    <a:pt x="266" y="102"/>
                    <a:pt x="266" y="102"/>
                  </a:cubicBezTo>
                  <a:cubicBezTo>
                    <a:pt x="246" y="87"/>
                    <a:pt x="246" y="87"/>
                    <a:pt x="246" y="87"/>
                  </a:cubicBezTo>
                  <a:cubicBezTo>
                    <a:pt x="221" y="83"/>
                    <a:pt x="221" y="83"/>
                    <a:pt x="221" y="83"/>
                  </a:cubicBezTo>
                  <a:cubicBezTo>
                    <a:pt x="191" y="88"/>
                    <a:pt x="191" y="88"/>
                    <a:pt x="191" y="88"/>
                  </a:cubicBezTo>
                  <a:cubicBezTo>
                    <a:pt x="176" y="77"/>
                    <a:pt x="176" y="77"/>
                    <a:pt x="176" y="77"/>
                  </a:cubicBezTo>
                  <a:cubicBezTo>
                    <a:pt x="175" y="64"/>
                    <a:pt x="175" y="64"/>
                    <a:pt x="175" y="64"/>
                  </a:cubicBezTo>
                  <a:cubicBezTo>
                    <a:pt x="160" y="45"/>
                    <a:pt x="160" y="45"/>
                    <a:pt x="160" y="45"/>
                  </a:cubicBezTo>
                  <a:cubicBezTo>
                    <a:pt x="150" y="44"/>
                    <a:pt x="150" y="44"/>
                    <a:pt x="150" y="44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99" y="8"/>
                    <a:pt x="99" y="8"/>
                    <a:pt x="99" y="8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38">
              <a:extLst>
                <a:ext uri="{FF2B5EF4-FFF2-40B4-BE49-F238E27FC236}">
                  <a16:creationId xmlns="" xmlns:a16="http://schemas.microsoft.com/office/drawing/2014/main" id="{D5FECCFC-BE0B-B87F-04BF-E87B5B1C102D}"/>
                </a:ext>
              </a:extLst>
            </p:cNvPr>
            <p:cNvSpPr/>
            <p:nvPr/>
          </p:nvSpPr>
          <p:spPr>
            <a:xfrm>
              <a:off x="3041650" y="1933575"/>
              <a:ext cx="700088" cy="765175"/>
            </a:xfrm>
            <a:custGeom>
              <a:avLst/>
              <a:gdLst/>
              <a:ahLst/>
              <a:cxnLst/>
              <a:rect l="l" t="t" r="r" b="b"/>
              <a:pathLst>
                <a:path w="441" h="482" extrusionOk="0">
                  <a:moveTo>
                    <a:pt x="146" y="0"/>
                  </a:moveTo>
                  <a:lnTo>
                    <a:pt x="137" y="16"/>
                  </a:lnTo>
                  <a:lnTo>
                    <a:pt x="121" y="37"/>
                  </a:lnTo>
                  <a:lnTo>
                    <a:pt x="115" y="57"/>
                  </a:lnTo>
                  <a:lnTo>
                    <a:pt x="100" y="66"/>
                  </a:lnTo>
                  <a:lnTo>
                    <a:pt x="77" y="66"/>
                  </a:lnTo>
                  <a:lnTo>
                    <a:pt x="77" y="78"/>
                  </a:lnTo>
                  <a:lnTo>
                    <a:pt x="91" y="118"/>
                  </a:lnTo>
                  <a:lnTo>
                    <a:pt x="85" y="140"/>
                  </a:lnTo>
                  <a:lnTo>
                    <a:pt x="87" y="174"/>
                  </a:lnTo>
                  <a:lnTo>
                    <a:pt x="94" y="228"/>
                  </a:lnTo>
                  <a:lnTo>
                    <a:pt x="87" y="257"/>
                  </a:lnTo>
                  <a:lnTo>
                    <a:pt x="70" y="276"/>
                  </a:lnTo>
                  <a:lnTo>
                    <a:pt x="58" y="304"/>
                  </a:lnTo>
                  <a:lnTo>
                    <a:pt x="57" y="323"/>
                  </a:lnTo>
                  <a:lnTo>
                    <a:pt x="27" y="364"/>
                  </a:lnTo>
                  <a:lnTo>
                    <a:pt x="15" y="390"/>
                  </a:lnTo>
                  <a:lnTo>
                    <a:pt x="6" y="402"/>
                  </a:lnTo>
                  <a:lnTo>
                    <a:pt x="3" y="437"/>
                  </a:lnTo>
                  <a:lnTo>
                    <a:pt x="0" y="468"/>
                  </a:lnTo>
                  <a:lnTo>
                    <a:pt x="0" y="477"/>
                  </a:lnTo>
                  <a:lnTo>
                    <a:pt x="13" y="477"/>
                  </a:lnTo>
                  <a:lnTo>
                    <a:pt x="56" y="482"/>
                  </a:lnTo>
                  <a:lnTo>
                    <a:pt x="69" y="473"/>
                  </a:lnTo>
                  <a:lnTo>
                    <a:pt x="88" y="476"/>
                  </a:lnTo>
                  <a:lnTo>
                    <a:pt x="99" y="482"/>
                  </a:lnTo>
                  <a:lnTo>
                    <a:pt x="145" y="468"/>
                  </a:lnTo>
                  <a:lnTo>
                    <a:pt x="174" y="444"/>
                  </a:lnTo>
                  <a:lnTo>
                    <a:pt x="194" y="441"/>
                  </a:lnTo>
                  <a:lnTo>
                    <a:pt x="223" y="452"/>
                  </a:lnTo>
                  <a:lnTo>
                    <a:pt x="248" y="462"/>
                  </a:lnTo>
                  <a:lnTo>
                    <a:pt x="285" y="462"/>
                  </a:lnTo>
                  <a:lnTo>
                    <a:pt x="291" y="466"/>
                  </a:lnTo>
                  <a:lnTo>
                    <a:pt x="298" y="460"/>
                  </a:lnTo>
                  <a:lnTo>
                    <a:pt x="336" y="408"/>
                  </a:lnTo>
                  <a:lnTo>
                    <a:pt x="363" y="393"/>
                  </a:lnTo>
                  <a:lnTo>
                    <a:pt x="407" y="394"/>
                  </a:lnTo>
                  <a:lnTo>
                    <a:pt x="435" y="382"/>
                  </a:lnTo>
                  <a:lnTo>
                    <a:pt x="441" y="352"/>
                  </a:lnTo>
                  <a:lnTo>
                    <a:pt x="432" y="319"/>
                  </a:lnTo>
                  <a:lnTo>
                    <a:pt x="419" y="279"/>
                  </a:lnTo>
                  <a:lnTo>
                    <a:pt x="420" y="278"/>
                  </a:lnTo>
                  <a:lnTo>
                    <a:pt x="420" y="278"/>
                  </a:lnTo>
                  <a:lnTo>
                    <a:pt x="394" y="293"/>
                  </a:lnTo>
                  <a:lnTo>
                    <a:pt x="358" y="301"/>
                  </a:lnTo>
                  <a:lnTo>
                    <a:pt x="344" y="282"/>
                  </a:lnTo>
                  <a:lnTo>
                    <a:pt x="349" y="262"/>
                  </a:lnTo>
                  <a:lnTo>
                    <a:pt x="346" y="212"/>
                  </a:lnTo>
                  <a:lnTo>
                    <a:pt x="341" y="193"/>
                  </a:lnTo>
                  <a:lnTo>
                    <a:pt x="336" y="164"/>
                  </a:lnTo>
                  <a:lnTo>
                    <a:pt x="306" y="127"/>
                  </a:lnTo>
                  <a:lnTo>
                    <a:pt x="267" y="118"/>
                  </a:lnTo>
                  <a:lnTo>
                    <a:pt x="252" y="120"/>
                  </a:lnTo>
                  <a:lnTo>
                    <a:pt x="232" y="148"/>
                  </a:lnTo>
                  <a:lnTo>
                    <a:pt x="202" y="132"/>
                  </a:lnTo>
                  <a:lnTo>
                    <a:pt x="204" y="115"/>
                  </a:lnTo>
                  <a:lnTo>
                    <a:pt x="225" y="75"/>
                  </a:lnTo>
                  <a:lnTo>
                    <a:pt x="232" y="53"/>
                  </a:lnTo>
                  <a:lnTo>
                    <a:pt x="231" y="39"/>
                  </a:lnTo>
                  <a:lnTo>
                    <a:pt x="202" y="37"/>
                  </a:lnTo>
                  <a:lnTo>
                    <a:pt x="181" y="25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38">
              <a:extLst>
                <a:ext uri="{FF2B5EF4-FFF2-40B4-BE49-F238E27FC236}">
                  <a16:creationId xmlns="" xmlns:a16="http://schemas.microsoft.com/office/drawing/2014/main" id="{341603C1-538B-38D3-50EC-FFA7E2E61154}"/>
                </a:ext>
              </a:extLst>
            </p:cNvPr>
            <p:cNvSpPr/>
            <p:nvPr/>
          </p:nvSpPr>
          <p:spPr>
            <a:xfrm>
              <a:off x="2654300" y="2633663"/>
              <a:ext cx="1065213" cy="1008062"/>
            </a:xfrm>
            <a:custGeom>
              <a:avLst/>
              <a:gdLst/>
              <a:ahLst/>
              <a:cxnLst/>
              <a:rect l="l" t="t" r="r" b="b"/>
              <a:pathLst>
                <a:path w="510" h="482" extrusionOk="0">
                  <a:moveTo>
                    <a:pt x="333" y="0"/>
                  </a:moveTo>
                  <a:cubicBezTo>
                    <a:pt x="318" y="2"/>
                    <a:pt x="318" y="2"/>
                    <a:pt x="318" y="2"/>
                  </a:cubicBezTo>
                  <a:cubicBezTo>
                    <a:pt x="296" y="20"/>
                    <a:pt x="296" y="20"/>
                    <a:pt x="296" y="20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53" y="26"/>
                    <a:pt x="253" y="26"/>
                    <a:pt x="253" y="26"/>
                  </a:cubicBezTo>
                  <a:cubicBezTo>
                    <a:pt x="238" y="24"/>
                    <a:pt x="238" y="24"/>
                    <a:pt x="238" y="24"/>
                  </a:cubicBezTo>
                  <a:cubicBezTo>
                    <a:pt x="228" y="31"/>
                    <a:pt x="228" y="31"/>
                    <a:pt x="228" y="31"/>
                  </a:cubicBezTo>
                  <a:cubicBezTo>
                    <a:pt x="196" y="27"/>
                    <a:pt x="196" y="27"/>
                    <a:pt x="196" y="27"/>
                  </a:cubicBezTo>
                  <a:cubicBezTo>
                    <a:pt x="186" y="27"/>
                    <a:pt x="186" y="27"/>
                    <a:pt x="186" y="27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74" y="86"/>
                    <a:pt x="174" y="86"/>
                    <a:pt x="174" y="86"/>
                  </a:cubicBezTo>
                  <a:cubicBezTo>
                    <a:pt x="172" y="100"/>
                    <a:pt x="172" y="100"/>
                    <a:pt x="172" y="100"/>
                  </a:cubicBezTo>
                  <a:cubicBezTo>
                    <a:pt x="159" y="118"/>
                    <a:pt x="159" y="118"/>
                    <a:pt x="159" y="118"/>
                  </a:cubicBezTo>
                  <a:cubicBezTo>
                    <a:pt x="163" y="137"/>
                    <a:pt x="163" y="137"/>
                    <a:pt x="163" y="137"/>
                  </a:cubicBezTo>
                  <a:cubicBezTo>
                    <a:pt x="167" y="160"/>
                    <a:pt x="167" y="160"/>
                    <a:pt x="167" y="160"/>
                  </a:cubicBezTo>
                  <a:cubicBezTo>
                    <a:pt x="164" y="166"/>
                    <a:pt x="164" y="166"/>
                    <a:pt x="164" y="166"/>
                  </a:cubicBezTo>
                  <a:cubicBezTo>
                    <a:pt x="174" y="184"/>
                    <a:pt x="174" y="184"/>
                    <a:pt x="174" y="184"/>
                  </a:cubicBezTo>
                  <a:cubicBezTo>
                    <a:pt x="172" y="198"/>
                    <a:pt x="172" y="198"/>
                    <a:pt x="172" y="198"/>
                  </a:cubicBezTo>
                  <a:cubicBezTo>
                    <a:pt x="157" y="212"/>
                    <a:pt x="157" y="212"/>
                    <a:pt x="157" y="212"/>
                  </a:cubicBezTo>
                  <a:cubicBezTo>
                    <a:pt x="146" y="243"/>
                    <a:pt x="146" y="243"/>
                    <a:pt x="146" y="243"/>
                  </a:cubicBezTo>
                  <a:cubicBezTo>
                    <a:pt x="145" y="266"/>
                    <a:pt x="145" y="266"/>
                    <a:pt x="145" y="266"/>
                  </a:cubicBezTo>
                  <a:cubicBezTo>
                    <a:pt x="145" y="293"/>
                    <a:pt x="145" y="293"/>
                    <a:pt x="145" y="293"/>
                  </a:cubicBezTo>
                  <a:cubicBezTo>
                    <a:pt x="134" y="320"/>
                    <a:pt x="134" y="320"/>
                    <a:pt x="134" y="320"/>
                  </a:cubicBezTo>
                  <a:cubicBezTo>
                    <a:pt x="109" y="345"/>
                    <a:pt x="109" y="345"/>
                    <a:pt x="109" y="345"/>
                  </a:cubicBezTo>
                  <a:cubicBezTo>
                    <a:pt x="89" y="360"/>
                    <a:pt x="89" y="360"/>
                    <a:pt x="89" y="360"/>
                  </a:cubicBezTo>
                  <a:cubicBezTo>
                    <a:pt x="76" y="360"/>
                    <a:pt x="76" y="360"/>
                    <a:pt x="76" y="360"/>
                  </a:cubicBezTo>
                  <a:cubicBezTo>
                    <a:pt x="46" y="380"/>
                    <a:pt x="46" y="380"/>
                    <a:pt x="46" y="380"/>
                  </a:cubicBezTo>
                  <a:cubicBezTo>
                    <a:pt x="32" y="401"/>
                    <a:pt x="32" y="401"/>
                    <a:pt x="32" y="401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11" y="471"/>
                    <a:pt x="11" y="471"/>
                    <a:pt x="11" y="471"/>
                  </a:cubicBezTo>
                  <a:cubicBezTo>
                    <a:pt x="20" y="482"/>
                    <a:pt x="20" y="482"/>
                    <a:pt x="20" y="482"/>
                  </a:cubicBezTo>
                  <a:cubicBezTo>
                    <a:pt x="48" y="478"/>
                    <a:pt x="48" y="478"/>
                    <a:pt x="48" y="478"/>
                  </a:cubicBezTo>
                  <a:cubicBezTo>
                    <a:pt x="50" y="462"/>
                    <a:pt x="50" y="462"/>
                    <a:pt x="50" y="462"/>
                  </a:cubicBezTo>
                  <a:cubicBezTo>
                    <a:pt x="39" y="456"/>
                    <a:pt x="39" y="456"/>
                    <a:pt x="39" y="456"/>
                  </a:cubicBezTo>
                  <a:cubicBezTo>
                    <a:pt x="42" y="451"/>
                    <a:pt x="42" y="451"/>
                    <a:pt x="42" y="451"/>
                  </a:cubicBezTo>
                  <a:cubicBezTo>
                    <a:pt x="67" y="454"/>
                    <a:pt x="67" y="454"/>
                    <a:pt x="67" y="454"/>
                  </a:cubicBezTo>
                  <a:cubicBezTo>
                    <a:pt x="97" y="445"/>
                    <a:pt x="97" y="445"/>
                    <a:pt x="97" y="445"/>
                  </a:cubicBezTo>
                  <a:cubicBezTo>
                    <a:pt x="106" y="429"/>
                    <a:pt x="106" y="429"/>
                    <a:pt x="106" y="429"/>
                  </a:cubicBezTo>
                  <a:cubicBezTo>
                    <a:pt x="138" y="418"/>
                    <a:pt x="138" y="418"/>
                    <a:pt x="138" y="418"/>
                  </a:cubicBezTo>
                  <a:cubicBezTo>
                    <a:pt x="156" y="408"/>
                    <a:pt x="156" y="408"/>
                    <a:pt x="156" y="408"/>
                  </a:cubicBezTo>
                  <a:cubicBezTo>
                    <a:pt x="173" y="409"/>
                    <a:pt x="173" y="409"/>
                    <a:pt x="173" y="409"/>
                  </a:cubicBezTo>
                  <a:cubicBezTo>
                    <a:pt x="194" y="392"/>
                    <a:pt x="194" y="392"/>
                    <a:pt x="194" y="392"/>
                  </a:cubicBezTo>
                  <a:cubicBezTo>
                    <a:pt x="198" y="375"/>
                    <a:pt x="198" y="375"/>
                    <a:pt x="198" y="375"/>
                  </a:cubicBezTo>
                  <a:cubicBezTo>
                    <a:pt x="222" y="376"/>
                    <a:pt x="222" y="376"/>
                    <a:pt x="222" y="376"/>
                  </a:cubicBezTo>
                  <a:cubicBezTo>
                    <a:pt x="235" y="391"/>
                    <a:pt x="235" y="391"/>
                    <a:pt x="235" y="391"/>
                  </a:cubicBezTo>
                  <a:cubicBezTo>
                    <a:pt x="255" y="393"/>
                    <a:pt x="255" y="393"/>
                    <a:pt x="255" y="393"/>
                  </a:cubicBezTo>
                  <a:cubicBezTo>
                    <a:pt x="275" y="390"/>
                    <a:pt x="275" y="390"/>
                    <a:pt x="275" y="390"/>
                  </a:cubicBezTo>
                  <a:cubicBezTo>
                    <a:pt x="266" y="380"/>
                    <a:pt x="266" y="380"/>
                    <a:pt x="266" y="380"/>
                  </a:cubicBezTo>
                  <a:cubicBezTo>
                    <a:pt x="267" y="370"/>
                    <a:pt x="267" y="370"/>
                    <a:pt x="267" y="370"/>
                  </a:cubicBezTo>
                  <a:cubicBezTo>
                    <a:pt x="279" y="377"/>
                    <a:pt x="279" y="377"/>
                    <a:pt x="279" y="377"/>
                  </a:cubicBezTo>
                  <a:cubicBezTo>
                    <a:pt x="275" y="363"/>
                    <a:pt x="275" y="363"/>
                    <a:pt x="275" y="363"/>
                  </a:cubicBezTo>
                  <a:cubicBezTo>
                    <a:pt x="266" y="359"/>
                    <a:pt x="266" y="359"/>
                    <a:pt x="266" y="359"/>
                  </a:cubicBezTo>
                  <a:cubicBezTo>
                    <a:pt x="274" y="335"/>
                    <a:pt x="274" y="335"/>
                    <a:pt x="274" y="335"/>
                  </a:cubicBezTo>
                  <a:cubicBezTo>
                    <a:pt x="288" y="337"/>
                    <a:pt x="288" y="337"/>
                    <a:pt x="288" y="337"/>
                  </a:cubicBezTo>
                  <a:cubicBezTo>
                    <a:pt x="303" y="330"/>
                    <a:pt x="303" y="330"/>
                    <a:pt x="303" y="330"/>
                  </a:cubicBezTo>
                  <a:cubicBezTo>
                    <a:pt x="312" y="357"/>
                    <a:pt x="312" y="357"/>
                    <a:pt x="312" y="357"/>
                  </a:cubicBezTo>
                  <a:cubicBezTo>
                    <a:pt x="339" y="390"/>
                    <a:pt x="339" y="390"/>
                    <a:pt x="339" y="390"/>
                  </a:cubicBezTo>
                  <a:cubicBezTo>
                    <a:pt x="346" y="413"/>
                    <a:pt x="346" y="413"/>
                    <a:pt x="346" y="413"/>
                  </a:cubicBezTo>
                  <a:cubicBezTo>
                    <a:pt x="350" y="417"/>
                    <a:pt x="350" y="417"/>
                    <a:pt x="350" y="417"/>
                  </a:cubicBezTo>
                  <a:cubicBezTo>
                    <a:pt x="377" y="398"/>
                    <a:pt x="377" y="398"/>
                    <a:pt x="377" y="398"/>
                  </a:cubicBezTo>
                  <a:cubicBezTo>
                    <a:pt x="377" y="369"/>
                    <a:pt x="377" y="369"/>
                    <a:pt x="377" y="369"/>
                  </a:cubicBezTo>
                  <a:cubicBezTo>
                    <a:pt x="380" y="365"/>
                    <a:pt x="380" y="365"/>
                    <a:pt x="380" y="365"/>
                  </a:cubicBezTo>
                  <a:cubicBezTo>
                    <a:pt x="403" y="391"/>
                    <a:pt x="403" y="391"/>
                    <a:pt x="403" y="391"/>
                  </a:cubicBezTo>
                  <a:cubicBezTo>
                    <a:pt x="403" y="391"/>
                    <a:pt x="422" y="381"/>
                    <a:pt x="427" y="381"/>
                  </a:cubicBezTo>
                  <a:cubicBezTo>
                    <a:pt x="432" y="381"/>
                    <a:pt x="441" y="381"/>
                    <a:pt x="441" y="381"/>
                  </a:cubicBezTo>
                  <a:cubicBezTo>
                    <a:pt x="451" y="351"/>
                    <a:pt x="451" y="351"/>
                    <a:pt x="451" y="351"/>
                  </a:cubicBezTo>
                  <a:cubicBezTo>
                    <a:pt x="462" y="343"/>
                    <a:pt x="462" y="343"/>
                    <a:pt x="462" y="343"/>
                  </a:cubicBezTo>
                  <a:cubicBezTo>
                    <a:pt x="460" y="329"/>
                    <a:pt x="460" y="329"/>
                    <a:pt x="460" y="329"/>
                  </a:cubicBezTo>
                  <a:cubicBezTo>
                    <a:pt x="445" y="316"/>
                    <a:pt x="445" y="316"/>
                    <a:pt x="445" y="316"/>
                  </a:cubicBezTo>
                  <a:cubicBezTo>
                    <a:pt x="434" y="292"/>
                    <a:pt x="434" y="292"/>
                    <a:pt x="434" y="292"/>
                  </a:cubicBezTo>
                  <a:cubicBezTo>
                    <a:pt x="413" y="279"/>
                    <a:pt x="413" y="279"/>
                    <a:pt x="413" y="279"/>
                  </a:cubicBezTo>
                  <a:cubicBezTo>
                    <a:pt x="412" y="266"/>
                    <a:pt x="412" y="266"/>
                    <a:pt x="412" y="266"/>
                  </a:cubicBezTo>
                  <a:cubicBezTo>
                    <a:pt x="422" y="262"/>
                    <a:pt x="422" y="262"/>
                    <a:pt x="422" y="262"/>
                  </a:cubicBezTo>
                  <a:cubicBezTo>
                    <a:pt x="439" y="262"/>
                    <a:pt x="439" y="262"/>
                    <a:pt x="439" y="262"/>
                  </a:cubicBezTo>
                  <a:cubicBezTo>
                    <a:pt x="456" y="275"/>
                    <a:pt x="456" y="275"/>
                    <a:pt x="456" y="275"/>
                  </a:cubicBezTo>
                  <a:cubicBezTo>
                    <a:pt x="467" y="269"/>
                    <a:pt x="467" y="269"/>
                    <a:pt x="467" y="269"/>
                  </a:cubicBezTo>
                  <a:cubicBezTo>
                    <a:pt x="471" y="257"/>
                    <a:pt x="471" y="257"/>
                    <a:pt x="471" y="257"/>
                  </a:cubicBezTo>
                  <a:cubicBezTo>
                    <a:pt x="493" y="245"/>
                    <a:pt x="493" y="245"/>
                    <a:pt x="493" y="245"/>
                  </a:cubicBezTo>
                  <a:cubicBezTo>
                    <a:pt x="491" y="226"/>
                    <a:pt x="491" y="226"/>
                    <a:pt x="491" y="226"/>
                  </a:cubicBezTo>
                  <a:cubicBezTo>
                    <a:pt x="462" y="206"/>
                    <a:pt x="462" y="206"/>
                    <a:pt x="462" y="206"/>
                  </a:cubicBezTo>
                  <a:cubicBezTo>
                    <a:pt x="464" y="195"/>
                    <a:pt x="464" y="195"/>
                    <a:pt x="464" y="195"/>
                  </a:cubicBezTo>
                  <a:cubicBezTo>
                    <a:pt x="483" y="175"/>
                    <a:pt x="483" y="175"/>
                    <a:pt x="483" y="175"/>
                  </a:cubicBezTo>
                  <a:cubicBezTo>
                    <a:pt x="490" y="158"/>
                    <a:pt x="490" y="158"/>
                    <a:pt x="490" y="158"/>
                  </a:cubicBezTo>
                  <a:cubicBezTo>
                    <a:pt x="486" y="144"/>
                    <a:pt x="486" y="144"/>
                    <a:pt x="486" y="144"/>
                  </a:cubicBezTo>
                  <a:cubicBezTo>
                    <a:pt x="485" y="120"/>
                    <a:pt x="485" y="120"/>
                    <a:pt x="485" y="120"/>
                  </a:cubicBezTo>
                  <a:cubicBezTo>
                    <a:pt x="510" y="107"/>
                    <a:pt x="510" y="107"/>
                    <a:pt x="510" y="107"/>
                  </a:cubicBezTo>
                  <a:cubicBezTo>
                    <a:pt x="510" y="107"/>
                    <a:pt x="510" y="107"/>
                    <a:pt x="510" y="107"/>
                  </a:cubicBezTo>
                  <a:cubicBezTo>
                    <a:pt x="504" y="85"/>
                    <a:pt x="504" y="85"/>
                    <a:pt x="504" y="85"/>
                  </a:cubicBezTo>
                  <a:cubicBezTo>
                    <a:pt x="504" y="60"/>
                    <a:pt x="504" y="60"/>
                    <a:pt x="504" y="60"/>
                  </a:cubicBezTo>
                  <a:cubicBezTo>
                    <a:pt x="489" y="52"/>
                    <a:pt x="489" y="52"/>
                    <a:pt x="489" y="52"/>
                  </a:cubicBezTo>
                  <a:cubicBezTo>
                    <a:pt x="455" y="47"/>
                    <a:pt x="455" y="47"/>
                    <a:pt x="455" y="47"/>
                  </a:cubicBezTo>
                  <a:cubicBezTo>
                    <a:pt x="436" y="49"/>
                    <a:pt x="436" y="49"/>
                    <a:pt x="436" y="49"/>
                  </a:cubicBezTo>
                  <a:cubicBezTo>
                    <a:pt x="425" y="60"/>
                    <a:pt x="425" y="60"/>
                    <a:pt x="425" y="60"/>
                  </a:cubicBezTo>
                  <a:cubicBezTo>
                    <a:pt x="402" y="71"/>
                    <a:pt x="402" y="71"/>
                    <a:pt x="402" y="71"/>
                  </a:cubicBezTo>
                  <a:cubicBezTo>
                    <a:pt x="358" y="79"/>
                    <a:pt x="358" y="79"/>
                    <a:pt x="358" y="79"/>
                  </a:cubicBezTo>
                  <a:cubicBezTo>
                    <a:pt x="339" y="86"/>
                    <a:pt x="339" y="86"/>
                    <a:pt x="339" y="86"/>
                  </a:cubicBezTo>
                  <a:cubicBezTo>
                    <a:pt x="340" y="64"/>
                    <a:pt x="340" y="64"/>
                    <a:pt x="340" y="64"/>
                  </a:cubicBezTo>
                  <a:cubicBezTo>
                    <a:pt x="358" y="46"/>
                    <a:pt x="358" y="46"/>
                    <a:pt x="358" y="46"/>
                  </a:cubicBezTo>
                  <a:cubicBezTo>
                    <a:pt x="375" y="37"/>
                    <a:pt x="375" y="37"/>
                    <a:pt x="375" y="37"/>
                  </a:cubicBezTo>
                  <a:cubicBezTo>
                    <a:pt x="402" y="24"/>
                    <a:pt x="402" y="24"/>
                    <a:pt x="402" y="24"/>
                  </a:cubicBezTo>
                  <a:cubicBezTo>
                    <a:pt x="407" y="19"/>
                    <a:pt x="407" y="19"/>
                    <a:pt x="407" y="19"/>
                  </a:cubicBezTo>
                  <a:cubicBezTo>
                    <a:pt x="402" y="16"/>
                    <a:pt x="402" y="16"/>
                    <a:pt x="402" y="16"/>
                  </a:cubicBezTo>
                  <a:cubicBezTo>
                    <a:pt x="374" y="16"/>
                    <a:pt x="374" y="16"/>
                    <a:pt x="374" y="16"/>
                  </a:cubicBezTo>
                  <a:cubicBezTo>
                    <a:pt x="355" y="8"/>
                    <a:pt x="355" y="8"/>
                    <a:pt x="355" y="8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38">
              <a:extLst>
                <a:ext uri="{FF2B5EF4-FFF2-40B4-BE49-F238E27FC236}">
                  <a16:creationId xmlns="" xmlns:a16="http://schemas.microsoft.com/office/drawing/2014/main" id="{5F69A556-027E-C4D1-71FC-23CE4D7C584B}"/>
                </a:ext>
              </a:extLst>
            </p:cNvPr>
            <p:cNvSpPr/>
            <p:nvPr/>
          </p:nvSpPr>
          <p:spPr>
            <a:xfrm>
              <a:off x="3384550" y="2690813"/>
              <a:ext cx="1247775" cy="1065212"/>
            </a:xfrm>
            <a:custGeom>
              <a:avLst/>
              <a:gdLst/>
              <a:ahLst/>
              <a:cxnLst/>
              <a:rect l="l" t="t" r="r" b="b"/>
              <a:pathLst>
                <a:path w="597" h="510" extrusionOk="0">
                  <a:moveTo>
                    <a:pt x="364" y="0"/>
                  </a:moveTo>
                  <a:cubicBezTo>
                    <a:pt x="351" y="3"/>
                    <a:pt x="351" y="3"/>
                    <a:pt x="351" y="3"/>
                  </a:cubicBezTo>
                  <a:cubicBezTo>
                    <a:pt x="329" y="11"/>
                    <a:pt x="329" y="11"/>
                    <a:pt x="329" y="11"/>
                  </a:cubicBezTo>
                  <a:cubicBezTo>
                    <a:pt x="308" y="13"/>
                    <a:pt x="308" y="13"/>
                    <a:pt x="308" y="13"/>
                  </a:cubicBezTo>
                  <a:cubicBezTo>
                    <a:pt x="301" y="17"/>
                    <a:pt x="301" y="17"/>
                    <a:pt x="301" y="17"/>
                  </a:cubicBezTo>
                  <a:cubicBezTo>
                    <a:pt x="308" y="39"/>
                    <a:pt x="308" y="39"/>
                    <a:pt x="308" y="39"/>
                  </a:cubicBezTo>
                  <a:cubicBezTo>
                    <a:pt x="307" y="52"/>
                    <a:pt x="307" y="52"/>
                    <a:pt x="307" y="52"/>
                  </a:cubicBezTo>
                  <a:cubicBezTo>
                    <a:pt x="308" y="65"/>
                    <a:pt x="308" y="65"/>
                    <a:pt x="308" y="65"/>
                  </a:cubicBezTo>
                  <a:cubicBezTo>
                    <a:pt x="314" y="73"/>
                    <a:pt x="314" y="73"/>
                    <a:pt x="314" y="73"/>
                  </a:cubicBezTo>
                  <a:cubicBezTo>
                    <a:pt x="324" y="105"/>
                    <a:pt x="324" y="105"/>
                    <a:pt x="324" y="105"/>
                  </a:cubicBezTo>
                  <a:cubicBezTo>
                    <a:pt x="316" y="113"/>
                    <a:pt x="316" y="113"/>
                    <a:pt x="316" y="113"/>
                  </a:cubicBezTo>
                  <a:cubicBezTo>
                    <a:pt x="308" y="110"/>
                    <a:pt x="308" y="110"/>
                    <a:pt x="308" y="110"/>
                  </a:cubicBezTo>
                  <a:cubicBezTo>
                    <a:pt x="297" y="109"/>
                    <a:pt x="297" y="109"/>
                    <a:pt x="297" y="109"/>
                  </a:cubicBezTo>
                  <a:cubicBezTo>
                    <a:pt x="274" y="117"/>
                    <a:pt x="274" y="117"/>
                    <a:pt x="274" y="117"/>
                  </a:cubicBezTo>
                  <a:cubicBezTo>
                    <a:pt x="264" y="135"/>
                    <a:pt x="264" y="135"/>
                    <a:pt x="264" y="135"/>
                  </a:cubicBezTo>
                  <a:cubicBezTo>
                    <a:pt x="207" y="104"/>
                    <a:pt x="207" y="104"/>
                    <a:pt x="207" y="104"/>
                  </a:cubicBezTo>
                  <a:cubicBezTo>
                    <a:pt x="196" y="100"/>
                    <a:pt x="196" y="100"/>
                    <a:pt x="196" y="100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86" y="82"/>
                    <a:pt x="186" y="82"/>
                    <a:pt x="186" y="82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35" y="93"/>
                    <a:pt x="135" y="93"/>
                    <a:pt x="135" y="93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40" y="131"/>
                    <a:pt x="140" y="131"/>
                    <a:pt x="140" y="131"/>
                  </a:cubicBezTo>
                  <a:cubicBezTo>
                    <a:pt x="133" y="148"/>
                    <a:pt x="133" y="148"/>
                    <a:pt x="133" y="148"/>
                  </a:cubicBezTo>
                  <a:cubicBezTo>
                    <a:pt x="114" y="168"/>
                    <a:pt x="114" y="168"/>
                    <a:pt x="114" y="168"/>
                  </a:cubicBezTo>
                  <a:cubicBezTo>
                    <a:pt x="112" y="179"/>
                    <a:pt x="112" y="179"/>
                    <a:pt x="112" y="179"/>
                  </a:cubicBezTo>
                  <a:cubicBezTo>
                    <a:pt x="141" y="199"/>
                    <a:pt x="141" y="199"/>
                    <a:pt x="141" y="199"/>
                  </a:cubicBezTo>
                  <a:cubicBezTo>
                    <a:pt x="143" y="218"/>
                    <a:pt x="143" y="218"/>
                    <a:pt x="143" y="218"/>
                  </a:cubicBezTo>
                  <a:cubicBezTo>
                    <a:pt x="121" y="230"/>
                    <a:pt x="121" y="230"/>
                    <a:pt x="121" y="230"/>
                  </a:cubicBezTo>
                  <a:cubicBezTo>
                    <a:pt x="117" y="242"/>
                    <a:pt x="117" y="242"/>
                    <a:pt x="117" y="242"/>
                  </a:cubicBezTo>
                  <a:cubicBezTo>
                    <a:pt x="106" y="248"/>
                    <a:pt x="106" y="248"/>
                    <a:pt x="106" y="248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72" y="235"/>
                    <a:pt x="72" y="235"/>
                    <a:pt x="72" y="235"/>
                  </a:cubicBezTo>
                  <a:cubicBezTo>
                    <a:pt x="62" y="239"/>
                    <a:pt x="62" y="239"/>
                    <a:pt x="62" y="239"/>
                  </a:cubicBezTo>
                  <a:cubicBezTo>
                    <a:pt x="63" y="252"/>
                    <a:pt x="63" y="252"/>
                    <a:pt x="63" y="252"/>
                  </a:cubicBezTo>
                  <a:cubicBezTo>
                    <a:pt x="84" y="265"/>
                    <a:pt x="84" y="265"/>
                    <a:pt x="84" y="265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110" y="302"/>
                    <a:pt x="110" y="302"/>
                    <a:pt x="110" y="302"/>
                  </a:cubicBezTo>
                  <a:cubicBezTo>
                    <a:pt x="112" y="316"/>
                    <a:pt x="112" y="316"/>
                    <a:pt x="112" y="316"/>
                  </a:cubicBezTo>
                  <a:cubicBezTo>
                    <a:pt x="101" y="324"/>
                    <a:pt x="101" y="324"/>
                    <a:pt x="101" y="324"/>
                  </a:cubicBezTo>
                  <a:cubicBezTo>
                    <a:pt x="91" y="354"/>
                    <a:pt x="91" y="354"/>
                    <a:pt x="91" y="354"/>
                  </a:cubicBezTo>
                  <a:cubicBezTo>
                    <a:pt x="91" y="354"/>
                    <a:pt x="82" y="354"/>
                    <a:pt x="77" y="354"/>
                  </a:cubicBezTo>
                  <a:cubicBezTo>
                    <a:pt x="72" y="354"/>
                    <a:pt x="53" y="364"/>
                    <a:pt x="53" y="364"/>
                  </a:cubicBezTo>
                  <a:cubicBezTo>
                    <a:pt x="30" y="338"/>
                    <a:pt x="30" y="338"/>
                    <a:pt x="30" y="338"/>
                  </a:cubicBezTo>
                  <a:cubicBezTo>
                    <a:pt x="27" y="342"/>
                    <a:pt x="27" y="342"/>
                    <a:pt x="27" y="342"/>
                  </a:cubicBezTo>
                  <a:cubicBezTo>
                    <a:pt x="27" y="371"/>
                    <a:pt x="27" y="371"/>
                    <a:pt x="27" y="371"/>
                  </a:cubicBezTo>
                  <a:cubicBezTo>
                    <a:pt x="0" y="390"/>
                    <a:pt x="0" y="390"/>
                    <a:pt x="0" y="390"/>
                  </a:cubicBezTo>
                  <a:cubicBezTo>
                    <a:pt x="7" y="399"/>
                    <a:pt x="7" y="399"/>
                    <a:pt x="7" y="399"/>
                  </a:cubicBezTo>
                  <a:cubicBezTo>
                    <a:pt x="14" y="426"/>
                    <a:pt x="14" y="426"/>
                    <a:pt x="14" y="426"/>
                  </a:cubicBezTo>
                  <a:cubicBezTo>
                    <a:pt x="24" y="430"/>
                    <a:pt x="24" y="430"/>
                    <a:pt x="24" y="430"/>
                  </a:cubicBezTo>
                  <a:cubicBezTo>
                    <a:pt x="39" y="408"/>
                    <a:pt x="39" y="408"/>
                    <a:pt x="39" y="408"/>
                  </a:cubicBezTo>
                  <a:cubicBezTo>
                    <a:pt x="52" y="416"/>
                    <a:pt x="52" y="416"/>
                    <a:pt x="52" y="416"/>
                  </a:cubicBezTo>
                  <a:cubicBezTo>
                    <a:pt x="62" y="447"/>
                    <a:pt x="62" y="447"/>
                    <a:pt x="62" y="447"/>
                  </a:cubicBezTo>
                  <a:cubicBezTo>
                    <a:pt x="93" y="443"/>
                    <a:pt x="93" y="443"/>
                    <a:pt x="93" y="443"/>
                  </a:cubicBezTo>
                  <a:cubicBezTo>
                    <a:pt x="116" y="462"/>
                    <a:pt x="116" y="462"/>
                    <a:pt x="116" y="462"/>
                  </a:cubicBezTo>
                  <a:cubicBezTo>
                    <a:pt x="154" y="452"/>
                    <a:pt x="154" y="452"/>
                    <a:pt x="154" y="452"/>
                  </a:cubicBezTo>
                  <a:cubicBezTo>
                    <a:pt x="189" y="496"/>
                    <a:pt x="189" y="496"/>
                    <a:pt x="189" y="496"/>
                  </a:cubicBezTo>
                  <a:cubicBezTo>
                    <a:pt x="192" y="505"/>
                    <a:pt x="192" y="505"/>
                    <a:pt x="192" y="505"/>
                  </a:cubicBezTo>
                  <a:cubicBezTo>
                    <a:pt x="213" y="509"/>
                    <a:pt x="213" y="509"/>
                    <a:pt x="213" y="509"/>
                  </a:cubicBezTo>
                  <a:cubicBezTo>
                    <a:pt x="240" y="504"/>
                    <a:pt x="240" y="504"/>
                    <a:pt x="240" y="504"/>
                  </a:cubicBezTo>
                  <a:cubicBezTo>
                    <a:pt x="240" y="488"/>
                    <a:pt x="240" y="488"/>
                    <a:pt x="240" y="488"/>
                  </a:cubicBezTo>
                  <a:cubicBezTo>
                    <a:pt x="262" y="498"/>
                    <a:pt x="262" y="498"/>
                    <a:pt x="262" y="498"/>
                  </a:cubicBezTo>
                  <a:cubicBezTo>
                    <a:pt x="274" y="509"/>
                    <a:pt x="274" y="509"/>
                    <a:pt x="274" y="509"/>
                  </a:cubicBezTo>
                  <a:cubicBezTo>
                    <a:pt x="292" y="510"/>
                    <a:pt x="292" y="510"/>
                    <a:pt x="292" y="510"/>
                  </a:cubicBezTo>
                  <a:cubicBezTo>
                    <a:pt x="290" y="508"/>
                    <a:pt x="290" y="508"/>
                    <a:pt x="290" y="508"/>
                  </a:cubicBezTo>
                  <a:cubicBezTo>
                    <a:pt x="296" y="496"/>
                    <a:pt x="296" y="496"/>
                    <a:pt x="296" y="496"/>
                  </a:cubicBezTo>
                  <a:cubicBezTo>
                    <a:pt x="321" y="479"/>
                    <a:pt x="321" y="479"/>
                    <a:pt x="321" y="479"/>
                  </a:cubicBezTo>
                  <a:cubicBezTo>
                    <a:pt x="328" y="481"/>
                    <a:pt x="328" y="481"/>
                    <a:pt x="328" y="481"/>
                  </a:cubicBezTo>
                  <a:cubicBezTo>
                    <a:pt x="327" y="498"/>
                    <a:pt x="327" y="498"/>
                    <a:pt x="327" y="498"/>
                  </a:cubicBezTo>
                  <a:cubicBezTo>
                    <a:pt x="334" y="499"/>
                    <a:pt x="334" y="499"/>
                    <a:pt x="334" y="499"/>
                  </a:cubicBezTo>
                  <a:cubicBezTo>
                    <a:pt x="339" y="495"/>
                    <a:pt x="339" y="495"/>
                    <a:pt x="339" y="495"/>
                  </a:cubicBezTo>
                  <a:cubicBezTo>
                    <a:pt x="333" y="470"/>
                    <a:pt x="333" y="470"/>
                    <a:pt x="333" y="470"/>
                  </a:cubicBezTo>
                  <a:cubicBezTo>
                    <a:pt x="328" y="462"/>
                    <a:pt x="328" y="462"/>
                    <a:pt x="328" y="462"/>
                  </a:cubicBezTo>
                  <a:cubicBezTo>
                    <a:pt x="328" y="444"/>
                    <a:pt x="328" y="444"/>
                    <a:pt x="328" y="444"/>
                  </a:cubicBezTo>
                  <a:cubicBezTo>
                    <a:pt x="322" y="435"/>
                    <a:pt x="322" y="435"/>
                    <a:pt x="322" y="435"/>
                  </a:cubicBezTo>
                  <a:cubicBezTo>
                    <a:pt x="339" y="433"/>
                    <a:pt x="339" y="433"/>
                    <a:pt x="339" y="433"/>
                  </a:cubicBezTo>
                  <a:cubicBezTo>
                    <a:pt x="372" y="442"/>
                    <a:pt x="372" y="442"/>
                    <a:pt x="372" y="442"/>
                  </a:cubicBezTo>
                  <a:cubicBezTo>
                    <a:pt x="380" y="421"/>
                    <a:pt x="380" y="421"/>
                    <a:pt x="380" y="421"/>
                  </a:cubicBezTo>
                  <a:cubicBezTo>
                    <a:pt x="387" y="427"/>
                    <a:pt x="387" y="427"/>
                    <a:pt x="387" y="427"/>
                  </a:cubicBezTo>
                  <a:cubicBezTo>
                    <a:pt x="398" y="430"/>
                    <a:pt x="398" y="430"/>
                    <a:pt x="398" y="430"/>
                  </a:cubicBezTo>
                  <a:cubicBezTo>
                    <a:pt x="415" y="435"/>
                    <a:pt x="415" y="435"/>
                    <a:pt x="415" y="435"/>
                  </a:cubicBezTo>
                  <a:cubicBezTo>
                    <a:pt x="428" y="433"/>
                    <a:pt x="428" y="433"/>
                    <a:pt x="428" y="433"/>
                  </a:cubicBezTo>
                  <a:cubicBezTo>
                    <a:pt x="445" y="438"/>
                    <a:pt x="445" y="438"/>
                    <a:pt x="445" y="438"/>
                  </a:cubicBezTo>
                  <a:cubicBezTo>
                    <a:pt x="455" y="454"/>
                    <a:pt x="455" y="454"/>
                    <a:pt x="455" y="454"/>
                  </a:cubicBezTo>
                  <a:cubicBezTo>
                    <a:pt x="463" y="454"/>
                    <a:pt x="463" y="454"/>
                    <a:pt x="463" y="454"/>
                  </a:cubicBezTo>
                  <a:cubicBezTo>
                    <a:pt x="468" y="446"/>
                    <a:pt x="468" y="446"/>
                    <a:pt x="468" y="446"/>
                  </a:cubicBezTo>
                  <a:cubicBezTo>
                    <a:pt x="482" y="449"/>
                    <a:pt x="482" y="449"/>
                    <a:pt x="482" y="449"/>
                  </a:cubicBezTo>
                  <a:cubicBezTo>
                    <a:pt x="506" y="444"/>
                    <a:pt x="506" y="444"/>
                    <a:pt x="506" y="444"/>
                  </a:cubicBezTo>
                  <a:cubicBezTo>
                    <a:pt x="505" y="425"/>
                    <a:pt x="505" y="425"/>
                    <a:pt x="505" y="425"/>
                  </a:cubicBezTo>
                  <a:cubicBezTo>
                    <a:pt x="537" y="416"/>
                    <a:pt x="537" y="416"/>
                    <a:pt x="537" y="416"/>
                  </a:cubicBezTo>
                  <a:cubicBezTo>
                    <a:pt x="551" y="416"/>
                    <a:pt x="551" y="416"/>
                    <a:pt x="551" y="416"/>
                  </a:cubicBezTo>
                  <a:cubicBezTo>
                    <a:pt x="557" y="411"/>
                    <a:pt x="557" y="411"/>
                    <a:pt x="557" y="411"/>
                  </a:cubicBezTo>
                  <a:cubicBezTo>
                    <a:pt x="568" y="418"/>
                    <a:pt x="568" y="418"/>
                    <a:pt x="568" y="418"/>
                  </a:cubicBezTo>
                  <a:cubicBezTo>
                    <a:pt x="597" y="416"/>
                    <a:pt x="597" y="416"/>
                    <a:pt x="597" y="416"/>
                  </a:cubicBezTo>
                  <a:cubicBezTo>
                    <a:pt x="594" y="405"/>
                    <a:pt x="594" y="405"/>
                    <a:pt x="594" y="405"/>
                  </a:cubicBezTo>
                  <a:cubicBezTo>
                    <a:pt x="582" y="363"/>
                    <a:pt x="582" y="363"/>
                    <a:pt x="582" y="363"/>
                  </a:cubicBezTo>
                  <a:cubicBezTo>
                    <a:pt x="554" y="365"/>
                    <a:pt x="554" y="365"/>
                    <a:pt x="554" y="365"/>
                  </a:cubicBezTo>
                  <a:cubicBezTo>
                    <a:pt x="517" y="341"/>
                    <a:pt x="517" y="341"/>
                    <a:pt x="517" y="341"/>
                  </a:cubicBezTo>
                  <a:cubicBezTo>
                    <a:pt x="510" y="329"/>
                    <a:pt x="510" y="329"/>
                    <a:pt x="510" y="329"/>
                  </a:cubicBezTo>
                  <a:cubicBezTo>
                    <a:pt x="487" y="321"/>
                    <a:pt x="487" y="321"/>
                    <a:pt x="487" y="321"/>
                  </a:cubicBezTo>
                  <a:cubicBezTo>
                    <a:pt x="463" y="298"/>
                    <a:pt x="463" y="298"/>
                    <a:pt x="463" y="298"/>
                  </a:cubicBezTo>
                  <a:cubicBezTo>
                    <a:pt x="480" y="286"/>
                    <a:pt x="480" y="286"/>
                    <a:pt x="480" y="286"/>
                  </a:cubicBezTo>
                  <a:cubicBezTo>
                    <a:pt x="498" y="279"/>
                    <a:pt x="498" y="279"/>
                    <a:pt x="498" y="279"/>
                  </a:cubicBezTo>
                  <a:cubicBezTo>
                    <a:pt x="479" y="255"/>
                    <a:pt x="479" y="255"/>
                    <a:pt x="479" y="255"/>
                  </a:cubicBezTo>
                  <a:cubicBezTo>
                    <a:pt x="450" y="263"/>
                    <a:pt x="450" y="263"/>
                    <a:pt x="450" y="263"/>
                  </a:cubicBezTo>
                  <a:cubicBezTo>
                    <a:pt x="451" y="252"/>
                    <a:pt x="451" y="252"/>
                    <a:pt x="451" y="252"/>
                  </a:cubicBezTo>
                  <a:cubicBezTo>
                    <a:pt x="426" y="250"/>
                    <a:pt x="426" y="250"/>
                    <a:pt x="426" y="250"/>
                  </a:cubicBezTo>
                  <a:cubicBezTo>
                    <a:pt x="443" y="237"/>
                    <a:pt x="443" y="237"/>
                    <a:pt x="443" y="237"/>
                  </a:cubicBezTo>
                  <a:cubicBezTo>
                    <a:pt x="459" y="237"/>
                    <a:pt x="459" y="237"/>
                    <a:pt x="459" y="237"/>
                  </a:cubicBezTo>
                  <a:cubicBezTo>
                    <a:pt x="472" y="230"/>
                    <a:pt x="472" y="230"/>
                    <a:pt x="472" y="230"/>
                  </a:cubicBezTo>
                  <a:cubicBezTo>
                    <a:pt x="471" y="224"/>
                    <a:pt x="471" y="224"/>
                    <a:pt x="471" y="224"/>
                  </a:cubicBezTo>
                  <a:cubicBezTo>
                    <a:pt x="461" y="216"/>
                    <a:pt x="461" y="216"/>
                    <a:pt x="461" y="216"/>
                  </a:cubicBezTo>
                  <a:cubicBezTo>
                    <a:pt x="438" y="179"/>
                    <a:pt x="438" y="179"/>
                    <a:pt x="438" y="179"/>
                  </a:cubicBezTo>
                  <a:cubicBezTo>
                    <a:pt x="427" y="161"/>
                    <a:pt x="427" y="161"/>
                    <a:pt x="427" y="161"/>
                  </a:cubicBezTo>
                  <a:cubicBezTo>
                    <a:pt x="420" y="157"/>
                    <a:pt x="420" y="157"/>
                    <a:pt x="420" y="157"/>
                  </a:cubicBezTo>
                  <a:cubicBezTo>
                    <a:pt x="413" y="135"/>
                    <a:pt x="413" y="135"/>
                    <a:pt x="413" y="135"/>
                  </a:cubicBezTo>
                  <a:cubicBezTo>
                    <a:pt x="395" y="78"/>
                    <a:pt x="395" y="78"/>
                    <a:pt x="395" y="78"/>
                  </a:cubicBezTo>
                  <a:cubicBezTo>
                    <a:pt x="374" y="49"/>
                    <a:pt x="374" y="49"/>
                    <a:pt x="374" y="49"/>
                  </a:cubicBezTo>
                  <a:cubicBezTo>
                    <a:pt x="344" y="31"/>
                    <a:pt x="344" y="31"/>
                    <a:pt x="344" y="31"/>
                  </a:cubicBezTo>
                  <a:cubicBezTo>
                    <a:pt x="345" y="14"/>
                    <a:pt x="345" y="14"/>
                    <a:pt x="345" y="14"/>
                  </a:cubicBezTo>
                  <a:cubicBezTo>
                    <a:pt x="357" y="10"/>
                    <a:pt x="357" y="10"/>
                    <a:pt x="357" y="10"/>
                  </a:cubicBezTo>
                  <a:lnTo>
                    <a:pt x="364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38">
              <a:extLst>
                <a:ext uri="{FF2B5EF4-FFF2-40B4-BE49-F238E27FC236}">
                  <a16:creationId xmlns="" xmlns:a16="http://schemas.microsoft.com/office/drawing/2014/main" id="{F5C3381F-54AB-EA92-A6DF-0B9CB72F0F75}"/>
                </a:ext>
              </a:extLst>
            </p:cNvPr>
            <p:cNvSpPr/>
            <p:nvPr/>
          </p:nvSpPr>
          <p:spPr>
            <a:xfrm>
              <a:off x="3990975" y="3549650"/>
              <a:ext cx="801688" cy="1025525"/>
            </a:xfrm>
            <a:custGeom>
              <a:avLst/>
              <a:gdLst/>
              <a:ahLst/>
              <a:cxnLst/>
              <a:rect l="l" t="t" r="r" b="b"/>
              <a:pathLst>
                <a:path w="384" h="491" extrusionOk="0">
                  <a:moveTo>
                    <a:pt x="267" y="0"/>
                  </a:moveTo>
                  <a:cubicBezTo>
                    <a:pt x="261" y="5"/>
                    <a:pt x="261" y="5"/>
                    <a:pt x="261" y="5"/>
                  </a:cubicBezTo>
                  <a:cubicBezTo>
                    <a:pt x="247" y="5"/>
                    <a:pt x="247" y="5"/>
                    <a:pt x="247" y="5"/>
                  </a:cubicBezTo>
                  <a:cubicBezTo>
                    <a:pt x="215" y="14"/>
                    <a:pt x="215" y="14"/>
                    <a:pt x="215" y="14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192" y="38"/>
                    <a:pt x="192" y="38"/>
                    <a:pt x="192" y="38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3" y="43"/>
                    <a:pt x="173" y="43"/>
                    <a:pt x="173" y="43"/>
                  </a:cubicBezTo>
                  <a:cubicBezTo>
                    <a:pt x="165" y="43"/>
                    <a:pt x="165" y="43"/>
                    <a:pt x="165" y="43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38" y="22"/>
                    <a:pt x="138" y="22"/>
                    <a:pt x="138" y="22"/>
                  </a:cubicBezTo>
                  <a:cubicBezTo>
                    <a:pt x="125" y="24"/>
                    <a:pt x="125" y="24"/>
                    <a:pt x="125" y="24"/>
                  </a:cubicBezTo>
                  <a:cubicBezTo>
                    <a:pt x="108" y="19"/>
                    <a:pt x="108" y="19"/>
                    <a:pt x="108" y="19"/>
                  </a:cubicBezTo>
                  <a:cubicBezTo>
                    <a:pt x="97" y="16"/>
                    <a:pt x="97" y="16"/>
                    <a:pt x="97" y="16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43" y="59"/>
                    <a:pt x="43" y="59"/>
                    <a:pt x="43" y="59"/>
                  </a:cubicBezTo>
                  <a:cubicBezTo>
                    <a:pt x="49" y="84"/>
                    <a:pt x="49" y="84"/>
                    <a:pt x="49" y="84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37" y="87"/>
                    <a:pt x="37" y="87"/>
                    <a:pt x="37" y="87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17" y="119"/>
                    <a:pt x="17" y="119"/>
                    <a:pt x="17" y="119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34" y="141"/>
                    <a:pt x="34" y="141"/>
                    <a:pt x="34" y="141"/>
                  </a:cubicBezTo>
                  <a:cubicBezTo>
                    <a:pt x="33" y="160"/>
                    <a:pt x="33" y="160"/>
                    <a:pt x="33" y="160"/>
                  </a:cubicBezTo>
                  <a:cubicBezTo>
                    <a:pt x="29" y="180"/>
                    <a:pt x="29" y="180"/>
                    <a:pt x="29" y="180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1" y="198"/>
                    <a:pt x="21" y="198"/>
                    <a:pt x="21" y="198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6" y="236"/>
                    <a:pt x="6" y="236"/>
                    <a:pt x="6" y="236"/>
                  </a:cubicBezTo>
                  <a:cubicBezTo>
                    <a:pt x="20" y="236"/>
                    <a:pt x="20" y="236"/>
                    <a:pt x="20" y="236"/>
                  </a:cubicBezTo>
                  <a:cubicBezTo>
                    <a:pt x="34" y="243"/>
                    <a:pt x="34" y="243"/>
                    <a:pt x="34" y="243"/>
                  </a:cubicBezTo>
                  <a:cubicBezTo>
                    <a:pt x="31" y="257"/>
                    <a:pt x="31" y="257"/>
                    <a:pt x="31" y="257"/>
                  </a:cubicBezTo>
                  <a:cubicBezTo>
                    <a:pt x="21" y="257"/>
                    <a:pt x="21" y="257"/>
                    <a:pt x="21" y="257"/>
                  </a:cubicBezTo>
                  <a:cubicBezTo>
                    <a:pt x="14" y="273"/>
                    <a:pt x="14" y="273"/>
                    <a:pt x="14" y="273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40" y="282"/>
                    <a:pt x="40" y="282"/>
                    <a:pt x="40" y="282"/>
                  </a:cubicBezTo>
                  <a:cubicBezTo>
                    <a:pt x="53" y="279"/>
                    <a:pt x="53" y="279"/>
                    <a:pt x="53" y="279"/>
                  </a:cubicBezTo>
                  <a:cubicBezTo>
                    <a:pt x="65" y="291"/>
                    <a:pt x="65" y="291"/>
                    <a:pt x="65" y="291"/>
                  </a:cubicBezTo>
                  <a:cubicBezTo>
                    <a:pt x="97" y="301"/>
                    <a:pt x="97" y="301"/>
                    <a:pt x="97" y="301"/>
                  </a:cubicBezTo>
                  <a:cubicBezTo>
                    <a:pt x="120" y="332"/>
                    <a:pt x="120" y="332"/>
                    <a:pt x="120" y="332"/>
                  </a:cubicBezTo>
                  <a:cubicBezTo>
                    <a:pt x="150" y="334"/>
                    <a:pt x="150" y="334"/>
                    <a:pt x="150" y="334"/>
                  </a:cubicBezTo>
                  <a:cubicBezTo>
                    <a:pt x="158" y="358"/>
                    <a:pt x="158" y="358"/>
                    <a:pt x="158" y="358"/>
                  </a:cubicBezTo>
                  <a:cubicBezTo>
                    <a:pt x="155" y="368"/>
                    <a:pt x="155" y="368"/>
                    <a:pt x="155" y="368"/>
                  </a:cubicBezTo>
                  <a:cubicBezTo>
                    <a:pt x="134" y="373"/>
                    <a:pt x="134" y="373"/>
                    <a:pt x="134" y="373"/>
                  </a:cubicBezTo>
                  <a:cubicBezTo>
                    <a:pt x="130" y="400"/>
                    <a:pt x="130" y="400"/>
                    <a:pt x="130" y="400"/>
                  </a:cubicBezTo>
                  <a:cubicBezTo>
                    <a:pt x="144" y="409"/>
                    <a:pt x="144" y="409"/>
                    <a:pt x="144" y="409"/>
                  </a:cubicBezTo>
                  <a:cubicBezTo>
                    <a:pt x="161" y="428"/>
                    <a:pt x="161" y="428"/>
                    <a:pt x="161" y="428"/>
                  </a:cubicBezTo>
                  <a:cubicBezTo>
                    <a:pt x="183" y="425"/>
                    <a:pt x="183" y="425"/>
                    <a:pt x="183" y="425"/>
                  </a:cubicBezTo>
                  <a:cubicBezTo>
                    <a:pt x="187" y="429"/>
                    <a:pt x="187" y="429"/>
                    <a:pt x="187" y="429"/>
                  </a:cubicBezTo>
                  <a:cubicBezTo>
                    <a:pt x="221" y="436"/>
                    <a:pt x="221" y="436"/>
                    <a:pt x="221" y="436"/>
                  </a:cubicBezTo>
                  <a:cubicBezTo>
                    <a:pt x="221" y="461"/>
                    <a:pt x="221" y="461"/>
                    <a:pt x="221" y="461"/>
                  </a:cubicBezTo>
                  <a:cubicBezTo>
                    <a:pt x="222" y="471"/>
                    <a:pt x="222" y="471"/>
                    <a:pt x="222" y="471"/>
                  </a:cubicBezTo>
                  <a:cubicBezTo>
                    <a:pt x="206" y="473"/>
                    <a:pt x="206" y="473"/>
                    <a:pt x="206" y="473"/>
                  </a:cubicBezTo>
                  <a:cubicBezTo>
                    <a:pt x="206" y="474"/>
                    <a:pt x="206" y="474"/>
                    <a:pt x="206" y="474"/>
                  </a:cubicBezTo>
                  <a:cubicBezTo>
                    <a:pt x="223" y="490"/>
                    <a:pt x="223" y="490"/>
                    <a:pt x="223" y="490"/>
                  </a:cubicBezTo>
                  <a:cubicBezTo>
                    <a:pt x="239" y="487"/>
                    <a:pt x="239" y="487"/>
                    <a:pt x="239" y="487"/>
                  </a:cubicBezTo>
                  <a:cubicBezTo>
                    <a:pt x="267" y="491"/>
                    <a:pt x="267" y="491"/>
                    <a:pt x="267" y="491"/>
                  </a:cubicBezTo>
                  <a:cubicBezTo>
                    <a:pt x="275" y="484"/>
                    <a:pt x="275" y="484"/>
                    <a:pt x="275" y="484"/>
                  </a:cubicBezTo>
                  <a:cubicBezTo>
                    <a:pt x="256" y="453"/>
                    <a:pt x="256" y="453"/>
                    <a:pt x="256" y="453"/>
                  </a:cubicBezTo>
                  <a:cubicBezTo>
                    <a:pt x="264" y="443"/>
                    <a:pt x="264" y="443"/>
                    <a:pt x="264" y="443"/>
                  </a:cubicBezTo>
                  <a:cubicBezTo>
                    <a:pt x="290" y="441"/>
                    <a:pt x="290" y="441"/>
                    <a:pt x="290" y="441"/>
                  </a:cubicBezTo>
                  <a:cubicBezTo>
                    <a:pt x="304" y="448"/>
                    <a:pt x="304" y="448"/>
                    <a:pt x="304" y="448"/>
                  </a:cubicBezTo>
                  <a:cubicBezTo>
                    <a:pt x="323" y="446"/>
                    <a:pt x="323" y="446"/>
                    <a:pt x="323" y="446"/>
                  </a:cubicBezTo>
                  <a:cubicBezTo>
                    <a:pt x="332" y="436"/>
                    <a:pt x="332" y="436"/>
                    <a:pt x="332" y="436"/>
                  </a:cubicBezTo>
                  <a:cubicBezTo>
                    <a:pt x="328" y="424"/>
                    <a:pt x="328" y="424"/>
                    <a:pt x="328" y="424"/>
                  </a:cubicBezTo>
                  <a:cubicBezTo>
                    <a:pt x="340" y="404"/>
                    <a:pt x="340" y="404"/>
                    <a:pt x="340" y="404"/>
                  </a:cubicBezTo>
                  <a:cubicBezTo>
                    <a:pt x="372" y="376"/>
                    <a:pt x="372" y="376"/>
                    <a:pt x="372" y="376"/>
                  </a:cubicBezTo>
                  <a:cubicBezTo>
                    <a:pt x="372" y="376"/>
                    <a:pt x="374" y="374"/>
                    <a:pt x="375" y="374"/>
                  </a:cubicBezTo>
                  <a:cubicBezTo>
                    <a:pt x="359" y="347"/>
                    <a:pt x="359" y="347"/>
                    <a:pt x="359" y="347"/>
                  </a:cubicBezTo>
                  <a:cubicBezTo>
                    <a:pt x="370" y="324"/>
                    <a:pt x="370" y="324"/>
                    <a:pt x="370" y="324"/>
                  </a:cubicBezTo>
                  <a:cubicBezTo>
                    <a:pt x="376" y="298"/>
                    <a:pt x="376" y="298"/>
                    <a:pt x="376" y="298"/>
                  </a:cubicBezTo>
                  <a:cubicBezTo>
                    <a:pt x="370" y="273"/>
                    <a:pt x="370" y="273"/>
                    <a:pt x="370" y="273"/>
                  </a:cubicBezTo>
                  <a:cubicBezTo>
                    <a:pt x="345" y="243"/>
                    <a:pt x="345" y="243"/>
                    <a:pt x="345" y="243"/>
                  </a:cubicBezTo>
                  <a:cubicBezTo>
                    <a:pt x="349" y="207"/>
                    <a:pt x="349" y="207"/>
                    <a:pt x="349" y="207"/>
                  </a:cubicBezTo>
                  <a:cubicBezTo>
                    <a:pt x="371" y="176"/>
                    <a:pt x="371" y="176"/>
                    <a:pt x="371" y="176"/>
                  </a:cubicBezTo>
                  <a:cubicBezTo>
                    <a:pt x="384" y="134"/>
                    <a:pt x="384" y="134"/>
                    <a:pt x="384" y="134"/>
                  </a:cubicBezTo>
                  <a:cubicBezTo>
                    <a:pt x="384" y="77"/>
                    <a:pt x="384" y="77"/>
                    <a:pt x="384" y="77"/>
                  </a:cubicBezTo>
                  <a:cubicBezTo>
                    <a:pt x="339" y="79"/>
                    <a:pt x="339" y="79"/>
                    <a:pt x="339" y="79"/>
                  </a:cubicBezTo>
                  <a:cubicBezTo>
                    <a:pt x="310" y="26"/>
                    <a:pt x="310" y="26"/>
                    <a:pt x="310" y="26"/>
                  </a:cubicBezTo>
                  <a:cubicBezTo>
                    <a:pt x="314" y="26"/>
                    <a:pt x="314" y="26"/>
                    <a:pt x="314" y="26"/>
                  </a:cubicBezTo>
                  <a:cubicBezTo>
                    <a:pt x="307" y="5"/>
                    <a:pt x="307" y="5"/>
                    <a:pt x="307" y="5"/>
                  </a:cubicBezTo>
                  <a:cubicBezTo>
                    <a:pt x="278" y="7"/>
                    <a:pt x="278" y="7"/>
                    <a:pt x="278" y="7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38">
              <a:extLst>
                <a:ext uri="{FF2B5EF4-FFF2-40B4-BE49-F238E27FC236}">
                  <a16:creationId xmlns="" xmlns:a16="http://schemas.microsoft.com/office/drawing/2014/main" id="{3A791A03-D8EC-0DBA-3112-9CCA69D431F9}"/>
                </a:ext>
              </a:extLst>
            </p:cNvPr>
            <p:cNvSpPr/>
            <p:nvPr/>
          </p:nvSpPr>
          <p:spPr>
            <a:xfrm>
              <a:off x="3930650" y="4173538"/>
              <a:ext cx="523875" cy="944562"/>
            </a:xfrm>
            <a:custGeom>
              <a:avLst/>
              <a:gdLst/>
              <a:ahLst/>
              <a:cxnLst/>
              <a:rect l="l" t="t" r="r" b="b"/>
              <a:pathLst>
                <a:path w="251" h="452" extrusionOk="0">
                  <a:moveTo>
                    <a:pt x="119" y="0"/>
                  </a:moveTo>
                  <a:cubicBezTo>
                    <a:pt x="119" y="19"/>
                    <a:pt x="119" y="19"/>
                    <a:pt x="119" y="1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07" y="52"/>
                    <a:pt x="107" y="52"/>
                    <a:pt x="107" y="52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77" y="81"/>
                    <a:pt x="77" y="81"/>
                    <a:pt x="77" y="81"/>
                  </a:cubicBezTo>
                  <a:cubicBezTo>
                    <a:pt x="62" y="91"/>
                    <a:pt x="62" y="91"/>
                    <a:pt x="62" y="91"/>
                  </a:cubicBezTo>
                  <a:cubicBezTo>
                    <a:pt x="64" y="104"/>
                    <a:pt x="64" y="104"/>
                    <a:pt x="64" y="104"/>
                  </a:cubicBezTo>
                  <a:cubicBezTo>
                    <a:pt x="69" y="115"/>
                    <a:pt x="69" y="115"/>
                    <a:pt x="69" y="115"/>
                  </a:cubicBezTo>
                  <a:cubicBezTo>
                    <a:pt x="60" y="121"/>
                    <a:pt x="60" y="121"/>
                    <a:pt x="60" y="121"/>
                  </a:cubicBezTo>
                  <a:cubicBezTo>
                    <a:pt x="49" y="109"/>
                    <a:pt x="49" y="109"/>
                    <a:pt x="49" y="109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25" y="114"/>
                    <a:pt x="25" y="114"/>
                    <a:pt x="25" y="114"/>
                  </a:cubicBezTo>
                  <a:cubicBezTo>
                    <a:pt x="23" y="130"/>
                    <a:pt x="23" y="130"/>
                    <a:pt x="23" y="130"/>
                  </a:cubicBezTo>
                  <a:cubicBezTo>
                    <a:pt x="18" y="147"/>
                    <a:pt x="18" y="147"/>
                    <a:pt x="18" y="147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38" y="165"/>
                    <a:pt x="38" y="165"/>
                    <a:pt x="38" y="165"/>
                  </a:cubicBezTo>
                  <a:cubicBezTo>
                    <a:pt x="55" y="185"/>
                    <a:pt x="55" y="185"/>
                    <a:pt x="55" y="185"/>
                  </a:cubicBezTo>
                  <a:cubicBezTo>
                    <a:pt x="55" y="196"/>
                    <a:pt x="55" y="196"/>
                    <a:pt x="55" y="196"/>
                  </a:cubicBezTo>
                  <a:cubicBezTo>
                    <a:pt x="49" y="204"/>
                    <a:pt x="49" y="204"/>
                    <a:pt x="49" y="204"/>
                  </a:cubicBezTo>
                  <a:cubicBezTo>
                    <a:pt x="32" y="205"/>
                    <a:pt x="32" y="205"/>
                    <a:pt x="32" y="205"/>
                  </a:cubicBezTo>
                  <a:cubicBezTo>
                    <a:pt x="16" y="231"/>
                    <a:pt x="16" y="231"/>
                    <a:pt x="16" y="231"/>
                  </a:cubicBezTo>
                  <a:cubicBezTo>
                    <a:pt x="14" y="249"/>
                    <a:pt x="14" y="249"/>
                    <a:pt x="14" y="249"/>
                  </a:cubicBezTo>
                  <a:cubicBezTo>
                    <a:pt x="7" y="259"/>
                    <a:pt x="7" y="259"/>
                    <a:pt x="7" y="259"/>
                  </a:cubicBezTo>
                  <a:cubicBezTo>
                    <a:pt x="11" y="290"/>
                    <a:pt x="11" y="290"/>
                    <a:pt x="11" y="290"/>
                  </a:cubicBezTo>
                  <a:cubicBezTo>
                    <a:pt x="0" y="296"/>
                    <a:pt x="0" y="296"/>
                    <a:pt x="0" y="296"/>
                  </a:cubicBezTo>
                  <a:cubicBezTo>
                    <a:pt x="19" y="313"/>
                    <a:pt x="19" y="313"/>
                    <a:pt x="19" y="313"/>
                  </a:cubicBezTo>
                  <a:cubicBezTo>
                    <a:pt x="3" y="337"/>
                    <a:pt x="3" y="337"/>
                    <a:pt x="3" y="337"/>
                  </a:cubicBezTo>
                  <a:cubicBezTo>
                    <a:pt x="14" y="355"/>
                    <a:pt x="14" y="355"/>
                    <a:pt x="14" y="355"/>
                  </a:cubicBezTo>
                  <a:cubicBezTo>
                    <a:pt x="18" y="365"/>
                    <a:pt x="18" y="365"/>
                    <a:pt x="18" y="365"/>
                  </a:cubicBezTo>
                  <a:cubicBezTo>
                    <a:pt x="18" y="374"/>
                    <a:pt x="18" y="374"/>
                    <a:pt x="18" y="374"/>
                  </a:cubicBezTo>
                  <a:cubicBezTo>
                    <a:pt x="21" y="374"/>
                    <a:pt x="21" y="374"/>
                    <a:pt x="21" y="374"/>
                  </a:cubicBezTo>
                  <a:cubicBezTo>
                    <a:pt x="27" y="392"/>
                    <a:pt x="27" y="392"/>
                    <a:pt x="27" y="392"/>
                  </a:cubicBezTo>
                  <a:cubicBezTo>
                    <a:pt x="23" y="415"/>
                    <a:pt x="23" y="415"/>
                    <a:pt x="23" y="415"/>
                  </a:cubicBezTo>
                  <a:cubicBezTo>
                    <a:pt x="23" y="415"/>
                    <a:pt x="25" y="418"/>
                    <a:pt x="26" y="420"/>
                  </a:cubicBezTo>
                  <a:cubicBezTo>
                    <a:pt x="44" y="426"/>
                    <a:pt x="44" y="426"/>
                    <a:pt x="44" y="426"/>
                  </a:cubicBezTo>
                  <a:cubicBezTo>
                    <a:pt x="64" y="440"/>
                    <a:pt x="64" y="440"/>
                    <a:pt x="64" y="440"/>
                  </a:cubicBezTo>
                  <a:cubicBezTo>
                    <a:pt x="102" y="443"/>
                    <a:pt x="102" y="443"/>
                    <a:pt x="102" y="443"/>
                  </a:cubicBezTo>
                  <a:cubicBezTo>
                    <a:pt x="110" y="431"/>
                    <a:pt x="110" y="431"/>
                    <a:pt x="110" y="431"/>
                  </a:cubicBezTo>
                  <a:cubicBezTo>
                    <a:pt x="121" y="430"/>
                    <a:pt x="121" y="430"/>
                    <a:pt x="121" y="430"/>
                  </a:cubicBezTo>
                  <a:cubicBezTo>
                    <a:pt x="121" y="430"/>
                    <a:pt x="125" y="441"/>
                    <a:pt x="128" y="446"/>
                  </a:cubicBezTo>
                  <a:cubicBezTo>
                    <a:pt x="131" y="452"/>
                    <a:pt x="161" y="452"/>
                    <a:pt x="161" y="452"/>
                  </a:cubicBezTo>
                  <a:cubicBezTo>
                    <a:pt x="176" y="445"/>
                    <a:pt x="176" y="445"/>
                    <a:pt x="176" y="445"/>
                  </a:cubicBezTo>
                  <a:cubicBezTo>
                    <a:pt x="177" y="426"/>
                    <a:pt x="177" y="426"/>
                    <a:pt x="177" y="426"/>
                  </a:cubicBezTo>
                  <a:cubicBezTo>
                    <a:pt x="184" y="388"/>
                    <a:pt x="184" y="388"/>
                    <a:pt x="184" y="388"/>
                  </a:cubicBezTo>
                  <a:cubicBezTo>
                    <a:pt x="182" y="354"/>
                    <a:pt x="182" y="354"/>
                    <a:pt x="182" y="354"/>
                  </a:cubicBezTo>
                  <a:cubicBezTo>
                    <a:pt x="183" y="338"/>
                    <a:pt x="183" y="338"/>
                    <a:pt x="183" y="338"/>
                  </a:cubicBezTo>
                  <a:cubicBezTo>
                    <a:pt x="190" y="325"/>
                    <a:pt x="190" y="325"/>
                    <a:pt x="190" y="325"/>
                  </a:cubicBezTo>
                  <a:cubicBezTo>
                    <a:pt x="174" y="314"/>
                    <a:pt x="174" y="314"/>
                    <a:pt x="174" y="314"/>
                  </a:cubicBezTo>
                  <a:cubicBezTo>
                    <a:pt x="167" y="281"/>
                    <a:pt x="167" y="281"/>
                    <a:pt x="167" y="281"/>
                  </a:cubicBezTo>
                  <a:cubicBezTo>
                    <a:pt x="177" y="275"/>
                    <a:pt x="177" y="275"/>
                    <a:pt x="177" y="275"/>
                  </a:cubicBezTo>
                  <a:cubicBezTo>
                    <a:pt x="178" y="258"/>
                    <a:pt x="178" y="258"/>
                    <a:pt x="178" y="258"/>
                  </a:cubicBezTo>
                  <a:cubicBezTo>
                    <a:pt x="169" y="251"/>
                    <a:pt x="169" y="251"/>
                    <a:pt x="169" y="251"/>
                  </a:cubicBezTo>
                  <a:cubicBezTo>
                    <a:pt x="178" y="242"/>
                    <a:pt x="178" y="242"/>
                    <a:pt x="178" y="242"/>
                  </a:cubicBezTo>
                  <a:cubicBezTo>
                    <a:pt x="155" y="224"/>
                    <a:pt x="155" y="224"/>
                    <a:pt x="155" y="224"/>
                  </a:cubicBezTo>
                  <a:cubicBezTo>
                    <a:pt x="167" y="191"/>
                    <a:pt x="167" y="191"/>
                    <a:pt x="167" y="191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205" y="183"/>
                    <a:pt x="205" y="183"/>
                    <a:pt x="205" y="183"/>
                  </a:cubicBezTo>
                  <a:cubicBezTo>
                    <a:pt x="215" y="188"/>
                    <a:pt x="215" y="188"/>
                    <a:pt x="215" y="188"/>
                  </a:cubicBezTo>
                  <a:cubicBezTo>
                    <a:pt x="232" y="180"/>
                    <a:pt x="232" y="180"/>
                    <a:pt x="232" y="180"/>
                  </a:cubicBezTo>
                  <a:cubicBezTo>
                    <a:pt x="235" y="174"/>
                    <a:pt x="235" y="174"/>
                    <a:pt x="235" y="174"/>
                  </a:cubicBezTo>
                  <a:cubicBezTo>
                    <a:pt x="251" y="172"/>
                    <a:pt x="251" y="172"/>
                    <a:pt x="251" y="172"/>
                  </a:cubicBezTo>
                  <a:cubicBezTo>
                    <a:pt x="250" y="162"/>
                    <a:pt x="250" y="162"/>
                    <a:pt x="250" y="162"/>
                  </a:cubicBezTo>
                  <a:cubicBezTo>
                    <a:pt x="250" y="137"/>
                    <a:pt x="250" y="137"/>
                    <a:pt x="250" y="137"/>
                  </a:cubicBezTo>
                  <a:cubicBezTo>
                    <a:pt x="216" y="130"/>
                    <a:pt x="216" y="130"/>
                    <a:pt x="216" y="130"/>
                  </a:cubicBezTo>
                  <a:cubicBezTo>
                    <a:pt x="212" y="126"/>
                    <a:pt x="212" y="126"/>
                    <a:pt x="212" y="126"/>
                  </a:cubicBezTo>
                  <a:cubicBezTo>
                    <a:pt x="190" y="129"/>
                    <a:pt x="190" y="129"/>
                    <a:pt x="190" y="129"/>
                  </a:cubicBezTo>
                  <a:cubicBezTo>
                    <a:pt x="173" y="110"/>
                    <a:pt x="173" y="110"/>
                    <a:pt x="173" y="110"/>
                  </a:cubicBezTo>
                  <a:cubicBezTo>
                    <a:pt x="159" y="101"/>
                    <a:pt x="159" y="101"/>
                    <a:pt x="159" y="101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84" y="69"/>
                    <a:pt x="184" y="69"/>
                    <a:pt x="184" y="69"/>
                  </a:cubicBezTo>
                  <a:cubicBezTo>
                    <a:pt x="187" y="59"/>
                    <a:pt x="187" y="59"/>
                    <a:pt x="187" y="59"/>
                  </a:cubicBezTo>
                  <a:cubicBezTo>
                    <a:pt x="179" y="35"/>
                    <a:pt x="179" y="35"/>
                    <a:pt x="179" y="35"/>
                  </a:cubicBezTo>
                  <a:cubicBezTo>
                    <a:pt x="149" y="33"/>
                    <a:pt x="149" y="33"/>
                    <a:pt x="149" y="33"/>
                  </a:cubicBezTo>
                  <a:cubicBezTo>
                    <a:pt x="126" y="2"/>
                    <a:pt x="126" y="2"/>
                    <a:pt x="126" y="2"/>
                  </a:cubicBezTo>
                  <a:lnTo>
                    <a:pt x="119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38">
              <a:extLst>
                <a:ext uri="{FF2B5EF4-FFF2-40B4-BE49-F238E27FC236}">
                  <a16:creationId xmlns="" xmlns:a16="http://schemas.microsoft.com/office/drawing/2014/main" id="{EF6065DE-E67D-C648-8F34-6B0ED6E0AE94}"/>
                </a:ext>
              </a:extLst>
            </p:cNvPr>
            <p:cNvSpPr/>
            <p:nvPr/>
          </p:nvSpPr>
          <p:spPr>
            <a:xfrm>
              <a:off x="3448050" y="3709988"/>
              <a:ext cx="730250" cy="1244600"/>
            </a:xfrm>
            <a:custGeom>
              <a:avLst/>
              <a:gdLst/>
              <a:ahLst/>
              <a:cxnLst/>
              <a:rect l="l" t="t" r="r" b="b"/>
              <a:pathLst>
                <a:path w="460" h="784" extrusionOk="0">
                  <a:moveTo>
                    <a:pt x="276" y="0"/>
                  </a:moveTo>
                  <a:lnTo>
                    <a:pt x="276" y="21"/>
                  </a:lnTo>
                  <a:lnTo>
                    <a:pt x="240" y="28"/>
                  </a:lnTo>
                  <a:lnTo>
                    <a:pt x="207" y="21"/>
                  </a:lnTo>
                  <a:lnTo>
                    <a:pt x="197" y="57"/>
                  </a:lnTo>
                  <a:lnTo>
                    <a:pt x="181" y="75"/>
                  </a:lnTo>
                  <a:lnTo>
                    <a:pt x="151" y="149"/>
                  </a:lnTo>
                  <a:lnTo>
                    <a:pt x="152" y="169"/>
                  </a:lnTo>
                  <a:lnTo>
                    <a:pt x="157" y="290"/>
                  </a:lnTo>
                  <a:lnTo>
                    <a:pt x="119" y="307"/>
                  </a:lnTo>
                  <a:lnTo>
                    <a:pt x="101" y="324"/>
                  </a:lnTo>
                  <a:lnTo>
                    <a:pt x="86" y="321"/>
                  </a:lnTo>
                  <a:lnTo>
                    <a:pt x="72" y="311"/>
                  </a:lnTo>
                  <a:lnTo>
                    <a:pt x="57" y="311"/>
                  </a:lnTo>
                  <a:lnTo>
                    <a:pt x="72" y="350"/>
                  </a:lnTo>
                  <a:lnTo>
                    <a:pt x="59" y="363"/>
                  </a:lnTo>
                  <a:lnTo>
                    <a:pt x="63" y="375"/>
                  </a:lnTo>
                  <a:lnTo>
                    <a:pt x="56" y="392"/>
                  </a:lnTo>
                  <a:lnTo>
                    <a:pt x="65" y="421"/>
                  </a:lnTo>
                  <a:lnTo>
                    <a:pt x="76" y="462"/>
                  </a:lnTo>
                  <a:lnTo>
                    <a:pt x="65" y="500"/>
                  </a:lnTo>
                  <a:lnTo>
                    <a:pt x="76" y="537"/>
                  </a:lnTo>
                  <a:lnTo>
                    <a:pt x="50" y="567"/>
                  </a:lnTo>
                  <a:lnTo>
                    <a:pt x="0" y="613"/>
                  </a:lnTo>
                  <a:lnTo>
                    <a:pt x="4" y="684"/>
                  </a:lnTo>
                  <a:lnTo>
                    <a:pt x="36" y="716"/>
                  </a:lnTo>
                  <a:lnTo>
                    <a:pt x="40" y="736"/>
                  </a:lnTo>
                  <a:lnTo>
                    <a:pt x="98" y="737"/>
                  </a:lnTo>
                  <a:lnTo>
                    <a:pt x="100" y="723"/>
                  </a:lnTo>
                  <a:lnTo>
                    <a:pt x="146" y="723"/>
                  </a:lnTo>
                  <a:lnTo>
                    <a:pt x="135" y="758"/>
                  </a:lnTo>
                  <a:lnTo>
                    <a:pt x="134" y="780"/>
                  </a:lnTo>
                  <a:lnTo>
                    <a:pt x="327" y="784"/>
                  </a:lnTo>
                  <a:lnTo>
                    <a:pt x="327" y="773"/>
                  </a:lnTo>
                  <a:lnTo>
                    <a:pt x="322" y="759"/>
                  </a:lnTo>
                  <a:lnTo>
                    <a:pt x="307" y="736"/>
                  </a:lnTo>
                  <a:lnTo>
                    <a:pt x="329" y="704"/>
                  </a:lnTo>
                  <a:lnTo>
                    <a:pt x="304" y="682"/>
                  </a:lnTo>
                  <a:lnTo>
                    <a:pt x="318" y="674"/>
                  </a:lnTo>
                  <a:lnTo>
                    <a:pt x="313" y="633"/>
                  </a:lnTo>
                  <a:lnTo>
                    <a:pt x="322" y="620"/>
                  </a:lnTo>
                  <a:lnTo>
                    <a:pt x="325" y="596"/>
                  </a:lnTo>
                  <a:lnTo>
                    <a:pt x="346" y="562"/>
                  </a:lnTo>
                  <a:lnTo>
                    <a:pt x="368" y="561"/>
                  </a:lnTo>
                  <a:lnTo>
                    <a:pt x="376" y="550"/>
                  </a:lnTo>
                  <a:lnTo>
                    <a:pt x="376" y="536"/>
                  </a:lnTo>
                  <a:lnTo>
                    <a:pt x="354" y="509"/>
                  </a:lnTo>
                  <a:lnTo>
                    <a:pt x="336" y="503"/>
                  </a:lnTo>
                  <a:lnTo>
                    <a:pt x="327" y="486"/>
                  </a:lnTo>
                  <a:lnTo>
                    <a:pt x="334" y="463"/>
                  </a:lnTo>
                  <a:lnTo>
                    <a:pt x="336" y="442"/>
                  </a:lnTo>
                  <a:lnTo>
                    <a:pt x="355" y="436"/>
                  </a:lnTo>
                  <a:lnTo>
                    <a:pt x="368" y="436"/>
                  </a:lnTo>
                  <a:lnTo>
                    <a:pt x="382" y="451"/>
                  </a:lnTo>
                  <a:lnTo>
                    <a:pt x="394" y="444"/>
                  </a:lnTo>
                  <a:lnTo>
                    <a:pt x="388" y="429"/>
                  </a:lnTo>
                  <a:lnTo>
                    <a:pt x="385" y="412"/>
                  </a:lnTo>
                  <a:lnTo>
                    <a:pt x="405" y="399"/>
                  </a:lnTo>
                  <a:lnTo>
                    <a:pt x="414" y="384"/>
                  </a:lnTo>
                  <a:lnTo>
                    <a:pt x="419" y="370"/>
                  </a:lnTo>
                  <a:lnTo>
                    <a:pt x="444" y="361"/>
                  </a:lnTo>
                  <a:lnTo>
                    <a:pt x="456" y="348"/>
                  </a:lnTo>
                  <a:lnTo>
                    <a:pt x="460" y="317"/>
                  </a:lnTo>
                  <a:lnTo>
                    <a:pt x="460" y="292"/>
                  </a:lnTo>
                  <a:lnTo>
                    <a:pt x="427" y="282"/>
                  </a:lnTo>
                  <a:lnTo>
                    <a:pt x="411" y="266"/>
                  </a:lnTo>
                  <a:lnTo>
                    <a:pt x="394" y="270"/>
                  </a:lnTo>
                  <a:lnTo>
                    <a:pt x="371" y="254"/>
                  </a:lnTo>
                  <a:lnTo>
                    <a:pt x="360" y="258"/>
                  </a:lnTo>
                  <a:lnTo>
                    <a:pt x="369" y="237"/>
                  </a:lnTo>
                  <a:lnTo>
                    <a:pt x="382" y="237"/>
                  </a:lnTo>
                  <a:lnTo>
                    <a:pt x="386" y="219"/>
                  </a:lnTo>
                  <a:lnTo>
                    <a:pt x="368" y="209"/>
                  </a:lnTo>
                  <a:lnTo>
                    <a:pt x="350" y="209"/>
                  </a:lnTo>
                  <a:lnTo>
                    <a:pt x="357" y="171"/>
                  </a:lnTo>
                  <a:lnTo>
                    <a:pt x="369" y="159"/>
                  </a:lnTo>
                  <a:lnTo>
                    <a:pt x="373" y="142"/>
                  </a:lnTo>
                  <a:lnTo>
                    <a:pt x="380" y="136"/>
                  </a:lnTo>
                  <a:lnTo>
                    <a:pt x="385" y="109"/>
                  </a:lnTo>
                  <a:lnTo>
                    <a:pt x="386" y="84"/>
                  </a:lnTo>
                  <a:lnTo>
                    <a:pt x="373" y="61"/>
                  </a:lnTo>
                  <a:lnTo>
                    <a:pt x="364" y="55"/>
                  </a:lnTo>
                  <a:lnTo>
                    <a:pt x="344" y="29"/>
                  </a:lnTo>
                  <a:lnTo>
                    <a:pt x="321" y="28"/>
                  </a:lnTo>
                  <a:lnTo>
                    <a:pt x="305" y="13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 sz="11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38">
              <a:extLst>
                <a:ext uri="{FF2B5EF4-FFF2-40B4-BE49-F238E27FC236}">
                  <a16:creationId xmlns="" xmlns:a16="http://schemas.microsoft.com/office/drawing/2014/main" id="{B1E745E4-9CC8-75BC-6C5B-DC7228710E98}"/>
                </a:ext>
              </a:extLst>
            </p:cNvPr>
            <p:cNvSpPr/>
            <p:nvPr/>
          </p:nvSpPr>
          <p:spPr>
            <a:xfrm>
              <a:off x="2549525" y="4210050"/>
              <a:ext cx="962025" cy="952500"/>
            </a:xfrm>
            <a:custGeom>
              <a:avLst/>
              <a:gdLst/>
              <a:ahLst/>
              <a:cxnLst/>
              <a:rect l="l" t="t" r="r" b="b"/>
              <a:pathLst>
                <a:path w="606" h="600" extrusionOk="0">
                  <a:moveTo>
                    <a:pt x="120" y="0"/>
                  </a:moveTo>
                  <a:lnTo>
                    <a:pt x="97" y="9"/>
                  </a:lnTo>
                  <a:lnTo>
                    <a:pt x="79" y="14"/>
                  </a:lnTo>
                  <a:lnTo>
                    <a:pt x="81" y="33"/>
                  </a:lnTo>
                  <a:lnTo>
                    <a:pt x="71" y="35"/>
                  </a:lnTo>
                  <a:lnTo>
                    <a:pt x="48" y="76"/>
                  </a:lnTo>
                  <a:lnTo>
                    <a:pt x="47" y="98"/>
                  </a:lnTo>
                  <a:lnTo>
                    <a:pt x="30" y="152"/>
                  </a:lnTo>
                  <a:lnTo>
                    <a:pt x="18" y="156"/>
                  </a:lnTo>
                  <a:lnTo>
                    <a:pt x="9" y="193"/>
                  </a:lnTo>
                  <a:lnTo>
                    <a:pt x="8" y="217"/>
                  </a:lnTo>
                  <a:lnTo>
                    <a:pt x="0" y="230"/>
                  </a:lnTo>
                  <a:lnTo>
                    <a:pt x="0" y="242"/>
                  </a:lnTo>
                  <a:lnTo>
                    <a:pt x="41" y="242"/>
                  </a:lnTo>
                  <a:lnTo>
                    <a:pt x="54" y="250"/>
                  </a:lnTo>
                  <a:lnTo>
                    <a:pt x="67" y="242"/>
                  </a:lnTo>
                  <a:lnTo>
                    <a:pt x="77" y="252"/>
                  </a:lnTo>
                  <a:lnTo>
                    <a:pt x="80" y="275"/>
                  </a:lnTo>
                  <a:lnTo>
                    <a:pt x="98" y="290"/>
                  </a:lnTo>
                  <a:lnTo>
                    <a:pt x="96" y="325"/>
                  </a:lnTo>
                  <a:lnTo>
                    <a:pt x="121" y="389"/>
                  </a:lnTo>
                  <a:lnTo>
                    <a:pt x="137" y="410"/>
                  </a:lnTo>
                  <a:lnTo>
                    <a:pt x="134" y="435"/>
                  </a:lnTo>
                  <a:lnTo>
                    <a:pt x="141" y="462"/>
                  </a:lnTo>
                  <a:lnTo>
                    <a:pt x="160" y="480"/>
                  </a:lnTo>
                  <a:lnTo>
                    <a:pt x="176" y="502"/>
                  </a:lnTo>
                  <a:lnTo>
                    <a:pt x="189" y="521"/>
                  </a:lnTo>
                  <a:lnTo>
                    <a:pt x="193" y="535"/>
                  </a:lnTo>
                  <a:lnTo>
                    <a:pt x="222" y="583"/>
                  </a:lnTo>
                  <a:lnTo>
                    <a:pt x="233" y="600"/>
                  </a:lnTo>
                  <a:lnTo>
                    <a:pt x="247" y="593"/>
                  </a:lnTo>
                  <a:lnTo>
                    <a:pt x="266" y="596"/>
                  </a:lnTo>
                  <a:lnTo>
                    <a:pt x="279" y="592"/>
                  </a:lnTo>
                  <a:lnTo>
                    <a:pt x="292" y="594"/>
                  </a:lnTo>
                  <a:lnTo>
                    <a:pt x="318" y="596"/>
                  </a:lnTo>
                  <a:lnTo>
                    <a:pt x="314" y="583"/>
                  </a:lnTo>
                  <a:lnTo>
                    <a:pt x="346" y="577"/>
                  </a:lnTo>
                  <a:lnTo>
                    <a:pt x="355" y="581"/>
                  </a:lnTo>
                  <a:lnTo>
                    <a:pt x="360" y="577"/>
                  </a:lnTo>
                  <a:lnTo>
                    <a:pt x="384" y="579"/>
                  </a:lnTo>
                  <a:lnTo>
                    <a:pt x="380" y="567"/>
                  </a:lnTo>
                  <a:lnTo>
                    <a:pt x="421" y="568"/>
                  </a:lnTo>
                  <a:lnTo>
                    <a:pt x="426" y="580"/>
                  </a:lnTo>
                  <a:lnTo>
                    <a:pt x="520" y="580"/>
                  </a:lnTo>
                  <a:lnTo>
                    <a:pt x="513" y="572"/>
                  </a:lnTo>
                  <a:lnTo>
                    <a:pt x="521" y="531"/>
                  </a:lnTo>
                  <a:lnTo>
                    <a:pt x="514" y="513"/>
                  </a:lnTo>
                  <a:lnTo>
                    <a:pt x="529" y="512"/>
                  </a:lnTo>
                  <a:lnTo>
                    <a:pt x="541" y="500"/>
                  </a:lnTo>
                  <a:lnTo>
                    <a:pt x="537" y="451"/>
                  </a:lnTo>
                  <a:lnTo>
                    <a:pt x="547" y="434"/>
                  </a:lnTo>
                  <a:lnTo>
                    <a:pt x="542" y="421"/>
                  </a:lnTo>
                  <a:lnTo>
                    <a:pt x="606" y="419"/>
                  </a:lnTo>
                  <a:lnTo>
                    <a:pt x="602" y="401"/>
                  </a:lnTo>
                  <a:lnTo>
                    <a:pt x="570" y="369"/>
                  </a:lnTo>
                  <a:lnTo>
                    <a:pt x="567" y="327"/>
                  </a:lnTo>
                  <a:lnTo>
                    <a:pt x="552" y="333"/>
                  </a:lnTo>
                  <a:lnTo>
                    <a:pt x="533" y="334"/>
                  </a:lnTo>
                  <a:lnTo>
                    <a:pt x="530" y="313"/>
                  </a:lnTo>
                  <a:lnTo>
                    <a:pt x="513" y="319"/>
                  </a:lnTo>
                  <a:lnTo>
                    <a:pt x="496" y="312"/>
                  </a:lnTo>
                  <a:lnTo>
                    <a:pt x="498" y="301"/>
                  </a:lnTo>
                  <a:lnTo>
                    <a:pt x="470" y="305"/>
                  </a:lnTo>
                  <a:lnTo>
                    <a:pt x="445" y="325"/>
                  </a:lnTo>
                  <a:lnTo>
                    <a:pt x="421" y="310"/>
                  </a:lnTo>
                  <a:lnTo>
                    <a:pt x="409" y="288"/>
                  </a:lnTo>
                  <a:lnTo>
                    <a:pt x="389" y="283"/>
                  </a:lnTo>
                  <a:lnTo>
                    <a:pt x="381" y="256"/>
                  </a:lnTo>
                  <a:lnTo>
                    <a:pt x="343" y="246"/>
                  </a:lnTo>
                  <a:lnTo>
                    <a:pt x="318" y="254"/>
                  </a:lnTo>
                  <a:lnTo>
                    <a:pt x="309" y="256"/>
                  </a:lnTo>
                  <a:lnTo>
                    <a:pt x="306" y="233"/>
                  </a:lnTo>
                  <a:lnTo>
                    <a:pt x="273" y="227"/>
                  </a:lnTo>
                  <a:lnTo>
                    <a:pt x="252" y="235"/>
                  </a:lnTo>
                  <a:lnTo>
                    <a:pt x="220" y="221"/>
                  </a:lnTo>
                  <a:lnTo>
                    <a:pt x="214" y="192"/>
                  </a:lnTo>
                  <a:lnTo>
                    <a:pt x="223" y="169"/>
                  </a:lnTo>
                  <a:lnTo>
                    <a:pt x="214" y="148"/>
                  </a:lnTo>
                  <a:lnTo>
                    <a:pt x="227" y="122"/>
                  </a:lnTo>
                  <a:lnTo>
                    <a:pt x="227" y="86"/>
                  </a:lnTo>
                  <a:lnTo>
                    <a:pt x="223" y="67"/>
                  </a:lnTo>
                  <a:lnTo>
                    <a:pt x="242" y="61"/>
                  </a:lnTo>
                  <a:lnTo>
                    <a:pt x="242" y="31"/>
                  </a:lnTo>
                  <a:lnTo>
                    <a:pt x="237" y="4"/>
                  </a:lnTo>
                  <a:lnTo>
                    <a:pt x="216" y="25"/>
                  </a:lnTo>
                  <a:lnTo>
                    <a:pt x="185" y="39"/>
                  </a:lnTo>
                  <a:lnTo>
                    <a:pt x="179" y="47"/>
                  </a:lnTo>
                  <a:lnTo>
                    <a:pt x="164" y="48"/>
                  </a:lnTo>
                  <a:lnTo>
                    <a:pt x="151" y="29"/>
                  </a:lnTo>
                  <a:lnTo>
                    <a:pt x="151" y="17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38">
              <a:extLst>
                <a:ext uri="{FF2B5EF4-FFF2-40B4-BE49-F238E27FC236}">
                  <a16:creationId xmlns="" xmlns:a16="http://schemas.microsoft.com/office/drawing/2014/main" id="{C60CF096-C432-0254-2005-DCD5F3FC8C4C}"/>
                </a:ext>
              </a:extLst>
            </p:cNvPr>
            <p:cNvSpPr/>
            <p:nvPr/>
          </p:nvSpPr>
          <p:spPr>
            <a:xfrm>
              <a:off x="2659063" y="3941763"/>
              <a:ext cx="909638" cy="798512"/>
            </a:xfrm>
            <a:custGeom>
              <a:avLst/>
              <a:gdLst/>
              <a:ahLst/>
              <a:cxnLst/>
              <a:rect l="l" t="t" r="r" b="b"/>
              <a:pathLst>
                <a:path w="435" h="382" extrusionOk="0">
                  <a:moveTo>
                    <a:pt x="102" y="0"/>
                  </a:moveTo>
                  <a:cubicBezTo>
                    <a:pt x="92" y="11"/>
                    <a:pt x="92" y="11"/>
                    <a:pt x="92" y="11"/>
                  </a:cubicBezTo>
                  <a:cubicBezTo>
                    <a:pt x="97" y="46"/>
                    <a:pt x="97" y="46"/>
                    <a:pt x="97" y="46"/>
                  </a:cubicBezTo>
                  <a:cubicBezTo>
                    <a:pt x="91" y="63"/>
                    <a:pt x="91" y="63"/>
                    <a:pt x="91" y="63"/>
                  </a:cubicBezTo>
                  <a:cubicBezTo>
                    <a:pt x="73" y="88"/>
                    <a:pt x="73" y="88"/>
                    <a:pt x="73" y="88"/>
                  </a:cubicBezTo>
                  <a:cubicBezTo>
                    <a:pt x="48" y="96"/>
                    <a:pt x="48" y="96"/>
                    <a:pt x="48" y="96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4" y="115"/>
                    <a:pt x="7" y="118"/>
                    <a:pt x="0" y="120"/>
                  </a:cubicBezTo>
                  <a:cubicBezTo>
                    <a:pt x="5" y="131"/>
                    <a:pt x="5" y="131"/>
                    <a:pt x="5" y="131"/>
                  </a:cubicBezTo>
                  <a:cubicBezTo>
                    <a:pt x="7" y="139"/>
                    <a:pt x="7" y="139"/>
                    <a:pt x="7" y="139"/>
                  </a:cubicBezTo>
                  <a:cubicBezTo>
                    <a:pt x="21" y="135"/>
                    <a:pt x="21" y="135"/>
                    <a:pt x="21" y="135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62" y="141"/>
                    <a:pt x="62" y="141"/>
                    <a:pt x="62" y="141"/>
                  </a:cubicBezTo>
                  <a:cubicBezTo>
                    <a:pt x="62" y="150"/>
                    <a:pt x="62" y="150"/>
                    <a:pt x="62" y="150"/>
                  </a:cubicBezTo>
                  <a:cubicBezTo>
                    <a:pt x="72" y="165"/>
                    <a:pt x="72" y="165"/>
                    <a:pt x="72" y="165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8" y="158"/>
                    <a:pt x="88" y="158"/>
                    <a:pt x="88" y="158"/>
                  </a:cubicBezTo>
                  <a:cubicBezTo>
                    <a:pt x="111" y="147"/>
                    <a:pt x="111" y="147"/>
                    <a:pt x="111" y="147"/>
                  </a:cubicBezTo>
                  <a:cubicBezTo>
                    <a:pt x="127" y="131"/>
                    <a:pt x="127" y="131"/>
                    <a:pt x="127" y="131"/>
                  </a:cubicBezTo>
                  <a:cubicBezTo>
                    <a:pt x="131" y="152"/>
                    <a:pt x="131" y="152"/>
                    <a:pt x="131" y="152"/>
                  </a:cubicBezTo>
                  <a:cubicBezTo>
                    <a:pt x="131" y="175"/>
                    <a:pt x="131" y="175"/>
                    <a:pt x="131" y="175"/>
                  </a:cubicBezTo>
                  <a:cubicBezTo>
                    <a:pt x="117" y="179"/>
                    <a:pt x="117" y="179"/>
                    <a:pt x="117" y="179"/>
                  </a:cubicBezTo>
                  <a:cubicBezTo>
                    <a:pt x="120" y="194"/>
                    <a:pt x="120" y="194"/>
                    <a:pt x="120" y="194"/>
                  </a:cubicBezTo>
                  <a:cubicBezTo>
                    <a:pt x="120" y="221"/>
                    <a:pt x="120" y="221"/>
                    <a:pt x="120" y="221"/>
                  </a:cubicBezTo>
                  <a:cubicBezTo>
                    <a:pt x="110" y="241"/>
                    <a:pt x="110" y="241"/>
                    <a:pt x="110" y="241"/>
                  </a:cubicBezTo>
                  <a:cubicBezTo>
                    <a:pt x="117" y="257"/>
                    <a:pt x="117" y="257"/>
                    <a:pt x="117" y="257"/>
                  </a:cubicBezTo>
                  <a:cubicBezTo>
                    <a:pt x="110" y="274"/>
                    <a:pt x="110" y="274"/>
                    <a:pt x="110" y="274"/>
                  </a:cubicBezTo>
                  <a:cubicBezTo>
                    <a:pt x="114" y="296"/>
                    <a:pt x="114" y="296"/>
                    <a:pt x="114" y="296"/>
                  </a:cubicBezTo>
                  <a:cubicBezTo>
                    <a:pt x="139" y="307"/>
                    <a:pt x="139" y="307"/>
                    <a:pt x="139" y="307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80" y="305"/>
                    <a:pt x="180" y="305"/>
                    <a:pt x="180" y="305"/>
                  </a:cubicBezTo>
                  <a:cubicBezTo>
                    <a:pt x="182" y="323"/>
                    <a:pt x="182" y="323"/>
                    <a:pt x="182" y="323"/>
                  </a:cubicBezTo>
                  <a:cubicBezTo>
                    <a:pt x="189" y="321"/>
                    <a:pt x="189" y="321"/>
                    <a:pt x="189" y="321"/>
                  </a:cubicBezTo>
                  <a:cubicBezTo>
                    <a:pt x="208" y="315"/>
                    <a:pt x="208" y="315"/>
                    <a:pt x="208" y="315"/>
                  </a:cubicBezTo>
                  <a:cubicBezTo>
                    <a:pt x="237" y="323"/>
                    <a:pt x="237" y="323"/>
                    <a:pt x="237" y="323"/>
                  </a:cubicBezTo>
                  <a:cubicBezTo>
                    <a:pt x="243" y="343"/>
                    <a:pt x="243" y="343"/>
                    <a:pt x="243" y="343"/>
                  </a:cubicBezTo>
                  <a:cubicBezTo>
                    <a:pt x="258" y="347"/>
                    <a:pt x="258" y="347"/>
                    <a:pt x="258" y="347"/>
                  </a:cubicBezTo>
                  <a:cubicBezTo>
                    <a:pt x="267" y="364"/>
                    <a:pt x="267" y="364"/>
                    <a:pt x="267" y="364"/>
                  </a:cubicBezTo>
                  <a:cubicBezTo>
                    <a:pt x="285" y="375"/>
                    <a:pt x="285" y="375"/>
                    <a:pt x="285" y="375"/>
                  </a:cubicBezTo>
                  <a:cubicBezTo>
                    <a:pt x="304" y="360"/>
                    <a:pt x="304" y="360"/>
                    <a:pt x="304" y="360"/>
                  </a:cubicBezTo>
                  <a:cubicBezTo>
                    <a:pt x="326" y="357"/>
                    <a:pt x="326" y="357"/>
                    <a:pt x="326" y="357"/>
                  </a:cubicBezTo>
                  <a:cubicBezTo>
                    <a:pt x="324" y="365"/>
                    <a:pt x="324" y="365"/>
                    <a:pt x="324" y="365"/>
                  </a:cubicBezTo>
                  <a:cubicBezTo>
                    <a:pt x="337" y="371"/>
                    <a:pt x="337" y="371"/>
                    <a:pt x="337" y="371"/>
                  </a:cubicBezTo>
                  <a:cubicBezTo>
                    <a:pt x="350" y="366"/>
                    <a:pt x="350" y="366"/>
                    <a:pt x="350" y="366"/>
                  </a:cubicBezTo>
                  <a:cubicBezTo>
                    <a:pt x="352" y="382"/>
                    <a:pt x="352" y="382"/>
                    <a:pt x="352" y="382"/>
                  </a:cubicBezTo>
                  <a:cubicBezTo>
                    <a:pt x="367" y="381"/>
                    <a:pt x="367" y="381"/>
                    <a:pt x="367" y="381"/>
                  </a:cubicBezTo>
                  <a:cubicBezTo>
                    <a:pt x="378" y="377"/>
                    <a:pt x="378" y="377"/>
                    <a:pt x="378" y="377"/>
                  </a:cubicBezTo>
                  <a:cubicBezTo>
                    <a:pt x="377" y="355"/>
                    <a:pt x="377" y="355"/>
                    <a:pt x="377" y="355"/>
                  </a:cubicBezTo>
                  <a:cubicBezTo>
                    <a:pt x="415" y="320"/>
                    <a:pt x="415" y="320"/>
                    <a:pt x="415" y="320"/>
                  </a:cubicBezTo>
                  <a:cubicBezTo>
                    <a:pt x="435" y="297"/>
                    <a:pt x="435" y="297"/>
                    <a:pt x="435" y="297"/>
                  </a:cubicBezTo>
                  <a:cubicBezTo>
                    <a:pt x="427" y="269"/>
                    <a:pt x="427" y="269"/>
                    <a:pt x="427" y="269"/>
                  </a:cubicBezTo>
                  <a:cubicBezTo>
                    <a:pt x="435" y="240"/>
                    <a:pt x="435" y="240"/>
                    <a:pt x="435" y="240"/>
                  </a:cubicBezTo>
                  <a:cubicBezTo>
                    <a:pt x="427" y="209"/>
                    <a:pt x="427" y="209"/>
                    <a:pt x="427" y="209"/>
                  </a:cubicBezTo>
                  <a:cubicBezTo>
                    <a:pt x="420" y="187"/>
                    <a:pt x="420" y="187"/>
                    <a:pt x="420" y="187"/>
                  </a:cubicBezTo>
                  <a:cubicBezTo>
                    <a:pt x="425" y="174"/>
                    <a:pt x="425" y="174"/>
                    <a:pt x="425" y="174"/>
                  </a:cubicBezTo>
                  <a:cubicBezTo>
                    <a:pt x="422" y="165"/>
                    <a:pt x="422" y="165"/>
                    <a:pt x="422" y="165"/>
                  </a:cubicBezTo>
                  <a:cubicBezTo>
                    <a:pt x="432" y="155"/>
                    <a:pt x="432" y="155"/>
                    <a:pt x="432" y="155"/>
                  </a:cubicBezTo>
                  <a:cubicBezTo>
                    <a:pt x="421" y="125"/>
                    <a:pt x="421" y="125"/>
                    <a:pt x="421" y="125"/>
                  </a:cubicBezTo>
                  <a:cubicBezTo>
                    <a:pt x="423" y="125"/>
                    <a:pt x="423" y="125"/>
                    <a:pt x="423" y="125"/>
                  </a:cubicBezTo>
                  <a:cubicBezTo>
                    <a:pt x="405" y="111"/>
                    <a:pt x="405" y="111"/>
                    <a:pt x="405" y="111"/>
                  </a:cubicBezTo>
                  <a:cubicBezTo>
                    <a:pt x="353" y="87"/>
                    <a:pt x="353" y="87"/>
                    <a:pt x="353" y="87"/>
                  </a:cubicBezTo>
                  <a:cubicBezTo>
                    <a:pt x="280" y="50"/>
                    <a:pt x="280" y="50"/>
                    <a:pt x="280" y="50"/>
                  </a:cubicBezTo>
                  <a:cubicBezTo>
                    <a:pt x="224" y="36"/>
                    <a:pt x="224" y="36"/>
                    <a:pt x="224" y="36"/>
                  </a:cubicBezTo>
                  <a:cubicBezTo>
                    <a:pt x="189" y="21"/>
                    <a:pt x="189" y="21"/>
                    <a:pt x="189" y="21"/>
                  </a:cubicBezTo>
                  <a:cubicBezTo>
                    <a:pt x="156" y="20"/>
                    <a:pt x="156" y="20"/>
                    <a:pt x="156" y="20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38">
              <a:extLst>
                <a:ext uri="{FF2B5EF4-FFF2-40B4-BE49-F238E27FC236}">
                  <a16:creationId xmlns="" xmlns:a16="http://schemas.microsoft.com/office/drawing/2014/main" id="{00909B4B-F022-885A-0260-E7D3C5BCFCF8}"/>
                </a:ext>
              </a:extLst>
            </p:cNvPr>
            <p:cNvSpPr/>
            <p:nvPr/>
          </p:nvSpPr>
          <p:spPr>
            <a:xfrm>
              <a:off x="2506663" y="3324225"/>
              <a:ext cx="1279525" cy="900112"/>
            </a:xfrm>
            <a:custGeom>
              <a:avLst/>
              <a:gdLst/>
              <a:ahLst/>
              <a:cxnLst/>
              <a:rect l="l" t="t" r="r" b="b"/>
              <a:pathLst>
                <a:path w="612" h="431" extrusionOk="0">
                  <a:moveTo>
                    <a:pt x="373" y="0"/>
                  </a:moveTo>
                  <a:cubicBezTo>
                    <a:pt x="358" y="7"/>
                    <a:pt x="358" y="7"/>
                    <a:pt x="358" y="7"/>
                  </a:cubicBezTo>
                  <a:cubicBezTo>
                    <a:pt x="344" y="5"/>
                    <a:pt x="344" y="5"/>
                    <a:pt x="344" y="5"/>
                  </a:cubicBezTo>
                  <a:cubicBezTo>
                    <a:pt x="336" y="29"/>
                    <a:pt x="336" y="29"/>
                    <a:pt x="336" y="29"/>
                  </a:cubicBezTo>
                  <a:cubicBezTo>
                    <a:pt x="345" y="33"/>
                    <a:pt x="345" y="33"/>
                    <a:pt x="345" y="33"/>
                  </a:cubicBezTo>
                  <a:cubicBezTo>
                    <a:pt x="349" y="47"/>
                    <a:pt x="349" y="47"/>
                    <a:pt x="349" y="47"/>
                  </a:cubicBezTo>
                  <a:cubicBezTo>
                    <a:pt x="337" y="40"/>
                    <a:pt x="337" y="40"/>
                    <a:pt x="337" y="40"/>
                  </a:cubicBezTo>
                  <a:cubicBezTo>
                    <a:pt x="336" y="50"/>
                    <a:pt x="336" y="50"/>
                    <a:pt x="336" y="50"/>
                  </a:cubicBezTo>
                  <a:cubicBezTo>
                    <a:pt x="345" y="60"/>
                    <a:pt x="345" y="60"/>
                    <a:pt x="345" y="60"/>
                  </a:cubicBezTo>
                  <a:cubicBezTo>
                    <a:pt x="325" y="63"/>
                    <a:pt x="325" y="63"/>
                    <a:pt x="325" y="63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292" y="46"/>
                    <a:pt x="292" y="46"/>
                    <a:pt x="292" y="46"/>
                  </a:cubicBezTo>
                  <a:cubicBezTo>
                    <a:pt x="268" y="45"/>
                    <a:pt x="268" y="45"/>
                    <a:pt x="268" y="45"/>
                  </a:cubicBezTo>
                  <a:cubicBezTo>
                    <a:pt x="264" y="62"/>
                    <a:pt x="264" y="62"/>
                    <a:pt x="264" y="62"/>
                  </a:cubicBezTo>
                  <a:cubicBezTo>
                    <a:pt x="243" y="79"/>
                    <a:pt x="243" y="79"/>
                    <a:pt x="243" y="79"/>
                  </a:cubicBezTo>
                  <a:cubicBezTo>
                    <a:pt x="226" y="78"/>
                    <a:pt x="226" y="78"/>
                    <a:pt x="226" y="78"/>
                  </a:cubicBezTo>
                  <a:cubicBezTo>
                    <a:pt x="208" y="88"/>
                    <a:pt x="208" y="88"/>
                    <a:pt x="208" y="88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67" y="115"/>
                    <a:pt x="167" y="115"/>
                    <a:pt x="167" y="115"/>
                  </a:cubicBezTo>
                  <a:cubicBezTo>
                    <a:pt x="137" y="124"/>
                    <a:pt x="137" y="124"/>
                    <a:pt x="137" y="124"/>
                  </a:cubicBezTo>
                  <a:cubicBezTo>
                    <a:pt x="112" y="121"/>
                    <a:pt x="112" y="121"/>
                    <a:pt x="112" y="121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81" y="141"/>
                    <a:pt x="81" y="141"/>
                    <a:pt x="81" y="141"/>
                  </a:cubicBezTo>
                  <a:cubicBezTo>
                    <a:pt x="72" y="132"/>
                    <a:pt x="72" y="132"/>
                    <a:pt x="72" y="132"/>
                  </a:cubicBezTo>
                  <a:cubicBezTo>
                    <a:pt x="45" y="156"/>
                    <a:pt x="45" y="156"/>
                    <a:pt x="45" y="156"/>
                  </a:cubicBezTo>
                  <a:cubicBezTo>
                    <a:pt x="33" y="168"/>
                    <a:pt x="33" y="168"/>
                    <a:pt x="33" y="168"/>
                  </a:cubicBezTo>
                  <a:cubicBezTo>
                    <a:pt x="32" y="199"/>
                    <a:pt x="32" y="199"/>
                    <a:pt x="32" y="199"/>
                  </a:cubicBezTo>
                  <a:cubicBezTo>
                    <a:pt x="38" y="220"/>
                    <a:pt x="38" y="220"/>
                    <a:pt x="38" y="220"/>
                  </a:cubicBezTo>
                  <a:cubicBezTo>
                    <a:pt x="33" y="240"/>
                    <a:pt x="33" y="240"/>
                    <a:pt x="33" y="240"/>
                  </a:cubicBezTo>
                  <a:cubicBezTo>
                    <a:pt x="31" y="277"/>
                    <a:pt x="31" y="277"/>
                    <a:pt x="31" y="277"/>
                  </a:cubicBezTo>
                  <a:cubicBezTo>
                    <a:pt x="31" y="294"/>
                    <a:pt x="31" y="294"/>
                    <a:pt x="31" y="294"/>
                  </a:cubicBezTo>
                  <a:cubicBezTo>
                    <a:pt x="37" y="300"/>
                    <a:pt x="37" y="300"/>
                    <a:pt x="37" y="300"/>
                  </a:cubicBezTo>
                  <a:cubicBezTo>
                    <a:pt x="27" y="316"/>
                    <a:pt x="27" y="316"/>
                    <a:pt x="27" y="316"/>
                  </a:cubicBezTo>
                  <a:cubicBezTo>
                    <a:pt x="0" y="377"/>
                    <a:pt x="0" y="377"/>
                    <a:pt x="0" y="377"/>
                  </a:cubicBezTo>
                  <a:cubicBezTo>
                    <a:pt x="22" y="389"/>
                    <a:pt x="22" y="389"/>
                    <a:pt x="22" y="389"/>
                  </a:cubicBezTo>
                  <a:cubicBezTo>
                    <a:pt x="60" y="400"/>
                    <a:pt x="60" y="400"/>
                    <a:pt x="60" y="400"/>
                  </a:cubicBezTo>
                  <a:cubicBezTo>
                    <a:pt x="65" y="413"/>
                    <a:pt x="65" y="413"/>
                    <a:pt x="65" y="413"/>
                  </a:cubicBezTo>
                  <a:cubicBezTo>
                    <a:pt x="73" y="416"/>
                    <a:pt x="73" y="416"/>
                    <a:pt x="73" y="416"/>
                  </a:cubicBezTo>
                  <a:cubicBezTo>
                    <a:pt x="73" y="416"/>
                    <a:pt x="73" y="416"/>
                    <a:pt x="73" y="416"/>
                  </a:cubicBezTo>
                  <a:cubicBezTo>
                    <a:pt x="80" y="414"/>
                    <a:pt x="87" y="411"/>
                    <a:pt x="87" y="411"/>
                  </a:cubicBezTo>
                  <a:cubicBezTo>
                    <a:pt x="121" y="392"/>
                    <a:pt x="121" y="392"/>
                    <a:pt x="121" y="392"/>
                  </a:cubicBezTo>
                  <a:cubicBezTo>
                    <a:pt x="146" y="384"/>
                    <a:pt x="146" y="384"/>
                    <a:pt x="146" y="384"/>
                  </a:cubicBezTo>
                  <a:cubicBezTo>
                    <a:pt x="164" y="359"/>
                    <a:pt x="164" y="359"/>
                    <a:pt x="164" y="359"/>
                  </a:cubicBezTo>
                  <a:cubicBezTo>
                    <a:pt x="170" y="342"/>
                    <a:pt x="170" y="342"/>
                    <a:pt x="170" y="342"/>
                  </a:cubicBezTo>
                  <a:cubicBezTo>
                    <a:pt x="165" y="307"/>
                    <a:pt x="165" y="307"/>
                    <a:pt x="165" y="307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229" y="316"/>
                    <a:pt x="229" y="316"/>
                    <a:pt x="229" y="316"/>
                  </a:cubicBezTo>
                  <a:cubicBezTo>
                    <a:pt x="262" y="317"/>
                    <a:pt x="262" y="317"/>
                    <a:pt x="262" y="317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353" y="346"/>
                    <a:pt x="353" y="346"/>
                    <a:pt x="353" y="346"/>
                  </a:cubicBezTo>
                  <a:cubicBezTo>
                    <a:pt x="426" y="383"/>
                    <a:pt x="426" y="383"/>
                    <a:pt x="426" y="383"/>
                  </a:cubicBezTo>
                  <a:cubicBezTo>
                    <a:pt x="478" y="407"/>
                    <a:pt x="478" y="407"/>
                    <a:pt x="478" y="407"/>
                  </a:cubicBezTo>
                  <a:cubicBezTo>
                    <a:pt x="496" y="421"/>
                    <a:pt x="496" y="421"/>
                    <a:pt x="496" y="421"/>
                  </a:cubicBezTo>
                  <a:cubicBezTo>
                    <a:pt x="505" y="421"/>
                    <a:pt x="505" y="421"/>
                    <a:pt x="505" y="421"/>
                  </a:cubicBezTo>
                  <a:cubicBezTo>
                    <a:pt x="516" y="429"/>
                    <a:pt x="516" y="429"/>
                    <a:pt x="516" y="429"/>
                  </a:cubicBezTo>
                  <a:cubicBezTo>
                    <a:pt x="527" y="431"/>
                    <a:pt x="527" y="431"/>
                    <a:pt x="527" y="431"/>
                  </a:cubicBezTo>
                  <a:cubicBezTo>
                    <a:pt x="541" y="418"/>
                    <a:pt x="541" y="418"/>
                    <a:pt x="541" y="418"/>
                  </a:cubicBezTo>
                  <a:cubicBezTo>
                    <a:pt x="570" y="405"/>
                    <a:pt x="570" y="405"/>
                    <a:pt x="570" y="405"/>
                  </a:cubicBezTo>
                  <a:cubicBezTo>
                    <a:pt x="566" y="313"/>
                    <a:pt x="566" y="313"/>
                    <a:pt x="566" y="313"/>
                  </a:cubicBezTo>
                  <a:cubicBezTo>
                    <a:pt x="565" y="298"/>
                    <a:pt x="565" y="298"/>
                    <a:pt x="565" y="298"/>
                  </a:cubicBezTo>
                  <a:cubicBezTo>
                    <a:pt x="588" y="242"/>
                    <a:pt x="588" y="242"/>
                    <a:pt x="588" y="242"/>
                  </a:cubicBezTo>
                  <a:cubicBezTo>
                    <a:pt x="600" y="228"/>
                    <a:pt x="600" y="228"/>
                    <a:pt x="600" y="228"/>
                  </a:cubicBezTo>
                  <a:cubicBezTo>
                    <a:pt x="608" y="201"/>
                    <a:pt x="608" y="201"/>
                    <a:pt x="608" y="201"/>
                  </a:cubicBezTo>
                  <a:cubicBezTo>
                    <a:pt x="612" y="202"/>
                    <a:pt x="612" y="202"/>
                    <a:pt x="612" y="202"/>
                  </a:cubicBezTo>
                  <a:cubicBezTo>
                    <a:pt x="609" y="193"/>
                    <a:pt x="609" y="193"/>
                    <a:pt x="609" y="193"/>
                  </a:cubicBezTo>
                  <a:cubicBezTo>
                    <a:pt x="574" y="149"/>
                    <a:pt x="574" y="149"/>
                    <a:pt x="574" y="149"/>
                  </a:cubicBezTo>
                  <a:cubicBezTo>
                    <a:pt x="536" y="159"/>
                    <a:pt x="536" y="159"/>
                    <a:pt x="536" y="159"/>
                  </a:cubicBezTo>
                  <a:cubicBezTo>
                    <a:pt x="513" y="140"/>
                    <a:pt x="513" y="140"/>
                    <a:pt x="513" y="140"/>
                  </a:cubicBezTo>
                  <a:cubicBezTo>
                    <a:pt x="482" y="144"/>
                    <a:pt x="482" y="144"/>
                    <a:pt x="482" y="144"/>
                  </a:cubicBezTo>
                  <a:cubicBezTo>
                    <a:pt x="472" y="113"/>
                    <a:pt x="472" y="113"/>
                    <a:pt x="472" y="113"/>
                  </a:cubicBezTo>
                  <a:cubicBezTo>
                    <a:pt x="459" y="105"/>
                    <a:pt x="459" y="105"/>
                    <a:pt x="459" y="105"/>
                  </a:cubicBezTo>
                  <a:cubicBezTo>
                    <a:pt x="444" y="127"/>
                    <a:pt x="444" y="127"/>
                    <a:pt x="444" y="127"/>
                  </a:cubicBezTo>
                  <a:cubicBezTo>
                    <a:pt x="434" y="123"/>
                    <a:pt x="434" y="123"/>
                    <a:pt x="434" y="123"/>
                  </a:cubicBezTo>
                  <a:cubicBezTo>
                    <a:pt x="427" y="96"/>
                    <a:pt x="427" y="96"/>
                    <a:pt x="427" y="96"/>
                  </a:cubicBezTo>
                  <a:cubicBezTo>
                    <a:pt x="416" y="83"/>
                    <a:pt x="416" y="83"/>
                    <a:pt x="416" y="83"/>
                  </a:cubicBezTo>
                  <a:cubicBezTo>
                    <a:pt x="409" y="60"/>
                    <a:pt x="409" y="60"/>
                    <a:pt x="409" y="60"/>
                  </a:cubicBezTo>
                  <a:cubicBezTo>
                    <a:pt x="382" y="27"/>
                    <a:pt x="382" y="27"/>
                    <a:pt x="382" y="27"/>
                  </a:cubicBezTo>
                  <a:lnTo>
                    <a:pt x="373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9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38">
              <a:extLst>
                <a:ext uri="{FF2B5EF4-FFF2-40B4-BE49-F238E27FC236}">
                  <a16:creationId xmlns="" xmlns:a16="http://schemas.microsoft.com/office/drawing/2014/main" id="{E2C9D43F-A05E-F1F8-593B-4199B0B5AED6}"/>
                </a:ext>
              </a:extLst>
            </p:cNvPr>
            <p:cNvSpPr/>
            <p:nvPr/>
          </p:nvSpPr>
          <p:spPr>
            <a:xfrm>
              <a:off x="2330450" y="4111625"/>
              <a:ext cx="347663" cy="273050"/>
            </a:xfrm>
            <a:custGeom>
              <a:avLst/>
              <a:gdLst/>
              <a:ahLst/>
              <a:cxnLst/>
              <a:rect l="l" t="t" r="r" b="b"/>
              <a:pathLst>
                <a:path w="219" h="172" extrusionOk="0">
                  <a:moveTo>
                    <a:pt x="111" y="0"/>
                  </a:moveTo>
                  <a:lnTo>
                    <a:pt x="101" y="8"/>
                  </a:lnTo>
                  <a:lnTo>
                    <a:pt x="76" y="9"/>
                  </a:lnTo>
                  <a:lnTo>
                    <a:pt x="51" y="22"/>
                  </a:lnTo>
                  <a:lnTo>
                    <a:pt x="46" y="39"/>
                  </a:lnTo>
                  <a:lnTo>
                    <a:pt x="39" y="52"/>
                  </a:lnTo>
                  <a:lnTo>
                    <a:pt x="26" y="56"/>
                  </a:lnTo>
                  <a:lnTo>
                    <a:pt x="2" y="54"/>
                  </a:lnTo>
                  <a:lnTo>
                    <a:pt x="0" y="66"/>
                  </a:lnTo>
                  <a:lnTo>
                    <a:pt x="9" y="83"/>
                  </a:lnTo>
                  <a:lnTo>
                    <a:pt x="23" y="104"/>
                  </a:lnTo>
                  <a:lnTo>
                    <a:pt x="39" y="112"/>
                  </a:lnTo>
                  <a:lnTo>
                    <a:pt x="48" y="95"/>
                  </a:lnTo>
                  <a:lnTo>
                    <a:pt x="60" y="100"/>
                  </a:lnTo>
                  <a:lnTo>
                    <a:pt x="72" y="100"/>
                  </a:lnTo>
                  <a:lnTo>
                    <a:pt x="88" y="109"/>
                  </a:lnTo>
                  <a:lnTo>
                    <a:pt x="102" y="117"/>
                  </a:lnTo>
                  <a:lnTo>
                    <a:pt x="96" y="145"/>
                  </a:lnTo>
                  <a:lnTo>
                    <a:pt x="81" y="148"/>
                  </a:lnTo>
                  <a:lnTo>
                    <a:pt x="88" y="158"/>
                  </a:lnTo>
                  <a:lnTo>
                    <a:pt x="106" y="170"/>
                  </a:lnTo>
                  <a:lnTo>
                    <a:pt x="126" y="172"/>
                  </a:lnTo>
                  <a:lnTo>
                    <a:pt x="125" y="151"/>
                  </a:lnTo>
                  <a:lnTo>
                    <a:pt x="134" y="163"/>
                  </a:lnTo>
                  <a:lnTo>
                    <a:pt x="171" y="172"/>
                  </a:lnTo>
                  <a:lnTo>
                    <a:pt x="182" y="171"/>
                  </a:lnTo>
                  <a:lnTo>
                    <a:pt x="185" y="160"/>
                  </a:lnTo>
                  <a:lnTo>
                    <a:pt x="186" y="138"/>
                  </a:lnTo>
                  <a:lnTo>
                    <a:pt x="209" y="97"/>
                  </a:lnTo>
                  <a:lnTo>
                    <a:pt x="219" y="95"/>
                  </a:lnTo>
                  <a:lnTo>
                    <a:pt x="214" y="66"/>
                  </a:lnTo>
                  <a:lnTo>
                    <a:pt x="207" y="51"/>
                  </a:lnTo>
                  <a:lnTo>
                    <a:pt x="197" y="47"/>
                  </a:lnTo>
                  <a:lnTo>
                    <a:pt x="190" y="30"/>
                  </a:lnTo>
                  <a:lnTo>
                    <a:pt x="140" y="16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8">
              <a:extLst>
                <a:ext uri="{FF2B5EF4-FFF2-40B4-BE49-F238E27FC236}">
                  <a16:creationId xmlns="" xmlns:a16="http://schemas.microsoft.com/office/drawing/2014/main" id="{32E3035E-496E-BA5C-71B4-65B5259D270C}"/>
                </a:ext>
              </a:extLst>
            </p:cNvPr>
            <p:cNvSpPr/>
            <p:nvPr/>
          </p:nvSpPr>
          <p:spPr>
            <a:xfrm>
              <a:off x="1577975" y="4192588"/>
              <a:ext cx="1041400" cy="444500"/>
            </a:xfrm>
            <a:custGeom>
              <a:avLst/>
              <a:gdLst/>
              <a:ahLst/>
              <a:cxnLst/>
              <a:rect l="l" t="t" r="r" b="b"/>
              <a:pathLst>
                <a:path w="656" h="280" extrusionOk="0">
                  <a:moveTo>
                    <a:pt x="351" y="0"/>
                  </a:moveTo>
                  <a:lnTo>
                    <a:pt x="325" y="15"/>
                  </a:lnTo>
                  <a:lnTo>
                    <a:pt x="291" y="24"/>
                  </a:lnTo>
                  <a:lnTo>
                    <a:pt x="278" y="40"/>
                  </a:lnTo>
                  <a:lnTo>
                    <a:pt x="263" y="32"/>
                  </a:lnTo>
                  <a:lnTo>
                    <a:pt x="255" y="22"/>
                  </a:lnTo>
                  <a:lnTo>
                    <a:pt x="241" y="29"/>
                  </a:lnTo>
                  <a:lnTo>
                    <a:pt x="243" y="49"/>
                  </a:lnTo>
                  <a:lnTo>
                    <a:pt x="238" y="66"/>
                  </a:lnTo>
                  <a:lnTo>
                    <a:pt x="222" y="80"/>
                  </a:lnTo>
                  <a:lnTo>
                    <a:pt x="192" y="101"/>
                  </a:lnTo>
                  <a:lnTo>
                    <a:pt x="185" y="86"/>
                  </a:lnTo>
                  <a:lnTo>
                    <a:pt x="168" y="78"/>
                  </a:lnTo>
                  <a:lnTo>
                    <a:pt x="167" y="66"/>
                  </a:lnTo>
                  <a:lnTo>
                    <a:pt x="145" y="50"/>
                  </a:lnTo>
                  <a:lnTo>
                    <a:pt x="142" y="66"/>
                  </a:lnTo>
                  <a:lnTo>
                    <a:pt x="106" y="78"/>
                  </a:lnTo>
                  <a:lnTo>
                    <a:pt x="84" y="100"/>
                  </a:lnTo>
                  <a:lnTo>
                    <a:pt x="46" y="132"/>
                  </a:lnTo>
                  <a:lnTo>
                    <a:pt x="54" y="140"/>
                  </a:lnTo>
                  <a:lnTo>
                    <a:pt x="51" y="233"/>
                  </a:lnTo>
                  <a:lnTo>
                    <a:pt x="0" y="238"/>
                  </a:lnTo>
                  <a:lnTo>
                    <a:pt x="25" y="278"/>
                  </a:lnTo>
                  <a:lnTo>
                    <a:pt x="31" y="280"/>
                  </a:lnTo>
                  <a:lnTo>
                    <a:pt x="47" y="279"/>
                  </a:lnTo>
                  <a:lnTo>
                    <a:pt x="87" y="272"/>
                  </a:lnTo>
                  <a:lnTo>
                    <a:pt x="116" y="258"/>
                  </a:lnTo>
                  <a:lnTo>
                    <a:pt x="141" y="255"/>
                  </a:lnTo>
                  <a:lnTo>
                    <a:pt x="154" y="258"/>
                  </a:lnTo>
                  <a:lnTo>
                    <a:pt x="170" y="254"/>
                  </a:lnTo>
                  <a:lnTo>
                    <a:pt x="184" y="258"/>
                  </a:lnTo>
                  <a:lnTo>
                    <a:pt x="192" y="253"/>
                  </a:lnTo>
                  <a:lnTo>
                    <a:pt x="263" y="255"/>
                  </a:lnTo>
                  <a:lnTo>
                    <a:pt x="279" y="250"/>
                  </a:lnTo>
                  <a:lnTo>
                    <a:pt x="291" y="255"/>
                  </a:lnTo>
                  <a:lnTo>
                    <a:pt x="300" y="250"/>
                  </a:lnTo>
                  <a:lnTo>
                    <a:pt x="376" y="262"/>
                  </a:lnTo>
                  <a:lnTo>
                    <a:pt x="391" y="254"/>
                  </a:lnTo>
                  <a:lnTo>
                    <a:pt x="612" y="253"/>
                  </a:lnTo>
                  <a:lnTo>
                    <a:pt x="612" y="241"/>
                  </a:lnTo>
                  <a:lnTo>
                    <a:pt x="620" y="228"/>
                  </a:lnTo>
                  <a:lnTo>
                    <a:pt x="621" y="204"/>
                  </a:lnTo>
                  <a:lnTo>
                    <a:pt x="630" y="167"/>
                  </a:lnTo>
                  <a:lnTo>
                    <a:pt x="642" y="163"/>
                  </a:lnTo>
                  <a:lnTo>
                    <a:pt x="656" y="120"/>
                  </a:lnTo>
                  <a:lnTo>
                    <a:pt x="645" y="121"/>
                  </a:lnTo>
                  <a:lnTo>
                    <a:pt x="608" y="112"/>
                  </a:lnTo>
                  <a:lnTo>
                    <a:pt x="599" y="100"/>
                  </a:lnTo>
                  <a:lnTo>
                    <a:pt x="600" y="121"/>
                  </a:lnTo>
                  <a:lnTo>
                    <a:pt x="580" y="119"/>
                  </a:lnTo>
                  <a:lnTo>
                    <a:pt x="562" y="107"/>
                  </a:lnTo>
                  <a:lnTo>
                    <a:pt x="555" y="97"/>
                  </a:lnTo>
                  <a:lnTo>
                    <a:pt x="570" y="94"/>
                  </a:lnTo>
                  <a:lnTo>
                    <a:pt x="576" y="66"/>
                  </a:lnTo>
                  <a:lnTo>
                    <a:pt x="562" y="58"/>
                  </a:lnTo>
                  <a:lnTo>
                    <a:pt x="546" y="49"/>
                  </a:lnTo>
                  <a:lnTo>
                    <a:pt x="534" y="49"/>
                  </a:lnTo>
                  <a:lnTo>
                    <a:pt x="522" y="44"/>
                  </a:lnTo>
                  <a:lnTo>
                    <a:pt x="513" y="61"/>
                  </a:lnTo>
                  <a:lnTo>
                    <a:pt x="497" y="53"/>
                  </a:lnTo>
                  <a:lnTo>
                    <a:pt x="483" y="32"/>
                  </a:lnTo>
                  <a:lnTo>
                    <a:pt x="474" y="15"/>
                  </a:lnTo>
                  <a:lnTo>
                    <a:pt x="475" y="9"/>
                  </a:lnTo>
                  <a:lnTo>
                    <a:pt x="474" y="8"/>
                  </a:lnTo>
                  <a:lnTo>
                    <a:pt x="449" y="44"/>
                  </a:lnTo>
                  <a:lnTo>
                    <a:pt x="424" y="72"/>
                  </a:lnTo>
                  <a:lnTo>
                    <a:pt x="416" y="88"/>
                  </a:lnTo>
                  <a:lnTo>
                    <a:pt x="391" y="103"/>
                  </a:lnTo>
                  <a:lnTo>
                    <a:pt x="362" y="94"/>
                  </a:lnTo>
                  <a:lnTo>
                    <a:pt x="346" y="97"/>
                  </a:lnTo>
                  <a:lnTo>
                    <a:pt x="346" y="61"/>
                  </a:lnTo>
                  <a:lnTo>
                    <a:pt x="338" y="44"/>
                  </a:lnTo>
                  <a:lnTo>
                    <a:pt x="356" y="28"/>
                  </a:lnTo>
                  <a:lnTo>
                    <a:pt x="346" y="16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31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38">
              <a:extLst>
                <a:ext uri="{FF2B5EF4-FFF2-40B4-BE49-F238E27FC236}">
                  <a16:creationId xmlns="" xmlns:a16="http://schemas.microsoft.com/office/drawing/2014/main" id="{AC789B15-3594-0E06-182B-351B603B3D82}"/>
                </a:ext>
              </a:extLst>
            </p:cNvPr>
            <p:cNvSpPr/>
            <p:nvPr/>
          </p:nvSpPr>
          <p:spPr>
            <a:xfrm>
              <a:off x="4911725" y="5053013"/>
              <a:ext cx="1069975" cy="1438275"/>
            </a:xfrm>
            <a:custGeom>
              <a:avLst/>
              <a:gdLst/>
              <a:ahLst/>
              <a:cxnLst/>
              <a:rect l="l" t="t" r="r" b="b"/>
              <a:pathLst>
                <a:path w="674" h="906" extrusionOk="0">
                  <a:moveTo>
                    <a:pt x="461" y="0"/>
                  </a:moveTo>
                  <a:lnTo>
                    <a:pt x="450" y="11"/>
                  </a:lnTo>
                  <a:lnTo>
                    <a:pt x="464" y="29"/>
                  </a:lnTo>
                  <a:lnTo>
                    <a:pt x="463" y="91"/>
                  </a:lnTo>
                  <a:lnTo>
                    <a:pt x="461" y="100"/>
                  </a:lnTo>
                  <a:lnTo>
                    <a:pt x="447" y="94"/>
                  </a:lnTo>
                  <a:lnTo>
                    <a:pt x="432" y="94"/>
                  </a:lnTo>
                  <a:lnTo>
                    <a:pt x="413" y="123"/>
                  </a:lnTo>
                  <a:lnTo>
                    <a:pt x="404" y="121"/>
                  </a:lnTo>
                  <a:lnTo>
                    <a:pt x="391" y="99"/>
                  </a:lnTo>
                  <a:lnTo>
                    <a:pt x="368" y="83"/>
                  </a:lnTo>
                  <a:lnTo>
                    <a:pt x="351" y="78"/>
                  </a:lnTo>
                  <a:lnTo>
                    <a:pt x="322" y="71"/>
                  </a:lnTo>
                  <a:lnTo>
                    <a:pt x="259" y="103"/>
                  </a:lnTo>
                  <a:lnTo>
                    <a:pt x="233" y="158"/>
                  </a:lnTo>
                  <a:lnTo>
                    <a:pt x="214" y="167"/>
                  </a:lnTo>
                  <a:lnTo>
                    <a:pt x="199" y="165"/>
                  </a:lnTo>
                  <a:lnTo>
                    <a:pt x="191" y="173"/>
                  </a:lnTo>
                  <a:lnTo>
                    <a:pt x="186" y="215"/>
                  </a:lnTo>
                  <a:lnTo>
                    <a:pt x="171" y="227"/>
                  </a:lnTo>
                  <a:lnTo>
                    <a:pt x="163" y="261"/>
                  </a:lnTo>
                  <a:lnTo>
                    <a:pt x="133" y="316"/>
                  </a:lnTo>
                  <a:lnTo>
                    <a:pt x="136" y="313"/>
                  </a:lnTo>
                  <a:lnTo>
                    <a:pt x="134" y="341"/>
                  </a:lnTo>
                  <a:lnTo>
                    <a:pt x="178" y="342"/>
                  </a:lnTo>
                  <a:lnTo>
                    <a:pt x="192" y="350"/>
                  </a:lnTo>
                  <a:lnTo>
                    <a:pt x="233" y="346"/>
                  </a:lnTo>
                  <a:lnTo>
                    <a:pt x="243" y="362"/>
                  </a:lnTo>
                  <a:lnTo>
                    <a:pt x="241" y="408"/>
                  </a:lnTo>
                  <a:lnTo>
                    <a:pt x="262" y="439"/>
                  </a:lnTo>
                  <a:lnTo>
                    <a:pt x="247" y="474"/>
                  </a:lnTo>
                  <a:lnTo>
                    <a:pt x="237" y="471"/>
                  </a:lnTo>
                  <a:lnTo>
                    <a:pt x="220" y="448"/>
                  </a:lnTo>
                  <a:lnTo>
                    <a:pt x="186" y="448"/>
                  </a:lnTo>
                  <a:lnTo>
                    <a:pt x="167" y="448"/>
                  </a:lnTo>
                  <a:lnTo>
                    <a:pt x="175" y="491"/>
                  </a:lnTo>
                  <a:lnTo>
                    <a:pt x="162" y="524"/>
                  </a:lnTo>
                  <a:lnTo>
                    <a:pt x="146" y="558"/>
                  </a:lnTo>
                  <a:lnTo>
                    <a:pt x="136" y="557"/>
                  </a:lnTo>
                  <a:lnTo>
                    <a:pt x="136" y="514"/>
                  </a:lnTo>
                  <a:lnTo>
                    <a:pt x="121" y="504"/>
                  </a:lnTo>
                  <a:lnTo>
                    <a:pt x="100" y="516"/>
                  </a:lnTo>
                  <a:lnTo>
                    <a:pt x="80" y="521"/>
                  </a:lnTo>
                  <a:lnTo>
                    <a:pt x="67" y="533"/>
                  </a:lnTo>
                  <a:lnTo>
                    <a:pt x="59" y="581"/>
                  </a:lnTo>
                  <a:lnTo>
                    <a:pt x="32" y="628"/>
                  </a:lnTo>
                  <a:lnTo>
                    <a:pt x="32" y="648"/>
                  </a:lnTo>
                  <a:lnTo>
                    <a:pt x="36" y="650"/>
                  </a:lnTo>
                  <a:lnTo>
                    <a:pt x="58" y="649"/>
                  </a:lnTo>
                  <a:lnTo>
                    <a:pt x="72" y="662"/>
                  </a:lnTo>
                  <a:lnTo>
                    <a:pt x="74" y="669"/>
                  </a:lnTo>
                  <a:lnTo>
                    <a:pt x="120" y="669"/>
                  </a:lnTo>
                  <a:lnTo>
                    <a:pt x="150" y="665"/>
                  </a:lnTo>
                  <a:lnTo>
                    <a:pt x="184" y="679"/>
                  </a:lnTo>
                  <a:lnTo>
                    <a:pt x="196" y="671"/>
                  </a:lnTo>
                  <a:lnTo>
                    <a:pt x="208" y="674"/>
                  </a:lnTo>
                  <a:lnTo>
                    <a:pt x="224" y="665"/>
                  </a:lnTo>
                  <a:lnTo>
                    <a:pt x="241" y="631"/>
                  </a:lnTo>
                  <a:lnTo>
                    <a:pt x="238" y="615"/>
                  </a:lnTo>
                  <a:lnTo>
                    <a:pt x="268" y="615"/>
                  </a:lnTo>
                  <a:lnTo>
                    <a:pt x="263" y="644"/>
                  </a:lnTo>
                  <a:lnTo>
                    <a:pt x="296" y="660"/>
                  </a:lnTo>
                  <a:lnTo>
                    <a:pt x="307" y="686"/>
                  </a:lnTo>
                  <a:lnTo>
                    <a:pt x="321" y="711"/>
                  </a:lnTo>
                  <a:lnTo>
                    <a:pt x="338" y="723"/>
                  </a:lnTo>
                  <a:lnTo>
                    <a:pt x="355" y="721"/>
                  </a:lnTo>
                  <a:lnTo>
                    <a:pt x="378" y="716"/>
                  </a:lnTo>
                  <a:lnTo>
                    <a:pt x="383" y="732"/>
                  </a:lnTo>
                  <a:lnTo>
                    <a:pt x="401" y="736"/>
                  </a:lnTo>
                  <a:lnTo>
                    <a:pt x="409" y="746"/>
                  </a:lnTo>
                  <a:lnTo>
                    <a:pt x="418" y="736"/>
                  </a:lnTo>
                  <a:lnTo>
                    <a:pt x="441" y="748"/>
                  </a:lnTo>
                  <a:lnTo>
                    <a:pt x="468" y="778"/>
                  </a:lnTo>
                  <a:lnTo>
                    <a:pt x="461" y="791"/>
                  </a:lnTo>
                  <a:lnTo>
                    <a:pt x="479" y="818"/>
                  </a:lnTo>
                  <a:lnTo>
                    <a:pt x="491" y="807"/>
                  </a:lnTo>
                  <a:lnTo>
                    <a:pt x="514" y="832"/>
                  </a:lnTo>
                  <a:lnTo>
                    <a:pt x="522" y="850"/>
                  </a:lnTo>
                  <a:lnTo>
                    <a:pt x="533" y="866"/>
                  </a:lnTo>
                  <a:lnTo>
                    <a:pt x="549" y="899"/>
                  </a:lnTo>
                  <a:lnTo>
                    <a:pt x="567" y="893"/>
                  </a:lnTo>
                  <a:lnTo>
                    <a:pt x="575" y="903"/>
                  </a:lnTo>
                  <a:lnTo>
                    <a:pt x="597" y="890"/>
                  </a:lnTo>
                  <a:lnTo>
                    <a:pt x="636" y="869"/>
                  </a:lnTo>
                  <a:lnTo>
                    <a:pt x="653" y="873"/>
                  </a:lnTo>
                  <a:lnTo>
                    <a:pt x="641" y="899"/>
                  </a:lnTo>
                  <a:lnTo>
                    <a:pt x="657" y="906"/>
                  </a:lnTo>
                  <a:lnTo>
                    <a:pt x="674" y="906"/>
                  </a:lnTo>
                  <a:lnTo>
                    <a:pt x="672" y="703"/>
                  </a:lnTo>
                  <a:lnTo>
                    <a:pt x="664" y="704"/>
                  </a:lnTo>
                  <a:lnTo>
                    <a:pt x="654" y="711"/>
                  </a:lnTo>
                  <a:lnTo>
                    <a:pt x="638" y="708"/>
                  </a:lnTo>
                  <a:lnTo>
                    <a:pt x="622" y="716"/>
                  </a:lnTo>
                  <a:lnTo>
                    <a:pt x="617" y="732"/>
                  </a:lnTo>
                  <a:lnTo>
                    <a:pt x="628" y="741"/>
                  </a:lnTo>
                  <a:lnTo>
                    <a:pt x="632" y="745"/>
                  </a:lnTo>
                  <a:lnTo>
                    <a:pt x="622" y="754"/>
                  </a:lnTo>
                  <a:lnTo>
                    <a:pt x="605" y="744"/>
                  </a:lnTo>
                  <a:lnTo>
                    <a:pt x="593" y="744"/>
                  </a:lnTo>
                  <a:lnTo>
                    <a:pt x="588" y="735"/>
                  </a:lnTo>
                  <a:lnTo>
                    <a:pt x="555" y="740"/>
                  </a:lnTo>
                  <a:lnTo>
                    <a:pt x="546" y="727"/>
                  </a:lnTo>
                  <a:lnTo>
                    <a:pt x="534" y="708"/>
                  </a:lnTo>
                  <a:lnTo>
                    <a:pt x="512" y="686"/>
                  </a:lnTo>
                  <a:lnTo>
                    <a:pt x="507" y="674"/>
                  </a:lnTo>
                  <a:lnTo>
                    <a:pt x="499" y="677"/>
                  </a:lnTo>
                  <a:lnTo>
                    <a:pt x="484" y="665"/>
                  </a:lnTo>
                  <a:lnTo>
                    <a:pt x="467" y="658"/>
                  </a:lnTo>
                  <a:lnTo>
                    <a:pt x="463" y="649"/>
                  </a:lnTo>
                  <a:lnTo>
                    <a:pt x="457" y="649"/>
                  </a:lnTo>
                  <a:lnTo>
                    <a:pt x="455" y="623"/>
                  </a:lnTo>
                  <a:lnTo>
                    <a:pt x="449" y="614"/>
                  </a:lnTo>
                  <a:lnTo>
                    <a:pt x="457" y="581"/>
                  </a:lnTo>
                  <a:lnTo>
                    <a:pt x="467" y="548"/>
                  </a:lnTo>
                  <a:lnTo>
                    <a:pt x="464" y="537"/>
                  </a:lnTo>
                  <a:lnTo>
                    <a:pt x="486" y="478"/>
                  </a:lnTo>
                  <a:lnTo>
                    <a:pt x="497" y="469"/>
                  </a:lnTo>
                  <a:lnTo>
                    <a:pt x="489" y="441"/>
                  </a:lnTo>
                  <a:lnTo>
                    <a:pt x="489" y="412"/>
                  </a:lnTo>
                  <a:lnTo>
                    <a:pt x="480" y="400"/>
                  </a:lnTo>
                  <a:lnTo>
                    <a:pt x="489" y="377"/>
                  </a:lnTo>
                  <a:lnTo>
                    <a:pt x="487" y="357"/>
                  </a:lnTo>
                  <a:lnTo>
                    <a:pt x="496" y="333"/>
                  </a:lnTo>
                  <a:lnTo>
                    <a:pt x="488" y="321"/>
                  </a:lnTo>
                  <a:lnTo>
                    <a:pt x="484" y="295"/>
                  </a:lnTo>
                  <a:lnTo>
                    <a:pt x="472" y="275"/>
                  </a:lnTo>
                  <a:lnTo>
                    <a:pt x="472" y="270"/>
                  </a:lnTo>
                  <a:lnTo>
                    <a:pt x="470" y="270"/>
                  </a:lnTo>
                  <a:lnTo>
                    <a:pt x="471" y="262"/>
                  </a:lnTo>
                  <a:lnTo>
                    <a:pt x="459" y="269"/>
                  </a:lnTo>
                  <a:lnTo>
                    <a:pt x="447" y="266"/>
                  </a:lnTo>
                  <a:lnTo>
                    <a:pt x="449" y="263"/>
                  </a:lnTo>
                  <a:lnTo>
                    <a:pt x="439" y="261"/>
                  </a:lnTo>
                  <a:lnTo>
                    <a:pt x="438" y="233"/>
                  </a:lnTo>
                  <a:lnTo>
                    <a:pt x="482" y="171"/>
                  </a:lnTo>
                  <a:lnTo>
                    <a:pt x="514" y="135"/>
                  </a:lnTo>
                  <a:lnTo>
                    <a:pt x="539" y="141"/>
                  </a:lnTo>
                  <a:lnTo>
                    <a:pt x="532" y="124"/>
                  </a:lnTo>
                  <a:lnTo>
                    <a:pt x="643" y="110"/>
                  </a:lnTo>
                  <a:lnTo>
                    <a:pt x="643" y="106"/>
                  </a:lnTo>
                  <a:lnTo>
                    <a:pt x="651" y="86"/>
                  </a:lnTo>
                  <a:lnTo>
                    <a:pt x="666" y="63"/>
                  </a:lnTo>
                  <a:lnTo>
                    <a:pt x="659" y="40"/>
                  </a:lnTo>
                  <a:lnTo>
                    <a:pt x="636" y="37"/>
                  </a:lnTo>
                  <a:lnTo>
                    <a:pt x="620" y="19"/>
                  </a:lnTo>
                  <a:lnTo>
                    <a:pt x="586" y="21"/>
                  </a:lnTo>
                  <a:lnTo>
                    <a:pt x="557" y="32"/>
                  </a:lnTo>
                  <a:lnTo>
                    <a:pt x="545" y="33"/>
                  </a:lnTo>
                  <a:lnTo>
                    <a:pt x="529" y="50"/>
                  </a:lnTo>
                  <a:lnTo>
                    <a:pt x="520" y="46"/>
                  </a:lnTo>
                  <a:lnTo>
                    <a:pt x="497" y="7"/>
                  </a:lnTo>
                  <a:lnTo>
                    <a:pt x="478" y="0"/>
                  </a:lnTo>
                  <a:lnTo>
                    <a:pt x="461" y="0"/>
                  </a:lnTo>
                  <a:close/>
                  <a:moveTo>
                    <a:pt x="0" y="312"/>
                  </a:moveTo>
                  <a:lnTo>
                    <a:pt x="3" y="338"/>
                  </a:lnTo>
                  <a:lnTo>
                    <a:pt x="3" y="338"/>
                  </a:lnTo>
                  <a:lnTo>
                    <a:pt x="0" y="312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38">
              <a:extLst>
                <a:ext uri="{FF2B5EF4-FFF2-40B4-BE49-F238E27FC236}">
                  <a16:creationId xmlns="" xmlns:a16="http://schemas.microsoft.com/office/drawing/2014/main" id="{16FDB4BC-389B-43D7-546D-CEA41C4F3A6D}"/>
                </a:ext>
              </a:extLst>
            </p:cNvPr>
            <p:cNvSpPr/>
            <p:nvPr/>
          </p:nvSpPr>
          <p:spPr>
            <a:xfrm>
              <a:off x="3973513" y="5049838"/>
              <a:ext cx="1354139" cy="1031875"/>
            </a:xfrm>
            <a:custGeom>
              <a:avLst/>
              <a:gdLst/>
              <a:ahLst/>
              <a:cxnLst/>
              <a:rect l="l" t="t" r="r" b="b"/>
              <a:pathLst>
                <a:path w="648" h="494" extrusionOk="0">
                  <a:moveTo>
                    <a:pt x="4" y="0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21" y="87"/>
                    <a:pt x="21" y="87"/>
                    <a:pt x="21" y="87"/>
                  </a:cubicBezTo>
                  <a:cubicBezTo>
                    <a:pt x="10" y="164"/>
                    <a:pt x="10" y="164"/>
                    <a:pt x="10" y="164"/>
                  </a:cubicBezTo>
                  <a:cubicBezTo>
                    <a:pt x="11" y="188"/>
                    <a:pt x="11" y="188"/>
                    <a:pt x="11" y="188"/>
                  </a:cubicBezTo>
                  <a:cubicBezTo>
                    <a:pt x="3" y="206"/>
                    <a:pt x="3" y="206"/>
                    <a:pt x="3" y="206"/>
                  </a:cubicBezTo>
                  <a:cubicBezTo>
                    <a:pt x="14" y="234"/>
                    <a:pt x="14" y="234"/>
                    <a:pt x="14" y="234"/>
                  </a:cubicBezTo>
                  <a:cubicBezTo>
                    <a:pt x="36" y="258"/>
                    <a:pt x="36" y="258"/>
                    <a:pt x="36" y="258"/>
                  </a:cubicBezTo>
                  <a:cubicBezTo>
                    <a:pt x="51" y="267"/>
                    <a:pt x="51" y="267"/>
                    <a:pt x="51" y="267"/>
                  </a:cubicBezTo>
                  <a:cubicBezTo>
                    <a:pt x="56" y="301"/>
                    <a:pt x="56" y="301"/>
                    <a:pt x="56" y="301"/>
                  </a:cubicBezTo>
                  <a:cubicBezTo>
                    <a:pt x="67" y="331"/>
                    <a:pt x="67" y="331"/>
                    <a:pt x="67" y="331"/>
                  </a:cubicBezTo>
                  <a:cubicBezTo>
                    <a:pt x="69" y="361"/>
                    <a:pt x="69" y="361"/>
                    <a:pt x="69" y="361"/>
                  </a:cubicBezTo>
                  <a:cubicBezTo>
                    <a:pt x="68" y="373"/>
                    <a:pt x="68" y="373"/>
                    <a:pt x="68" y="373"/>
                  </a:cubicBezTo>
                  <a:cubicBezTo>
                    <a:pt x="51" y="382"/>
                    <a:pt x="51" y="382"/>
                    <a:pt x="51" y="382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80" y="422"/>
                    <a:pt x="80" y="422"/>
                    <a:pt x="80" y="422"/>
                  </a:cubicBezTo>
                  <a:cubicBezTo>
                    <a:pt x="91" y="410"/>
                    <a:pt x="91" y="410"/>
                    <a:pt x="91" y="410"/>
                  </a:cubicBezTo>
                  <a:cubicBezTo>
                    <a:pt x="95" y="404"/>
                    <a:pt x="95" y="404"/>
                    <a:pt x="95" y="404"/>
                  </a:cubicBezTo>
                  <a:cubicBezTo>
                    <a:pt x="129" y="412"/>
                    <a:pt x="129" y="412"/>
                    <a:pt x="129" y="412"/>
                  </a:cubicBezTo>
                  <a:cubicBezTo>
                    <a:pt x="137" y="405"/>
                    <a:pt x="137" y="405"/>
                    <a:pt x="137" y="405"/>
                  </a:cubicBezTo>
                  <a:cubicBezTo>
                    <a:pt x="167" y="410"/>
                    <a:pt x="167" y="410"/>
                    <a:pt x="167" y="410"/>
                  </a:cubicBezTo>
                  <a:cubicBezTo>
                    <a:pt x="199" y="390"/>
                    <a:pt x="199" y="390"/>
                    <a:pt x="199" y="390"/>
                  </a:cubicBezTo>
                  <a:cubicBezTo>
                    <a:pt x="252" y="401"/>
                    <a:pt x="252" y="401"/>
                    <a:pt x="252" y="401"/>
                  </a:cubicBezTo>
                  <a:cubicBezTo>
                    <a:pt x="273" y="383"/>
                    <a:pt x="273" y="383"/>
                    <a:pt x="273" y="383"/>
                  </a:cubicBezTo>
                  <a:cubicBezTo>
                    <a:pt x="284" y="388"/>
                    <a:pt x="284" y="388"/>
                    <a:pt x="284" y="388"/>
                  </a:cubicBezTo>
                  <a:cubicBezTo>
                    <a:pt x="285" y="401"/>
                    <a:pt x="285" y="401"/>
                    <a:pt x="285" y="401"/>
                  </a:cubicBezTo>
                  <a:cubicBezTo>
                    <a:pt x="301" y="405"/>
                    <a:pt x="301" y="405"/>
                    <a:pt x="301" y="405"/>
                  </a:cubicBezTo>
                  <a:cubicBezTo>
                    <a:pt x="310" y="407"/>
                    <a:pt x="310" y="407"/>
                    <a:pt x="310" y="407"/>
                  </a:cubicBezTo>
                  <a:cubicBezTo>
                    <a:pt x="315" y="423"/>
                    <a:pt x="315" y="423"/>
                    <a:pt x="315" y="423"/>
                  </a:cubicBezTo>
                  <a:cubicBezTo>
                    <a:pt x="310" y="441"/>
                    <a:pt x="310" y="441"/>
                    <a:pt x="310" y="441"/>
                  </a:cubicBezTo>
                  <a:cubicBezTo>
                    <a:pt x="318" y="451"/>
                    <a:pt x="318" y="451"/>
                    <a:pt x="318" y="451"/>
                  </a:cubicBezTo>
                  <a:cubicBezTo>
                    <a:pt x="337" y="450"/>
                    <a:pt x="337" y="450"/>
                    <a:pt x="337" y="450"/>
                  </a:cubicBezTo>
                  <a:cubicBezTo>
                    <a:pt x="367" y="430"/>
                    <a:pt x="367" y="430"/>
                    <a:pt x="367" y="430"/>
                  </a:cubicBezTo>
                  <a:cubicBezTo>
                    <a:pt x="427" y="421"/>
                    <a:pt x="427" y="421"/>
                    <a:pt x="427" y="421"/>
                  </a:cubicBezTo>
                  <a:cubicBezTo>
                    <a:pt x="422" y="448"/>
                    <a:pt x="422" y="448"/>
                    <a:pt x="422" y="448"/>
                  </a:cubicBezTo>
                  <a:cubicBezTo>
                    <a:pt x="424" y="467"/>
                    <a:pt x="424" y="467"/>
                    <a:pt x="424" y="467"/>
                  </a:cubicBezTo>
                  <a:cubicBezTo>
                    <a:pt x="435" y="477"/>
                    <a:pt x="435" y="477"/>
                    <a:pt x="435" y="477"/>
                  </a:cubicBezTo>
                  <a:cubicBezTo>
                    <a:pt x="446" y="482"/>
                    <a:pt x="446" y="482"/>
                    <a:pt x="446" y="482"/>
                  </a:cubicBezTo>
                  <a:cubicBezTo>
                    <a:pt x="446" y="482"/>
                    <a:pt x="444" y="490"/>
                    <a:pt x="446" y="490"/>
                  </a:cubicBezTo>
                  <a:cubicBezTo>
                    <a:pt x="448" y="491"/>
                    <a:pt x="465" y="486"/>
                    <a:pt x="465" y="486"/>
                  </a:cubicBezTo>
                  <a:cubicBezTo>
                    <a:pt x="473" y="494"/>
                    <a:pt x="473" y="494"/>
                    <a:pt x="473" y="494"/>
                  </a:cubicBezTo>
                  <a:cubicBezTo>
                    <a:pt x="473" y="479"/>
                    <a:pt x="473" y="479"/>
                    <a:pt x="473" y="479"/>
                  </a:cubicBezTo>
                  <a:cubicBezTo>
                    <a:pt x="494" y="443"/>
                    <a:pt x="494" y="443"/>
                    <a:pt x="494" y="443"/>
                  </a:cubicBezTo>
                  <a:cubicBezTo>
                    <a:pt x="500" y="407"/>
                    <a:pt x="500" y="407"/>
                    <a:pt x="500" y="407"/>
                  </a:cubicBezTo>
                  <a:cubicBezTo>
                    <a:pt x="510" y="398"/>
                    <a:pt x="510" y="398"/>
                    <a:pt x="510" y="398"/>
                  </a:cubicBezTo>
                  <a:cubicBezTo>
                    <a:pt x="525" y="394"/>
                    <a:pt x="525" y="394"/>
                    <a:pt x="525" y="394"/>
                  </a:cubicBezTo>
                  <a:cubicBezTo>
                    <a:pt x="541" y="385"/>
                    <a:pt x="541" y="385"/>
                    <a:pt x="541" y="385"/>
                  </a:cubicBezTo>
                  <a:cubicBezTo>
                    <a:pt x="552" y="392"/>
                    <a:pt x="552" y="392"/>
                    <a:pt x="552" y="392"/>
                  </a:cubicBezTo>
                  <a:cubicBezTo>
                    <a:pt x="552" y="425"/>
                    <a:pt x="552" y="425"/>
                    <a:pt x="552" y="425"/>
                  </a:cubicBezTo>
                  <a:cubicBezTo>
                    <a:pt x="560" y="426"/>
                    <a:pt x="560" y="426"/>
                    <a:pt x="560" y="426"/>
                  </a:cubicBezTo>
                  <a:cubicBezTo>
                    <a:pt x="572" y="400"/>
                    <a:pt x="572" y="400"/>
                    <a:pt x="572" y="400"/>
                  </a:cubicBezTo>
                  <a:cubicBezTo>
                    <a:pt x="582" y="375"/>
                    <a:pt x="582" y="375"/>
                    <a:pt x="582" y="375"/>
                  </a:cubicBezTo>
                  <a:cubicBezTo>
                    <a:pt x="576" y="342"/>
                    <a:pt x="576" y="342"/>
                    <a:pt x="576" y="342"/>
                  </a:cubicBezTo>
                  <a:cubicBezTo>
                    <a:pt x="590" y="342"/>
                    <a:pt x="590" y="342"/>
                    <a:pt x="590" y="342"/>
                  </a:cubicBezTo>
                  <a:cubicBezTo>
                    <a:pt x="616" y="342"/>
                    <a:pt x="616" y="342"/>
                    <a:pt x="616" y="342"/>
                  </a:cubicBezTo>
                  <a:cubicBezTo>
                    <a:pt x="629" y="360"/>
                    <a:pt x="629" y="360"/>
                    <a:pt x="629" y="360"/>
                  </a:cubicBezTo>
                  <a:cubicBezTo>
                    <a:pt x="637" y="362"/>
                    <a:pt x="637" y="362"/>
                    <a:pt x="637" y="362"/>
                  </a:cubicBezTo>
                  <a:cubicBezTo>
                    <a:pt x="648" y="335"/>
                    <a:pt x="648" y="335"/>
                    <a:pt x="648" y="335"/>
                  </a:cubicBezTo>
                  <a:cubicBezTo>
                    <a:pt x="632" y="312"/>
                    <a:pt x="632" y="312"/>
                    <a:pt x="632" y="312"/>
                  </a:cubicBezTo>
                  <a:cubicBezTo>
                    <a:pt x="634" y="277"/>
                    <a:pt x="634" y="277"/>
                    <a:pt x="634" y="277"/>
                  </a:cubicBezTo>
                  <a:cubicBezTo>
                    <a:pt x="626" y="265"/>
                    <a:pt x="626" y="265"/>
                    <a:pt x="626" y="265"/>
                  </a:cubicBezTo>
                  <a:cubicBezTo>
                    <a:pt x="595" y="268"/>
                    <a:pt x="595" y="268"/>
                    <a:pt x="595" y="268"/>
                  </a:cubicBezTo>
                  <a:cubicBezTo>
                    <a:pt x="584" y="262"/>
                    <a:pt x="584" y="262"/>
                    <a:pt x="584" y="262"/>
                  </a:cubicBezTo>
                  <a:cubicBezTo>
                    <a:pt x="551" y="261"/>
                    <a:pt x="551" y="261"/>
                    <a:pt x="551" y="261"/>
                  </a:cubicBezTo>
                  <a:cubicBezTo>
                    <a:pt x="552" y="240"/>
                    <a:pt x="552" y="240"/>
                    <a:pt x="552" y="240"/>
                  </a:cubicBezTo>
                  <a:cubicBezTo>
                    <a:pt x="536" y="248"/>
                    <a:pt x="536" y="248"/>
                    <a:pt x="536" y="248"/>
                  </a:cubicBezTo>
                  <a:cubicBezTo>
                    <a:pt x="516" y="243"/>
                    <a:pt x="516" y="243"/>
                    <a:pt x="516" y="243"/>
                  </a:cubicBezTo>
                  <a:cubicBezTo>
                    <a:pt x="475" y="226"/>
                    <a:pt x="475" y="226"/>
                    <a:pt x="475" y="226"/>
                  </a:cubicBezTo>
                  <a:cubicBezTo>
                    <a:pt x="454" y="214"/>
                    <a:pt x="454" y="214"/>
                    <a:pt x="454" y="214"/>
                  </a:cubicBezTo>
                  <a:cubicBezTo>
                    <a:pt x="446" y="218"/>
                    <a:pt x="446" y="218"/>
                    <a:pt x="446" y="218"/>
                  </a:cubicBezTo>
                  <a:cubicBezTo>
                    <a:pt x="449" y="239"/>
                    <a:pt x="449" y="239"/>
                    <a:pt x="449" y="239"/>
                  </a:cubicBezTo>
                  <a:cubicBezTo>
                    <a:pt x="451" y="259"/>
                    <a:pt x="451" y="259"/>
                    <a:pt x="451" y="259"/>
                  </a:cubicBezTo>
                  <a:cubicBezTo>
                    <a:pt x="435" y="270"/>
                    <a:pt x="435" y="270"/>
                    <a:pt x="435" y="270"/>
                  </a:cubicBezTo>
                  <a:cubicBezTo>
                    <a:pt x="411" y="282"/>
                    <a:pt x="411" y="282"/>
                    <a:pt x="411" y="282"/>
                  </a:cubicBezTo>
                  <a:cubicBezTo>
                    <a:pt x="397" y="285"/>
                    <a:pt x="397" y="285"/>
                    <a:pt x="397" y="285"/>
                  </a:cubicBezTo>
                  <a:cubicBezTo>
                    <a:pt x="386" y="294"/>
                    <a:pt x="386" y="294"/>
                    <a:pt x="386" y="294"/>
                  </a:cubicBezTo>
                  <a:cubicBezTo>
                    <a:pt x="367" y="289"/>
                    <a:pt x="367" y="289"/>
                    <a:pt x="367" y="289"/>
                  </a:cubicBezTo>
                  <a:cubicBezTo>
                    <a:pt x="360" y="289"/>
                    <a:pt x="360" y="289"/>
                    <a:pt x="360" y="289"/>
                  </a:cubicBezTo>
                  <a:cubicBezTo>
                    <a:pt x="339" y="281"/>
                    <a:pt x="339" y="281"/>
                    <a:pt x="339" y="281"/>
                  </a:cubicBezTo>
                  <a:cubicBezTo>
                    <a:pt x="323" y="284"/>
                    <a:pt x="323" y="284"/>
                    <a:pt x="323" y="284"/>
                  </a:cubicBezTo>
                  <a:cubicBezTo>
                    <a:pt x="299" y="277"/>
                    <a:pt x="299" y="277"/>
                    <a:pt x="299" y="277"/>
                  </a:cubicBezTo>
                  <a:cubicBezTo>
                    <a:pt x="284" y="284"/>
                    <a:pt x="284" y="284"/>
                    <a:pt x="284" y="284"/>
                  </a:cubicBezTo>
                  <a:cubicBezTo>
                    <a:pt x="282" y="283"/>
                    <a:pt x="282" y="283"/>
                    <a:pt x="282" y="283"/>
                  </a:cubicBezTo>
                  <a:cubicBezTo>
                    <a:pt x="279" y="254"/>
                    <a:pt x="279" y="254"/>
                    <a:pt x="279" y="254"/>
                  </a:cubicBezTo>
                  <a:cubicBezTo>
                    <a:pt x="284" y="238"/>
                    <a:pt x="284" y="238"/>
                    <a:pt x="284" y="238"/>
                  </a:cubicBezTo>
                  <a:cubicBezTo>
                    <a:pt x="288" y="207"/>
                    <a:pt x="288" y="207"/>
                    <a:pt x="288" y="207"/>
                  </a:cubicBezTo>
                  <a:cubicBezTo>
                    <a:pt x="296" y="194"/>
                    <a:pt x="296" y="194"/>
                    <a:pt x="296" y="194"/>
                  </a:cubicBezTo>
                  <a:cubicBezTo>
                    <a:pt x="305" y="189"/>
                    <a:pt x="305" y="189"/>
                    <a:pt x="305" y="189"/>
                  </a:cubicBezTo>
                  <a:cubicBezTo>
                    <a:pt x="297" y="157"/>
                    <a:pt x="297" y="157"/>
                    <a:pt x="297" y="157"/>
                  </a:cubicBezTo>
                  <a:cubicBezTo>
                    <a:pt x="256" y="139"/>
                    <a:pt x="256" y="139"/>
                    <a:pt x="256" y="139"/>
                  </a:cubicBezTo>
                  <a:cubicBezTo>
                    <a:pt x="223" y="129"/>
                    <a:pt x="223" y="129"/>
                    <a:pt x="223" y="129"/>
                  </a:cubicBezTo>
                  <a:cubicBezTo>
                    <a:pt x="220" y="87"/>
                    <a:pt x="220" y="87"/>
                    <a:pt x="220" y="87"/>
                  </a:cubicBezTo>
                  <a:cubicBezTo>
                    <a:pt x="227" y="60"/>
                    <a:pt x="227" y="60"/>
                    <a:pt x="227" y="60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168" y="34"/>
                    <a:pt x="168" y="34"/>
                    <a:pt x="168" y="34"/>
                  </a:cubicBezTo>
                  <a:cubicBezTo>
                    <a:pt x="162" y="23"/>
                    <a:pt x="162" y="23"/>
                    <a:pt x="162" y="23"/>
                  </a:cubicBezTo>
                  <a:cubicBezTo>
                    <a:pt x="140" y="33"/>
                    <a:pt x="140" y="33"/>
                    <a:pt x="140" y="33"/>
                  </a:cubicBezTo>
                  <a:cubicBezTo>
                    <a:pt x="140" y="33"/>
                    <a:pt x="110" y="33"/>
                    <a:pt x="107" y="28"/>
                  </a:cubicBezTo>
                  <a:cubicBezTo>
                    <a:pt x="104" y="22"/>
                    <a:pt x="101" y="11"/>
                    <a:pt x="101" y="11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23" y="7"/>
                    <a:pt x="23" y="7"/>
                    <a:pt x="23" y="7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p38">
            <a:extLst>
              <a:ext uri="{FF2B5EF4-FFF2-40B4-BE49-F238E27FC236}">
                <a16:creationId xmlns="" xmlns:a16="http://schemas.microsoft.com/office/drawing/2014/main" id="{613967EE-AF62-7783-BA19-5894D1CE1142}"/>
              </a:ext>
            </a:extLst>
          </p:cNvPr>
          <p:cNvSpPr/>
          <p:nvPr/>
        </p:nvSpPr>
        <p:spPr>
          <a:xfrm>
            <a:off x="137150" y="3830675"/>
            <a:ext cx="391800" cy="1932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38">
            <a:extLst>
              <a:ext uri="{FF2B5EF4-FFF2-40B4-BE49-F238E27FC236}">
                <a16:creationId xmlns="" xmlns:a16="http://schemas.microsoft.com/office/drawing/2014/main" id="{EECD75BF-4A5F-F30C-9375-06C6A855501E}"/>
              </a:ext>
            </a:extLst>
          </p:cNvPr>
          <p:cNvSpPr/>
          <p:nvPr/>
        </p:nvSpPr>
        <p:spPr>
          <a:xfrm>
            <a:off x="137150" y="4120250"/>
            <a:ext cx="391800" cy="1932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" name="Google Shape;366;p38">
            <a:extLst>
              <a:ext uri="{FF2B5EF4-FFF2-40B4-BE49-F238E27FC236}">
                <a16:creationId xmlns="" xmlns:a16="http://schemas.microsoft.com/office/drawing/2014/main" id="{1AE4951B-0E5F-32F0-A2BE-9366891D40A3}"/>
              </a:ext>
            </a:extLst>
          </p:cNvPr>
          <p:cNvSpPr/>
          <p:nvPr/>
        </p:nvSpPr>
        <p:spPr>
          <a:xfrm>
            <a:off x="685800" y="3804125"/>
            <a:ext cx="1254000" cy="24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Times New Roman"/>
                <a:ea typeface="Times New Roman"/>
                <a:cs typeface="Times New Roman"/>
                <a:sym typeface="Times New Roman"/>
              </a:rPr>
              <a:t>Province retenues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p38">
            <a:extLst>
              <a:ext uri="{FF2B5EF4-FFF2-40B4-BE49-F238E27FC236}">
                <a16:creationId xmlns="" xmlns:a16="http://schemas.microsoft.com/office/drawing/2014/main" id="{2F199587-62AE-FBD0-F20C-C4F42A0E5B38}"/>
              </a:ext>
            </a:extLst>
          </p:cNvPr>
          <p:cNvSpPr/>
          <p:nvPr/>
        </p:nvSpPr>
        <p:spPr>
          <a:xfrm>
            <a:off x="685800" y="4050425"/>
            <a:ext cx="1595400" cy="24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Times New Roman"/>
                <a:ea typeface="Times New Roman"/>
                <a:cs typeface="Times New Roman"/>
                <a:sym typeface="Times New Roman"/>
              </a:rPr>
              <a:t>Province non  retenues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p38">
            <a:extLst>
              <a:ext uri="{FF2B5EF4-FFF2-40B4-BE49-F238E27FC236}">
                <a16:creationId xmlns="" xmlns:a16="http://schemas.microsoft.com/office/drawing/2014/main" id="{21A8E188-3ABB-04DF-918E-E90CDF21F783}"/>
              </a:ext>
            </a:extLst>
          </p:cNvPr>
          <p:cNvSpPr/>
          <p:nvPr/>
        </p:nvSpPr>
        <p:spPr>
          <a:xfrm>
            <a:off x="3214050" y="2210986"/>
            <a:ext cx="2917751" cy="289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38">
            <a:extLst>
              <a:ext uri="{FF2B5EF4-FFF2-40B4-BE49-F238E27FC236}">
                <a16:creationId xmlns="" xmlns:a16="http://schemas.microsoft.com/office/drawing/2014/main" id="{F1B1DBA9-9F6E-7141-C20B-9828FB851C33}"/>
              </a:ext>
            </a:extLst>
          </p:cNvPr>
          <p:cNvSpPr/>
          <p:nvPr/>
        </p:nvSpPr>
        <p:spPr>
          <a:xfrm>
            <a:off x="88175" y="4470625"/>
            <a:ext cx="519300" cy="193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Times New Roman"/>
                <a:ea typeface="Times New Roman"/>
                <a:cs typeface="Times New Roman"/>
                <a:sym typeface="Times New Roman"/>
              </a:rPr>
              <a:t>Texte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38">
            <a:extLst>
              <a:ext uri="{FF2B5EF4-FFF2-40B4-BE49-F238E27FC236}">
                <a16:creationId xmlns="" xmlns:a16="http://schemas.microsoft.com/office/drawing/2014/main" id="{16F04156-D514-8800-3E78-3D4AEE3924D4}"/>
              </a:ext>
            </a:extLst>
          </p:cNvPr>
          <p:cNvSpPr/>
          <p:nvPr/>
        </p:nvSpPr>
        <p:spPr>
          <a:xfrm>
            <a:off x="685800" y="4435700"/>
            <a:ext cx="1595400" cy="24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Times New Roman"/>
                <a:ea typeface="Times New Roman"/>
                <a:cs typeface="Times New Roman"/>
                <a:sym typeface="Times New Roman"/>
              </a:rPr>
              <a:t>ZS retenues par province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p38">
            <a:extLst>
              <a:ext uri="{FF2B5EF4-FFF2-40B4-BE49-F238E27FC236}">
                <a16:creationId xmlns="" xmlns:a16="http://schemas.microsoft.com/office/drawing/2014/main" id="{BC0544D3-B371-19D7-9366-9E447B99596A}"/>
              </a:ext>
            </a:extLst>
          </p:cNvPr>
          <p:cNvSpPr/>
          <p:nvPr/>
        </p:nvSpPr>
        <p:spPr>
          <a:xfrm>
            <a:off x="5545003" y="3854337"/>
            <a:ext cx="391800" cy="1932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38">
            <a:extLst>
              <a:ext uri="{FF2B5EF4-FFF2-40B4-BE49-F238E27FC236}">
                <a16:creationId xmlns="" xmlns:a16="http://schemas.microsoft.com/office/drawing/2014/main" id="{E7ED5BE7-B41B-E953-EA9D-A68B53CB8D8D}"/>
              </a:ext>
            </a:extLst>
          </p:cNvPr>
          <p:cNvSpPr/>
          <p:nvPr/>
        </p:nvSpPr>
        <p:spPr>
          <a:xfrm>
            <a:off x="5569838" y="4172115"/>
            <a:ext cx="391800" cy="1932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38">
            <a:extLst>
              <a:ext uri="{FF2B5EF4-FFF2-40B4-BE49-F238E27FC236}">
                <a16:creationId xmlns="" xmlns:a16="http://schemas.microsoft.com/office/drawing/2014/main" id="{F7835019-9CAA-9900-E539-6577BED32F14}"/>
              </a:ext>
            </a:extLst>
          </p:cNvPr>
          <p:cNvSpPr/>
          <p:nvPr/>
        </p:nvSpPr>
        <p:spPr>
          <a:xfrm>
            <a:off x="5997839" y="3779373"/>
            <a:ext cx="1254000" cy="24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Times New Roman"/>
                <a:ea typeface="Times New Roman"/>
                <a:cs typeface="Times New Roman"/>
                <a:sym typeface="Times New Roman"/>
              </a:rPr>
              <a:t>Province </a:t>
            </a:r>
            <a:r>
              <a:rPr lang="en-GB" sz="1000" dirty="0" err="1">
                <a:latin typeface="Times New Roman"/>
                <a:ea typeface="Times New Roman"/>
                <a:cs typeface="Times New Roman"/>
                <a:sym typeface="Times New Roman"/>
              </a:rPr>
              <a:t>retenues</a:t>
            </a:r>
            <a:endParaRPr sz="1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38">
            <a:extLst>
              <a:ext uri="{FF2B5EF4-FFF2-40B4-BE49-F238E27FC236}">
                <a16:creationId xmlns="" xmlns:a16="http://schemas.microsoft.com/office/drawing/2014/main" id="{DBF10714-CE3B-C9D1-CE54-4295847B18B3}"/>
              </a:ext>
            </a:extLst>
          </p:cNvPr>
          <p:cNvSpPr/>
          <p:nvPr/>
        </p:nvSpPr>
        <p:spPr>
          <a:xfrm>
            <a:off x="5997839" y="4082443"/>
            <a:ext cx="1595400" cy="24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Times New Roman"/>
                <a:ea typeface="Times New Roman"/>
                <a:cs typeface="Times New Roman"/>
                <a:sym typeface="Times New Roman"/>
              </a:rPr>
              <a:t>Province non  </a:t>
            </a:r>
            <a:r>
              <a:rPr lang="en-GB" sz="1000" dirty="0" err="1">
                <a:latin typeface="Times New Roman"/>
                <a:ea typeface="Times New Roman"/>
                <a:cs typeface="Times New Roman"/>
                <a:sym typeface="Times New Roman"/>
              </a:rPr>
              <a:t>retenues</a:t>
            </a:r>
            <a:endParaRPr sz="1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38">
            <a:extLst>
              <a:ext uri="{FF2B5EF4-FFF2-40B4-BE49-F238E27FC236}">
                <a16:creationId xmlns="" xmlns:a16="http://schemas.microsoft.com/office/drawing/2014/main" id="{2564B4CD-0EDF-30AB-BBF1-692DE2F6CDBC}"/>
              </a:ext>
            </a:extLst>
          </p:cNvPr>
          <p:cNvSpPr/>
          <p:nvPr/>
        </p:nvSpPr>
        <p:spPr>
          <a:xfrm>
            <a:off x="5489764" y="4435700"/>
            <a:ext cx="519300" cy="193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Times New Roman"/>
                <a:ea typeface="Times New Roman"/>
                <a:cs typeface="Times New Roman"/>
                <a:sym typeface="Times New Roman"/>
              </a:rPr>
              <a:t>Texte</a:t>
            </a:r>
            <a:endParaRPr sz="1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38">
            <a:extLst>
              <a:ext uri="{FF2B5EF4-FFF2-40B4-BE49-F238E27FC236}">
                <a16:creationId xmlns="" xmlns:a16="http://schemas.microsoft.com/office/drawing/2014/main" id="{F166E686-9FE8-E7E9-6D7D-CC1BC21BEA7C}"/>
              </a:ext>
            </a:extLst>
          </p:cNvPr>
          <p:cNvSpPr/>
          <p:nvPr/>
        </p:nvSpPr>
        <p:spPr>
          <a:xfrm>
            <a:off x="5997839" y="4409150"/>
            <a:ext cx="1595400" cy="24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Times New Roman"/>
                <a:ea typeface="Times New Roman"/>
                <a:cs typeface="Times New Roman"/>
                <a:sym typeface="Times New Roman"/>
              </a:rPr>
              <a:t>ZS </a:t>
            </a:r>
            <a:r>
              <a:rPr lang="en-GB" sz="1000" dirty="0" err="1">
                <a:latin typeface="Times New Roman"/>
                <a:ea typeface="Times New Roman"/>
                <a:cs typeface="Times New Roman"/>
                <a:sym typeface="Times New Roman"/>
              </a:rPr>
              <a:t>retenues</a:t>
            </a:r>
            <a:r>
              <a:rPr lang="en-GB" sz="1000" dirty="0">
                <a:latin typeface="Times New Roman"/>
                <a:ea typeface="Times New Roman"/>
                <a:cs typeface="Times New Roman"/>
                <a:sym typeface="Times New Roman"/>
              </a:rPr>
              <a:t> par province</a:t>
            </a:r>
            <a:endParaRPr sz="1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p38">
            <a:extLst>
              <a:ext uri="{FF2B5EF4-FFF2-40B4-BE49-F238E27FC236}">
                <a16:creationId xmlns="" xmlns:a16="http://schemas.microsoft.com/office/drawing/2014/main" id="{47D18857-629D-D7EE-0254-4ED3FF15B22C}"/>
              </a:ext>
            </a:extLst>
          </p:cNvPr>
          <p:cNvSpPr/>
          <p:nvPr/>
        </p:nvSpPr>
        <p:spPr>
          <a:xfrm>
            <a:off x="-9797" y="138075"/>
            <a:ext cx="200700" cy="489900"/>
          </a:xfrm>
          <a:prstGeom prst="rect">
            <a:avLst/>
          </a:prstGeom>
          <a:solidFill>
            <a:srgbClr val="1155CC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38">
            <a:extLst>
              <a:ext uri="{FF2B5EF4-FFF2-40B4-BE49-F238E27FC236}">
                <a16:creationId xmlns="" xmlns:a16="http://schemas.microsoft.com/office/drawing/2014/main" id="{28049B05-840B-623F-BC26-EF22003A7352}"/>
              </a:ext>
            </a:extLst>
          </p:cNvPr>
          <p:cNvSpPr/>
          <p:nvPr/>
        </p:nvSpPr>
        <p:spPr>
          <a:xfrm>
            <a:off x="176807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Préambule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38">
            <a:extLst>
              <a:ext uri="{FF2B5EF4-FFF2-40B4-BE49-F238E27FC236}">
                <a16:creationId xmlns="" xmlns:a16="http://schemas.microsoft.com/office/drawing/2014/main" id="{49926360-6335-F003-C450-FEDF92AC9B1A}"/>
              </a:ext>
            </a:extLst>
          </p:cNvPr>
          <p:cNvSpPr/>
          <p:nvPr/>
        </p:nvSpPr>
        <p:spPr>
          <a:xfrm>
            <a:off x="3192858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Process 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38">
            <a:extLst>
              <a:ext uri="{FF2B5EF4-FFF2-40B4-BE49-F238E27FC236}">
                <a16:creationId xmlns="" xmlns:a16="http://schemas.microsoft.com/office/drawing/2014/main" id="{B512596F-3482-A48D-DDD0-1E3CCA895AFF}"/>
              </a:ext>
            </a:extLst>
          </p:cNvPr>
          <p:cNvSpPr/>
          <p:nvPr/>
        </p:nvSpPr>
        <p:spPr>
          <a:xfrm>
            <a:off x="4617642" y="-780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Périmètre et Stratégie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38">
            <a:extLst>
              <a:ext uri="{FF2B5EF4-FFF2-40B4-BE49-F238E27FC236}">
                <a16:creationId xmlns="" xmlns:a16="http://schemas.microsoft.com/office/drawing/2014/main" id="{0AB500C1-FFB4-4630-1237-20B0FB9E9BF9}"/>
              </a:ext>
            </a:extLst>
          </p:cNvPr>
          <p:cNvSpPr/>
          <p:nvPr/>
        </p:nvSpPr>
        <p:spPr>
          <a:xfrm>
            <a:off x="604242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PTF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3D62F4B-6E47-80B0-B47D-E9CDBDB8C800}"/>
              </a:ext>
            </a:extLst>
          </p:cNvPr>
          <p:cNvSpPr/>
          <p:nvPr/>
        </p:nvSpPr>
        <p:spPr>
          <a:xfrm>
            <a:off x="3536505" y="1268659"/>
            <a:ext cx="2128929" cy="25504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D" sz="1050" b="1" dirty="0"/>
              <a:t>Ajustement du Plan BCU</a:t>
            </a:r>
            <a:endParaRPr lang="fr-CD" sz="1050" dirty="0"/>
          </a:p>
          <a:p>
            <a:pPr marL="180975" lvl="0" indent="-171450" algn="just">
              <a:buFont typeface="Wingdings" pitchFamily="2" charset="2"/>
              <a:buChar char="ü"/>
            </a:pPr>
            <a:r>
              <a:rPr lang="fr-CD" sz="1050" b="1" dirty="0"/>
              <a:t>Cause: </a:t>
            </a:r>
          </a:p>
          <a:p>
            <a:pPr marL="228600" lvl="0" algn="just"/>
            <a:r>
              <a:rPr lang="fr-FR" sz="1000" dirty="0"/>
              <a:t>allocation des vaccins par GAVI  non accordée</a:t>
            </a:r>
          </a:p>
          <a:p>
            <a:pPr marL="228600" lvl="0" algn="just"/>
            <a:endParaRPr lang="fr-FR" sz="1000" b="1" dirty="0"/>
          </a:p>
          <a:p>
            <a:pPr marL="180975" lvl="0" indent="-133350" algn="just">
              <a:buFont typeface="Wingdings" pitchFamily="2" charset="2"/>
              <a:buChar char="ü"/>
            </a:pPr>
            <a:r>
              <a:rPr lang="fr-CD" sz="1050" b="1" dirty="0"/>
              <a:t>Conséquence :</a:t>
            </a:r>
            <a:r>
              <a:rPr lang="fr-CD" sz="1050" dirty="0"/>
              <a:t> </a:t>
            </a:r>
          </a:p>
          <a:p>
            <a:pPr marL="266700" lvl="0"/>
            <a:r>
              <a:rPr lang="fr-CD" sz="1000" dirty="0"/>
              <a:t>Suppression </a:t>
            </a:r>
            <a:r>
              <a:rPr lang="fr-CD" sz="1000" b="1" dirty="0"/>
              <a:t>de 93 ZS </a:t>
            </a:r>
            <a:r>
              <a:rPr lang="fr-CD" sz="1000" dirty="0"/>
              <a:t>du plan initial dans </a:t>
            </a:r>
            <a:r>
              <a:rPr lang="fr-CD" sz="1000" b="1" dirty="0"/>
              <a:t>12 provinces</a:t>
            </a:r>
            <a:endParaRPr lang="fr-CD" sz="1100" dirty="0"/>
          </a:p>
          <a:p>
            <a:pPr marL="171450" lvl="0" indent="-171450">
              <a:buFont typeface="Wingdings" pitchFamily="2" charset="2"/>
              <a:buChar char="ü"/>
            </a:pPr>
            <a:r>
              <a:rPr lang="fr-CD" sz="1050" b="1" dirty="0"/>
              <a:t>Objectif :</a:t>
            </a:r>
            <a:r>
              <a:rPr lang="fr-CD" sz="1050" dirty="0"/>
              <a:t> </a:t>
            </a:r>
          </a:p>
          <a:p>
            <a:pPr marL="266700" lvl="0"/>
            <a:r>
              <a:rPr lang="fr-CD" sz="1050" dirty="0"/>
              <a:t>Adapter la stratégie pour maximiser l’utilisation des vaccins disponibles. </a:t>
            </a:r>
            <a:endParaRPr lang="fr-CD" sz="1200" dirty="0"/>
          </a:p>
          <a:p>
            <a:pPr algn="ctr"/>
            <a:endParaRPr lang="fr-FR" dirty="0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652716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8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8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4" name="Google Shape;354;p8"/>
          <p:cNvSpPr txBox="1"/>
          <p:nvPr/>
        </p:nvSpPr>
        <p:spPr>
          <a:xfrm>
            <a:off x="152325" y="960125"/>
            <a:ext cx="8827200" cy="4158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fr-FR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Intensification périodique de la Vaccination systématique (IPVS) :</a:t>
            </a:r>
            <a:endParaRPr sz="1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Augmenter les couvertures vaccinales pour tous les antigènes (Penta, VAR, VPI).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Réduire les taux d’abandons global et spécifique.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fr-FR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Renforcement de la vaccination systématique :</a:t>
            </a:r>
            <a:endParaRPr sz="1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Dénombrement de la cible par les </a:t>
            </a:r>
            <a:r>
              <a:rPr lang="fr-FR" dirty="0">
                <a:latin typeface="Times New Roman"/>
                <a:ea typeface="Times New Roman"/>
                <a:cs typeface="Times New Roman"/>
                <a:sym typeface="Times New Roman"/>
              </a:rPr>
              <a:t>RECO</a:t>
            </a:r>
            <a:r>
              <a:rPr lang="fr-FR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Organisation des stratégies traditionnelles (fixe, avancée, mobile) et spéciale.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Mise en place d’un système de rappel vaccinal.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fr-FR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Rattrapage des Enfants Zéro Dose (EZD) et Enfants Sous-Vaccinés (ESV) pendant les Activités de Vaccination Supplémentaires (AVS) :</a:t>
            </a:r>
            <a:endParaRPr sz="1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175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Campagne polio.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17500" algn="l" rtl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Campagne contre la Rougeole.</a:t>
            </a:r>
          </a:p>
          <a:p>
            <a:pPr marL="914400" marR="0" lvl="1" indent="-317500" algn="l" rtl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fr-FR" dirty="0">
                <a:latin typeface="Times New Roman"/>
                <a:ea typeface="Times New Roman"/>
                <a:cs typeface="Times New Roman"/>
                <a:sym typeface="Times New Roman"/>
              </a:rPr>
              <a:t>Campagne préventive contre la Fièvre Jaune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176807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Préambule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3192858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Process 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4617642" y="-780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Périmètre et Stratégie</a:t>
            </a:r>
            <a:endParaRPr sz="10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604242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PTF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8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Stratégies de rattrapage des enfants ZD et ESV dans les provinces retenues</a:t>
            </a:r>
            <a:r>
              <a:rPr lang="fr-FR" sz="20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9"/>
          <p:cNvSpPr txBox="1"/>
          <p:nvPr/>
        </p:nvSpPr>
        <p:spPr>
          <a:xfrm>
            <a:off x="3208577" y="1201751"/>
            <a:ext cx="2717400" cy="3525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8000" tIns="34275" rIns="18000" bIns="34275" anchor="t" anchorCtr="0">
            <a:noAutofit/>
          </a:bodyPr>
          <a:lstStyle/>
          <a:p>
            <a:pPr marL="179705" marR="0" lvl="0" indent="-16002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Augmentation de la fréquence/nombre des séances de vaccination</a:t>
            </a: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9705" marR="0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Amélioration de la recherche systématique de perdus de vues à travers l’engagement communautaire (CAC) </a:t>
            </a: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9705" marR="0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Amélioration de la chaîne d’approvisionnement pour garantir la disponibilité des intrants au site de vaccination</a:t>
            </a: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9705" marR="0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Maintien de la fonctionnalité de la chaîne de froid </a:t>
            </a: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9705" marR="0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Intensification des stratégies de vaccination en milieu urbain, les populations spéciales et les populations difficiles d’accès</a:t>
            </a: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9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6" name="Google Shape;366;p9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7" name="Google Shape;367;p9"/>
          <p:cNvCxnSpPr/>
          <p:nvPr/>
        </p:nvCxnSpPr>
        <p:spPr>
          <a:xfrm>
            <a:off x="3064801" y="1546498"/>
            <a:ext cx="0" cy="290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68" name="Google Shape;368;p9"/>
          <p:cNvCxnSpPr/>
          <p:nvPr/>
        </p:nvCxnSpPr>
        <p:spPr>
          <a:xfrm>
            <a:off x="6069752" y="1546498"/>
            <a:ext cx="0" cy="290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69" name="Google Shape;369;p9"/>
          <p:cNvSpPr txBox="1"/>
          <p:nvPr/>
        </p:nvSpPr>
        <p:spPr>
          <a:xfrm>
            <a:off x="251725" y="-1133675"/>
            <a:ext cx="2831700" cy="824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 or key insights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9"/>
          <p:cNvSpPr txBox="1">
            <a:spLocks noGrp="1"/>
          </p:cNvSpPr>
          <p:nvPr>
            <p:ph type="body" idx="1"/>
          </p:nvPr>
        </p:nvSpPr>
        <p:spPr>
          <a:xfrm>
            <a:off x="203625" y="1201750"/>
            <a:ext cx="2717400" cy="3525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8000" tIns="34275" rIns="18000" bIns="34275" anchor="t" anchorCtr="0">
            <a:noAutofit/>
          </a:bodyPr>
          <a:lstStyle/>
          <a:p>
            <a:pPr marL="179705" lvl="0" indent="-16002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>
                <a:solidFill>
                  <a:schemeClr val="dk1"/>
                </a:solidFill>
              </a:rPr>
              <a:t>Actualisation de directives, calendrier et d’outils de rattrapage</a:t>
            </a:r>
            <a:endParaRPr sz="1100">
              <a:solidFill>
                <a:schemeClr val="dk1"/>
              </a:solidFill>
            </a:endParaRPr>
          </a:p>
          <a:p>
            <a:pPr marL="179705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>
                <a:solidFill>
                  <a:schemeClr val="dk1"/>
                </a:solidFill>
              </a:rPr>
              <a:t>Organisation des IPVS dans les 279 ZS (3 passages espacés de 4 semaines)</a:t>
            </a:r>
            <a:endParaRPr sz="1100">
              <a:solidFill>
                <a:schemeClr val="dk1"/>
              </a:solidFill>
            </a:endParaRPr>
          </a:p>
          <a:p>
            <a:pPr marL="179705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>
                <a:solidFill>
                  <a:schemeClr val="dk1"/>
                </a:solidFill>
              </a:rPr>
              <a:t>Renforcement des capacités des prestataires sur le rattrapage</a:t>
            </a:r>
            <a:endParaRPr sz="1100">
              <a:solidFill>
                <a:schemeClr val="dk1"/>
              </a:solidFill>
            </a:endParaRPr>
          </a:p>
          <a:p>
            <a:pPr marL="179705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>
                <a:solidFill>
                  <a:schemeClr val="dk1"/>
                </a:solidFill>
              </a:rPr>
              <a:t>Organisation de la micro-planification au niveau des zones de santé</a:t>
            </a:r>
            <a:endParaRPr sz="1100">
              <a:solidFill>
                <a:schemeClr val="dk1"/>
              </a:solidFill>
            </a:endParaRPr>
          </a:p>
          <a:p>
            <a:pPr marL="179705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>
                <a:solidFill>
                  <a:schemeClr val="dk1"/>
                </a:solidFill>
              </a:rPr>
              <a:t>Identification des enfants ZD et SV dans les ménages à travers l’engagement et mobilisation communautaire </a:t>
            </a:r>
            <a:endParaRPr sz="1100">
              <a:solidFill>
                <a:schemeClr val="dk1"/>
              </a:solidFill>
            </a:endParaRPr>
          </a:p>
          <a:p>
            <a:pPr marL="179705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>
                <a:solidFill>
                  <a:schemeClr val="dk1"/>
                </a:solidFill>
              </a:rPr>
              <a:t>Supervision</a:t>
            </a:r>
            <a:endParaRPr sz="1100">
              <a:solidFill>
                <a:schemeClr val="dk1"/>
              </a:solidFill>
            </a:endParaRPr>
          </a:p>
          <a:p>
            <a:pPr marL="179705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Char char="●"/>
            </a:pPr>
            <a:r>
              <a:rPr lang="fr-FR" sz="1100">
                <a:solidFill>
                  <a:schemeClr val="dk1"/>
                </a:solidFill>
              </a:rPr>
              <a:t>Évaluation post campagne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71" name="Google Shape;371;p9"/>
          <p:cNvSpPr txBox="1"/>
          <p:nvPr/>
        </p:nvSpPr>
        <p:spPr>
          <a:xfrm>
            <a:off x="6213528" y="1204800"/>
            <a:ext cx="2717400" cy="3525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8000" tIns="34275" rIns="18000" bIns="34275" anchor="t" anchorCtr="0">
            <a:noAutofit/>
          </a:bodyPr>
          <a:lstStyle/>
          <a:p>
            <a:pPr marL="179705" marR="0" lvl="0" indent="-16002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Révision de document de politique et stratégies en lien avec l’agenda d’immunisation 2030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9705" marR="0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Renforcement de la coordination, le partenariat et la mobilisation des ressources 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9705" marR="0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Renforcement de l’intégration des services de vaccination avec d'autres programmes 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9705" marR="0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Promotion de la collaboration intersectorielle (enregistrement des naissances)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9705" marR="0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Renforcement des capacités de conservation des vaccins, de la chaîne d'approvisionnement et logistique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9705" marR="0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Intensification les activités de la génération de la demande y compris la levée des barrières liées au genre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9705" marR="0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des nouveaux vaccins et de nouvelles technologies (digitalisation)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176807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Préambule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3192858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Process 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4617642" y="-780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Périmètre et Stratégie</a:t>
            </a:r>
            <a:endParaRPr sz="10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604242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PTF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9"/>
          <p:cNvSpPr txBox="1"/>
          <p:nvPr/>
        </p:nvSpPr>
        <p:spPr>
          <a:xfrm>
            <a:off x="688552" y="844088"/>
            <a:ext cx="198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-FR" sz="1300" b="1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Rattrapage</a:t>
            </a:r>
            <a:endParaRPr sz="1500" b="0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p9"/>
          <p:cNvSpPr txBox="1"/>
          <p:nvPr/>
        </p:nvSpPr>
        <p:spPr>
          <a:xfrm>
            <a:off x="3574277" y="844088"/>
            <a:ext cx="198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-FR" sz="1300" b="1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Restauration</a:t>
            </a:r>
            <a:endParaRPr sz="1500" b="0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9"/>
          <p:cNvSpPr txBox="1"/>
          <p:nvPr/>
        </p:nvSpPr>
        <p:spPr>
          <a:xfrm>
            <a:off x="6293336" y="844088"/>
            <a:ext cx="198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-FR" sz="1300" b="1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Renforcement </a:t>
            </a:r>
            <a:endParaRPr sz="1500" b="0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9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trois axes stratégiques pour le plan BCU</a:t>
            </a: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1"/>
          <p:cNvSpPr txBox="1">
            <a:spLocks noGrp="1"/>
          </p:cNvSpPr>
          <p:nvPr>
            <p:ph type="title"/>
          </p:nvPr>
        </p:nvSpPr>
        <p:spPr>
          <a:xfrm>
            <a:off x="230700" y="218000"/>
            <a:ext cx="8682600" cy="491100"/>
          </a:xfrm>
          <a:prstGeom prst="rect">
            <a:avLst/>
          </a:prstGeom>
        </p:spPr>
        <p:txBody>
          <a:bodyPr spcFirstLastPara="1" wrap="square" lIns="0" tIns="91425" rIns="91425" bIns="90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45ABD"/>
                </a:solidFill>
              </a:rPr>
              <a:t>Six étapes clés dans le processus du projet BCU </a:t>
            </a:r>
            <a:endParaRPr>
              <a:solidFill>
                <a:srgbClr val="145ABD"/>
              </a:solidFill>
            </a:endParaRPr>
          </a:p>
        </p:txBody>
      </p:sp>
      <p:sp>
        <p:nvSpPr>
          <p:cNvPr id="419" name="Google Shape;419;p41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1C458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10</a:t>
            </a:fld>
            <a:endParaRPr sz="900">
              <a:solidFill>
                <a:srgbClr val="1C4587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cxnSp>
        <p:nvCxnSpPr>
          <p:cNvPr id="420" name="Google Shape;420;p41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1" name="Google Shape;421;p41"/>
          <p:cNvSpPr/>
          <p:nvPr/>
        </p:nvSpPr>
        <p:spPr>
          <a:xfrm>
            <a:off x="147700" y="1008450"/>
            <a:ext cx="1772700" cy="1755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Elaboration du plan du grand rattrapage en avril 2023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(279 ZS sur 519)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2" name="Google Shape;422;p41"/>
          <p:cNvSpPr/>
          <p:nvPr/>
        </p:nvSpPr>
        <p:spPr>
          <a:xfrm>
            <a:off x="2357726" y="1008450"/>
            <a:ext cx="1772700" cy="1755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Approbation du plan par le gouvernement après avis et recommandation du GTCV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3" name="Google Shape;423;p41"/>
          <p:cNvSpPr/>
          <p:nvPr/>
        </p:nvSpPr>
        <p:spPr>
          <a:xfrm>
            <a:off x="4567750" y="1008450"/>
            <a:ext cx="1772700" cy="1755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Révision du plan avec intégration (sur recommandation du CCIA stratégique) du VAR qui s’ajoute au Penta et VPI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41"/>
          <p:cNvSpPr/>
          <p:nvPr/>
        </p:nvSpPr>
        <p:spPr>
          <a:xfrm>
            <a:off x="6777774" y="1008450"/>
            <a:ext cx="1772700" cy="1755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Elaboration des directives, actualisation des outils avec intégration dans le DHIS2,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5" name="Google Shape;425;p41"/>
          <p:cNvSpPr/>
          <p:nvPr/>
        </p:nvSpPr>
        <p:spPr>
          <a:xfrm>
            <a:off x="4567750" y="2939038"/>
            <a:ext cx="1772700" cy="1755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Processus de Micro planification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41"/>
          <p:cNvSpPr/>
          <p:nvPr/>
        </p:nvSpPr>
        <p:spPr>
          <a:xfrm>
            <a:off x="6777774" y="2940250"/>
            <a:ext cx="1772700" cy="1755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Organisation des atelier provinciaux sur l’orientation Mashako 3.0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" name="Google Shape;427;p41"/>
          <p:cNvSpPr/>
          <p:nvPr/>
        </p:nvSpPr>
        <p:spPr>
          <a:xfrm>
            <a:off x="1988825" y="1724300"/>
            <a:ext cx="225300" cy="186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41"/>
          <p:cNvSpPr/>
          <p:nvPr/>
        </p:nvSpPr>
        <p:spPr>
          <a:xfrm>
            <a:off x="4236438" y="1724300"/>
            <a:ext cx="225300" cy="186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41"/>
          <p:cNvSpPr/>
          <p:nvPr/>
        </p:nvSpPr>
        <p:spPr>
          <a:xfrm>
            <a:off x="6407063" y="1792800"/>
            <a:ext cx="225300" cy="186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0" name="Google Shape;430;p41"/>
          <p:cNvSpPr/>
          <p:nvPr/>
        </p:nvSpPr>
        <p:spPr>
          <a:xfrm rot="10800000">
            <a:off x="6446493" y="3528002"/>
            <a:ext cx="225300" cy="186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41"/>
          <p:cNvSpPr/>
          <p:nvPr/>
        </p:nvSpPr>
        <p:spPr>
          <a:xfrm>
            <a:off x="8552900" y="1900650"/>
            <a:ext cx="431100" cy="1929900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" name="Google Shape;432;p41"/>
          <p:cNvSpPr/>
          <p:nvPr/>
        </p:nvSpPr>
        <p:spPr>
          <a:xfrm>
            <a:off x="176807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Préambule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" name="Google Shape;433;p41"/>
          <p:cNvSpPr/>
          <p:nvPr/>
        </p:nvSpPr>
        <p:spPr>
          <a:xfrm>
            <a:off x="3192858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Process 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p41"/>
          <p:cNvSpPr/>
          <p:nvPr/>
        </p:nvSpPr>
        <p:spPr>
          <a:xfrm>
            <a:off x="4617642" y="-780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Périmètre et Stratégie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41"/>
          <p:cNvSpPr/>
          <p:nvPr/>
        </p:nvSpPr>
        <p:spPr>
          <a:xfrm>
            <a:off x="604242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PTF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425;p41">
            <a:extLst>
              <a:ext uri="{FF2B5EF4-FFF2-40B4-BE49-F238E27FC236}">
                <a16:creationId xmlns="" xmlns:a16="http://schemas.microsoft.com/office/drawing/2014/main" id="{C5B1E1A5-5821-DF50-DFE4-FB3843CD71DC}"/>
              </a:ext>
            </a:extLst>
          </p:cNvPr>
          <p:cNvSpPr/>
          <p:nvPr/>
        </p:nvSpPr>
        <p:spPr>
          <a:xfrm>
            <a:off x="2349844" y="2939038"/>
            <a:ext cx="1772700" cy="1755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Mise </a:t>
            </a:r>
            <a:r>
              <a:rPr lang="en-GB" dirty="0" err="1"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 oeuvre des IPVS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430;p41">
            <a:extLst>
              <a:ext uri="{FF2B5EF4-FFF2-40B4-BE49-F238E27FC236}">
                <a16:creationId xmlns="" xmlns:a16="http://schemas.microsoft.com/office/drawing/2014/main" id="{5A0D8439-15AE-3EDB-50A9-5F7E982A8FF9}"/>
              </a:ext>
            </a:extLst>
          </p:cNvPr>
          <p:cNvSpPr/>
          <p:nvPr/>
        </p:nvSpPr>
        <p:spPr>
          <a:xfrm rot="10800000">
            <a:off x="4228587" y="3570299"/>
            <a:ext cx="225300" cy="186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5369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a7c27a084b_1_388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9" name="Google Shape;419;g3a7c27a084b_1_388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0" name="Google Shape;420;g3a7c27a084b_1_388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de présentation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g3a7c27a084b_1_388"/>
          <p:cNvSpPr txBox="1"/>
          <p:nvPr/>
        </p:nvSpPr>
        <p:spPr>
          <a:xfrm>
            <a:off x="343950" y="884450"/>
            <a:ext cx="8192700" cy="3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Préambule: Process, Périmètre d’intervention, cibles et PTF de MOE</a:t>
            </a:r>
            <a:endParaRPr sz="16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Résultats obtenus: Cartographie, Vaccination, Gestions de vaccins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FFOM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Difficultés opérationnelles et Défis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Leçons tirées et suggestions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Synthèse du Plan de ratissage (T1 2026)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Annexes</a:t>
            </a:r>
            <a:endParaRPr sz="16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2"/>
          <p:cNvSpPr txBox="1">
            <a:spLocks noGrp="1"/>
          </p:cNvSpPr>
          <p:nvPr>
            <p:ph type="title"/>
          </p:nvPr>
        </p:nvSpPr>
        <p:spPr>
          <a:xfrm>
            <a:off x="230700" y="218000"/>
            <a:ext cx="8682600" cy="1044971"/>
          </a:xfrm>
          <a:prstGeom prst="rect">
            <a:avLst/>
          </a:prstGeom>
        </p:spPr>
        <p:txBody>
          <a:bodyPr spcFirstLastPara="1" wrap="square" lIns="0" tIns="91425" rIns="91425" bIns="90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accent1">
                    <a:lumMod val="50000"/>
                  </a:schemeClr>
                </a:solidFill>
              </a:rPr>
              <a:t>Mise en Oeuvre du plan de grand </a:t>
            </a:r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rattrapage des enfants ZD et ESV dans les provinces  </a:t>
            </a:r>
            <a:endParaRPr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41" name="Google Shape;441;p42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1C458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12</a:t>
            </a:fld>
            <a:endParaRPr sz="900">
              <a:solidFill>
                <a:srgbClr val="1C4587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cxnSp>
        <p:nvCxnSpPr>
          <p:cNvPr id="443" name="Google Shape;443;p42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5" name="Google Shape;445;p42"/>
          <p:cNvSpPr/>
          <p:nvPr/>
        </p:nvSpPr>
        <p:spPr>
          <a:xfrm>
            <a:off x="176807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Préambule</a:t>
            </a:r>
            <a:endParaRPr sz="1000">
              <a:solidFill>
                <a:srgbClr val="66666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46" name="Google Shape;446;p42"/>
          <p:cNvSpPr/>
          <p:nvPr/>
        </p:nvSpPr>
        <p:spPr>
          <a:xfrm>
            <a:off x="3192858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Process </a:t>
            </a:r>
            <a:endParaRPr sz="1000">
              <a:solidFill>
                <a:srgbClr val="66666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47" name="Google Shape;447;p42"/>
          <p:cNvSpPr/>
          <p:nvPr/>
        </p:nvSpPr>
        <p:spPr>
          <a:xfrm>
            <a:off x="4617642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 </a:t>
            </a:r>
            <a:r>
              <a:rPr lang="en-GB" sz="100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Périmètre</a:t>
            </a:r>
            <a:r>
              <a:rPr lang="en-GB" sz="100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et Stratégie</a:t>
            </a:r>
            <a:endParaRPr sz="100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48" name="Google Shape;448;p42"/>
          <p:cNvSpPr/>
          <p:nvPr/>
        </p:nvSpPr>
        <p:spPr>
          <a:xfrm>
            <a:off x="6042425" y="-780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4. PTF</a:t>
            </a:r>
            <a:endParaRPr sz="100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10" name="Google Shape;442;p42"/>
          <p:cNvGraphicFramePr/>
          <p:nvPr>
            <p:extLst>
              <p:ext uri="{D42A27DB-BD31-4B8C-83A1-F6EECF244321}">
                <p14:modId xmlns:p14="http://schemas.microsoft.com/office/powerpoint/2010/main" val="190503945"/>
              </p:ext>
            </p:extLst>
          </p:nvPr>
        </p:nvGraphicFramePr>
        <p:xfrm>
          <a:off x="545129" y="910663"/>
          <a:ext cx="8145025" cy="39103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9067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197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802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24613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9069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1117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30642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287366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300" b="1" dirty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Province</a:t>
                      </a:r>
                      <a:endParaRPr sz="13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Nbre de ZS</a:t>
                      </a:r>
                      <a:endParaRPr sz="13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Partenaire</a:t>
                      </a:r>
                      <a:endParaRPr sz="13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Budget</a:t>
                      </a:r>
                      <a:endParaRPr sz="13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Statut</a:t>
                      </a:r>
                      <a:endParaRPr sz="13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Commentaires</a:t>
                      </a:r>
                      <a:endParaRPr sz="13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3055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Mongala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12/12</a:t>
                      </a:r>
                      <a:endParaRPr sz="10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OMS, VILLAGE REACH, </a:t>
                      </a:r>
                      <a:r>
                        <a:rPr lang="en-GB" sz="1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Acasus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fr-FR" sz="12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Arial"/>
                        </a:rPr>
                        <a:t>598 ,431.00 $ (OMS)</a:t>
                      </a:r>
                      <a:endParaRPr lang="fr-FR"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Arial"/>
                      </a:endParaRPr>
                    </a:p>
                  </a:txBody>
                  <a:tcPr marL="7620" marR="7620" marT="762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7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Totalement réalisé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Réconciliation des doses des vaccins en cours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055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Tshuapa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12/12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OMS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fr-FR" sz="12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Arial"/>
                        </a:rPr>
                        <a:t>547,</a:t>
                      </a:r>
                      <a:r>
                        <a:rPr lang="fr-FR" sz="1200" b="1" i="0" u="none" strike="noStrike" cap="none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Arial"/>
                        </a:rPr>
                        <a:t> </a:t>
                      </a:r>
                      <a:r>
                        <a:rPr lang="fr-FR" sz="12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Arial"/>
                        </a:rPr>
                        <a:t>032.00 $</a:t>
                      </a:r>
                      <a:endParaRPr lang="fr-FR"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Arial"/>
                      </a:endParaRPr>
                    </a:p>
                  </a:txBody>
                  <a:tcPr marL="7620" marR="7620" marT="762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Maniema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18/18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UNICEF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455,827.94 $</a:t>
                      </a:r>
                      <a:endParaRPr lang="en-US"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Kasai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17/18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522,727.57 $</a:t>
                      </a:r>
                      <a:endParaRPr lang="en-US"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Nord Ubangi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9/13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UNICEF, WORLD VISION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176,803.00 $</a:t>
                      </a:r>
                      <a:endParaRPr lang="en-US"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Haut Lomami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7/16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VILLAGE REACH, </a:t>
                      </a:r>
                      <a:r>
                        <a:rPr lang="en-GB" sz="1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Acasus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Haut Katanga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9/29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Tshopo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13/23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CAGF/Village Reach</a:t>
                      </a:r>
                      <a:endParaRPr sz="10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fr-FR" sz="12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Arial"/>
                        </a:rPr>
                        <a:t>404,789.00 $ (CAGF)</a:t>
                      </a:r>
                      <a:endParaRPr lang="fr-FR"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Arial"/>
                      </a:endParaRPr>
                    </a:p>
                  </a:txBody>
                  <a:tcPr marL="7620" marR="7620" marT="762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200" b="1" i="0" u="none" strike="noStrike" cap="none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 cours de réalisation</a:t>
                      </a:r>
                      <a:endParaRPr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9900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2eme passage</a:t>
                      </a:r>
                      <a:endParaRPr sz="1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Tanganyika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8/11</a:t>
                      </a:r>
                      <a:endParaRPr sz="10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VILLAGE REACH</a:t>
                      </a:r>
                      <a:r>
                        <a:rPr lang="en-GB" sz="1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Acasus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Kasaï central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5/26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UNICEF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196,245.28 $</a:t>
                      </a:r>
                      <a:endParaRPr lang="en-US"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Sankuru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6/16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CAGF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fr-FR" sz="12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Arial"/>
                        </a:rPr>
                        <a:t>364,154.00 $</a:t>
                      </a:r>
                      <a:endParaRPr lang="fr-FR"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Arial"/>
                      </a:endParaRPr>
                    </a:p>
                  </a:txBody>
                  <a:tcPr marL="7620" marR="7620" marT="762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Lualaba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14/14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Village</a:t>
                      </a:r>
                      <a:r>
                        <a:rPr lang="en-GB" sz="1000" b="1" baseline="0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Reach</a:t>
                      </a:r>
                      <a:endParaRPr sz="10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96423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 Ndombe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14/14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OMS, VILLAGE REACH, </a:t>
                      </a:r>
                      <a:r>
                        <a:rPr lang="en-GB" sz="1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Acasus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fr-FR" sz="12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Arial"/>
                        </a:rPr>
                        <a:t>268,277.00 $(OMS)</a:t>
                      </a:r>
                      <a:endParaRPr lang="fr-FR"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Arial"/>
                      </a:endParaRPr>
                    </a:p>
                  </a:txBody>
                  <a:tcPr marL="7620" marR="7620" marT="762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Equateur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11/18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OMS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fr-FR" sz="1200" b="1" i="0" u="none" strike="noStrike" cap="none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Arial"/>
                        </a:rPr>
                        <a:t>262,157.00$</a:t>
                      </a:r>
                    </a:p>
                  </a:txBody>
                  <a:tcPr marL="7620" marR="7620" marT="762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Ier</a:t>
                      </a:r>
                      <a:r>
                        <a:rPr lang="en-GB" sz="1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passage</a:t>
                      </a:r>
                      <a:endParaRPr sz="1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Kongo Central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31/31</a:t>
                      </a:r>
                      <a:endParaRPr sz="10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Village Reach,, Acasus</a:t>
                      </a:r>
                      <a:endParaRPr sz="10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281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a7c27a084b_1_405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7" name="Google Shape;427;g3a7c27a084b_1_405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8" name="Google Shape;428;g3a7c27a084b_1_405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000" b="1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Cartographie</a:t>
            </a: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7 provinces sur 15 ont déjà finalisé tous les 3 passages des IPVS</a:t>
            </a:r>
            <a:r>
              <a:rPr lang="fr-FR" sz="2000">
                <a:solidFill>
                  <a:schemeClr val="dk1"/>
                </a:solidFill>
              </a:rPr>
              <a:t> 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29" name="Google Shape;429;g3a7c27a084b_1_405"/>
          <p:cNvGrpSpPr/>
          <p:nvPr/>
        </p:nvGrpSpPr>
        <p:grpSpPr>
          <a:xfrm>
            <a:off x="6110515" y="1135925"/>
            <a:ext cx="2820300" cy="446400"/>
            <a:chOff x="251716" y="907319"/>
            <a:chExt cx="4265427" cy="446400"/>
          </a:xfrm>
        </p:grpSpPr>
        <p:sp>
          <p:nvSpPr>
            <p:cNvPr id="430" name="Google Shape;430;g3a7c27a084b_1_405"/>
            <p:cNvSpPr txBox="1"/>
            <p:nvPr/>
          </p:nvSpPr>
          <p:spPr>
            <a:xfrm>
              <a:off x="251716" y="907319"/>
              <a:ext cx="4262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fr-FR" sz="1200" b="1" i="0" u="none" strike="noStrike" cap="none">
                  <a:solidFill>
                    <a:srgbClr val="000000"/>
                  </a:solidFill>
                  <a:highlight>
                    <a:schemeClr val="lt1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Points à retenir</a:t>
              </a:r>
              <a:endParaRPr sz="12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31" name="Google Shape;431;g3a7c27a084b_1_405"/>
            <p:cNvCxnSpPr/>
            <p:nvPr/>
          </p:nvCxnSpPr>
          <p:spPr>
            <a:xfrm rot="10800000" flipH="1">
              <a:off x="255043" y="1199690"/>
              <a:ext cx="4262100" cy="3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32" name="Google Shape;432;g3a7c27a084b_1_405"/>
          <p:cNvSpPr/>
          <p:nvPr/>
        </p:nvSpPr>
        <p:spPr>
          <a:xfrm>
            <a:off x="6110525" y="1525225"/>
            <a:ext cx="2804700" cy="3092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fr-F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provinces de: Mongala, Nord-Ubangi, Tshuapa, Maniema, Kasai, Haut-Katanga, Haut-Lomami ont </a:t>
            </a:r>
            <a:r>
              <a:rPr lang="fr-F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terminé</a:t>
            </a:r>
            <a:r>
              <a:rPr lang="fr-F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tous les 3 passages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fr-F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Deuxième passage dans les province de Tanganyika, Maindombe, Tshopo, Sankuru, Lualaba et Kasai-Centrale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fr-F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premier passage a eu lieu dans les provinces de Kongo-Central et Equateur en début du mois de novembre.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33" name="Google Shape;433;g3a7c27a084b_1_405"/>
          <p:cNvGrpSpPr/>
          <p:nvPr/>
        </p:nvGrpSpPr>
        <p:grpSpPr>
          <a:xfrm>
            <a:off x="1557957" y="1280224"/>
            <a:ext cx="3136086" cy="3092254"/>
            <a:chOff x="1577975" y="1787525"/>
            <a:chExt cx="4770438" cy="4703763"/>
          </a:xfrm>
        </p:grpSpPr>
        <p:sp>
          <p:nvSpPr>
            <p:cNvPr id="434" name="Google Shape;434;g3a7c27a084b_1_405"/>
            <p:cNvSpPr/>
            <p:nvPr/>
          </p:nvSpPr>
          <p:spPr>
            <a:xfrm>
              <a:off x="4424363" y="4656138"/>
              <a:ext cx="1089025" cy="1008063"/>
            </a:xfrm>
            <a:custGeom>
              <a:avLst/>
              <a:gdLst/>
              <a:ahLst/>
              <a:cxnLst/>
              <a:rect l="l" t="t" r="r" b="b"/>
              <a:pathLst>
                <a:path w="686" h="635" extrusionOk="0">
                  <a:moveTo>
                    <a:pt x="357" y="0"/>
                  </a:moveTo>
                  <a:lnTo>
                    <a:pt x="349" y="9"/>
                  </a:lnTo>
                  <a:lnTo>
                    <a:pt x="315" y="21"/>
                  </a:lnTo>
                  <a:lnTo>
                    <a:pt x="310" y="28"/>
                  </a:lnTo>
                  <a:lnTo>
                    <a:pt x="302" y="29"/>
                  </a:lnTo>
                  <a:lnTo>
                    <a:pt x="294" y="23"/>
                  </a:lnTo>
                  <a:lnTo>
                    <a:pt x="268" y="29"/>
                  </a:lnTo>
                  <a:lnTo>
                    <a:pt x="277" y="46"/>
                  </a:lnTo>
                  <a:lnTo>
                    <a:pt x="274" y="50"/>
                  </a:lnTo>
                  <a:lnTo>
                    <a:pt x="293" y="61"/>
                  </a:lnTo>
                  <a:lnTo>
                    <a:pt x="299" y="77"/>
                  </a:lnTo>
                  <a:lnTo>
                    <a:pt x="296" y="98"/>
                  </a:lnTo>
                  <a:lnTo>
                    <a:pt x="260" y="107"/>
                  </a:lnTo>
                  <a:lnTo>
                    <a:pt x="245" y="87"/>
                  </a:lnTo>
                  <a:lnTo>
                    <a:pt x="211" y="83"/>
                  </a:lnTo>
                  <a:lnTo>
                    <a:pt x="214" y="94"/>
                  </a:lnTo>
                  <a:lnTo>
                    <a:pt x="200" y="99"/>
                  </a:lnTo>
                  <a:lnTo>
                    <a:pt x="204" y="113"/>
                  </a:lnTo>
                  <a:lnTo>
                    <a:pt x="193" y="127"/>
                  </a:lnTo>
                  <a:lnTo>
                    <a:pt x="164" y="129"/>
                  </a:lnTo>
                  <a:lnTo>
                    <a:pt x="148" y="146"/>
                  </a:lnTo>
                  <a:lnTo>
                    <a:pt x="144" y="154"/>
                  </a:lnTo>
                  <a:lnTo>
                    <a:pt x="132" y="157"/>
                  </a:lnTo>
                  <a:lnTo>
                    <a:pt x="116" y="150"/>
                  </a:lnTo>
                  <a:lnTo>
                    <a:pt x="114" y="142"/>
                  </a:lnTo>
                  <a:lnTo>
                    <a:pt x="98" y="142"/>
                  </a:lnTo>
                  <a:lnTo>
                    <a:pt x="95" y="127"/>
                  </a:lnTo>
                  <a:lnTo>
                    <a:pt x="87" y="123"/>
                  </a:lnTo>
                  <a:lnTo>
                    <a:pt x="67" y="157"/>
                  </a:lnTo>
                  <a:lnTo>
                    <a:pt x="58" y="199"/>
                  </a:lnTo>
                  <a:lnTo>
                    <a:pt x="48" y="232"/>
                  </a:lnTo>
                  <a:lnTo>
                    <a:pt x="52" y="271"/>
                  </a:lnTo>
                  <a:lnTo>
                    <a:pt x="53" y="283"/>
                  </a:lnTo>
                  <a:lnTo>
                    <a:pt x="2" y="292"/>
                  </a:lnTo>
                  <a:lnTo>
                    <a:pt x="0" y="292"/>
                  </a:lnTo>
                  <a:lnTo>
                    <a:pt x="15" y="327"/>
                  </a:lnTo>
                  <a:lnTo>
                    <a:pt x="6" y="362"/>
                  </a:lnTo>
                  <a:lnTo>
                    <a:pt x="10" y="417"/>
                  </a:lnTo>
                  <a:lnTo>
                    <a:pt x="53" y="431"/>
                  </a:lnTo>
                  <a:lnTo>
                    <a:pt x="107" y="454"/>
                  </a:lnTo>
                  <a:lnTo>
                    <a:pt x="117" y="496"/>
                  </a:lnTo>
                  <a:lnTo>
                    <a:pt x="106" y="503"/>
                  </a:lnTo>
                  <a:lnTo>
                    <a:pt x="95" y="520"/>
                  </a:lnTo>
                  <a:lnTo>
                    <a:pt x="90" y="561"/>
                  </a:lnTo>
                  <a:lnTo>
                    <a:pt x="83" y="582"/>
                  </a:lnTo>
                  <a:lnTo>
                    <a:pt x="86" y="620"/>
                  </a:lnTo>
                  <a:lnTo>
                    <a:pt x="90" y="621"/>
                  </a:lnTo>
                  <a:lnTo>
                    <a:pt x="108" y="612"/>
                  </a:lnTo>
                  <a:lnTo>
                    <a:pt x="141" y="621"/>
                  </a:lnTo>
                  <a:lnTo>
                    <a:pt x="162" y="617"/>
                  </a:lnTo>
                  <a:lnTo>
                    <a:pt x="189" y="628"/>
                  </a:lnTo>
                  <a:lnTo>
                    <a:pt x="199" y="628"/>
                  </a:lnTo>
                  <a:lnTo>
                    <a:pt x="224" y="635"/>
                  </a:lnTo>
                  <a:lnTo>
                    <a:pt x="239" y="623"/>
                  </a:lnTo>
                  <a:lnTo>
                    <a:pt x="257" y="619"/>
                  </a:lnTo>
                  <a:lnTo>
                    <a:pt x="289" y="603"/>
                  </a:lnTo>
                  <a:lnTo>
                    <a:pt x="310" y="588"/>
                  </a:lnTo>
                  <a:lnTo>
                    <a:pt x="307" y="562"/>
                  </a:lnTo>
                  <a:lnTo>
                    <a:pt x="303" y="535"/>
                  </a:lnTo>
                  <a:lnTo>
                    <a:pt x="314" y="528"/>
                  </a:lnTo>
                  <a:lnTo>
                    <a:pt x="341" y="545"/>
                  </a:lnTo>
                  <a:lnTo>
                    <a:pt x="395" y="567"/>
                  </a:lnTo>
                  <a:lnTo>
                    <a:pt x="421" y="574"/>
                  </a:lnTo>
                  <a:lnTo>
                    <a:pt x="440" y="565"/>
                  </a:lnTo>
                  <a:lnTo>
                    <a:pt x="470" y="511"/>
                  </a:lnTo>
                  <a:lnTo>
                    <a:pt x="478" y="477"/>
                  </a:lnTo>
                  <a:lnTo>
                    <a:pt x="493" y="465"/>
                  </a:lnTo>
                  <a:lnTo>
                    <a:pt x="498" y="423"/>
                  </a:lnTo>
                  <a:lnTo>
                    <a:pt x="506" y="415"/>
                  </a:lnTo>
                  <a:lnTo>
                    <a:pt x="521" y="417"/>
                  </a:lnTo>
                  <a:lnTo>
                    <a:pt x="539" y="408"/>
                  </a:lnTo>
                  <a:lnTo>
                    <a:pt x="566" y="353"/>
                  </a:lnTo>
                  <a:lnTo>
                    <a:pt x="629" y="321"/>
                  </a:lnTo>
                  <a:lnTo>
                    <a:pt x="658" y="328"/>
                  </a:lnTo>
                  <a:lnTo>
                    <a:pt x="671" y="332"/>
                  </a:lnTo>
                  <a:lnTo>
                    <a:pt x="686" y="304"/>
                  </a:lnTo>
                  <a:lnTo>
                    <a:pt x="673" y="287"/>
                  </a:lnTo>
                  <a:lnTo>
                    <a:pt x="639" y="275"/>
                  </a:lnTo>
                  <a:lnTo>
                    <a:pt x="637" y="231"/>
                  </a:lnTo>
                  <a:lnTo>
                    <a:pt x="628" y="220"/>
                  </a:lnTo>
                  <a:lnTo>
                    <a:pt x="574" y="224"/>
                  </a:lnTo>
                  <a:lnTo>
                    <a:pt x="544" y="240"/>
                  </a:lnTo>
                  <a:lnTo>
                    <a:pt x="477" y="225"/>
                  </a:lnTo>
                  <a:lnTo>
                    <a:pt x="453" y="219"/>
                  </a:lnTo>
                  <a:lnTo>
                    <a:pt x="433" y="198"/>
                  </a:lnTo>
                  <a:lnTo>
                    <a:pt x="448" y="175"/>
                  </a:lnTo>
                  <a:lnTo>
                    <a:pt x="439" y="159"/>
                  </a:lnTo>
                  <a:lnTo>
                    <a:pt x="387" y="137"/>
                  </a:lnTo>
                  <a:lnTo>
                    <a:pt x="382" y="108"/>
                  </a:lnTo>
                  <a:lnTo>
                    <a:pt x="374" y="92"/>
                  </a:lnTo>
                  <a:lnTo>
                    <a:pt x="365" y="71"/>
                  </a:lnTo>
                  <a:lnTo>
                    <a:pt x="389" y="32"/>
                  </a:lnTo>
                  <a:lnTo>
                    <a:pt x="386" y="24"/>
                  </a:lnTo>
                  <a:lnTo>
                    <a:pt x="382" y="24"/>
                  </a:lnTo>
                  <a:lnTo>
                    <a:pt x="371" y="9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rgbClr val="38761D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g3a7c27a084b_1_405"/>
            <p:cNvSpPr/>
            <p:nvPr/>
          </p:nvSpPr>
          <p:spPr>
            <a:xfrm>
              <a:off x="4252913" y="4540250"/>
              <a:ext cx="312738" cy="261937"/>
            </a:xfrm>
            <a:custGeom>
              <a:avLst/>
              <a:gdLst/>
              <a:ahLst/>
              <a:cxnLst/>
              <a:rect l="l" t="t" r="r" b="b"/>
              <a:pathLst>
                <a:path w="197" h="165" extrusionOk="0">
                  <a:moveTo>
                    <a:pt x="106" y="0"/>
                  </a:moveTo>
                  <a:lnTo>
                    <a:pt x="102" y="6"/>
                  </a:lnTo>
                  <a:lnTo>
                    <a:pt x="79" y="17"/>
                  </a:lnTo>
                  <a:lnTo>
                    <a:pt x="66" y="10"/>
                  </a:lnTo>
                  <a:lnTo>
                    <a:pt x="45" y="19"/>
                  </a:lnTo>
                  <a:lnTo>
                    <a:pt x="16" y="21"/>
                  </a:lnTo>
                  <a:lnTo>
                    <a:pt x="0" y="64"/>
                  </a:lnTo>
                  <a:lnTo>
                    <a:pt x="31" y="88"/>
                  </a:lnTo>
                  <a:lnTo>
                    <a:pt x="19" y="100"/>
                  </a:lnTo>
                  <a:lnTo>
                    <a:pt x="31" y="109"/>
                  </a:lnTo>
                  <a:lnTo>
                    <a:pt x="29" y="130"/>
                  </a:lnTo>
                  <a:lnTo>
                    <a:pt x="58" y="139"/>
                  </a:lnTo>
                  <a:lnTo>
                    <a:pt x="65" y="147"/>
                  </a:lnTo>
                  <a:lnTo>
                    <a:pt x="74" y="147"/>
                  </a:lnTo>
                  <a:lnTo>
                    <a:pt x="91" y="163"/>
                  </a:lnTo>
                  <a:lnTo>
                    <a:pt x="123" y="165"/>
                  </a:lnTo>
                  <a:lnTo>
                    <a:pt x="132" y="126"/>
                  </a:lnTo>
                  <a:lnTo>
                    <a:pt x="140" y="107"/>
                  </a:lnTo>
                  <a:lnTo>
                    <a:pt x="164" y="110"/>
                  </a:lnTo>
                  <a:lnTo>
                    <a:pt x="197" y="73"/>
                  </a:lnTo>
                  <a:lnTo>
                    <a:pt x="191" y="51"/>
                  </a:lnTo>
                  <a:lnTo>
                    <a:pt x="185" y="27"/>
                  </a:lnTo>
                  <a:lnTo>
                    <a:pt x="181" y="21"/>
                  </a:lnTo>
                  <a:lnTo>
                    <a:pt x="149" y="17"/>
                  </a:lnTo>
                  <a:lnTo>
                    <a:pt x="128" y="2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fr-FR" sz="7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g3a7c27a084b_1_405"/>
            <p:cNvSpPr/>
            <p:nvPr/>
          </p:nvSpPr>
          <p:spPr>
            <a:xfrm>
              <a:off x="4278313" y="4330700"/>
              <a:ext cx="811213" cy="788987"/>
            </a:xfrm>
            <a:custGeom>
              <a:avLst/>
              <a:gdLst/>
              <a:ahLst/>
              <a:cxnLst/>
              <a:rect l="l" t="t" r="r" b="b"/>
              <a:pathLst>
                <a:path w="388" h="378" extrusionOk="0">
                  <a:moveTo>
                    <a:pt x="237" y="0"/>
                  </a:moveTo>
                  <a:cubicBezTo>
                    <a:pt x="236" y="0"/>
                    <a:pt x="234" y="2"/>
                    <a:pt x="234" y="2"/>
                  </a:cubicBezTo>
                  <a:cubicBezTo>
                    <a:pt x="202" y="30"/>
                    <a:pt x="202" y="30"/>
                    <a:pt x="202" y="30"/>
                  </a:cubicBezTo>
                  <a:cubicBezTo>
                    <a:pt x="190" y="50"/>
                    <a:pt x="190" y="50"/>
                    <a:pt x="190" y="50"/>
                  </a:cubicBezTo>
                  <a:cubicBezTo>
                    <a:pt x="194" y="62"/>
                    <a:pt x="194" y="62"/>
                    <a:pt x="194" y="62"/>
                  </a:cubicBezTo>
                  <a:cubicBezTo>
                    <a:pt x="185" y="72"/>
                    <a:pt x="185" y="72"/>
                    <a:pt x="185" y="72"/>
                  </a:cubicBezTo>
                  <a:cubicBezTo>
                    <a:pt x="166" y="74"/>
                    <a:pt x="166" y="74"/>
                    <a:pt x="166" y="74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18" y="79"/>
                    <a:pt x="118" y="79"/>
                    <a:pt x="118" y="79"/>
                  </a:cubicBezTo>
                  <a:cubicBezTo>
                    <a:pt x="137" y="110"/>
                    <a:pt x="137" y="110"/>
                    <a:pt x="137" y="110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5" y="116"/>
                    <a:pt x="125" y="116"/>
                    <a:pt x="125" y="116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37" y="156"/>
                    <a:pt x="137" y="156"/>
                    <a:pt x="137" y="156"/>
                  </a:cubicBezTo>
                  <a:cubicBezTo>
                    <a:pt x="112" y="184"/>
                    <a:pt x="112" y="184"/>
                    <a:pt x="112" y="184"/>
                  </a:cubicBezTo>
                  <a:cubicBezTo>
                    <a:pt x="94" y="182"/>
                    <a:pt x="94" y="182"/>
                    <a:pt x="94" y="182"/>
                  </a:cubicBezTo>
                  <a:cubicBezTo>
                    <a:pt x="88" y="196"/>
                    <a:pt x="88" y="196"/>
                    <a:pt x="88" y="196"/>
                  </a:cubicBezTo>
                  <a:cubicBezTo>
                    <a:pt x="81" y="226"/>
                    <a:pt x="81" y="226"/>
                    <a:pt x="81" y="226"/>
                  </a:cubicBezTo>
                  <a:cubicBezTo>
                    <a:pt x="57" y="224"/>
                    <a:pt x="57" y="224"/>
                    <a:pt x="57" y="224"/>
                  </a:cubicBezTo>
                  <a:cubicBezTo>
                    <a:pt x="44" y="212"/>
                    <a:pt x="44" y="212"/>
                    <a:pt x="44" y="212"/>
                  </a:cubicBezTo>
                  <a:cubicBezTo>
                    <a:pt x="37" y="212"/>
                    <a:pt x="37" y="212"/>
                    <a:pt x="37" y="212"/>
                  </a:cubicBezTo>
                  <a:cubicBezTo>
                    <a:pt x="32" y="206"/>
                    <a:pt x="32" y="206"/>
                    <a:pt x="32" y="206"/>
                  </a:cubicBezTo>
                  <a:cubicBezTo>
                    <a:pt x="10" y="199"/>
                    <a:pt x="10" y="199"/>
                    <a:pt x="10" y="199"/>
                  </a:cubicBezTo>
                  <a:cubicBezTo>
                    <a:pt x="10" y="200"/>
                    <a:pt x="10" y="200"/>
                    <a:pt x="10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7" y="239"/>
                    <a:pt x="7" y="239"/>
                    <a:pt x="7" y="239"/>
                  </a:cubicBezTo>
                  <a:cubicBezTo>
                    <a:pt x="23" y="250"/>
                    <a:pt x="23" y="250"/>
                    <a:pt x="23" y="250"/>
                  </a:cubicBezTo>
                  <a:cubicBezTo>
                    <a:pt x="16" y="263"/>
                    <a:pt x="16" y="263"/>
                    <a:pt x="16" y="263"/>
                  </a:cubicBezTo>
                  <a:cubicBezTo>
                    <a:pt x="15" y="279"/>
                    <a:pt x="15" y="279"/>
                    <a:pt x="15" y="279"/>
                  </a:cubicBezTo>
                  <a:cubicBezTo>
                    <a:pt x="17" y="313"/>
                    <a:pt x="17" y="313"/>
                    <a:pt x="17" y="313"/>
                  </a:cubicBezTo>
                  <a:cubicBezTo>
                    <a:pt x="10" y="351"/>
                    <a:pt x="10" y="351"/>
                    <a:pt x="10" y="351"/>
                  </a:cubicBezTo>
                  <a:cubicBezTo>
                    <a:pt x="9" y="370"/>
                    <a:pt x="9" y="370"/>
                    <a:pt x="9" y="370"/>
                  </a:cubicBezTo>
                  <a:cubicBezTo>
                    <a:pt x="15" y="367"/>
                    <a:pt x="15" y="367"/>
                    <a:pt x="15" y="367"/>
                  </a:cubicBezTo>
                  <a:cubicBezTo>
                    <a:pt x="22" y="378"/>
                    <a:pt x="22" y="378"/>
                    <a:pt x="22" y="378"/>
                  </a:cubicBezTo>
                  <a:cubicBezTo>
                    <a:pt x="70" y="378"/>
                    <a:pt x="70" y="378"/>
                    <a:pt x="70" y="378"/>
                  </a:cubicBezTo>
                  <a:cubicBezTo>
                    <a:pt x="71" y="378"/>
                    <a:pt x="71" y="378"/>
                    <a:pt x="71" y="378"/>
                  </a:cubicBezTo>
                  <a:cubicBezTo>
                    <a:pt x="110" y="371"/>
                    <a:pt x="110" y="371"/>
                    <a:pt x="110" y="371"/>
                  </a:cubicBezTo>
                  <a:cubicBezTo>
                    <a:pt x="109" y="362"/>
                    <a:pt x="109" y="362"/>
                    <a:pt x="109" y="36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14" y="307"/>
                    <a:pt x="114" y="307"/>
                    <a:pt x="114" y="307"/>
                  </a:cubicBezTo>
                  <a:cubicBezTo>
                    <a:pt x="121" y="275"/>
                    <a:pt x="121" y="275"/>
                    <a:pt x="121" y="275"/>
                  </a:cubicBezTo>
                  <a:cubicBezTo>
                    <a:pt x="136" y="249"/>
                    <a:pt x="136" y="249"/>
                    <a:pt x="136" y="249"/>
                  </a:cubicBezTo>
                  <a:cubicBezTo>
                    <a:pt x="142" y="252"/>
                    <a:pt x="142" y="252"/>
                    <a:pt x="142" y="252"/>
                  </a:cubicBezTo>
                  <a:cubicBezTo>
                    <a:pt x="144" y="264"/>
                    <a:pt x="144" y="264"/>
                    <a:pt x="144" y="264"/>
                  </a:cubicBezTo>
                  <a:cubicBezTo>
                    <a:pt x="156" y="264"/>
                    <a:pt x="156" y="264"/>
                    <a:pt x="156" y="264"/>
                  </a:cubicBezTo>
                  <a:cubicBezTo>
                    <a:pt x="158" y="270"/>
                    <a:pt x="158" y="270"/>
                    <a:pt x="158" y="270"/>
                  </a:cubicBezTo>
                  <a:cubicBezTo>
                    <a:pt x="170" y="275"/>
                    <a:pt x="170" y="275"/>
                    <a:pt x="170" y="275"/>
                  </a:cubicBezTo>
                  <a:cubicBezTo>
                    <a:pt x="179" y="273"/>
                    <a:pt x="179" y="273"/>
                    <a:pt x="179" y="273"/>
                  </a:cubicBezTo>
                  <a:cubicBezTo>
                    <a:pt x="182" y="267"/>
                    <a:pt x="182" y="267"/>
                    <a:pt x="182" y="267"/>
                  </a:cubicBezTo>
                  <a:cubicBezTo>
                    <a:pt x="194" y="254"/>
                    <a:pt x="194" y="254"/>
                    <a:pt x="194" y="254"/>
                  </a:cubicBezTo>
                  <a:cubicBezTo>
                    <a:pt x="216" y="252"/>
                    <a:pt x="216" y="252"/>
                    <a:pt x="216" y="252"/>
                  </a:cubicBezTo>
                  <a:cubicBezTo>
                    <a:pt x="225" y="242"/>
                    <a:pt x="225" y="242"/>
                    <a:pt x="225" y="242"/>
                  </a:cubicBezTo>
                  <a:cubicBezTo>
                    <a:pt x="222" y="231"/>
                    <a:pt x="222" y="231"/>
                    <a:pt x="222" y="231"/>
                  </a:cubicBezTo>
                  <a:cubicBezTo>
                    <a:pt x="232" y="227"/>
                    <a:pt x="232" y="227"/>
                    <a:pt x="232" y="227"/>
                  </a:cubicBezTo>
                  <a:cubicBezTo>
                    <a:pt x="230" y="219"/>
                    <a:pt x="230" y="219"/>
                    <a:pt x="230" y="219"/>
                  </a:cubicBezTo>
                  <a:cubicBezTo>
                    <a:pt x="256" y="222"/>
                    <a:pt x="256" y="222"/>
                    <a:pt x="256" y="222"/>
                  </a:cubicBezTo>
                  <a:cubicBezTo>
                    <a:pt x="267" y="237"/>
                    <a:pt x="267" y="237"/>
                    <a:pt x="267" y="237"/>
                  </a:cubicBezTo>
                  <a:cubicBezTo>
                    <a:pt x="295" y="230"/>
                    <a:pt x="295" y="230"/>
                    <a:pt x="295" y="230"/>
                  </a:cubicBezTo>
                  <a:cubicBezTo>
                    <a:pt x="297" y="214"/>
                    <a:pt x="297" y="214"/>
                    <a:pt x="297" y="214"/>
                  </a:cubicBezTo>
                  <a:cubicBezTo>
                    <a:pt x="292" y="202"/>
                    <a:pt x="292" y="202"/>
                    <a:pt x="292" y="202"/>
                  </a:cubicBezTo>
                  <a:cubicBezTo>
                    <a:pt x="278" y="194"/>
                    <a:pt x="278" y="194"/>
                    <a:pt x="278" y="194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73" y="178"/>
                    <a:pt x="273" y="178"/>
                    <a:pt x="273" y="178"/>
                  </a:cubicBezTo>
                  <a:cubicBezTo>
                    <a:pt x="293" y="173"/>
                    <a:pt x="293" y="173"/>
                    <a:pt x="293" y="173"/>
                  </a:cubicBezTo>
                  <a:cubicBezTo>
                    <a:pt x="299" y="178"/>
                    <a:pt x="299" y="178"/>
                    <a:pt x="299" y="178"/>
                  </a:cubicBezTo>
                  <a:cubicBezTo>
                    <a:pt x="305" y="177"/>
                    <a:pt x="305" y="177"/>
                    <a:pt x="305" y="177"/>
                  </a:cubicBezTo>
                  <a:cubicBezTo>
                    <a:pt x="309" y="172"/>
                    <a:pt x="309" y="172"/>
                    <a:pt x="309" y="172"/>
                  </a:cubicBezTo>
                  <a:cubicBezTo>
                    <a:pt x="335" y="163"/>
                    <a:pt x="335" y="163"/>
                    <a:pt x="335" y="163"/>
                  </a:cubicBezTo>
                  <a:cubicBezTo>
                    <a:pt x="341" y="156"/>
                    <a:pt x="341" y="156"/>
                    <a:pt x="341" y="156"/>
                  </a:cubicBezTo>
                  <a:cubicBezTo>
                    <a:pt x="352" y="163"/>
                    <a:pt x="352" y="163"/>
                    <a:pt x="352" y="163"/>
                  </a:cubicBezTo>
                  <a:cubicBezTo>
                    <a:pt x="360" y="174"/>
                    <a:pt x="360" y="174"/>
                    <a:pt x="360" y="174"/>
                  </a:cubicBezTo>
                  <a:cubicBezTo>
                    <a:pt x="363" y="174"/>
                    <a:pt x="363" y="174"/>
                    <a:pt x="363" y="174"/>
                  </a:cubicBezTo>
                  <a:cubicBezTo>
                    <a:pt x="373" y="174"/>
                    <a:pt x="373" y="174"/>
                    <a:pt x="373" y="174"/>
                  </a:cubicBezTo>
                  <a:cubicBezTo>
                    <a:pt x="377" y="157"/>
                    <a:pt x="377" y="157"/>
                    <a:pt x="377" y="157"/>
                  </a:cubicBezTo>
                  <a:cubicBezTo>
                    <a:pt x="367" y="145"/>
                    <a:pt x="367" y="145"/>
                    <a:pt x="367" y="145"/>
                  </a:cubicBezTo>
                  <a:cubicBezTo>
                    <a:pt x="369" y="123"/>
                    <a:pt x="369" y="123"/>
                    <a:pt x="369" y="123"/>
                  </a:cubicBezTo>
                  <a:cubicBezTo>
                    <a:pt x="376" y="112"/>
                    <a:pt x="376" y="112"/>
                    <a:pt x="376" y="112"/>
                  </a:cubicBezTo>
                  <a:cubicBezTo>
                    <a:pt x="360" y="104"/>
                    <a:pt x="360" y="104"/>
                    <a:pt x="360" y="104"/>
                  </a:cubicBezTo>
                  <a:cubicBezTo>
                    <a:pt x="377" y="90"/>
                    <a:pt x="377" y="90"/>
                    <a:pt x="377" y="90"/>
                  </a:cubicBezTo>
                  <a:cubicBezTo>
                    <a:pt x="382" y="70"/>
                    <a:pt x="382" y="70"/>
                    <a:pt x="382" y="70"/>
                  </a:cubicBezTo>
                  <a:cubicBezTo>
                    <a:pt x="374" y="64"/>
                    <a:pt x="374" y="64"/>
                    <a:pt x="374" y="64"/>
                  </a:cubicBezTo>
                  <a:cubicBezTo>
                    <a:pt x="380" y="38"/>
                    <a:pt x="380" y="38"/>
                    <a:pt x="380" y="38"/>
                  </a:cubicBezTo>
                  <a:cubicBezTo>
                    <a:pt x="388" y="16"/>
                    <a:pt x="388" y="16"/>
                    <a:pt x="388" y="16"/>
                  </a:cubicBezTo>
                  <a:cubicBezTo>
                    <a:pt x="388" y="16"/>
                    <a:pt x="388" y="16"/>
                    <a:pt x="388" y="16"/>
                  </a:cubicBezTo>
                  <a:cubicBezTo>
                    <a:pt x="246" y="16"/>
                    <a:pt x="246" y="16"/>
                    <a:pt x="246" y="16"/>
                  </a:cubicBezTo>
                  <a:lnTo>
                    <a:pt x="237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g3a7c27a084b_1_405"/>
            <p:cNvSpPr/>
            <p:nvPr/>
          </p:nvSpPr>
          <p:spPr>
            <a:xfrm>
              <a:off x="5003800" y="4362450"/>
              <a:ext cx="1169988" cy="909638"/>
            </a:xfrm>
            <a:custGeom>
              <a:avLst/>
              <a:gdLst/>
              <a:ahLst/>
              <a:cxnLst/>
              <a:rect l="l" t="t" r="r" b="b"/>
              <a:pathLst>
                <a:path w="737" h="573" extrusionOk="0">
                  <a:moveTo>
                    <a:pt x="55" y="0"/>
                  </a:moveTo>
                  <a:lnTo>
                    <a:pt x="43" y="30"/>
                  </a:lnTo>
                  <a:lnTo>
                    <a:pt x="35" y="64"/>
                  </a:lnTo>
                  <a:lnTo>
                    <a:pt x="46" y="72"/>
                  </a:lnTo>
                  <a:lnTo>
                    <a:pt x="39" y="98"/>
                  </a:lnTo>
                  <a:lnTo>
                    <a:pt x="17" y="117"/>
                  </a:lnTo>
                  <a:lnTo>
                    <a:pt x="38" y="127"/>
                  </a:lnTo>
                  <a:lnTo>
                    <a:pt x="29" y="142"/>
                  </a:lnTo>
                  <a:lnTo>
                    <a:pt x="26" y="171"/>
                  </a:lnTo>
                  <a:lnTo>
                    <a:pt x="39" y="187"/>
                  </a:lnTo>
                  <a:lnTo>
                    <a:pt x="34" y="209"/>
                  </a:lnTo>
                  <a:lnTo>
                    <a:pt x="21" y="209"/>
                  </a:lnTo>
                  <a:lnTo>
                    <a:pt x="24" y="217"/>
                  </a:lnTo>
                  <a:lnTo>
                    <a:pt x="0" y="256"/>
                  </a:lnTo>
                  <a:lnTo>
                    <a:pt x="9" y="277"/>
                  </a:lnTo>
                  <a:lnTo>
                    <a:pt x="17" y="293"/>
                  </a:lnTo>
                  <a:lnTo>
                    <a:pt x="22" y="322"/>
                  </a:lnTo>
                  <a:lnTo>
                    <a:pt x="74" y="344"/>
                  </a:lnTo>
                  <a:lnTo>
                    <a:pt x="83" y="360"/>
                  </a:lnTo>
                  <a:lnTo>
                    <a:pt x="68" y="383"/>
                  </a:lnTo>
                  <a:lnTo>
                    <a:pt x="88" y="404"/>
                  </a:lnTo>
                  <a:lnTo>
                    <a:pt x="112" y="410"/>
                  </a:lnTo>
                  <a:lnTo>
                    <a:pt x="179" y="425"/>
                  </a:lnTo>
                  <a:lnTo>
                    <a:pt x="209" y="409"/>
                  </a:lnTo>
                  <a:lnTo>
                    <a:pt x="263" y="405"/>
                  </a:lnTo>
                  <a:lnTo>
                    <a:pt x="272" y="416"/>
                  </a:lnTo>
                  <a:lnTo>
                    <a:pt x="274" y="460"/>
                  </a:lnTo>
                  <a:lnTo>
                    <a:pt x="308" y="472"/>
                  </a:lnTo>
                  <a:lnTo>
                    <a:pt x="321" y="489"/>
                  </a:lnTo>
                  <a:lnTo>
                    <a:pt x="306" y="517"/>
                  </a:lnTo>
                  <a:lnTo>
                    <a:pt x="310" y="518"/>
                  </a:lnTo>
                  <a:lnTo>
                    <a:pt x="333" y="534"/>
                  </a:lnTo>
                  <a:lnTo>
                    <a:pt x="346" y="556"/>
                  </a:lnTo>
                  <a:lnTo>
                    <a:pt x="355" y="558"/>
                  </a:lnTo>
                  <a:lnTo>
                    <a:pt x="374" y="529"/>
                  </a:lnTo>
                  <a:lnTo>
                    <a:pt x="389" y="529"/>
                  </a:lnTo>
                  <a:lnTo>
                    <a:pt x="403" y="535"/>
                  </a:lnTo>
                  <a:lnTo>
                    <a:pt x="405" y="526"/>
                  </a:lnTo>
                  <a:lnTo>
                    <a:pt x="406" y="464"/>
                  </a:lnTo>
                  <a:lnTo>
                    <a:pt x="392" y="446"/>
                  </a:lnTo>
                  <a:lnTo>
                    <a:pt x="403" y="435"/>
                  </a:lnTo>
                  <a:lnTo>
                    <a:pt x="420" y="435"/>
                  </a:lnTo>
                  <a:lnTo>
                    <a:pt x="439" y="442"/>
                  </a:lnTo>
                  <a:lnTo>
                    <a:pt x="462" y="481"/>
                  </a:lnTo>
                  <a:lnTo>
                    <a:pt x="471" y="485"/>
                  </a:lnTo>
                  <a:lnTo>
                    <a:pt x="487" y="468"/>
                  </a:lnTo>
                  <a:lnTo>
                    <a:pt x="499" y="467"/>
                  </a:lnTo>
                  <a:lnTo>
                    <a:pt x="528" y="456"/>
                  </a:lnTo>
                  <a:lnTo>
                    <a:pt x="562" y="454"/>
                  </a:lnTo>
                  <a:lnTo>
                    <a:pt x="578" y="472"/>
                  </a:lnTo>
                  <a:lnTo>
                    <a:pt x="601" y="475"/>
                  </a:lnTo>
                  <a:lnTo>
                    <a:pt x="608" y="498"/>
                  </a:lnTo>
                  <a:lnTo>
                    <a:pt x="593" y="521"/>
                  </a:lnTo>
                  <a:lnTo>
                    <a:pt x="585" y="541"/>
                  </a:lnTo>
                  <a:lnTo>
                    <a:pt x="585" y="543"/>
                  </a:lnTo>
                  <a:lnTo>
                    <a:pt x="733" y="523"/>
                  </a:lnTo>
                  <a:lnTo>
                    <a:pt x="737" y="508"/>
                  </a:lnTo>
                  <a:lnTo>
                    <a:pt x="699" y="466"/>
                  </a:lnTo>
                  <a:lnTo>
                    <a:pt x="691" y="467"/>
                  </a:lnTo>
                  <a:lnTo>
                    <a:pt x="687" y="444"/>
                  </a:lnTo>
                  <a:lnTo>
                    <a:pt x="679" y="433"/>
                  </a:lnTo>
                  <a:lnTo>
                    <a:pt x="679" y="413"/>
                  </a:lnTo>
                  <a:lnTo>
                    <a:pt x="671" y="384"/>
                  </a:lnTo>
                  <a:lnTo>
                    <a:pt x="655" y="355"/>
                  </a:lnTo>
                  <a:lnTo>
                    <a:pt x="629" y="339"/>
                  </a:lnTo>
                  <a:lnTo>
                    <a:pt x="610" y="335"/>
                  </a:lnTo>
                  <a:lnTo>
                    <a:pt x="584" y="300"/>
                  </a:lnTo>
                  <a:lnTo>
                    <a:pt x="562" y="264"/>
                  </a:lnTo>
                  <a:lnTo>
                    <a:pt x="563" y="251"/>
                  </a:lnTo>
                  <a:lnTo>
                    <a:pt x="554" y="247"/>
                  </a:lnTo>
                  <a:lnTo>
                    <a:pt x="550" y="231"/>
                  </a:lnTo>
                  <a:lnTo>
                    <a:pt x="546" y="221"/>
                  </a:lnTo>
                  <a:lnTo>
                    <a:pt x="537" y="198"/>
                  </a:lnTo>
                  <a:lnTo>
                    <a:pt x="530" y="189"/>
                  </a:lnTo>
                  <a:lnTo>
                    <a:pt x="518" y="180"/>
                  </a:lnTo>
                  <a:lnTo>
                    <a:pt x="518" y="162"/>
                  </a:lnTo>
                  <a:lnTo>
                    <a:pt x="530" y="150"/>
                  </a:lnTo>
                  <a:lnTo>
                    <a:pt x="539" y="139"/>
                  </a:lnTo>
                  <a:lnTo>
                    <a:pt x="543" y="110"/>
                  </a:lnTo>
                  <a:lnTo>
                    <a:pt x="547" y="113"/>
                  </a:lnTo>
                  <a:lnTo>
                    <a:pt x="545" y="100"/>
                  </a:lnTo>
                  <a:lnTo>
                    <a:pt x="524" y="71"/>
                  </a:lnTo>
                  <a:lnTo>
                    <a:pt x="510" y="42"/>
                  </a:lnTo>
                  <a:lnTo>
                    <a:pt x="505" y="25"/>
                  </a:lnTo>
                  <a:lnTo>
                    <a:pt x="505" y="12"/>
                  </a:lnTo>
                  <a:lnTo>
                    <a:pt x="55" y="0"/>
                  </a:lnTo>
                  <a:close/>
                  <a:moveTo>
                    <a:pt x="201" y="538"/>
                  </a:moveTo>
                  <a:lnTo>
                    <a:pt x="184" y="573"/>
                  </a:lnTo>
                  <a:lnTo>
                    <a:pt x="184" y="573"/>
                  </a:lnTo>
                  <a:lnTo>
                    <a:pt x="201" y="53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g3a7c27a084b_1_405"/>
            <p:cNvSpPr/>
            <p:nvPr/>
          </p:nvSpPr>
          <p:spPr>
            <a:xfrm>
              <a:off x="5248275" y="3536950"/>
              <a:ext cx="627063" cy="846137"/>
            </a:xfrm>
            <a:custGeom>
              <a:avLst/>
              <a:gdLst/>
              <a:ahLst/>
              <a:cxnLst/>
              <a:rect l="l" t="t" r="r" b="b"/>
              <a:pathLst>
                <a:path w="300" h="405" extrusionOk="0">
                  <a:moveTo>
                    <a:pt x="261" y="0"/>
                  </a:moveTo>
                  <a:cubicBezTo>
                    <a:pt x="253" y="10"/>
                    <a:pt x="253" y="10"/>
                    <a:pt x="253" y="10"/>
                  </a:cubicBezTo>
                  <a:cubicBezTo>
                    <a:pt x="223" y="15"/>
                    <a:pt x="223" y="15"/>
                    <a:pt x="223" y="15"/>
                  </a:cubicBezTo>
                  <a:cubicBezTo>
                    <a:pt x="217" y="27"/>
                    <a:pt x="217" y="27"/>
                    <a:pt x="217" y="27"/>
                  </a:cubicBezTo>
                  <a:cubicBezTo>
                    <a:pt x="200" y="33"/>
                    <a:pt x="200" y="33"/>
                    <a:pt x="200" y="33"/>
                  </a:cubicBezTo>
                  <a:cubicBezTo>
                    <a:pt x="185" y="20"/>
                    <a:pt x="185" y="20"/>
                    <a:pt x="185" y="20"/>
                  </a:cubicBezTo>
                  <a:cubicBezTo>
                    <a:pt x="180" y="44"/>
                    <a:pt x="180" y="44"/>
                    <a:pt x="180" y="44"/>
                  </a:cubicBezTo>
                  <a:cubicBezTo>
                    <a:pt x="161" y="49"/>
                    <a:pt x="161" y="49"/>
                    <a:pt x="161" y="49"/>
                  </a:cubicBezTo>
                  <a:cubicBezTo>
                    <a:pt x="117" y="46"/>
                    <a:pt x="117" y="46"/>
                    <a:pt x="117" y="46"/>
                  </a:cubicBezTo>
                  <a:cubicBezTo>
                    <a:pt x="117" y="46"/>
                    <a:pt x="110" y="41"/>
                    <a:pt x="104" y="36"/>
                  </a:cubicBezTo>
                  <a:cubicBezTo>
                    <a:pt x="106" y="42"/>
                    <a:pt x="106" y="42"/>
                    <a:pt x="106" y="42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33" y="77"/>
                    <a:pt x="33" y="77"/>
                    <a:pt x="33" y="77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9" y="142"/>
                    <a:pt x="9" y="142"/>
                    <a:pt x="9" y="142"/>
                  </a:cubicBezTo>
                  <a:cubicBezTo>
                    <a:pt x="25" y="158"/>
                    <a:pt x="25" y="158"/>
                    <a:pt x="25" y="158"/>
                  </a:cubicBezTo>
                  <a:cubicBezTo>
                    <a:pt x="30" y="186"/>
                    <a:pt x="30" y="186"/>
                    <a:pt x="30" y="186"/>
                  </a:cubicBezTo>
                  <a:cubicBezTo>
                    <a:pt x="30" y="230"/>
                    <a:pt x="30" y="230"/>
                    <a:pt x="30" y="230"/>
                  </a:cubicBezTo>
                  <a:cubicBezTo>
                    <a:pt x="30" y="230"/>
                    <a:pt x="22" y="260"/>
                    <a:pt x="26" y="260"/>
                  </a:cubicBezTo>
                  <a:cubicBezTo>
                    <a:pt x="31" y="260"/>
                    <a:pt x="47" y="270"/>
                    <a:pt x="47" y="270"/>
                  </a:cubicBezTo>
                  <a:cubicBezTo>
                    <a:pt x="85" y="277"/>
                    <a:pt x="85" y="277"/>
                    <a:pt x="85" y="277"/>
                  </a:cubicBezTo>
                  <a:cubicBezTo>
                    <a:pt x="109" y="277"/>
                    <a:pt x="109" y="277"/>
                    <a:pt x="109" y="277"/>
                  </a:cubicBezTo>
                  <a:cubicBezTo>
                    <a:pt x="119" y="294"/>
                    <a:pt x="119" y="294"/>
                    <a:pt x="119" y="294"/>
                  </a:cubicBezTo>
                  <a:cubicBezTo>
                    <a:pt x="135" y="298"/>
                    <a:pt x="135" y="298"/>
                    <a:pt x="135" y="298"/>
                  </a:cubicBezTo>
                  <a:cubicBezTo>
                    <a:pt x="149" y="303"/>
                    <a:pt x="149" y="303"/>
                    <a:pt x="149" y="303"/>
                  </a:cubicBezTo>
                  <a:cubicBezTo>
                    <a:pt x="158" y="297"/>
                    <a:pt x="158" y="297"/>
                    <a:pt x="158" y="297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202" y="342"/>
                    <a:pt x="202" y="342"/>
                    <a:pt x="202" y="342"/>
                  </a:cubicBezTo>
                  <a:cubicBezTo>
                    <a:pt x="225" y="402"/>
                    <a:pt x="225" y="402"/>
                    <a:pt x="225" y="402"/>
                  </a:cubicBezTo>
                  <a:cubicBezTo>
                    <a:pt x="226" y="403"/>
                    <a:pt x="226" y="403"/>
                    <a:pt x="226" y="403"/>
                  </a:cubicBezTo>
                  <a:cubicBezTo>
                    <a:pt x="296" y="405"/>
                    <a:pt x="296" y="405"/>
                    <a:pt x="296" y="405"/>
                  </a:cubicBezTo>
                  <a:cubicBezTo>
                    <a:pt x="296" y="362"/>
                    <a:pt x="296" y="362"/>
                    <a:pt x="296" y="362"/>
                  </a:cubicBezTo>
                  <a:cubicBezTo>
                    <a:pt x="300" y="326"/>
                    <a:pt x="300" y="326"/>
                    <a:pt x="300" y="326"/>
                  </a:cubicBezTo>
                  <a:cubicBezTo>
                    <a:pt x="295" y="290"/>
                    <a:pt x="295" y="290"/>
                    <a:pt x="295" y="290"/>
                  </a:cubicBezTo>
                  <a:cubicBezTo>
                    <a:pt x="284" y="275"/>
                    <a:pt x="284" y="275"/>
                    <a:pt x="284" y="275"/>
                  </a:cubicBezTo>
                  <a:cubicBezTo>
                    <a:pt x="283" y="251"/>
                    <a:pt x="283" y="251"/>
                    <a:pt x="283" y="251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84" y="165"/>
                    <a:pt x="284" y="165"/>
                    <a:pt x="284" y="165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57" y="144"/>
                    <a:pt x="257" y="144"/>
                    <a:pt x="257" y="144"/>
                  </a:cubicBezTo>
                  <a:cubicBezTo>
                    <a:pt x="258" y="131"/>
                    <a:pt x="258" y="131"/>
                    <a:pt x="258" y="131"/>
                  </a:cubicBezTo>
                  <a:cubicBezTo>
                    <a:pt x="245" y="124"/>
                    <a:pt x="245" y="124"/>
                    <a:pt x="245" y="124"/>
                  </a:cubicBezTo>
                  <a:cubicBezTo>
                    <a:pt x="240" y="107"/>
                    <a:pt x="240" y="107"/>
                    <a:pt x="240" y="107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50" y="80"/>
                    <a:pt x="250" y="80"/>
                    <a:pt x="250" y="80"/>
                  </a:cubicBezTo>
                  <a:cubicBezTo>
                    <a:pt x="264" y="79"/>
                    <a:pt x="264" y="79"/>
                    <a:pt x="264" y="79"/>
                  </a:cubicBezTo>
                  <a:cubicBezTo>
                    <a:pt x="277" y="61"/>
                    <a:pt x="277" y="61"/>
                    <a:pt x="277" y="61"/>
                  </a:cubicBezTo>
                  <a:cubicBezTo>
                    <a:pt x="269" y="36"/>
                    <a:pt x="269" y="36"/>
                    <a:pt x="269" y="36"/>
                  </a:cubicBezTo>
                  <a:cubicBezTo>
                    <a:pt x="277" y="11"/>
                    <a:pt x="277" y="11"/>
                    <a:pt x="277" y="11"/>
                  </a:cubicBezTo>
                  <a:lnTo>
                    <a:pt x="261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g3a7c27a084b_1_405"/>
            <p:cNvSpPr/>
            <p:nvPr/>
          </p:nvSpPr>
          <p:spPr>
            <a:xfrm>
              <a:off x="4638675" y="3136900"/>
              <a:ext cx="1081088" cy="1241424"/>
            </a:xfrm>
            <a:custGeom>
              <a:avLst/>
              <a:gdLst/>
              <a:ahLst/>
              <a:cxnLst/>
              <a:rect l="l" t="t" r="r" b="b"/>
              <a:pathLst>
                <a:path w="518" h="594" extrusionOk="0">
                  <a:moveTo>
                    <a:pt x="207" y="0"/>
                  </a:moveTo>
                  <a:cubicBezTo>
                    <a:pt x="200" y="10"/>
                    <a:pt x="200" y="10"/>
                    <a:pt x="200" y="10"/>
                  </a:cubicBezTo>
                  <a:cubicBezTo>
                    <a:pt x="216" y="25"/>
                    <a:pt x="216" y="25"/>
                    <a:pt x="216" y="25"/>
                  </a:cubicBezTo>
                  <a:cubicBezTo>
                    <a:pt x="217" y="33"/>
                    <a:pt x="217" y="33"/>
                    <a:pt x="217" y="33"/>
                  </a:cubicBezTo>
                  <a:cubicBezTo>
                    <a:pt x="226" y="51"/>
                    <a:pt x="226" y="51"/>
                    <a:pt x="226" y="51"/>
                  </a:cubicBezTo>
                  <a:cubicBezTo>
                    <a:pt x="220" y="65"/>
                    <a:pt x="220" y="65"/>
                    <a:pt x="220" y="65"/>
                  </a:cubicBezTo>
                  <a:cubicBezTo>
                    <a:pt x="222" y="94"/>
                    <a:pt x="222" y="94"/>
                    <a:pt x="222" y="94"/>
                  </a:cubicBezTo>
                  <a:cubicBezTo>
                    <a:pt x="206" y="100"/>
                    <a:pt x="206" y="100"/>
                    <a:pt x="206" y="100"/>
                  </a:cubicBezTo>
                  <a:cubicBezTo>
                    <a:pt x="199" y="124"/>
                    <a:pt x="199" y="124"/>
                    <a:pt x="199" y="124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194" y="156"/>
                    <a:pt x="194" y="156"/>
                    <a:pt x="194" y="156"/>
                  </a:cubicBezTo>
                  <a:cubicBezTo>
                    <a:pt x="183" y="162"/>
                    <a:pt x="183" y="162"/>
                    <a:pt x="183" y="162"/>
                  </a:cubicBezTo>
                  <a:cubicBezTo>
                    <a:pt x="171" y="154"/>
                    <a:pt x="171" y="154"/>
                    <a:pt x="171" y="154"/>
                  </a:cubicBezTo>
                  <a:cubicBezTo>
                    <a:pt x="170" y="204"/>
                    <a:pt x="170" y="204"/>
                    <a:pt x="170" y="204"/>
                  </a:cubicBezTo>
                  <a:cubicBezTo>
                    <a:pt x="151" y="204"/>
                    <a:pt x="151" y="204"/>
                    <a:pt x="151" y="204"/>
                  </a:cubicBezTo>
                  <a:cubicBezTo>
                    <a:pt x="150" y="212"/>
                    <a:pt x="150" y="212"/>
                    <a:pt x="150" y="212"/>
                  </a:cubicBezTo>
                  <a:cubicBezTo>
                    <a:pt x="132" y="216"/>
                    <a:pt x="132" y="216"/>
                    <a:pt x="132" y="216"/>
                  </a:cubicBezTo>
                  <a:cubicBezTo>
                    <a:pt x="115" y="228"/>
                    <a:pt x="115" y="228"/>
                    <a:pt x="115" y="228"/>
                  </a:cubicBezTo>
                  <a:cubicBezTo>
                    <a:pt x="109" y="244"/>
                    <a:pt x="109" y="244"/>
                    <a:pt x="109" y="244"/>
                  </a:cubicBezTo>
                  <a:cubicBezTo>
                    <a:pt x="98" y="249"/>
                    <a:pt x="98" y="249"/>
                    <a:pt x="98" y="249"/>
                  </a:cubicBezTo>
                  <a:cubicBezTo>
                    <a:pt x="84" y="251"/>
                    <a:pt x="84" y="251"/>
                    <a:pt x="84" y="251"/>
                  </a:cubicBezTo>
                  <a:cubicBezTo>
                    <a:pt x="71" y="237"/>
                    <a:pt x="71" y="237"/>
                    <a:pt x="71" y="237"/>
                  </a:cubicBezTo>
                  <a:cubicBezTo>
                    <a:pt x="72" y="222"/>
                    <a:pt x="72" y="222"/>
                    <a:pt x="72" y="222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29" y="276"/>
                    <a:pt x="29" y="276"/>
                    <a:pt x="29" y="276"/>
                  </a:cubicBezTo>
                  <a:cubicBezTo>
                    <a:pt x="74" y="274"/>
                    <a:pt x="74" y="274"/>
                    <a:pt x="74" y="274"/>
                  </a:cubicBezTo>
                  <a:cubicBezTo>
                    <a:pt x="74" y="331"/>
                    <a:pt x="74" y="331"/>
                    <a:pt x="74" y="331"/>
                  </a:cubicBezTo>
                  <a:cubicBezTo>
                    <a:pt x="61" y="373"/>
                    <a:pt x="61" y="373"/>
                    <a:pt x="61" y="373"/>
                  </a:cubicBezTo>
                  <a:cubicBezTo>
                    <a:pt x="39" y="404"/>
                    <a:pt x="39" y="404"/>
                    <a:pt x="39" y="404"/>
                  </a:cubicBezTo>
                  <a:cubicBezTo>
                    <a:pt x="35" y="440"/>
                    <a:pt x="35" y="440"/>
                    <a:pt x="35" y="440"/>
                  </a:cubicBezTo>
                  <a:cubicBezTo>
                    <a:pt x="60" y="470"/>
                    <a:pt x="60" y="470"/>
                    <a:pt x="60" y="470"/>
                  </a:cubicBezTo>
                  <a:cubicBezTo>
                    <a:pt x="66" y="495"/>
                    <a:pt x="66" y="495"/>
                    <a:pt x="66" y="495"/>
                  </a:cubicBezTo>
                  <a:cubicBezTo>
                    <a:pt x="60" y="521"/>
                    <a:pt x="60" y="521"/>
                    <a:pt x="60" y="521"/>
                  </a:cubicBezTo>
                  <a:cubicBezTo>
                    <a:pt x="49" y="544"/>
                    <a:pt x="49" y="544"/>
                    <a:pt x="49" y="544"/>
                  </a:cubicBezTo>
                  <a:cubicBezTo>
                    <a:pt x="74" y="587"/>
                    <a:pt x="74" y="587"/>
                    <a:pt x="74" y="587"/>
                  </a:cubicBezTo>
                  <a:cubicBezTo>
                    <a:pt x="216" y="587"/>
                    <a:pt x="216" y="587"/>
                    <a:pt x="216" y="587"/>
                  </a:cubicBezTo>
                  <a:cubicBezTo>
                    <a:pt x="216" y="587"/>
                    <a:pt x="216" y="587"/>
                    <a:pt x="216" y="587"/>
                  </a:cubicBezTo>
                  <a:cubicBezTo>
                    <a:pt x="217" y="586"/>
                    <a:pt x="217" y="586"/>
                    <a:pt x="217" y="586"/>
                  </a:cubicBezTo>
                  <a:cubicBezTo>
                    <a:pt x="518" y="594"/>
                    <a:pt x="518" y="594"/>
                    <a:pt x="518" y="594"/>
                  </a:cubicBezTo>
                  <a:cubicBezTo>
                    <a:pt x="517" y="593"/>
                    <a:pt x="517" y="593"/>
                    <a:pt x="517" y="593"/>
                  </a:cubicBezTo>
                  <a:cubicBezTo>
                    <a:pt x="494" y="533"/>
                    <a:pt x="494" y="533"/>
                    <a:pt x="494" y="533"/>
                  </a:cubicBezTo>
                  <a:cubicBezTo>
                    <a:pt x="482" y="512"/>
                    <a:pt x="482" y="512"/>
                    <a:pt x="482" y="512"/>
                  </a:cubicBezTo>
                  <a:cubicBezTo>
                    <a:pt x="450" y="488"/>
                    <a:pt x="450" y="488"/>
                    <a:pt x="450" y="488"/>
                  </a:cubicBezTo>
                  <a:cubicBezTo>
                    <a:pt x="441" y="494"/>
                    <a:pt x="441" y="494"/>
                    <a:pt x="441" y="494"/>
                  </a:cubicBezTo>
                  <a:cubicBezTo>
                    <a:pt x="427" y="489"/>
                    <a:pt x="427" y="489"/>
                    <a:pt x="427" y="489"/>
                  </a:cubicBezTo>
                  <a:cubicBezTo>
                    <a:pt x="411" y="485"/>
                    <a:pt x="411" y="485"/>
                    <a:pt x="411" y="485"/>
                  </a:cubicBezTo>
                  <a:cubicBezTo>
                    <a:pt x="401" y="468"/>
                    <a:pt x="401" y="468"/>
                    <a:pt x="401" y="468"/>
                  </a:cubicBezTo>
                  <a:cubicBezTo>
                    <a:pt x="377" y="468"/>
                    <a:pt x="377" y="468"/>
                    <a:pt x="377" y="468"/>
                  </a:cubicBezTo>
                  <a:cubicBezTo>
                    <a:pt x="339" y="461"/>
                    <a:pt x="339" y="461"/>
                    <a:pt x="339" y="461"/>
                  </a:cubicBezTo>
                  <a:cubicBezTo>
                    <a:pt x="339" y="461"/>
                    <a:pt x="323" y="451"/>
                    <a:pt x="318" y="451"/>
                  </a:cubicBezTo>
                  <a:cubicBezTo>
                    <a:pt x="314" y="451"/>
                    <a:pt x="322" y="421"/>
                    <a:pt x="322" y="421"/>
                  </a:cubicBezTo>
                  <a:cubicBezTo>
                    <a:pt x="322" y="377"/>
                    <a:pt x="322" y="377"/>
                    <a:pt x="322" y="377"/>
                  </a:cubicBezTo>
                  <a:cubicBezTo>
                    <a:pt x="317" y="349"/>
                    <a:pt x="317" y="349"/>
                    <a:pt x="317" y="349"/>
                  </a:cubicBezTo>
                  <a:cubicBezTo>
                    <a:pt x="301" y="333"/>
                    <a:pt x="301" y="333"/>
                    <a:pt x="301" y="333"/>
                  </a:cubicBezTo>
                  <a:cubicBezTo>
                    <a:pt x="292" y="290"/>
                    <a:pt x="292" y="290"/>
                    <a:pt x="292" y="290"/>
                  </a:cubicBezTo>
                  <a:cubicBezTo>
                    <a:pt x="298" y="263"/>
                    <a:pt x="298" y="263"/>
                    <a:pt x="298" y="263"/>
                  </a:cubicBezTo>
                  <a:cubicBezTo>
                    <a:pt x="309" y="256"/>
                    <a:pt x="309" y="256"/>
                    <a:pt x="309" y="256"/>
                  </a:cubicBezTo>
                  <a:cubicBezTo>
                    <a:pt x="325" y="268"/>
                    <a:pt x="325" y="268"/>
                    <a:pt x="325" y="268"/>
                  </a:cubicBezTo>
                  <a:cubicBezTo>
                    <a:pt x="348" y="266"/>
                    <a:pt x="348" y="266"/>
                    <a:pt x="348" y="266"/>
                  </a:cubicBezTo>
                  <a:cubicBezTo>
                    <a:pt x="364" y="249"/>
                    <a:pt x="364" y="249"/>
                    <a:pt x="364" y="249"/>
                  </a:cubicBezTo>
                  <a:cubicBezTo>
                    <a:pt x="398" y="233"/>
                    <a:pt x="398" y="233"/>
                    <a:pt x="398" y="233"/>
                  </a:cubicBezTo>
                  <a:cubicBezTo>
                    <a:pt x="389" y="204"/>
                    <a:pt x="389" y="204"/>
                    <a:pt x="389" y="204"/>
                  </a:cubicBezTo>
                  <a:cubicBezTo>
                    <a:pt x="370" y="188"/>
                    <a:pt x="370" y="188"/>
                    <a:pt x="370" y="188"/>
                  </a:cubicBezTo>
                  <a:cubicBezTo>
                    <a:pt x="350" y="162"/>
                    <a:pt x="350" y="162"/>
                    <a:pt x="350" y="162"/>
                  </a:cubicBezTo>
                  <a:cubicBezTo>
                    <a:pt x="346" y="133"/>
                    <a:pt x="346" y="133"/>
                    <a:pt x="346" y="133"/>
                  </a:cubicBezTo>
                  <a:cubicBezTo>
                    <a:pt x="349" y="113"/>
                    <a:pt x="349" y="113"/>
                    <a:pt x="349" y="113"/>
                  </a:cubicBezTo>
                  <a:cubicBezTo>
                    <a:pt x="379" y="105"/>
                    <a:pt x="379" y="105"/>
                    <a:pt x="379" y="105"/>
                  </a:cubicBezTo>
                  <a:cubicBezTo>
                    <a:pt x="408" y="122"/>
                    <a:pt x="408" y="122"/>
                    <a:pt x="408" y="122"/>
                  </a:cubicBezTo>
                  <a:cubicBezTo>
                    <a:pt x="419" y="101"/>
                    <a:pt x="419" y="101"/>
                    <a:pt x="419" y="101"/>
                  </a:cubicBezTo>
                  <a:cubicBezTo>
                    <a:pt x="421" y="69"/>
                    <a:pt x="421" y="69"/>
                    <a:pt x="421" y="69"/>
                  </a:cubicBezTo>
                  <a:cubicBezTo>
                    <a:pt x="394" y="61"/>
                    <a:pt x="394" y="61"/>
                    <a:pt x="394" y="61"/>
                  </a:cubicBezTo>
                  <a:cubicBezTo>
                    <a:pt x="375" y="50"/>
                    <a:pt x="375" y="50"/>
                    <a:pt x="375" y="50"/>
                  </a:cubicBezTo>
                  <a:cubicBezTo>
                    <a:pt x="344" y="50"/>
                    <a:pt x="344" y="50"/>
                    <a:pt x="344" y="50"/>
                  </a:cubicBezTo>
                  <a:cubicBezTo>
                    <a:pt x="326" y="39"/>
                    <a:pt x="326" y="39"/>
                    <a:pt x="326" y="39"/>
                  </a:cubicBezTo>
                  <a:cubicBezTo>
                    <a:pt x="288" y="12"/>
                    <a:pt x="288" y="12"/>
                    <a:pt x="288" y="12"/>
                  </a:cubicBezTo>
                  <a:cubicBezTo>
                    <a:pt x="273" y="25"/>
                    <a:pt x="273" y="25"/>
                    <a:pt x="273" y="25"/>
                  </a:cubicBezTo>
                  <a:cubicBezTo>
                    <a:pt x="242" y="35"/>
                    <a:pt x="242" y="35"/>
                    <a:pt x="242" y="35"/>
                  </a:cubicBezTo>
                  <a:lnTo>
                    <a:pt x="207" y="0"/>
                  </a:lnTo>
                  <a:close/>
                </a:path>
              </a:pathLst>
            </a:custGeom>
            <a:solidFill>
              <a:srgbClr val="38761D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18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g3a7c27a084b_1_405"/>
            <p:cNvSpPr/>
            <p:nvPr/>
          </p:nvSpPr>
          <p:spPr>
            <a:xfrm>
              <a:off x="5360988" y="2881313"/>
              <a:ext cx="661988" cy="757237"/>
            </a:xfrm>
            <a:custGeom>
              <a:avLst/>
              <a:gdLst/>
              <a:ahLst/>
              <a:cxnLst/>
              <a:rect l="l" t="t" r="r" b="b"/>
              <a:pathLst>
                <a:path w="317" h="363" extrusionOk="0">
                  <a:moveTo>
                    <a:pt x="296" y="0"/>
                  </a:moveTo>
                  <a:cubicBezTo>
                    <a:pt x="285" y="8"/>
                    <a:pt x="285" y="8"/>
                    <a:pt x="285" y="8"/>
                  </a:cubicBezTo>
                  <a:cubicBezTo>
                    <a:pt x="264" y="9"/>
                    <a:pt x="264" y="9"/>
                    <a:pt x="264" y="9"/>
                  </a:cubicBezTo>
                  <a:cubicBezTo>
                    <a:pt x="268" y="17"/>
                    <a:pt x="268" y="17"/>
                    <a:pt x="268" y="17"/>
                  </a:cubicBezTo>
                  <a:cubicBezTo>
                    <a:pt x="246" y="12"/>
                    <a:pt x="246" y="12"/>
                    <a:pt x="246" y="12"/>
                  </a:cubicBezTo>
                  <a:cubicBezTo>
                    <a:pt x="240" y="23"/>
                    <a:pt x="240" y="23"/>
                    <a:pt x="240" y="23"/>
                  </a:cubicBezTo>
                  <a:cubicBezTo>
                    <a:pt x="252" y="31"/>
                    <a:pt x="252" y="31"/>
                    <a:pt x="252" y="31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35" y="34"/>
                    <a:pt x="235" y="34"/>
                    <a:pt x="235" y="34"/>
                  </a:cubicBezTo>
                  <a:cubicBezTo>
                    <a:pt x="229" y="37"/>
                    <a:pt x="229" y="37"/>
                    <a:pt x="229" y="37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198" y="41"/>
                    <a:pt x="198" y="41"/>
                    <a:pt x="198" y="41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3" y="29"/>
                    <a:pt x="93" y="29"/>
                    <a:pt x="93" y="29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51" y="56"/>
                    <a:pt x="51" y="56"/>
                    <a:pt x="51" y="56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82" y="75"/>
                    <a:pt x="82" y="75"/>
                    <a:pt x="82" y="75"/>
                  </a:cubicBezTo>
                  <a:cubicBezTo>
                    <a:pt x="93" y="101"/>
                    <a:pt x="93" y="101"/>
                    <a:pt x="93" y="101"/>
                  </a:cubicBezTo>
                  <a:cubicBezTo>
                    <a:pt x="91" y="141"/>
                    <a:pt x="91" y="141"/>
                    <a:pt x="91" y="141"/>
                  </a:cubicBezTo>
                  <a:cubicBezTo>
                    <a:pt x="71" y="153"/>
                    <a:pt x="71" y="153"/>
                    <a:pt x="71" y="153"/>
                  </a:cubicBezTo>
                  <a:cubicBezTo>
                    <a:pt x="70" y="168"/>
                    <a:pt x="70" y="168"/>
                    <a:pt x="70" y="168"/>
                  </a:cubicBezTo>
                  <a:cubicBezTo>
                    <a:pt x="59" y="172"/>
                    <a:pt x="59" y="172"/>
                    <a:pt x="59" y="172"/>
                  </a:cubicBezTo>
                  <a:cubicBezTo>
                    <a:pt x="49" y="184"/>
                    <a:pt x="49" y="184"/>
                    <a:pt x="49" y="184"/>
                  </a:cubicBezTo>
                  <a:cubicBezTo>
                    <a:pt x="75" y="192"/>
                    <a:pt x="75" y="192"/>
                    <a:pt x="75" y="192"/>
                  </a:cubicBezTo>
                  <a:cubicBezTo>
                    <a:pt x="73" y="224"/>
                    <a:pt x="73" y="224"/>
                    <a:pt x="73" y="224"/>
                  </a:cubicBezTo>
                  <a:cubicBezTo>
                    <a:pt x="62" y="245"/>
                    <a:pt x="62" y="245"/>
                    <a:pt x="62" y="245"/>
                  </a:cubicBezTo>
                  <a:cubicBezTo>
                    <a:pt x="33" y="228"/>
                    <a:pt x="33" y="228"/>
                    <a:pt x="33" y="228"/>
                  </a:cubicBezTo>
                  <a:cubicBezTo>
                    <a:pt x="3" y="236"/>
                    <a:pt x="3" y="236"/>
                    <a:pt x="3" y="236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4" y="285"/>
                    <a:pt x="4" y="285"/>
                    <a:pt x="4" y="285"/>
                  </a:cubicBezTo>
                  <a:cubicBezTo>
                    <a:pt x="24" y="311"/>
                    <a:pt x="24" y="311"/>
                    <a:pt x="24" y="311"/>
                  </a:cubicBezTo>
                  <a:cubicBezTo>
                    <a:pt x="43" y="327"/>
                    <a:pt x="43" y="327"/>
                    <a:pt x="43" y="327"/>
                  </a:cubicBezTo>
                  <a:cubicBezTo>
                    <a:pt x="50" y="350"/>
                    <a:pt x="50" y="350"/>
                    <a:pt x="50" y="350"/>
                  </a:cubicBezTo>
                  <a:cubicBezTo>
                    <a:pt x="56" y="355"/>
                    <a:pt x="63" y="360"/>
                    <a:pt x="63" y="360"/>
                  </a:cubicBezTo>
                  <a:cubicBezTo>
                    <a:pt x="107" y="363"/>
                    <a:pt x="107" y="363"/>
                    <a:pt x="107" y="363"/>
                  </a:cubicBezTo>
                  <a:cubicBezTo>
                    <a:pt x="126" y="358"/>
                    <a:pt x="126" y="358"/>
                    <a:pt x="126" y="358"/>
                  </a:cubicBezTo>
                  <a:cubicBezTo>
                    <a:pt x="131" y="334"/>
                    <a:pt x="131" y="334"/>
                    <a:pt x="131" y="334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63" y="341"/>
                    <a:pt x="163" y="341"/>
                    <a:pt x="163" y="341"/>
                  </a:cubicBezTo>
                  <a:cubicBezTo>
                    <a:pt x="169" y="329"/>
                    <a:pt x="169" y="329"/>
                    <a:pt x="169" y="329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207" y="314"/>
                    <a:pt x="207" y="314"/>
                    <a:pt x="207" y="314"/>
                  </a:cubicBezTo>
                  <a:cubicBezTo>
                    <a:pt x="221" y="324"/>
                    <a:pt x="221" y="324"/>
                    <a:pt x="221" y="324"/>
                  </a:cubicBezTo>
                  <a:cubicBezTo>
                    <a:pt x="241" y="301"/>
                    <a:pt x="241" y="301"/>
                    <a:pt x="241" y="301"/>
                  </a:cubicBezTo>
                  <a:cubicBezTo>
                    <a:pt x="257" y="294"/>
                    <a:pt x="257" y="294"/>
                    <a:pt x="257" y="294"/>
                  </a:cubicBezTo>
                  <a:cubicBezTo>
                    <a:pt x="273" y="284"/>
                    <a:pt x="273" y="284"/>
                    <a:pt x="273" y="284"/>
                  </a:cubicBezTo>
                  <a:cubicBezTo>
                    <a:pt x="271" y="261"/>
                    <a:pt x="271" y="261"/>
                    <a:pt x="271" y="261"/>
                  </a:cubicBezTo>
                  <a:cubicBezTo>
                    <a:pt x="269" y="239"/>
                    <a:pt x="269" y="239"/>
                    <a:pt x="269" y="239"/>
                  </a:cubicBezTo>
                  <a:cubicBezTo>
                    <a:pt x="274" y="224"/>
                    <a:pt x="274" y="224"/>
                    <a:pt x="274" y="224"/>
                  </a:cubicBezTo>
                  <a:cubicBezTo>
                    <a:pt x="276" y="205"/>
                    <a:pt x="276" y="205"/>
                    <a:pt x="276" y="205"/>
                  </a:cubicBezTo>
                  <a:cubicBezTo>
                    <a:pt x="280" y="188"/>
                    <a:pt x="280" y="188"/>
                    <a:pt x="280" y="188"/>
                  </a:cubicBezTo>
                  <a:cubicBezTo>
                    <a:pt x="279" y="174"/>
                    <a:pt x="279" y="174"/>
                    <a:pt x="279" y="174"/>
                  </a:cubicBezTo>
                  <a:cubicBezTo>
                    <a:pt x="286" y="142"/>
                    <a:pt x="286" y="142"/>
                    <a:pt x="286" y="142"/>
                  </a:cubicBezTo>
                  <a:cubicBezTo>
                    <a:pt x="286" y="118"/>
                    <a:pt x="286" y="118"/>
                    <a:pt x="286" y="118"/>
                  </a:cubicBezTo>
                  <a:cubicBezTo>
                    <a:pt x="286" y="106"/>
                    <a:pt x="286" y="106"/>
                    <a:pt x="286" y="106"/>
                  </a:cubicBezTo>
                  <a:cubicBezTo>
                    <a:pt x="297" y="97"/>
                    <a:pt x="297" y="97"/>
                    <a:pt x="297" y="97"/>
                  </a:cubicBezTo>
                  <a:cubicBezTo>
                    <a:pt x="303" y="77"/>
                    <a:pt x="303" y="77"/>
                    <a:pt x="303" y="77"/>
                  </a:cubicBezTo>
                  <a:cubicBezTo>
                    <a:pt x="317" y="59"/>
                    <a:pt x="317" y="59"/>
                    <a:pt x="317" y="59"/>
                  </a:cubicBezTo>
                  <a:cubicBezTo>
                    <a:pt x="317" y="46"/>
                    <a:pt x="317" y="46"/>
                    <a:pt x="317" y="46"/>
                  </a:cubicBezTo>
                  <a:cubicBezTo>
                    <a:pt x="315" y="22"/>
                    <a:pt x="315" y="22"/>
                    <a:pt x="315" y="22"/>
                  </a:cubicBezTo>
                  <a:cubicBezTo>
                    <a:pt x="313" y="20"/>
                    <a:pt x="313" y="20"/>
                    <a:pt x="313" y="20"/>
                  </a:cubicBezTo>
                  <a:cubicBezTo>
                    <a:pt x="298" y="20"/>
                    <a:pt x="298" y="20"/>
                    <a:pt x="298" y="20"/>
                  </a:cubicBezTo>
                  <a:cubicBezTo>
                    <a:pt x="304" y="4"/>
                    <a:pt x="304" y="4"/>
                    <a:pt x="304" y="4"/>
                  </a:cubicBezTo>
                  <a:lnTo>
                    <a:pt x="296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g3a7c27a084b_1_405"/>
            <p:cNvSpPr/>
            <p:nvPr/>
          </p:nvSpPr>
          <p:spPr>
            <a:xfrm>
              <a:off x="5375275" y="2201863"/>
              <a:ext cx="973138" cy="771525"/>
            </a:xfrm>
            <a:custGeom>
              <a:avLst/>
              <a:gdLst/>
              <a:ahLst/>
              <a:cxnLst/>
              <a:rect l="l" t="t" r="r" b="b"/>
              <a:pathLst>
                <a:path w="466" h="369" extrusionOk="0">
                  <a:moveTo>
                    <a:pt x="382" y="0"/>
                  </a:moveTo>
                  <a:cubicBezTo>
                    <a:pt x="368" y="1"/>
                    <a:pt x="368" y="1"/>
                    <a:pt x="368" y="1"/>
                  </a:cubicBezTo>
                  <a:cubicBezTo>
                    <a:pt x="349" y="7"/>
                    <a:pt x="349" y="7"/>
                    <a:pt x="349" y="7"/>
                  </a:cubicBezTo>
                  <a:cubicBezTo>
                    <a:pt x="346" y="23"/>
                    <a:pt x="346" y="23"/>
                    <a:pt x="346" y="23"/>
                  </a:cubicBezTo>
                  <a:cubicBezTo>
                    <a:pt x="341" y="45"/>
                    <a:pt x="341" y="45"/>
                    <a:pt x="341" y="45"/>
                  </a:cubicBezTo>
                  <a:cubicBezTo>
                    <a:pt x="341" y="61"/>
                    <a:pt x="341" y="61"/>
                    <a:pt x="341" y="61"/>
                  </a:cubicBezTo>
                  <a:cubicBezTo>
                    <a:pt x="338" y="66"/>
                    <a:pt x="338" y="66"/>
                    <a:pt x="338" y="66"/>
                  </a:cubicBezTo>
                  <a:cubicBezTo>
                    <a:pt x="320" y="67"/>
                    <a:pt x="320" y="67"/>
                    <a:pt x="320" y="67"/>
                  </a:cubicBezTo>
                  <a:cubicBezTo>
                    <a:pt x="313" y="76"/>
                    <a:pt x="313" y="76"/>
                    <a:pt x="313" y="76"/>
                  </a:cubicBezTo>
                  <a:cubicBezTo>
                    <a:pt x="319" y="100"/>
                    <a:pt x="319" y="100"/>
                    <a:pt x="319" y="100"/>
                  </a:cubicBezTo>
                  <a:cubicBezTo>
                    <a:pt x="317" y="136"/>
                    <a:pt x="317" y="136"/>
                    <a:pt x="317" y="136"/>
                  </a:cubicBezTo>
                  <a:cubicBezTo>
                    <a:pt x="317" y="143"/>
                    <a:pt x="317" y="143"/>
                    <a:pt x="317" y="143"/>
                  </a:cubicBezTo>
                  <a:cubicBezTo>
                    <a:pt x="318" y="155"/>
                    <a:pt x="318" y="155"/>
                    <a:pt x="318" y="155"/>
                  </a:cubicBezTo>
                  <a:cubicBezTo>
                    <a:pt x="294" y="165"/>
                    <a:pt x="294" y="165"/>
                    <a:pt x="294" y="165"/>
                  </a:cubicBezTo>
                  <a:cubicBezTo>
                    <a:pt x="284" y="184"/>
                    <a:pt x="284" y="184"/>
                    <a:pt x="284" y="184"/>
                  </a:cubicBezTo>
                  <a:cubicBezTo>
                    <a:pt x="270" y="176"/>
                    <a:pt x="270" y="176"/>
                    <a:pt x="270" y="176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49" y="176"/>
                    <a:pt x="249" y="176"/>
                    <a:pt x="249" y="176"/>
                  </a:cubicBezTo>
                  <a:cubicBezTo>
                    <a:pt x="244" y="164"/>
                    <a:pt x="244" y="164"/>
                    <a:pt x="244" y="164"/>
                  </a:cubicBezTo>
                  <a:cubicBezTo>
                    <a:pt x="255" y="144"/>
                    <a:pt x="255" y="144"/>
                    <a:pt x="255" y="144"/>
                  </a:cubicBezTo>
                  <a:cubicBezTo>
                    <a:pt x="249" y="134"/>
                    <a:pt x="249" y="134"/>
                    <a:pt x="249" y="134"/>
                  </a:cubicBezTo>
                  <a:cubicBezTo>
                    <a:pt x="234" y="149"/>
                    <a:pt x="234" y="149"/>
                    <a:pt x="234" y="149"/>
                  </a:cubicBezTo>
                  <a:cubicBezTo>
                    <a:pt x="218" y="143"/>
                    <a:pt x="218" y="143"/>
                    <a:pt x="218" y="143"/>
                  </a:cubicBezTo>
                  <a:cubicBezTo>
                    <a:pt x="189" y="159"/>
                    <a:pt x="189" y="159"/>
                    <a:pt x="189" y="159"/>
                  </a:cubicBezTo>
                  <a:cubicBezTo>
                    <a:pt x="157" y="155"/>
                    <a:pt x="157" y="155"/>
                    <a:pt x="157" y="155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25" y="157"/>
                    <a:pt x="125" y="157"/>
                    <a:pt x="125" y="157"/>
                  </a:cubicBezTo>
                  <a:cubicBezTo>
                    <a:pt x="112" y="154"/>
                    <a:pt x="112" y="154"/>
                    <a:pt x="112" y="154"/>
                  </a:cubicBezTo>
                  <a:cubicBezTo>
                    <a:pt x="103" y="190"/>
                    <a:pt x="103" y="190"/>
                    <a:pt x="103" y="190"/>
                  </a:cubicBezTo>
                  <a:cubicBezTo>
                    <a:pt x="106" y="216"/>
                    <a:pt x="106" y="216"/>
                    <a:pt x="106" y="216"/>
                  </a:cubicBezTo>
                  <a:cubicBezTo>
                    <a:pt x="96" y="226"/>
                    <a:pt x="96" y="226"/>
                    <a:pt x="96" y="226"/>
                  </a:cubicBezTo>
                  <a:cubicBezTo>
                    <a:pt x="66" y="227"/>
                    <a:pt x="66" y="227"/>
                    <a:pt x="66" y="227"/>
                  </a:cubicBezTo>
                  <a:cubicBezTo>
                    <a:pt x="59" y="234"/>
                    <a:pt x="59" y="234"/>
                    <a:pt x="59" y="234"/>
                  </a:cubicBezTo>
                  <a:cubicBezTo>
                    <a:pt x="48" y="223"/>
                    <a:pt x="48" y="223"/>
                    <a:pt x="48" y="223"/>
                  </a:cubicBezTo>
                  <a:cubicBezTo>
                    <a:pt x="25" y="225"/>
                    <a:pt x="25" y="225"/>
                    <a:pt x="25" y="225"/>
                  </a:cubicBezTo>
                  <a:cubicBezTo>
                    <a:pt x="20" y="229"/>
                    <a:pt x="20" y="229"/>
                    <a:pt x="20" y="229"/>
                  </a:cubicBezTo>
                  <a:cubicBezTo>
                    <a:pt x="33" y="255"/>
                    <a:pt x="33" y="255"/>
                    <a:pt x="33" y="255"/>
                  </a:cubicBezTo>
                  <a:cubicBezTo>
                    <a:pt x="25" y="260"/>
                    <a:pt x="25" y="260"/>
                    <a:pt x="25" y="260"/>
                  </a:cubicBezTo>
                  <a:cubicBezTo>
                    <a:pt x="2" y="254"/>
                    <a:pt x="2" y="254"/>
                    <a:pt x="2" y="254"/>
                  </a:cubicBezTo>
                  <a:cubicBezTo>
                    <a:pt x="2" y="254"/>
                    <a:pt x="0" y="255"/>
                    <a:pt x="0" y="255"/>
                  </a:cubicBezTo>
                  <a:cubicBezTo>
                    <a:pt x="6" y="275"/>
                    <a:pt x="6" y="275"/>
                    <a:pt x="6" y="275"/>
                  </a:cubicBezTo>
                  <a:cubicBezTo>
                    <a:pt x="33" y="290"/>
                    <a:pt x="33" y="290"/>
                    <a:pt x="33" y="290"/>
                  </a:cubicBezTo>
                  <a:cubicBezTo>
                    <a:pt x="35" y="312"/>
                    <a:pt x="35" y="312"/>
                    <a:pt x="35" y="312"/>
                  </a:cubicBezTo>
                  <a:cubicBezTo>
                    <a:pt x="58" y="332"/>
                    <a:pt x="58" y="332"/>
                    <a:pt x="58" y="332"/>
                  </a:cubicBezTo>
                  <a:cubicBezTo>
                    <a:pt x="66" y="356"/>
                    <a:pt x="66" y="356"/>
                    <a:pt x="66" y="356"/>
                  </a:cubicBezTo>
                  <a:cubicBezTo>
                    <a:pt x="66" y="357"/>
                    <a:pt x="66" y="357"/>
                    <a:pt x="66" y="357"/>
                  </a:cubicBezTo>
                  <a:cubicBezTo>
                    <a:pt x="69" y="355"/>
                    <a:pt x="69" y="355"/>
                    <a:pt x="69" y="355"/>
                  </a:cubicBezTo>
                  <a:cubicBezTo>
                    <a:pt x="86" y="354"/>
                    <a:pt x="86" y="354"/>
                    <a:pt x="86" y="354"/>
                  </a:cubicBezTo>
                  <a:cubicBezTo>
                    <a:pt x="101" y="349"/>
                    <a:pt x="101" y="349"/>
                    <a:pt x="101" y="349"/>
                  </a:cubicBezTo>
                  <a:cubicBezTo>
                    <a:pt x="114" y="350"/>
                    <a:pt x="114" y="350"/>
                    <a:pt x="114" y="350"/>
                  </a:cubicBezTo>
                  <a:cubicBezTo>
                    <a:pt x="136" y="369"/>
                    <a:pt x="136" y="369"/>
                    <a:pt x="136" y="369"/>
                  </a:cubicBezTo>
                  <a:cubicBezTo>
                    <a:pt x="173" y="361"/>
                    <a:pt x="173" y="361"/>
                    <a:pt x="173" y="361"/>
                  </a:cubicBezTo>
                  <a:cubicBezTo>
                    <a:pt x="191" y="366"/>
                    <a:pt x="191" y="366"/>
                    <a:pt x="191" y="366"/>
                  </a:cubicBezTo>
                  <a:cubicBezTo>
                    <a:pt x="202" y="360"/>
                    <a:pt x="202" y="360"/>
                    <a:pt x="202" y="360"/>
                  </a:cubicBezTo>
                  <a:cubicBezTo>
                    <a:pt x="222" y="362"/>
                    <a:pt x="222" y="362"/>
                    <a:pt x="222" y="362"/>
                  </a:cubicBezTo>
                  <a:cubicBezTo>
                    <a:pt x="228" y="359"/>
                    <a:pt x="228" y="359"/>
                    <a:pt x="228" y="359"/>
                  </a:cubicBezTo>
                  <a:cubicBezTo>
                    <a:pt x="240" y="361"/>
                    <a:pt x="240" y="361"/>
                    <a:pt x="240" y="361"/>
                  </a:cubicBezTo>
                  <a:cubicBezTo>
                    <a:pt x="245" y="356"/>
                    <a:pt x="245" y="356"/>
                    <a:pt x="245" y="356"/>
                  </a:cubicBezTo>
                  <a:cubicBezTo>
                    <a:pt x="233" y="348"/>
                    <a:pt x="233" y="348"/>
                    <a:pt x="233" y="348"/>
                  </a:cubicBezTo>
                  <a:cubicBezTo>
                    <a:pt x="239" y="337"/>
                    <a:pt x="239" y="337"/>
                    <a:pt x="239" y="337"/>
                  </a:cubicBezTo>
                  <a:cubicBezTo>
                    <a:pt x="261" y="342"/>
                    <a:pt x="261" y="342"/>
                    <a:pt x="261" y="342"/>
                  </a:cubicBezTo>
                  <a:cubicBezTo>
                    <a:pt x="257" y="334"/>
                    <a:pt x="257" y="334"/>
                    <a:pt x="257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89" y="325"/>
                    <a:pt x="289" y="325"/>
                    <a:pt x="289" y="325"/>
                  </a:cubicBezTo>
                  <a:cubicBezTo>
                    <a:pt x="297" y="329"/>
                    <a:pt x="297" y="329"/>
                    <a:pt x="297" y="329"/>
                  </a:cubicBezTo>
                  <a:cubicBezTo>
                    <a:pt x="291" y="345"/>
                    <a:pt x="291" y="345"/>
                    <a:pt x="291" y="345"/>
                  </a:cubicBezTo>
                  <a:cubicBezTo>
                    <a:pt x="306" y="345"/>
                    <a:pt x="306" y="345"/>
                    <a:pt x="306" y="345"/>
                  </a:cubicBezTo>
                  <a:cubicBezTo>
                    <a:pt x="308" y="347"/>
                    <a:pt x="308" y="347"/>
                    <a:pt x="308" y="347"/>
                  </a:cubicBezTo>
                  <a:cubicBezTo>
                    <a:pt x="308" y="347"/>
                    <a:pt x="308" y="347"/>
                    <a:pt x="308" y="347"/>
                  </a:cubicBezTo>
                  <a:cubicBezTo>
                    <a:pt x="330" y="337"/>
                    <a:pt x="330" y="337"/>
                    <a:pt x="330" y="337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51" y="304"/>
                    <a:pt x="351" y="304"/>
                    <a:pt x="351" y="304"/>
                  </a:cubicBezTo>
                  <a:cubicBezTo>
                    <a:pt x="369" y="300"/>
                    <a:pt x="369" y="300"/>
                    <a:pt x="369" y="300"/>
                  </a:cubicBezTo>
                  <a:cubicBezTo>
                    <a:pt x="370" y="300"/>
                    <a:pt x="370" y="300"/>
                    <a:pt x="370" y="300"/>
                  </a:cubicBezTo>
                  <a:cubicBezTo>
                    <a:pt x="364" y="294"/>
                    <a:pt x="364" y="294"/>
                    <a:pt x="364" y="294"/>
                  </a:cubicBezTo>
                  <a:cubicBezTo>
                    <a:pt x="360" y="293"/>
                    <a:pt x="360" y="293"/>
                    <a:pt x="360" y="293"/>
                  </a:cubicBezTo>
                  <a:cubicBezTo>
                    <a:pt x="361" y="286"/>
                    <a:pt x="361" y="286"/>
                    <a:pt x="361" y="286"/>
                  </a:cubicBezTo>
                  <a:cubicBezTo>
                    <a:pt x="370" y="275"/>
                    <a:pt x="370" y="275"/>
                    <a:pt x="370" y="275"/>
                  </a:cubicBezTo>
                  <a:cubicBezTo>
                    <a:pt x="373" y="264"/>
                    <a:pt x="373" y="264"/>
                    <a:pt x="373" y="264"/>
                  </a:cubicBezTo>
                  <a:cubicBezTo>
                    <a:pt x="384" y="254"/>
                    <a:pt x="384" y="254"/>
                    <a:pt x="384" y="254"/>
                  </a:cubicBezTo>
                  <a:cubicBezTo>
                    <a:pt x="411" y="229"/>
                    <a:pt x="411" y="229"/>
                    <a:pt x="411" y="229"/>
                  </a:cubicBezTo>
                  <a:cubicBezTo>
                    <a:pt x="427" y="212"/>
                    <a:pt x="427" y="212"/>
                    <a:pt x="427" y="212"/>
                  </a:cubicBezTo>
                  <a:cubicBezTo>
                    <a:pt x="432" y="212"/>
                    <a:pt x="432" y="212"/>
                    <a:pt x="432" y="212"/>
                  </a:cubicBezTo>
                  <a:cubicBezTo>
                    <a:pt x="446" y="202"/>
                    <a:pt x="446" y="202"/>
                    <a:pt x="446" y="202"/>
                  </a:cubicBezTo>
                  <a:cubicBezTo>
                    <a:pt x="460" y="190"/>
                    <a:pt x="460" y="190"/>
                    <a:pt x="460" y="190"/>
                  </a:cubicBezTo>
                  <a:cubicBezTo>
                    <a:pt x="466" y="183"/>
                    <a:pt x="466" y="183"/>
                    <a:pt x="466" y="183"/>
                  </a:cubicBezTo>
                  <a:cubicBezTo>
                    <a:pt x="466" y="183"/>
                    <a:pt x="466" y="183"/>
                    <a:pt x="466" y="183"/>
                  </a:cubicBezTo>
                  <a:cubicBezTo>
                    <a:pt x="458" y="170"/>
                    <a:pt x="458" y="170"/>
                    <a:pt x="458" y="170"/>
                  </a:cubicBezTo>
                  <a:cubicBezTo>
                    <a:pt x="446" y="170"/>
                    <a:pt x="446" y="170"/>
                    <a:pt x="446" y="170"/>
                  </a:cubicBezTo>
                  <a:cubicBezTo>
                    <a:pt x="429" y="154"/>
                    <a:pt x="429" y="154"/>
                    <a:pt x="429" y="154"/>
                  </a:cubicBezTo>
                  <a:cubicBezTo>
                    <a:pt x="423" y="166"/>
                    <a:pt x="423" y="166"/>
                    <a:pt x="423" y="166"/>
                  </a:cubicBezTo>
                  <a:cubicBezTo>
                    <a:pt x="413" y="157"/>
                    <a:pt x="413" y="157"/>
                    <a:pt x="413" y="157"/>
                  </a:cubicBezTo>
                  <a:cubicBezTo>
                    <a:pt x="402" y="147"/>
                    <a:pt x="402" y="147"/>
                    <a:pt x="402" y="147"/>
                  </a:cubicBezTo>
                  <a:cubicBezTo>
                    <a:pt x="410" y="126"/>
                    <a:pt x="410" y="126"/>
                    <a:pt x="410" y="126"/>
                  </a:cubicBezTo>
                  <a:cubicBezTo>
                    <a:pt x="419" y="103"/>
                    <a:pt x="419" y="103"/>
                    <a:pt x="419" y="103"/>
                  </a:cubicBezTo>
                  <a:cubicBezTo>
                    <a:pt x="406" y="84"/>
                    <a:pt x="406" y="84"/>
                    <a:pt x="406" y="84"/>
                  </a:cubicBezTo>
                  <a:cubicBezTo>
                    <a:pt x="407" y="62"/>
                    <a:pt x="407" y="62"/>
                    <a:pt x="407" y="62"/>
                  </a:cubicBezTo>
                  <a:cubicBezTo>
                    <a:pt x="421" y="45"/>
                    <a:pt x="421" y="45"/>
                    <a:pt x="421" y="45"/>
                  </a:cubicBezTo>
                  <a:cubicBezTo>
                    <a:pt x="424" y="31"/>
                    <a:pt x="424" y="31"/>
                    <a:pt x="424" y="31"/>
                  </a:cubicBezTo>
                  <a:cubicBezTo>
                    <a:pt x="416" y="26"/>
                    <a:pt x="416" y="26"/>
                    <a:pt x="416" y="26"/>
                  </a:cubicBezTo>
                  <a:cubicBezTo>
                    <a:pt x="408" y="7"/>
                    <a:pt x="408" y="7"/>
                    <a:pt x="408" y="7"/>
                  </a:cubicBezTo>
                  <a:cubicBezTo>
                    <a:pt x="400" y="7"/>
                    <a:pt x="400" y="7"/>
                    <a:pt x="400" y="7"/>
                  </a:cubicBezTo>
                  <a:cubicBezTo>
                    <a:pt x="384" y="12"/>
                    <a:pt x="384" y="12"/>
                    <a:pt x="384" y="12"/>
                  </a:cubicBezTo>
                  <a:lnTo>
                    <a:pt x="382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g3a7c27a084b_1_405"/>
            <p:cNvSpPr/>
            <p:nvPr/>
          </p:nvSpPr>
          <p:spPr>
            <a:xfrm>
              <a:off x="5237163" y="1825625"/>
              <a:ext cx="936625" cy="919162"/>
            </a:xfrm>
            <a:custGeom>
              <a:avLst/>
              <a:gdLst/>
              <a:ahLst/>
              <a:cxnLst/>
              <a:rect l="l" t="t" r="r" b="b"/>
              <a:pathLst>
                <a:path w="448" h="440" extrusionOk="0">
                  <a:moveTo>
                    <a:pt x="34" y="0"/>
                  </a:moveTo>
                  <a:cubicBezTo>
                    <a:pt x="12" y="11"/>
                    <a:pt x="12" y="11"/>
                    <a:pt x="12" y="1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27" y="73"/>
                    <a:pt x="27" y="73"/>
                    <a:pt x="27" y="73"/>
                  </a:cubicBezTo>
                  <a:cubicBezTo>
                    <a:pt x="41" y="87"/>
                    <a:pt x="41" y="87"/>
                    <a:pt x="41" y="87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39" y="147"/>
                    <a:pt x="39" y="147"/>
                    <a:pt x="39" y="147"/>
                  </a:cubicBezTo>
                  <a:cubicBezTo>
                    <a:pt x="49" y="169"/>
                    <a:pt x="49" y="169"/>
                    <a:pt x="49" y="169"/>
                  </a:cubicBezTo>
                  <a:cubicBezTo>
                    <a:pt x="39" y="213"/>
                    <a:pt x="39" y="213"/>
                    <a:pt x="39" y="213"/>
                  </a:cubicBezTo>
                  <a:cubicBezTo>
                    <a:pt x="41" y="222"/>
                    <a:pt x="41" y="222"/>
                    <a:pt x="41" y="222"/>
                  </a:cubicBezTo>
                  <a:cubicBezTo>
                    <a:pt x="62" y="220"/>
                    <a:pt x="62" y="220"/>
                    <a:pt x="62" y="220"/>
                  </a:cubicBezTo>
                  <a:cubicBezTo>
                    <a:pt x="78" y="226"/>
                    <a:pt x="78" y="226"/>
                    <a:pt x="78" y="226"/>
                  </a:cubicBezTo>
                  <a:cubicBezTo>
                    <a:pt x="84" y="246"/>
                    <a:pt x="84" y="246"/>
                    <a:pt x="84" y="246"/>
                  </a:cubicBezTo>
                  <a:cubicBezTo>
                    <a:pt x="77" y="255"/>
                    <a:pt x="77" y="255"/>
                    <a:pt x="77" y="255"/>
                  </a:cubicBezTo>
                  <a:cubicBezTo>
                    <a:pt x="74" y="267"/>
                    <a:pt x="74" y="267"/>
                    <a:pt x="74" y="267"/>
                  </a:cubicBezTo>
                  <a:cubicBezTo>
                    <a:pt x="62" y="284"/>
                    <a:pt x="62" y="284"/>
                    <a:pt x="62" y="284"/>
                  </a:cubicBezTo>
                  <a:cubicBezTo>
                    <a:pt x="55" y="286"/>
                    <a:pt x="55" y="286"/>
                    <a:pt x="55" y="286"/>
                  </a:cubicBezTo>
                  <a:cubicBezTo>
                    <a:pt x="45" y="274"/>
                    <a:pt x="45" y="274"/>
                    <a:pt x="45" y="274"/>
                  </a:cubicBezTo>
                  <a:cubicBezTo>
                    <a:pt x="19" y="266"/>
                    <a:pt x="19" y="266"/>
                    <a:pt x="19" y="266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11" y="281"/>
                    <a:pt x="11" y="281"/>
                    <a:pt x="11" y="281"/>
                  </a:cubicBezTo>
                  <a:cubicBezTo>
                    <a:pt x="1" y="286"/>
                    <a:pt x="1" y="286"/>
                    <a:pt x="1" y="286"/>
                  </a:cubicBezTo>
                  <a:cubicBezTo>
                    <a:pt x="0" y="296"/>
                    <a:pt x="0" y="296"/>
                    <a:pt x="0" y="296"/>
                  </a:cubicBezTo>
                  <a:cubicBezTo>
                    <a:pt x="17" y="309"/>
                    <a:pt x="17" y="309"/>
                    <a:pt x="17" y="309"/>
                  </a:cubicBezTo>
                  <a:cubicBezTo>
                    <a:pt x="29" y="342"/>
                    <a:pt x="29" y="342"/>
                    <a:pt x="29" y="342"/>
                  </a:cubicBezTo>
                  <a:cubicBezTo>
                    <a:pt x="22" y="357"/>
                    <a:pt x="22" y="357"/>
                    <a:pt x="22" y="357"/>
                  </a:cubicBezTo>
                  <a:cubicBezTo>
                    <a:pt x="22" y="357"/>
                    <a:pt x="20" y="362"/>
                    <a:pt x="19" y="364"/>
                  </a:cubicBezTo>
                  <a:cubicBezTo>
                    <a:pt x="31" y="373"/>
                    <a:pt x="31" y="373"/>
                    <a:pt x="31" y="373"/>
                  </a:cubicBezTo>
                  <a:cubicBezTo>
                    <a:pt x="47" y="378"/>
                    <a:pt x="47" y="378"/>
                    <a:pt x="47" y="378"/>
                  </a:cubicBezTo>
                  <a:cubicBezTo>
                    <a:pt x="53" y="408"/>
                    <a:pt x="53" y="408"/>
                    <a:pt x="53" y="408"/>
                  </a:cubicBezTo>
                  <a:cubicBezTo>
                    <a:pt x="39" y="431"/>
                    <a:pt x="39" y="431"/>
                    <a:pt x="39" y="431"/>
                  </a:cubicBezTo>
                  <a:cubicBezTo>
                    <a:pt x="57" y="437"/>
                    <a:pt x="57" y="437"/>
                    <a:pt x="57" y="437"/>
                  </a:cubicBezTo>
                  <a:cubicBezTo>
                    <a:pt x="66" y="434"/>
                    <a:pt x="66" y="434"/>
                    <a:pt x="66" y="434"/>
                  </a:cubicBezTo>
                  <a:cubicBezTo>
                    <a:pt x="66" y="435"/>
                    <a:pt x="66" y="435"/>
                    <a:pt x="66" y="435"/>
                  </a:cubicBezTo>
                  <a:cubicBezTo>
                    <a:pt x="66" y="435"/>
                    <a:pt x="68" y="434"/>
                    <a:pt x="68" y="434"/>
                  </a:cubicBezTo>
                  <a:cubicBezTo>
                    <a:pt x="91" y="440"/>
                    <a:pt x="91" y="440"/>
                    <a:pt x="91" y="440"/>
                  </a:cubicBezTo>
                  <a:cubicBezTo>
                    <a:pt x="99" y="435"/>
                    <a:pt x="99" y="435"/>
                    <a:pt x="99" y="435"/>
                  </a:cubicBezTo>
                  <a:cubicBezTo>
                    <a:pt x="86" y="409"/>
                    <a:pt x="86" y="409"/>
                    <a:pt x="86" y="409"/>
                  </a:cubicBezTo>
                  <a:cubicBezTo>
                    <a:pt x="91" y="405"/>
                    <a:pt x="91" y="405"/>
                    <a:pt x="91" y="405"/>
                  </a:cubicBezTo>
                  <a:cubicBezTo>
                    <a:pt x="114" y="403"/>
                    <a:pt x="114" y="403"/>
                    <a:pt x="114" y="403"/>
                  </a:cubicBezTo>
                  <a:cubicBezTo>
                    <a:pt x="125" y="414"/>
                    <a:pt x="125" y="414"/>
                    <a:pt x="125" y="414"/>
                  </a:cubicBezTo>
                  <a:cubicBezTo>
                    <a:pt x="132" y="407"/>
                    <a:pt x="132" y="407"/>
                    <a:pt x="132" y="407"/>
                  </a:cubicBezTo>
                  <a:cubicBezTo>
                    <a:pt x="162" y="406"/>
                    <a:pt x="162" y="406"/>
                    <a:pt x="162" y="406"/>
                  </a:cubicBezTo>
                  <a:cubicBezTo>
                    <a:pt x="172" y="396"/>
                    <a:pt x="172" y="396"/>
                    <a:pt x="172" y="396"/>
                  </a:cubicBezTo>
                  <a:cubicBezTo>
                    <a:pt x="169" y="370"/>
                    <a:pt x="169" y="370"/>
                    <a:pt x="169" y="370"/>
                  </a:cubicBezTo>
                  <a:cubicBezTo>
                    <a:pt x="178" y="334"/>
                    <a:pt x="178" y="334"/>
                    <a:pt x="178" y="334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218" y="340"/>
                    <a:pt x="218" y="340"/>
                    <a:pt x="218" y="340"/>
                  </a:cubicBezTo>
                  <a:cubicBezTo>
                    <a:pt x="223" y="335"/>
                    <a:pt x="223" y="335"/>
                    <a:pt x="223" y="335"/>
                  </a:cubicBezTo>
                  <a:cubicBezTo>
                    <a:pt x="255" y="339"/>
                    <a:pt x="255" y="339"/>
                    <a:pt x="255" y="339"/>
                  </a:cubicBezTo>
                  <a:cubicBezTo>
                    <a:pt x="284" y="323"/>
                    <a:pt x="284" y="323"/>
                    <a:pt x="284" y="323"/>
                  </a:cubicBezTo>
                  <a:cubicBezTo>
                    <a:pt x="300" y="329"/>
                    <a:pt x="300" y="329"/>
                    <a:pt x="300" y="329"/>
                  </a:cubicBezTo>
                  <a:cubicBezTo>
                    <a:pt x="315" y="314"/>
                    <a:pt x="315" y="314"/>
                    <a:pt x="315" y="314"/>
                  </a:cubicBezTo>
                  <a:cubicBezTo>
                    <a:pt x="321" y="324"/>
                    <a:pt x="321" y="324"/>
                    <a:pt x="321" y="324"/>
                  </a:cubicBezTo>
                  <a:cubicBezTo>
                    <a:pt x="310" y="344"/>
                    <a:pt x="310" y="344"/>
                    <a:pt x="310" y="344"/>
                  </a:cubicBezTo>
                  <a:cubicBezTo>
                    <a:pt x="315" y="356"/>
                    <a:pt x="315" y="356"/>
                    <a:pt x="315" y="356"/>
                  </a:cubicBezTo>
                  <a:cubicBezTo>
                    <a:pt x="328" y="358"/>
                    <a:pt x="328" y="358"/>
                    <a:pt x="328" y="358"/>
                  </a:cubicBezTo>
                  <a:cubicBezTo>
                    <a:pt x="336" y="356"/>
                    <a:pt x="336" y="356"/>
                    <a:pt x="336" y="356"/>
                  </a:cubicBezTo>
                  <a:cubicBezTo>
                    <a:pt x="350" y="364"/>
                    <a:pt x="350" y="364"/>
                    <a:pt x="350" y="364"/>
                  </a:cubicBezTo>
                  <a:cubicBezTo>
                    <a:pt x="360" y="345"/>
                    <a:pt x="360" y="345"/>
                    <a:pt x="360" y="34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3" y="323"/>
                    <a:pt x="383" y="323"/>
                    <a:pt x="383" y="323"/>
                  </a:cubicBezTo>
                  <a:cubicBezTo>
                    <a:pt x="383" y="316"/>
                    <a:pt x="383" y="316"/>
                    <a:pt x="383" y="316"/>
                  </a:cubicBezTo>
                  <a:cubicBezTo>
                    <a:pt x="385" y="280"/>
                    <a:pt x="385" y="280"/>
                    <a:pt x="385" y="280"/>
                  </a:cubicBezTo>
                  <a:cubicBezTo>
                    <a:pt x="379" y="256"/>
                    <a:pt x="379" y="256"/>
                    <a:pt x="379" y="256"/>
                  </a:cubicBezTo>
                  <a:cubicBezTo>
                    <a:pt x="386" y="247"/>
                    <a:pt x="386" y="247"/>
                    <a:pt x="386" y="247"/>
                  </a:cubicBezTo>
                  <a:cubicBezTo>
                    <a:pt x="404" y="246"/>
                    <a:pt x="404" y="246"/>
                    <a:pt x="404" y="246"/>
                  </a:cubicBezTo>
                  <a:cubicBezTo>
                    <a:pt x="407" y="241"/>
                    <a:pt x="407" y="241"/>
                    <a:pt x="407" y="241"/>
                  </a:cubicBezTo>
                  <a:cubicBezTo>
                    <a:pt x="407" y="225"/>
                    <a:pt x="407" y="225"/>
                    <a:pt x="407" y="225"/>
                  </a:cubicBezTo>
                  <a:cubicBezTo>
                    <a:pt x="412" y="203"/>
                    <a:pt x="412" y="203"/>
                    <a:pt x="412" y="203"/>
                  </a:cubicBezTo>
                  <a:cubicBezTo>
                    <a:pt x="415" y="187"/>
                    <a:pt x="415" y="187"/>
                    <a:pt x="415" y="187"/>
                  </a:cubicBezTo>
                  <a:cubicBezTo>
                    <a:pt x="434" y="181"/>
                    <a:pt x="434" y="181"/>
                    <a:pt x="434" y="181"/>
                  </a:cubicBezTo>
                  <a:cubicBezTo>
                    <a:pt x="448" y="180"/>
                    <a:pt x="448" y="180"/>
                    <a:pt x="448" y="180"/>
                  </a:cubicBezTo>
                  <a:cubicBezTo>
                    <a:pt x="445" y="164"/>
                    <a:pt x="445" y="164"/>
                    <a:pt x="445" y="164"/>
                  </a:cubicBezTo>
                  <a:cubicBezTo>
                    <a:pt x="429" y="158"/>
                    <a:pt x="429" y="158"/>
                    <a:pt x="429" y="158"/>
                  </a:cubicBezTo>
                  <a:cubicBezTo>
                    <a:pt x="406" y="148"/>
                    <a:pt x="406" y="148"/>
                    <a:pt x="406" y="148"/>
                  </a:cubicBezTo>
                  <a:cubicBezTo>
                    <a:pt x="396" y="135"/>
                    <a:pt x="396" y="135"/>
                    <a:pt x="396" y="135"/>
                  </a:cubicBezTo>
                  <a:cubicBezTo>
                    <a:pt x="379" y="123"/>
                    <a:pt x="379" y="123"/>
                    <a:pt x="379" y="123"/>
                  </a:cubicBezTo>
                  <a:cubicBezTo>
                    <a:pt x="372" y="109"/>
                    <a:pt x="372" y="109"/>
                    <a:pt x="372" y="109"/>
                  </a:cubicBezTo>
                  <a:cubicBezTo>
                    <a:pt x="356" y="107"/>
                    <a:pt x="356" y="107"/>
                    <a:pt x="356" y="107"/>
                  </a:cubicBezTo>
                  <a:cubicBezTo>
                    <a:pt x="356" y="80"/>
                    <a:pt x="356" y="80"/>
                    <a:pt x="356" y="80"/>
                  </a:cubicBezTo>
                  <a:cubicBezTo>
                    <a:pt x="317" y="65"/>
                    <a:pt x="317" y="65"/>
                    <a:pt x="317" y="65"/>
                  </a:cubicBezTo>
                  <a:cubicBezTo>
                    <a:pt x="315" y="75"/>
                    <a:pt x="315" y="75"/>
                    <a:pt x="315" y="75"/>
                  </a:cubicBezTo>
                  <a:cubicBezTo>
                    <a:pt x="302" y="93"/>
                    <a:pt x="302" y="93"/>
                    <a:pt x="302" y="93"/>
                  </a:cubicBezTo>
                  <a:cubicBezTo>
                    <a:pt x="290" y="106"/>
                    <a:pt x="290" y="106"/>
                    <a:pt x="290" y="106"/>
                  </a:cubicBezTo>
                  <a:cubicBezTo>
                    <a:pt x="279" y="102"/>
                    <a:pt x="279" y="102"/>
                    <a:pt x="279" y="102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39" y="87"/>
                    <a:pt x="239" y="87"/>
                    <a:pt x="239" y="87"/>
                  </a:cubicBezTo>
                  <a:cubicBezTo>
                    <a:pt x="228" y="79"/>
                    <a:pt x="228" y="79"/>
                    <a:pt x="228" y="79"/>
                  </a:cubicBezTo>
                  <a:cubicBezTo>
                    <a:pt x="217" y="95"/>
                    <a:pt x="217" y="95"/>
                    <a:pt x="217" y="95"/>
                  </a:cubicBezTo>
                  <a:cubicBezTo>
                    <a:pt x="201" y="108"/>
                    <a:pt x="201" y="108"/>
                    <a:pt x="201" y="108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3" y="104"/>
                    <a:pt x="183" y="104"/>
                    <a:pt x="183" y="104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1" y="95"/>
                    <a:pt x="161" y="95"/>
                    <a:pt x="161" y="95"/>
                  </a:cubicBezTo>
                  <a:cubicBezTo>
                    <a:pt x="146" y="92"/>
                    <a:pt x="146" y="92"/>
                    <a:pt x="146" y="92"/>
                  </a:cubicBezTo>
                  <a:cubicBezTo>
                    <a:pt x="145" y="82"/>
                    <a:pt x="145" y="82"/>
                    <a:pt x="145" y="82"/>
                  </a:cubicBezTo>
                  <a:cubicBezTo>
                    <a:pt x="129" y="82"/>
                    <a:pt x="129" y="82"/>
                    <a:pt x="129" y="82"/>
                  </a:cubicBezTo>
                  <a:cubicBezTo>
                    <a:pt x="113" y="73"/>
                    <a:pt x="113" y="73"/>
                    <a:pt x="113" y="73"/>
                  </a:cubicBezTo>
                  <a:cubicBezTo>
                    <a:pt x="113" y="56"/>
                    <a:pt x="113" y="56"/>
                    <a:pt x="113" y="56"/>
                  </a:cubicBezTo>
                  <a:cubicBezTo>
                    <a:pt x="102" y="42"/>
                    <a:pt x="102" y="42"/>
                    <a:pt x="102" y="42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72" y="21"/>
                    <a:pt x="72" y="21"/>
                    <a:pt x="72" y="21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g3a7c27a084b_1_405"/>
            <p:cNvSpPr/>
            <p:nvPr/>
          </p:nvSpPr>
          <p:spPr>
            <a:xfrm>
              <a:off x="4149725" y="1787525"/>
              <a:ext cx="1263650" cy="815975"/>
            </a:xfrm>
            <a:custGeom>
              <a:avLst/>
              <a:gdLst/>
              <a:ahLst/>
              <a:cxnLst/>
              <a:rect l="l" t="t" r="r" b="b"/>
              <a:pathLst>
                <a:path w="605" h="390" extrusionOk="0">
                  <a:moveTo>
                    <a:pt x="374" y="0"/>
                  </a:moveTo>
                  <a:cubicBezTo>
                    <a:pt x="350" y="7"/>
                    <a:pt x="350" y="7"/>
                    <a:pt x="350" y="7"/>
                  </a:cubicBezTo>
                  <a:cubicBezTo>
                    <a:pt x="340" y="20"/>
                    <a:pt x="340" y="20"/>
                    <a:pt x="340" y="20"/>
                  </a:cubicBezTo>
                  <a:cubicBezTo>
                    <a:pt x="345" y="27"/>
                    <a:pt x="345" y="27"/>
                    <a:pt x="345" y="27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19" y="41"/>
                    <a:pt x="319" y="41"/>
                    <a:pt x="319" y="41"/>
                  </a:cubicBezTo>
                  <a:cubicBezTo>
                    <a:pt x="311" y="52"/>
                    <a:pt x="311" y="52"/>
                    <a:pt x="311" y="52"/>
                  </a:cubicBezTo>
                  <a:cubicBezTo>
                    <a:pt x="297" y="43"/>
                    <a:pt x="297" y="43"/>
                    <a:pt x="297" y="43"/>
                  </a:cubicBezTo>
                  <a:cubicBezTo>
                    <a:pt x="285" y="52"/>
                    <a:pt x="285" y="52"/>
                    <a:pt x="285" y="52"/>
                  </a:cubicBezTo>
                  <a:cubicBezTo>
                    <a:pt x="261" y="54"/>
                    <a:pt x="261" y="54"/>
                    <a:pt x="261" y="54"/>
                  </a:cubicBezTo>
                  <a:cubicBezTo>
                    <a:pt x="246" y="37"/>
                    <a:pt x="246" y="37"/>
                    <a:pt x="246" y="37"/>
                  </a:cubicBezTo>
                  <a:cubicBezTo>
                    <a:pt x="246" y="37"/>
                    <a:pt x="234" y="33"/>
                    <a:pt x="229" y="32"/>
                  </a:cubicBezTo>
                  <a:cubicBezTo>
                    <a:pt x="224" y="31"/>
                    <a:pt x="222" y="44"/>
                    <a:pt x="222" y="44"/>
                  </a:cubicBezTo>
                  <a:cubicBezTo>
                    <a:pt x="111" y="85"/>
                    <a:pt x="111" y="85"/>
                    <a:pt x="111" y="85"/>
                  </a:cubicBezTo>
                  <a:cubicBezTo>
                    <a:pt x="110" y="94"/>
                    <a:pt x="110" y="94"/>
                    <a:pt x="110" y="94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22" y="109"/>
                    <a:pt x="22" y="109"/>
                    <a:pt x="22" y="109"/>
                  </a:cubicBezTo>
                  <a:cubicBezTo>
                    <a:pt x="13" y="107"/>
                    <a:pt x="13" y="107"/>
                    <a:pt x="13" y="107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32" y="160"/>
                    <a:pt x="32" y="160"/>
                    <a:pt x="32" y="160"/>
                  </a:cubicBezTo>
                  <a:cubicBezTo>
                    <a:pt x="41" y="188"/>
                    <a:pt x="41" y="188"/>
                    <a:pt x="41" y="188"/>
                  </a:cubicBezTo>
                  <a:cubicBezTo>
                    <a:pt x="69" y="187"/>
                    <a:pt x="69" y="187"/>
                    <a:pt x="69" y="187"/>
                  </a:cubicBezTo>
                  <a:cubicBezTo>
                    <a:pt x="101" y="186"/>
                    <a:pt x="101" y="186"/>
                    <a:pt x="101" y="186"/>
                  </a:cubicBezTo>
                  <a:cubicBezTo>
                    <a:pt x="128" y="185"/>
                    <a:pt x="128" y="185"/>
                    <a:pt x="128" y="185"/>
                  </a:cubicBezTo>
                  <a:cubicBezTo>
                    <a:pt x="124" y="191"/>
                    <a:pt x="124" y="191"/>
                    <a:pt x="124" y="191"/>
                  </a:cubicBezTo>
                  <a:cubicBezTo>
                    <a:pt x="112" y="209"/>
                    <a:pt x="112" y="209"/>
                    <a:pt x="112" y="209"/>
                  </a:cubicBezTo>
                  <a:cubicBezTo>
                    <a:pt x="110" y="203"/>
                    <a:pt x="110" y="203"/>
                    <a:pt x="110" y="203"/>
                  </a:cubicBezTo>
                  <a:cubicBezTo>
                    <a:pt x="93" y="204"/>
                    <a:pt x="93" y="204"/>
                    <a:pt x="93" y="204"/>
                  </a:cubicBezTo>
                  <a:cubicBezTo>
                    <a:pt x="83" y="200"/>
                    <a:pt x="83" y="200"/>
                    <a:pt x="83" y="200"/>
                  </a:cubicBezTo>
                  <a:cubicBezTo>
                    <a:pt x="72" y="213"/>
                    <a:pt x="72" y="213"/>
                    <a:pt x="72" y="213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46" y="220"/>
                    <a:pt x="46" y="220"/>
                    <a:pt x="46" y="220"/>
                  </a:cubicBezTo>
                  <a:cubicBezTo>
                    <a:pt x="19" y="229"/>
                    <a:pt x="19" y="229"/>
                    <a:pt x="19" y="229"/>
                  </a:cubicBezTo>
                  <a:cubicBezTo>
                    <a:pt x="11" y="240"/>
                    <a:pt x="11" y="240"/>
                    <a:pt x="11" y="240"/>
                  </a:cubicBezTo>
                  <a:cubicBezTo>
                    <a:pt x="17" y="251"/>
                    <a:pt x="17" y="251"/>
                    <a:pt x="17" y="251"/>
                  </a:cubicBezTo>
                  <a:cubicBezTo>
                    <a:pt x="36" y="252"/>
                    <a:pt x="36" y="252"/>
                    <a:pt x="36" y="252"/>
                  </a:cubicBezTo>
                  <a:cubicBezTo>
                    <a:pt x="33" y="274"/>
                    <a:pt x="33" y="274"/>
                    <a:pt x="33" y="274"/>
                  </a:cubicBezTo>
                  <a:cubicBezTo>
                    <a:pt x="50" y="270"/>
                    <a:pt x="50" y="270"/>
                    <a:pt x="50" y="270"/>
                  </a:cubicBezTo>
                  <a:cubicBezTo>
                    <a:pt x="55" y="260"/>
                    <a:pt x="55" y="260"/>
                    <a:pt x="55" y="260"/>
                  </a:cubicBezTo>
                  <a:cubicBezTo>
                    <a:pt x="66" y="251"/>
                    <a:pt x="66" y="251"/>
                    <a:pt x="66" y="251"/>
                  </a:cubicBezTo>
                  <a:cubicBezTo>
                    <a:pt x="68" y="265"/>
                    <a:pt x="68" y="265"/>
                    <a:pt x="68" y="265"/>
                  </a:cubicBezTo>
                  <a:cubicBezTo>
                    <a:pt x="61" y="279"/>
                    <a:pt x="61" y="279"/>
                    <a:pt x="61" y="279"/>
                  </a:cubicBezTo>
                  <a:cubicBezTo>
                    <a:pt x="62" y="290"/>
                    <a:pt x="62" y="290"/>
                    <a:pt x="62" y="290"/>
                  </a:cubicBezTo>
                  <a:cubicBezTo>
                    <a:pt x="56" y="299"/>
                    <a:pt x="56" y="299"/>
                    <a:pt x="56" y="299"/>
                  </a:cubicBezTo>
                  <a:cubicBezTo>
                    <a:pt x="61" y="310"/>
                    <a:pt x="61" y="310"/>
                    <a:pt x="61" y="310"/>
                  </a:cubicBezTo>
                  <a:cubicBezTo>
                    <a:pt x="52" y="319"/>
                    <a:pt x="52" y="319"/>
                    <a:pt x="52" y="319"/>
                  </a:cubicBezTo>
                  <a:cubicBezTo>
                    <a:pt x="78" y="336"/>
                    <a:pt x="78" y="336"/>
                    <a:pt x="78" y="336"/>
                  </a:cubicBezTo>
                  <a:cubicBezTo>
                    <a:pt x="102" y="336"/>
                    <a:pt x="102" y="336"/>
                    <a:pt x="102" y="336"/>
                  </a:cubicBezTo>
                  <a:cubicBezTo>
                    <a:pt x="134" y="355"/>
                    <a:pt x="134" y="355"/>
                    <a:pt x="134" y="355"/>
                  </a:cubicBezTo>
                  <a:cubicBezTo>
                    <a:pt x="136" y="365"/>
                    <a:pt x="136" y="365"/>
                    <a:pt x="136" y="365"/>
                  </a:cubicBezTo>
                  <a:cubicBezTo>
                    <a:pt x="144" y="368"/>
                    <a:pt x="144" y="368"/>
                    <a:pt x="144" y="368"/>
                  </a:cubicBezTo>
                  <a:cubicBezTo>
                    <a:pt x="161" y="375"/>
                    <a:pt x="161" y="375"/>
                    <a:pt x="161" y="375"/>
                  </a:cubicBezTo>
                  <a:cubicBezTo>
                    <a:pt x="177" y="371"/>
                    <a:pt x="177" y="371"/>
                    <a:pt x="177" y="371"/>
                  </a:cubicBezTo>
                  <a:cubicBezTo>
                    <a:pt x="195" y="384"/>
                    <a:pt x="195" y="384"/>
                    <a:pt x="195" y="384"/>
                  </a:cubicBezTo>
                  <a:cubicBezTo>
                    <a:pt x="223" y="360"/>
                    <a:pt x="223" y="360"/>
                    <a:pt x="223" y="360"/>
                  </a:cubicBezTo>
                  <a:cubicBezTo>
                    <a:pt x="266" y="353"/>
                    <a:pt x="266" y="353"/>
                    <a:pt x="266" y="353"/>
                  </a:cubicBezTo>
                  <a:cubicBezTo>
                    <a:pt x="289" y="357"/>
                    <a:pt x="289" y="357"/>
                    <a:pt x="289" y="357"/>
                  </a:cubicBezTo>
                  <a:cubicBezTo>
                    <a:pt x="305" y="368"/>
                    <a:pt x="305" y="368"/>
                    <a:pt x="305" y="368"/>
                  </a:cubicBezTo>
                  <a:cubicBezTo>
                    <a:pt x="330" y="359"/>
                    <a:pt x="330" y="359"/>
                    <a:pt x="330" y="359"/>
                  </a:cubicBezTo>
                  <a:cubicBezTo>
                    <a:pt x="373" y="373"/>
                    <a:pt x="373" y="373"/>
                    <a:pt x="373" y="373"/>
                  </a:cubicBezTo>
                  <a:cubicBezTo>
                    <a:pt x="395" y="355"/>
                    <a:pt x="395" y="355"/>
                    <a:pt x="395" y="355"/>
                  </a:cubicBezTo>
                  <a:cubicBezTo>
                    <a:pt x="433" y="345"/>
                    <a:pt x="433" y="345"/>
                    <a:pt x="433" y="345"/>
                  </a:cubicBezTo>
                  <a:cubicBezTo>
                    <a:pt x="450" y="362"/>
                    <a:pt x="450" y="362"/>
                    <a:pt x="450" y="362"/>
                  </a:cubicBezTo>
                  <a:cubicBezTo>
                    <a:pt x="455" y="387"/>
                    <a:pt x="455" y="387"/>
                    <a:pt x="455" y="387"/>
                  </a:cubicBezTo>
                  <a:cubicBezTo>
                    <a:pt x="468" y="390"/>
                    <a:pt x="468" y="390"/>
                    <a:pt x="468" y="390"/>
                  </a:cubicBezTo>
                  <a:cubicBezTo>
                    <a:pt x="483" y="381"/>
                    <a:pt x="483" y="381"/>
                    <a:pt x="483" y="381"/>
                  </a:cubicBezTo>
                  <a:cubicBezTo>
                    <a:pt x="496" y="366"/>
                    <a:pt x="496" y="366"/>
                    <a:pt x="496" y="366"/>
                  </a:cubicBezTo>
                  <a:cubicBezTo>
                    <a:pt x="516" y="366"/>
                    <a:pt x="516" y="366"/>
                    <a:pt x="516" y="366"/>
                  </a:cubicBezTo>
                  <a:cubicBezTo>
                    <a:pt x="535" y="379"/>
                    <a:pt x="535" y="379"/>
                    <a:pt x="535" y="379"/>
                  </a:cubicBezTo>
                  <a:cubicBezTo>
                    <a:pt x="540" y="382"/>
                    <a:pt x="540" y="382"/>
                    <a:pt x="540" y="382"/>
                  </a:cubicBezTo>
                  <a:cubicBezTo>
                    <a:pt x="541" y="380"/>
                    <a:pt x="543" y="375"/>
                    <a:pt x="543" y="375"/>
                  </a:cubicBezTo>
                  <a:cubicBezTo>
                    <a:pt x="550" y="360"/>
                    <a:pt x="550" y="360"/>
                    <a:pt x="550" y="360"/>
                  </a:cubicBezTo>
                  <a:cubicBezTo>
                    <a:pt x="538" y="327"/>
                    <a:pt x="538" y="327"/>
                    <a:pt x="538" y="327"/>
                  </a:cubicBezTo>
                  <a:cubicBezTo>
                    <a:pt x="521" y="314"/>
                    <a:pt x="521" y="314"/>
                    <a:pt x="521" y="314"/>
                  </a:cubicBezTo>
                  <a:cubicBezTo>
                    <a:pt x="522" y="304"/>
                    <a:pt x="522" y="304"/>
                    <a:pt x="522" y="304"/>
                  </a:cubicBezTo>
                  <a:cubicBezTo>
                    <a:pt x="532" y="299"/>
                    <a:pt x="532" y="299"/>
                    <a:pt x="532" y="299"/>
                  </a:cubicBezTo>
                  <a:cubicBezTo>
                    <a:pt x="529" y="280"/>
                    <a:pt x="529" y="280"/>
                    <a:pt x="529" y="280"/>
                  </a:cubicBezTo>
                  <a:cubicBezTo>
                    <a:pt x="540" y="284"/>
                    <a:pt x="540" y="284"/>
                    <a:pt x="540" y="284"/>
                  </a:cubicBezTo>
                  <a:cubicBezTo>
                    <a:pt x="566" y="292"/>
                    <a:pt x="566" y="292"/>
                    <a:pt x="566" y="292"/>
                  </a:cubicBezTo>
                  <a:cubicBezTo>
                    <a:pt x="576" y="304"/>
                    <a:pt x="576" y="304"/>
                    <a:pt x="576" y="304"/>
                  </a:cubicBezTo>
                  <a:cubicBezTo>
                    <a:pt x="583" y="302"/>
                    <a:pt x="583" y="302"/>
                    <a:pt x="583" y="302"/>
                  </a:cubicBezTo>
                  <a:cubicBezTo>
                    <a:pt x="595" y="285"/>
                    <a:pt x="595" y="285"/>
                    <a:pt x="595" y="285"/>
                  </a:cubicBezTo>
                  <a:cubicBezTo>
                    <a:pt x="598" y="273"/>
                    <a:pt x="598" y="273"/>
                    <a:pt x="598" y="273"/>
                  </a:cubicBezTo>
                  <a:cubicBezTo>
                    <a:pt x="605" y="264"/>
                    <a:pt x="605" y="264"/>
                    <a:pt x="605" y="264"/>
                  </a:cubicBezTo>
                  <a:cubicBezTo>
                    <a:pt x="599" y="244"/>
                    <a:pt x="599" y="244"/>
                    <a:pt x="599" y="244"/>
                  </a:cubicBezTo>
                  <a:cubicBezTo>
                    <a:pt x="583" y="238"/>
                    <a:pt x="583" y="238"/>
                    <a:pt x="583" y="238"/>
                  </a:cubicBezTo>
                  <a:cubicBezTo>
                    <a:pt x="562" y="240"/>
                    <a:pt x="562" y="240"/>
                    <a:pt x="562" y="240"/>
                  </a:cubicBezTo>
                  <a:cubicBezTo>
                    <a:pt x="560" y="231"/>
                    <a:pt x="560" y="231"/>
                    <a:pt x="560" y="231"/>
                  </a:cubicBezTo>
                  <a:cubicBezTo>
                    <a:pt x="570" y="187"/>
                    <a:pt x="570" y="187"/>
                    <a:pt x="570" y="187"/>
                  </a:cubicBezTo>
                  <a:cubicBezTo>
                    <a:pt x="560" y="165"/>
                    <a:pt x="560" y="165"/>
                    <a:pt x="560" y="165"/>
                  </a:cubicBezTo>
                  <a:cubicBezTo>
                    <a:pt x="561" y="158"/>
                    <a:pt x="561" y="158"/>
                    <a:pt x="561" y="158"/>
                  </a:cubicBezTo>
                  <a:cubicBezTo>
                    <a:pt x="557" y="139"/>
                    <a:pt x="557" y="139"/>
                    <a:pt x="557" y="139"/>
                  </a:cubicBezTo>
                  <a:cubicBezTo>
                    <a:pt x="562" y="105"/>
                    <a:pt x="562" y="105"/>
                    <a:pt x="562" y="105"/>
                  </a:cubicBezTo>
                  <a:cubicBezTo>
                    <a:pt x="548" y="91"/>
                    <a:pt x="548" y="91"/>
                    <a:pt x="548" y="91"/>
                  </a:cubicBezTo>
                  <a:cubicBezTo>
                    <a:pt x="528" y="74"/>
                    <a:pt x="528" y="74"/>
                    <a:pt x="528" y="74"/>
                  </a:cubicBezTo>
                  <a:cubicBezTo>
                    <a:pt x="524" y="39"/>
                    <a:pt x="524" y="39"/>
                    <a:pt x="524" y="39"/>
                  </a:cubicBezTo>
                  <a:cubicBezTo>
                    <a:pt x="515" y="33"/>
                    <a:pt x="515" y="33"/>
                    <a:pt x="515" y="33"/>
                  </a:cubicBezTo>
                  <a:cubicBezTo>
                    <a:pt x="482" y="38"/>
                    <a:pt x="482" y="38"/>
                    <a:pt x="482" y="38"/>
                  </a:cubicBezTo>
                  <a:cubicBezTo>
                    <a:pt x="466" y="27"/>
                    <a:pt x="466" y="27"/>
                    <a:pt x="466" y="27"/>
                  </a:cubicBezTo>
                  <a:cubicBezTo>
                    <a:pt x="439" y="14"/>
                    <a:pt x="439" y="14"/>
                    <a:pt x="439" y="14"/>
                  </a:cubicBezTo>
                  <a:cubicBezTo>
                    <a:pt x="411" y="19"/>
                    <a:pt x="411" y="19"/>
                    <a:pt x="411" y="19"/>
                  </a:cubicBezTo>
                  <a:cubicBezTo>
                    <a:pt x="390" y="14"/>
                    <a:pt x="390" y="14"/>
                    <a:pt x="390" y="14"/>
                  </a:cubicBezTo>
                  <a:lnTo>
                    <a:pt x="374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g3a7c27a084b_1_405"/>
            <p:cNvSpPr/>
            <p:nvPr/>
          </p:nvSpPr>
          <p:spPr>
            <a:xfrm>
              <a:off x="4103688" y="2508250"/>
              <a:ext cx="1450975" cy="1154113"/>
            </a:xfrm>
            <a:custGeom>
              <a:avLst/>
              <a:gdLst/>
              <a:ahLst/>
              <a:cxnLst/>
              <a:rect l="l" t="t" r="r" b="b"/>
              <a:pathLst>
                <a:path w="914" h="727" extrusionOk="0">
                  <a:moveTo>
                    <a:pt x="598" y="0"/>
                  </a:moveTo>
                  <a:lnTo>
                    <a:pt x="548" y="14"/>
                  </a:lnTo>
                  <a:lnTo>
                    <a:pt x="520" y="37"/>
                  </a:lnTo>
                  <a:lnTo>
                    <a:pt x="463" y="19"/>
                  </a:lnTo>
                  <a:lnTo>
                    <a:pt x="430" y="31"/>
                  </a:lnTo>
                  <a:lnTo>
                    <a:pt x="409" y="16"/>
                  </a:lnTo>
                  <a:lnTo>
                    <a:pt x="379" y="11"/>
                  </a:lnTo>
                  <a:lnTo>
                    <a:pt x="322" y="20"/>
                  </a:lnTo>
                  <a:lnTo>
                    <a:pt x="285" y="52"/>
                  </a:lnTo>
                  <a:lnTo>
                    <a:pt x="262" y="35"/>
                  </a:lnTo>
                  <a:lnTo>
                    <a:pt x="241" y="40"/>
                  </a:lnTo>
                  <a:lnTo>
                    <a:pt x="218" y="31"/>
                  </a:lnTo>
                  <a:lnTo>
                    <a:pt x="208" y="27"/>
                  </a:lnTo>
                  <a:lnTo>
                    <a:pt x="210" y="40"/>
                  </a:lnTo>
                  <a:lnTo>
                    <a:pt x="167" y="28"/>
                  </a:lnTo>
                  <a:lnTo>
                    <a:pt x="125" y="52"/>
                  </a:lnTo>
                  <a:lnTo>
                    <a:pt x="108" y="46"/>
                  </a:lnTo>
                  <a:lnTo>
                    <a:pt x="93" y="64"/>
                  </a:lnTo>
                  <a:lnTo>
                    <a:pt x="71" y="71"/>
                  </a:lnTo>
                  <a:lnTo>
                    <a:pt x="50" y="57"/>
                  </a:lnTo>
                  <a:lnTo>
                    <a:pt x="18" y="41"/>
                  </a:lnTo>
                  <a:lnTo>
                    <a:pt x="16" y="67"/>
                  </a:lnTo>
                  <a:lnTo>
                    <a:pt x="25" y="85"/>
                  </a:lnTo>
                  <a:lnTo>
                    <a:pt x="31" y="107"/>
                  </a:lnTo>
                  <a:lnTo>
                    <a:pt x="17" y="128"/>
                  </a:lnTo>
                  <a:lnTo>
                    <a:pt x="1" y="133"/>
                  </a:lnTo>
                  <a:lnTo>
                    <a:pt x="0" y="156"/>
                  </a:lnTo>
                  <a:lnTo>
                    <a:pt x="39" y="179"/>
                  </a:lnTo>
                  <a:lnTo>
                    <a:pt x="67" y="218"/>
                  </a:lnTo>
                  <a:lnTo>
                    <a:pt x="91" y="293"/>
                  </a:lnTo>
                  <a:lnTo>
                    <a:pt x="100" y="321"/>
                  </a:lnTo>
                  <a:lnTo>
                    <a:pt x="109" y="327"/>
                  </a:lnTo>
                  <a:lnTo>
                    <a:pt x="123" y="350"/>
                  </a:lnTo>
                  <a:lnTo>
                    <a:pt x="154" y="399"/>
                  </a:lnTo>
                  <a:lnTo>
                    <a:pt x="167" y="410"/>
                  </a:lnTo>
                  <a:lnTo>
                    <a:pt x="168" y="418"/>
                  </a:lnTo>
                  <a:lnTo>
                    <a:pt x="151" y="427"/>
                  </a:lnTo>
                  <a:lnTo>
                    <a:pt x="130" y="427"/>
                  </a:lnTo>
                  <a:lnTo>
                    <a:pt x="108" y="444"/>
                  </a:lnTo>
                  <a:lnTo>
                    <a:pt x="141" y="447"/>
                  </a:lnTo>
                  <a:lnTo>
                    <a:pt x="139" y="461"/>
                  </a:lnTo>
                  <a:lnTo>
                    <a:pt x="177" y="450"/>
                  </a:lnTo>
                  <a:lnTo>
                    <a:pt x="202" y="482"/>
                  </a:lnTo>
                  <a:lnTo>
                    <a:pt x="179" y="491"/>
                  </a:lnTo>
                  <a:lnTo>
                    <a:pt x="156" y="507"/>
                  </a:lnTo>
                  <a:lnTo>
                    <a:pt x="188" y="537"/>
                  </a:lnTo>
                  <a:lnTo>
                    <a:pt x="218" y="548"/>
                  </a:lnTo>
                  <a:lnTo>
                    <a:pt x="227" y="564"/>
                  </a:lnTo>
                  <a:lnTo>
                    <a:pt x="276" y="595"/>
                  </a:lnTo>
                  <a:lnTo>
                    <a:pt x="313" y="593"/>
                  </a:lnTo>
                  <a:lnTo>
                    <a:pt x="329" y="648"/>
                  </a:lnTo>
                  <a:lnTo>
                    <a:pt x="342" y="690"/>
                  </a:lnTo>
                  <a:lnTo>
                    <a:pt x="431" y="689"/>
                  </a:lnTo>
                  <a:lnTo>
                    <a:pt x="430" y="708"/>
                  </a:lnTo>
                  <a:lnTo>
                    <a:pt x="447" y="727"/>
                  </a:lnTo>
                  <a:lnTo>
                    <a:pt x="466" y="724"/>
                  </a:lnTo>
                  <a:lnTo>
                    <a:pt x="480" y="718"/>
                  </a:lnTo>
                  <a:lnTo>
                    <a:pt x="488" y="697"/>
                  </a:lnTo>
                  <a:lnTo>
                    <a:pt x="510" y="681"/>
                  </a:lnTo>
                  <a:lnTo>
                    <a:pt x="534" y="675"/>
                  </a:lnTo>
                  <a:lnTo>
                    <a:pt x="535" y="665"/>
                  </a:lnTo>
                  <a:lnTo>
                    <a:pt x="560" y="665"/>
                  </a:lnTo>
                  <a:lnTo>
                    <a:pt x="562" y="599"/>
                  </a:lnTo>
                  <a:lnTo>
                    <a:pt x="577" y="610"/>
                  </a:lnTo>
                  <a:lnTo>
                    <a:pt x="592" y="602"/>
                  </a:lnTo>
                  <a:lnTo>
                    <a:pt x="600" y="581"/>
                  </a:lnTo>
                  <a:lnTo>
                    <a:pt x="598" y="560"/>
                  </a:lnTo>
                  <a:lnTo>
                    <a:pt x="608" y="528"/>
                  </a:lnTo>
                  <a:lnTo>
                    <a:pt x="629" y="520"/>
                  </a:lnTo>
                  <a:lnTo>
                    <a:pt x="626" y="482"/>
                  </a:lnTo>
                  <a:lnTo>
                    <a:pt x="634" y="464"/>
                  </a:lnTo>
                  <a:lnTo>
                    <a:pt x="622" y="440"/>
                  </a:lnTo>
                  <a:lnTo>
                    <a:pt x="621" y="429"/>
                  </a:lnTo>
                  <a:lnTo>
                    <a:pt x="600" y="410"/>
                  </a:lnTo>
                  <a:lnTo>
                    <a:pt x="609" y="396"/>
                  </a:lnTo>
                  <a:lnTo>
                    <a:pt x="655" y="443"/>
                  </a:lnTo>
                  <a:lnTo>
                    <a:pt x="696" y="429"/>
                  </a:lnTo>
                  <a:lnTo>
                    <a:pt x="716" y="412"/>
                  </a:lnTo>
                  <a:lnTo>
                    <a:pt x="766" y="448"/>
                  </a:lnTo>
                  <a:lnTo>
                    <a:pt x="789" y="462"/>
                  </a:lnTo>
                  <a:lnTo>
                    <a:pt x="830" y="462"/>
                  </a:lnTo>
                  <a:lnTo>
                    <a:pt x="855" y="477"/>
                  </a:lnTo>
                  <a:lnTo>
                    <a:pt x="856" y="477"/>
                  </a:lnTo>
                  <a:lnTo>
                    <a:pt x="870" y="461"/>
                  </a:lnTo>
                  <a:lnTo>
                    <a:pt x="884" y="456"/>
                  </a:lnTo>
                  <a:lnTo>
                    <a:pt x="885" y="436"/>
                  </a:lnTo>
                  <a:lnTo>
                    <a:pt x="912" y="420"/>
                  </a:lnTo>
                  <a:lnTo>
                    <a:pt x="914" y="368"/>
                  </a:lnTo>
                  <a:lnTo>
                    <a:pt x="900" y="333"/>
                  </a:lnTo>
                  <a:lnTo>
                    <a:pt x="889" y="304"/>
                  </a:lnTo>
                  <a:lnTo>
                    <a:pt x="859" y="308"/>
                  </a:lnTo>
                  <a:lnTo>
                    <a:pt x="852" y="293"/>
                  </a:lnTo>
                  <a:lnTo>
                    <a:pt x="877" y="286"/>
                  </a:lnTo>
                  <a:lnTo>
                    <a:pt x="888" y="277"/>
                  </a:lnTo>
                  <a:lnTo>
                    <a:pt x="888" y="275"/>
                  </a:lnTo>
                  <a:lnTo>
                    <a:pt x="877" y="244"/>
                  </a:lnTo>
                  <a:lnTo>
                    <a:pt x="847" y="218"/>
                  </a:lnTo>
                  <a:lnTo>
                    <a:pt x="845" y="189"/>
                  </a:lnTo>
                  <a:lnTo>
                    <a:pt x="809" y="169"/>
                  </a:lnTo>
                  <a:lnTo>
                    <a:pt x="801" y="141"/>
                  </a:lnTo>
                  <a:lnTo>
                    <a:pt x="789" y="145"/>
                  </a:lnTo>
                  <a:lnTo>
                    <a:pt x="766" y="137"/>
                  </a:lnTo>
                  <a:lnTo>
                    <a:pt x="784" y="107"/>
                  </a:lnTo>
                  <a:lnTo>
                    <a:pt x="776" y="67"/>
                  </a:lnTo>
                  <a:lnTo>
                    <a:pt x="755" y="61"/>
                  </a:lnTo>
                  <a:lnTo>
                    <a:pt x="733" y="45"/>
                  </a:lnTo>
                  <a:lnTo>
                    <a:pt x="708" y="28"/>
                  </a:lnTo>
                  <a:lnTo>
                    <a:pt x="681" y="28"/>
                  </a:lnTo>
                  <a:lnTo>
                    <a:pt x="664" y="48"/>
                  </a:lnTo>
                  <a:lnTo>
                    <a:pt x="645" y="60"/>
                  </a:lnTo>
                  <a:lnTo>
                    <a:pt x="627" y="56"/>
                  </a:lnTo>
                  <a:lnTo>
                    <a:pt x="621" y="23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g3a7c27a084b_1_405"/>
            <p:cNvSpPr/>
            <p:nvPr/>
          </p:nvSpPr>
          <p:spPr>
            <a:xfrm>
              <a:off x="3362325" y="2312988"/>
              <a:ext cx="1074738" cy="660400"/>
            </a:xfrm>
            <a:custGeom>
              <a:avLst/>
              <a:gdLst/>
              <a:ahLst/>
              <a:cxnLst/>
              <a:rect l="l" t="t" r="r" b="b"/>
              <a:pathLst>
                <a:path w="677" h="416" extrusionOk="0">
                  <a:moveTo>
                    <a:pt x="583" y="0"/>
                  </a:moveTo>
                  <a:lnTo>
                    <a:pt x="568" y="12"/>
                  </a:lnTo>
                  <a:lnTo>
                    <a:pt x="561" y="25"/>
                  </a:lnTo>
                  <a:lnTo>
                    <a:pt x="539" y="30"/>
                  </a:lnTo>
                  <a:lnTo>
                    <a:pt x="539" y="26"/>
                  </a:lnTo>
                  <a:lnTo>
                    <a:pt x="535" y="31"/>
                  </a:lnTo>
                  <a:lnTo>
                    <a:pt x="517" y="39"/>
                  </a:lnTo>
                  <a:lnTo>
                    <a:pt x="500" y="38"/>
                  </a:lnTo>
                  <a:lnTo>
                    <a:pt x="467" y="67"/>
                  </a:lnTo>
                  <a:lnTo>
                    <a:pt x="451" y="67"/>
                  </a:lnTo>
                  <a:lnTo>
                    <a:pt x="436" y="60"/>
                  </a:lnTo>
                  <a:lnTo>
                    <a:pt x="411" y="73"/>
                  </a:lnTo>
                  <a:lnTo>
                    <a:pt x="383" y="76"/>
                  </a:lnTo>
                  <a:lnTo>
                    <a:pt x="331" y="55"/>
                  </a:lnTo>
                  <a:lnTo>
                    <a:pt x="309" y="43"/>
                  </a:lnTo>
                  <a:lnTo>
                    <a:pt x="272" y="52"/>
                  </a:lnTo>
                  <a:lnTo>
                    <a:pt x="225" y="37"/>
                  </a:lnTo>
                  <a:lnTo>
                    <a:pt x="217" y="40"/>
                  </a:lnTo>
                  <a:lnTo>
                    <a:pt x="230" y="80"/>
                  </a:lnTo>
                  <a:lnTo>
                    <a:pt x="239" y="113"/>
                  </a:lnTo>
                  <a:lnTo>
                    <a:pt x="233" y="143"/>
                  </a:lnTo>
                  <a:lnTo>
                    <a:pt x="205" y="155"/>
                  </a:lnTo>
                  <a:lnTo>
                    <a:pt x="161" y="154"/>
                  </a:lnTo>
                  <a:lnTo>
                    <a:pt x="134" y="169"/>
                  </a:lnTo>
                  <a:lnTo>
                    <a:pt x="96" y="221"/>
                  </a:lnTo>
                  <a:lnTo>
                    <a:pt x="83" y="234"/>
                  </a:lnTo>
                  <a:lnTo>
                    <a:pt x="47" y="251"/>
                  </a:lnTo>
                  <a:lnTo>
                    <a:pt x="25" y="263"/>
                  </a:lnTo>
                  <a:lnTo>
                    <a:pt x="1" y="287"/>
                  </a:lnTo>
                  <a:lnTo>
                    <a:pt x="0" y="316"/>
                  </a:lnTo>
                  <a:lnTo>
                    <a:pt x="25" y="306"/>
                  </a:lnTo>
                  <a:lnTo>
                    <a:pt x="83" y="296"/>
                  </a:lnTo>
                  <a:lnTo>
                    <a:pt x="113" y="281"/>
                  </a:lnTo>
                  <a:lnTo>
                    <a:pt x="127" y="267"/>
                  </a:lnTo>
                  <a:lnTo>
                    <a:pt x="152" y="264"/>
                  </a:lnTo>
                  <a:lnTo>
                    <a:pt x="197" y="271"/>
                  </a:lnTo>
                  <a:lnTo>
                    <a:pt x="217" y="281"/>
                  </a:lnTo>
                  <a:lnTo>
                    <a:pt x="217" y="314"/>
                  </a:lnTo>
                  <a:lnTo>
                    <a:pt x="225" y="343"/>
                  </a:lnTo>
                  <a:lnTo>
                    <a:pt x="259" y="346"/>
                  </a:lnTo>
                  <a:lnTo>
                    <a:pt x="269" y="358"/>
                  </a:lnTo>
                  <a:lnTo>
                    <a:pt x="272" y="369"/>
                  </a:lnTo>
                  <a:lnTo>
                    <a:pt x="286" y="375"/>
                  </a:lnTo>
                  <a:lnTo>
                    <a:pt x="361" y="416"/>
                  </a:lnTo>
                  <a:lnTo>
                    <a:pt x="375" y="392"/>
                  </a:lnTo>
                  <a:lnTo>
                    <a:pt x="405" y="381"/>
                  </a:lnTo>
                  <a:lnTo>
                    <a:pt x="419" y="383"/>
                  </a:lnTo>
                  <a:lnTo>
                    <a:pt x="430" y="387"/>
                  </a:lnTo>
                  <a:lnTo>
                    <a:pt x="440" y="376"/>
                  </a:lnTo>
                  <a:lnTo>
                    <a:pt x="427" y="334"/>
                  </a:lnTo>
                  <a:lnTo>
                    <a:pt x="419" y="323"/>
                  </a:lnTo>
                  <a:lnTo>
                    <a:pt x="418" y="306"/>
                  </a:lnTo>
                  <a:lnTo>
                    <a:pt x="419" y="289"/>
                  </a:lnTo>
                  <a:lnTo>
                    <a:pt x="410" y="260"/>
                  </a:lnTo>
                  <a:lnTo>
                    <a:pt x="419" y="255"/>
                  </a:lnTo>
                  <a:lnTo>
                    <a:pt x="447" y="252"/>
                  </a:lnTo>
                  <a:lnTo>
                    <a:pt x="476" y="242"/>
                  </a:lnTo>
                  <a:lnTo>
                    <a:pt x="493" y="238"/>
                  </a:lnTo>
                  <a:lnTo>
                    <a:pt x="498" y="230"/>
                  </a:lnTo>
                  <a:lnTo>
                    <a:pt x="492" y="208"/>
                  </a:lnTo>
                  <a:lnTo>
                    <a:pt x="483" y="190"/>
                  </a:lnTo>
                  <a:lnTo>
                    <a:pt x="485" y="164"/>
                  </a:lnTo>
                  <a:lnTo>
                    <a:pt x="517" y="180"/>
                  </a:lnTo>
                  <a:lnTo>
                    <a:pt x="538" y="194"/>
                  </a:lnTo>
                  <a:lnTo>
                    <a:pt x="560" y="187"/>
                  </a:lnTo>
                  <a:lnTo>
                    <a:pt x="575" y="169"/>
                  </a:lnTo>
                  <a:lnTo>
                    <a:pt x="592" y="175"/>
                  </a:lnTo>
                  <a:lnTo>
                    <a:pt x="634" y="151"/>
                  </a:lnTo>
                  <a:lnTo>
                    <a:pt x="677" y="163"/>
                  </a:lnTo>
                  <a:lnTo>
                    <a:pt x="672" y="137"/>
                  </a:lnTo>
                  <a:lnTo>
                    <a:pt x="630" y="112"/>
                  </a:lnTo>
                  <a:lnTo>
                    <a:pt x="598" y="112"/>
                  </a:lnTo>
                  <a:lnTo>
                    <a:pt x="564" y="89"/>
                  </a:lnTo>
                  <a:lnTo>
                    <a:pt x="576" y="77"/>
                  </a:lnTo>
                  <a:lnTo>
                    <a:pt x="569" y="63"/>
                  </a:lnTo>
                  <a:lnTo>
                    <a:pt x="577" y="51"/>
                  </a:lnTo>
                  <a:lnTo>
                    <a:pt x="576" y="37"/>
                  </a:lnTo>
                  <a:lnTo>
                    <a:pt x="585" y="18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38761D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g3a7c27a084b_1_405"/>
            <p:cNvSpPr/>
            <p:nvPr/>
          </p:nvSpPr>
          <p:spPr>
            <a:xfrm>
              <a:off x="3273425" y="1844675"/>
              <a:ext cx="1143000" cy="588962"/>
            </a:xfrm>
            <a:custGeom>
              <a:avLst/>
              <a:gdLst/>
              <a:ahLst/>
              <a:cxnLst/>
              <a:rect l="l" t="t" r="r" b="b"/>
              <a:pathLst>
                <a:path w="547" h="282" extrusionOk="0">
                  <a:moveTo>
                    <a:pt x="65" y="0"/>
                  </a:moveTo>
                  <a:cubicBezTo>
                    <a:pt x="47" y="5"/>
                    <a:pt x="47" y="5"/>
                    <a:pt x="47" y="5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65" y="83"/>
                    <a:pt x="65" y="83"/>
                    <a:pt x="65" y="83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44" y="130"/>
                    <a:pt x="44" y="130"/>
                    <a:pt x="44" y="130"/>
                  </a:cubicBezTo>
                  <a:cubicBezTo>
                    <a:pt x="42" y="143"/>
                    <a:pt x="42" y="143"/>
                    <a:pt x="42" y="143"/>
                  </a:cubicBezTo>
                  <a:cubicBezTo>
                    <a:pt x="65" y="155"/>
                    <a:pt x="65" y="155"/>
                    <a:pt x="65" y="155"/>
                  </a:cubicBezTo>
                  <a:cubicBezTo>
                    <a:pt x="80" y="134"/>
                    <a:pt x="80" y="134"/>
                    <a:pt x="80" y="134"/>
                  </a:cubicBezTo>
                  <a:cubicBezTo>
                    <a:pt x="92" y="132"/>
                    <a:pt x="92" y="132"/>
                    <a:pt x="92" y="132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44" y="167"/>
                    <a:pt x="144" y="167"/>
                    <a:pt x="144" y="167"/>
                  </a:cubicBezTo>
                  <a:cubicBezTo>
                    <a:pt x="148" y="189"/>
                    <a:pt x="148" y="189"/>
                    <a:pt x="148" y="189"/>
                  </a:cubicBezTo>
                  <a:cubicBezTo>
                    <a:pt x="152" y="204"/>
                    <a:pt x="152" y="204"/>
                    <a:pt x="152" y="204"/>
                  </a:cubicBezTo>
                  <a:cubicBezTo>
                    <a:pt x="154" y="242"/>
                    <a:pt x="154" y="242"/>
                    <a:pt x="154" y="242"/>
                  </a:cubicBezTo>
                  <a:cubicBezTo>
                    <a:pt x="150" y="257"/>
                    <a:pt x="150" y="257"/>
                    <a:pt x="150" y="257"/>
                  </a:cubicBezTo>
                  <a:cubicBezTo>
                    <a:pt x="161" y="271"/>
                    <a:pt x="161" y="271"/>
                    <a:pt x="161" y="271"/>
                  </a:cubicBezTo>
                  <a:cubicBezTo>
                    <a:pt x="188" y="265"/>
                    <a:pt x="188" y="265"/>
                    <a:pt x="188" y="265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213" y="252"/>
                    <a:pt x="213" y="252"/>
                    <a:pt x="213" y="252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77" y="257"/>
                    <a:pt x="277" y="257"/>
                    <a:pt x="277" y="257"/>
                  </a:cubicBezTo>
                  <a:cubicBezTo>
                    <a:pt x="294" y="266"/>
                    <a:pt x="294" y="266"/>
                    <a:pt x="294" y="266"/>
                  </a:cubicBezTo>
                  <a:cubicBezTo>
                    <a:pt x="333" y="282"/>
                    <a:pt x="333" y="282"/>
                    <a:pt x="333" y="282"/>
                  </a:cubicBezTo>
                  <a:cubicBezTo>
                    <a:pt x="355" y="280"/>
                    <a:pt x="355" y="280"/>
                    <a:pt x="355" y="280"/>
                  </a:cubicBezTo>
                  <a:cubicBezTo>
                    <a:pt x="374" y="270"/>
                    <a:pt x="374" y="270"/>
                    <a:pt x="374" y="270"/>
                  </a:cubicBezTo>
                  <a:cubicBezTo>
                    <a:pt x="385" y="275"/>
                    <a:pt x="385" y="275"/>
                    <a:pt x="385" y="275"/>
                  </a:cubicBezTo>
                  <a:cubicBezTo>
                    <a:pt x="397" y="275"/>
                    <a:pt x="397" y="275"/>
                    <a:pt x="397" y="275"/>
                  </a:cubicBezTo>
                  <a:cubicBezTo>
                    <a:pt x="422" y="253"/>
                    <a:pt x="422" y="253"/>
                    <a:pt x="422" y="253"/>
                  </a:cubicBezTo>
                  <a:cubicBezTo>
                    <a:pt x="435" y="254"/>
                    <a:pt x="435" y="254"/>
                    <a:pt x="435" y="254"/>
                  </a:cubicBezTo>
                  <a:cubicBezTo>
                    <a:pt x="449" y="248"/>
                    <a:pt x="449" y="248"/>
                    <a:pt x="449" y="248"/>
                  </a:cubicBezTo>
                  <a:cubicBezTo>
                    <a:pt x="452" y="244"/>
                    <a:pt x="452" y="244"/>
                    <a:pt x="452" y="244"/>
                  </a:cubicBezTo>
                  <a:cubicBezTo>
                    <a:pt x="455" y="225"/>
                    <a:pt x="455" y="225"/>
                    <a:pt x="455" y="225"/>
                  </a:cubicBezTo>
                  <a:cubicBezTo>
                    <a:pt x="436" y="224"/>
                    <a:pt x="436" y="224"/>
                    <a:pt x="436" y="224"/>
                  </a:cubicBezTo>
                  <a:cubicBezTo>
                    <a:pt x="430" y="213"/>
                    <a:pt x="430" y="213"/>
                    <a:pt x="430" y="213"/>
                  </a:cubicBezTo>
                  <a:cubicBezTo>
                    <a:pt x="438" y="202"/>
                    <a:pt x="438" y="202"/>
                    <a:pt x="438" y="202"/>
                  </a:cubicBezTo>
                  <a:cubicBezTo>
                    <a:pt x="465" y="193"/>
                    <a:pt x="465" y="193"/>
                    <a:pt x="465" y="193"/>
                  </a:cubicBezTo>
                  <a:cubicBezTo>
                    <a:pt x="479" y="186"/>
                    <a:pt x="479" y="186"/>
                    <a:pt x="479" y="186"/>
                  </a:cubicBezTo>
                  <a:cubicBezTo>
                    <a:pt x="491" y="186"/>
                    <a:pt x="491" y="186"/>
                    <a:pt x="491" y="186"/>
                  </a:cubicBezTo>
                  <a:cubicBezTo>
                    <a:pt x="502" y="173"/>
                    <a:pt x="502" y="173"/>
                    <a:pt x="502" y="173"/>
                  </a:cubicBezTo>
                  <a:cubicBezTo>
                    <a:pt x="512" y="177"/>
                    <a:pt x="512" y="177"/>
                    <a:pt x="512" y="177"/>
                  </a:cubicBezTo>
                  <a:cubicBezTo>
                    <a:pt x="529" y="176"/>
                    <a:pt x="529" y="176"/>
                    <a:pt x="529" y="176"/>
                  </a:cubicBezTo>
                  <a:cubicBezTo>
                    <a:pt x="531" y="182"/>
                    <a:pt x="531" y="182"/>
                    <a:pt x="531" y="182"/>
                  </a:cubicBezTo>
                  <a:cubicBezTo>
                    <a:pt x="543" y="164"/>
                    <a:pt x="543" y="164"/>
                    <a:pt x="543" y="164"/>
                  </a:cubicBezTo>
                  <a:cubicBezTo>
                    <a:pt x="547" y="158"/>
                    <a:pt x="547" y="158"/>
                    <a:pt x="547" y="158"/>
                  </a:cubicBezTo>
                  <a:cubicBezTo>
                    <a:pt x="520" y="159"/>
                    <a:pt x="520" y="159"/>
                    <a:pt x="520" y="159"/>
                  </a:cubicBezTo>
                  <a:cubicBezTo>
                    <a:pt x="488" y="160"/>
                    <a:pt x="488" y="160"/>
                    <a:pt x="488" y="160"/>
                  </a:cubicBezTo>
                  <a:cubicBezTo>
                    <a:pt x="460" y="161"/>
                    <a:pt x="460" y="161"/>
                    <a:pt x="460" y="161"/>
                  </a:cubicBezTo>
                  <a:cubicBezTo>
                    <a:pt x="451" y="133"/>
                    <a:pt x="451" y="133"/>
                    <a:pt x="451" y="133"/>
                  </a:cubicBezTo>
                  <a:cubicBezTo>
                    <a:pt x="420" y="118"/>
                    <a:pt x="420" y="118"/>
                    <a:pt x="420" y="118"/>
                  </a:cubicBezTo>
                  <a:cubicBezTo>
                    <a:pt x="417" y="120"/>
                    <a:pt x="411" y="122"/>
                    <a:pt x="411" y="122"/>
                  </a:cubicBezTo>
                  <a:cubicBezTo>
                    <a:pt x="383" y="120"/>
                    <a:pt x="383" y="120"/>
                    <a:pt x="383" y="120"/>
                  </a:cubicBezTo>
                  <a:cubicBezTo>
                    <a:pt x="360" y="106"/>
                    <a:pt x="360" y="106"/>
                    <a:pt x="360" y="106"/>
                  </a:cubicBezTo>
                  <a:cubicBezTo>
                    <a:pt x="349" y="109"/>
                    <a:pt x="349" y="109"/>
                    <a:pt x="349" y="109"/>
                  </a:cubicBezTo>
                  <a:cubicBezTo>
                    <a:pt x="321" y="99"/>
                    <a:pt x="321" y="99"/>
                    <a:pt x="321" y="99"/>
                  </a:cubicBezTo>
                  <a:cubicBezTo>
                    <a:pt x="307" y="108"/>
                    <a:pt x="307" y="108"/>
                    <a:pt x="307" y="108"/>
                  </a:cubicBezTo>
                  <a:cubicBezTo>
                    <a:pt x="274" y="95"/>
                    <a:pt x="274" y="95"/>
                    <a:pt x="274" y="95"/>
                  </a:cubicBezTo>
                  <a:cubicBezTo>
                    <a:pt x="266" y="102"/>
                    <a:pt x="266" y="102"/>
                    <a:pt x="266" y="102"/>
                  </a:cubicBezTo>
                  <a:cubicBezTo>
                    <a:pt x="246" y="87"/>
                    <a:pt x="246" y="87"/>
                    <a:pt x="246" y="87"/>
                  </a:cubicBezTo>
                  <a:cubicBezTo>
                    <a:pt x="221" y="83"/>
                    <a:pt x="221" y="83"/>
                    <a:pt x="221" y="83"/>
                  </a:cubicBezTo>
                  <a:cubicBezTo>
                    <a:pt x="191" y="88"/>
                    <a:pt x="191" y="88"/>
                    <a:pt x="191" y="88"/>
                  </a:cubicBezTo>
                  <a:cubicBezTo>
                    <a:pt x="176" y="77"/>
                    <a:pt x="176" y="77"/>
                    <a:pt x="176" y="77"/>
                  </a:cubicBezTo>
                  <a:cubicBezTo>
                    <a:pt x="175" y="64"/>
                    <a:pt x="175" y="64"/>
                    <a:pt x="175" y="64"/>
                  </a:cubicBezTo>
                  <a:cubicBezTo>
                    <a:pt x="160" y="45"/>
                    <a:pt x="160" y="45"/>
                    <a:pt x="160" y="45"/>
                  </a:cubicBezTo>
                  <a:cubicBezTo>
                    <a:pt x="150" y="44"/>
                    <a:pt x="150" y="44"/>
                    <a:pt x="150" y="44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99" y="8"/>
                    <a:pt x="99" y="8"/>
                    <a:pt x="99" y="8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38761D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g3a7c27a084b_1_405"/>
            <p:cNvSpPr/>
            <p:nvPr/>
          </p:nvSpPr>
          <p:spPr>
            <a:xfrm>
              <a:off x="3041650" y="1933575"/>
              <a:ext cx="700088" cy="765175"/>
            </a:xfrm>
            <a:custGeom>
              <a:avLst/>
              <a:gdLst/>
              <a:ahLst/>
              <a:cxnLst/>
              <a:rect l="l" t="t" r="r" b="b"/>
              <a:pathLst>
                <a:path w="441" h="482" extrusionOk="0">
                  <a:moveTo>
                    <a:pt x="146" y="0"/>
                  </a:moveTo>
                  <a:lnTo>
                    <a:pt x="137" y="16"/>
                  </a:lnTo>
                  <a:lnTo>
                    <a:pt x="121" y="37"/>
                  </a:lnTo>
                  <a:lnTo>
                    <a:pt x="115" y="57"/>
                  </a:lnTo>
                  <a:lnTo>
                    <a:pt x="100" y="66"/>
                  </a:lnTo>
                  <a:lnTo>
                    <a:pt x="77" y="66"/>
                  </a:lnTo>
                  <a:lnTo>
                    <a:pt x="77" y="78"/>
                  </a:lnTo>
                  <a:lnTo>
                    <a:pt x="91" y="118"/>
                  </a:lnTo>
                  <a:lnTo>
                    <a:pt x="85" y="140"/>
                  </a:lnTo>
                  <a:lnTo>
                    <a:pt x="87" y="174"/>
                  </a:lnTo>
                  <a:lnTo>
                    <a:pt x="94" y="228"/>
                  </a:lnTo>
                  <a:lnTo>
                    <a:pt x="87" y="257"/>
                  </a:lnTo>
                  <a:lnTo>
                    <a:pt x="70" y="276"/>
                  </a:lnTo>
                  <a:lnTo>
                    <a:pt x="58" y="304"/>
                  </a:lnTo>
                  <a:lnTo>
                    <a:pt x="57" y="323"/>
                  </a:lnTo>
                  <a:lnTo>
                    <a:pt x="27" y="364"/>
                  </a:lnTo>
                  <a:lnTo>
                    <a:pt x="15" y="390"/>
                  </a:lnTo>
                  <a:lnTo>
                    <a:pt x="6" y="402"/>
                  </a:lnTo>
                  <a:lnTo>
                    <a:pt x="3" y="437"/>
                  </a:lnTo>
                  <a:lnTo>
                    <a:pt x="0" y="468"/>
                  </a:lnTo>
                  <a:lnTo>
                    <a:pt x="0" y="477"/>
                  </a:lnTo>
                  <a:lnTo>
                    <a:pt x="13" y="477"/>
                  </a:lnTo>
                  <a:lnTo>
                    <a:pt x="56" y="482"/>
                  </a:lnTo>
                  <a:lnTo>
                    <a:pt x="69" y="473"/>
                  </a:lnTo>
                  <a:lnTo>
                    <a:pt x="88" y="476"/>
                  </a:lnTo>
                  <a:lnTo>
                    <a:pt x="99" y="482"/>
                  </a:lnTo>
                  <a:lnTo>
                    <a:pt x="145" y="468"/>
                  </a:lnTo>
                  <a:lnTo>
                    <a:pt x="174" y="444"/>
                  </a:lnTo>
                  <a:lnTo>
                    <a:pt x="194" y="441"/>
                  </a:lnTo>
                  <a:lnTo>
                    <a:pt x="223" y="452"/>
                  </a:lnTo>
                  <a:lnTo>
                    <a:pt x="248" y="462"/>
                  </a:lnTo>
                  <a:lnTo>
                    <a:pt x="285" y="462"/>
                  </a:lnTo>
                  <a:lnTo>
                    <a:pt x="291" y="466"/>
                  </a:lnTo>
                  <a:lnTo>
                    <a:pt x="298" y="460"/>
                  </a:lnTo>
                  <a:lnTo>
                    <a:pt x="336" y="408"/>
                  </a:lnTo>
                  <a:lnTo>
                    <a:pt x="363" y="393"/>
                  </a:lnTo>
                  <a:lnTo>
                    <a:pt x="407" y="394"/>
                  </a:lnTo>
                  <a:lnTo>
                    <a:pt x="435" y="382"/>
                  </a:lnTo>
                  <a:lnTo>
                    <a:pt x="441" y="352"/>
                  </a:lnTo>
                  <a:lnTo>
                    <a:pt x="432" y="319"/>
                  </a:lnTo>
                  <a:lnTo>
                    <a:pt x="419" y="279"/>
                  </a:lnTo>
                  <a:lnTo>
                    <a:pt x="420" y="278"/>
                  </a:lnTo>
                  <a:lnTo>
                    <a:pt x="420" y="278"/>
                  </a:lnTo>
                  <a:lnTo>
                    <a:pt x="394" y="293"/>
                  </a:lnTo>
                  <a:lnTo>
                    <a:pt x="358" y="301"/>
                  </a:lnTo>
                  <a:lnTo>
                    <a:pt x="344" y="282"/>
                  </a:lnTo>
                  <a:lnTo>
                    <a:pt x="349" y="262"/>
                  </a:lnTo>
                  <a:lnTo>
                    <a:pt x="346" y="212"/>
                  </a:lnTo>
                  <a:lnTo>
                    <a:pt x="341" y="193"/>
                  </a:lnTo>
                  <a:lnTo>
                    <a:pt x="336" y="164"/>
                  </a:lnTo>
                  <a:lnTo>
                    <a:pt x="306" y="127"/>
                  </a:lnTo>
                  <a:lnTo>
                    <a:pt x="267" y="118"/>
                  </a:lnTo>
                  <a:lnTo>
                    <a:pt x="252" y="120"/>
                  </a:lnTo>
                  <a:lnTo>
                    <a:pt x="232" y="148"/>
                  </a:lnTo>
                  <a:lnTo>
                    <a:pt x="202" y="132"/>
                  </a:lnTo>
                  <a:lnTo>
                    <a:pt x="204" y="115"/>
                  </a:lnTo>
                  <a:lnTo>
                    <a:pt x="225" y="75"/>
                  </a:lnTo>
                  <a:lnTo>
                    <a:pt x="232" y="53"/>
                  </a:lnTo>
                  <a:lnTo>
                    <a:pt x="231" y="39"/>
                  </a:lnTo>
                  <a:lnTo>
                    <a:pt x="202" y="37"/>
                  </a:lnTo>
                  <a:lnTo>
                    <a:pt x="181" y="25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g3a7c27a084b_1_405"/>
            <p:cNvSpPr/>
            <p:nvPr/>
          </p:nvSpPr>
          <p:spPr>
            <a:xfrm>
              <a:off x="2654300" y="2633663"/>
              <a:ext cx="1065213" cy="1008062"/>
            </a:xfrm>
            <a:custGeom>
              <a:avLst/>
              <a:gdLst/>
              <a:ahLst/>
              <a:cxnLst/>
              <a:rect l="l" t="t" r="r" b="b"/>
              <a:pathLst>
                <a:path w="510" h="482" extrusionOk="0">
                  <a:moveTo>
                    <a:pt x="333" y="0"/>
                  </a:moveTo>
                  <a:cubicBezTo>
                    <a:pt x="318" y="2"/>
                    <a:pt x="318" y="2"/>
                    <a:pt x="318" y="2"/>
                  </a:cubicBezTo>
                  <a:cubicBezTo>
                    <a:pt x="296" y="20"/>
                    <a:pt x="296" y="20"/>
                    <a:pt x="296" y="20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53" y="26"/>
                    <a:pt x="253" y="26"/>
                    <a:pt x="253" y="26"/>
                  </a:cubicBezTo>
                  <a:cubicBezTo>
                    <a:pt x="238" y="24"/>
                    <a:pt x="238" y="24"/>
                    <a:pt x="238" y="24"/>
                  </a:cubicBezTo>
                  <a:cubicBezTo>
                    <a:pt x="228" y="31"/>
                    <a:pt x="228" y="31"/>
                    <a:pt x="228" y="31"/>
                  </a:cubicBezTo>
                  <a:cubicBezTo>
                    <a:pt x="196" y="27"/>
                    <a:pt x="196" y="27"/>
                    <a:pt x="196" y="27"/>
                  </a:cubicBezTo>
                  <a:cubicBezTo>
                    <a:pt x="186" y="27"/>
                    <a:pt x="186" y="27"/>
                    <a:pt x="186" y="27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74" y="86"/>
                    <a:pt x="174" y="86"/>
                    <a:pt x="174" y="86"/>
                  </a:cubicBezTo>
                  <a:cubicBezTo>
                    <a:pt x="172" y="100"/>
                    <a:pt x="172" y="100"/>
                    <a:pt x="172" y="100"/>
                  </a:cubicBezTo>
                  <a:cubicBezTo>
                    <a:pt x="159" y="118"/>
                    <a:pt x="159" y="118"/>
                    <a:pt x="159" y="118"/>
                  </a:cubicBezTo>
                  <a:cubicBezTo>
                    <a:pt x="163" y="137"/>
                    <a:pt x="163" y="137"/>
                    <a:pt x="163" y="137"/>
                  </a:cubicBezTo>
                  <a:cubicBezTo>
                    <a:pt x="167" y="160"/>
                    <a:pt x="167" y="160"/>
                    <a:pt x="167" y="160"/>
                  </a:cubicBezTo>
                  <a:cubicBezTo>
                    <a:pt x="164" y="166"/>
                    <a:pt x="164" y="166"/>
                    <a:pt x="164" y="166"/>
                  </a:cubicBezTo>
                  <a:cubicBezTo>
                    <a:pt x="174" y="184"/>
                    <a:pt x="174" y="184"/>
                    <a:pt x="174" y="184"/>
                  </a:cubicBezTo>
                  <a:cubicBezTo>
                    <a:pt x="172" y="198"/>
                    <a:pt x="172" y="198"/>
                    <a:pt x="172" y="198"/>
                  </a:cubicBezTo>
                  <a:cubicBezTo>
                    <a:pt x="157" y="212"/>
                    <a:pt x="157" y="212"/>
                    <a:pt x="157" y="212"/>
                  </a:cubicBezTo>
                  <a:cubicBezTo>
                    <a:pt x="146" y="243"/>
                    <a:pt x="146" y="243"/>
                    <a:pt x="146" y="243"/>
                  </a:cubicBezTo>
                  <a:cubicBezTo>
                    <a:pt x="145" y="266"/>
                    <a:pt x="145" y="266"/>
                    <a:pt x="145" y="266"/>
                  </a:cubicBezTo>
                  <a:cubicBezTo>
                    <a:pt x="145" y="293"/>
                    <a:pt x="145" y="293"/>
                    <a:pt x="145" y="293"/>
                  </a:cubicBezTo>
                  <a:cubicBezTo>
                    <a:pt x="134" y="320"/>
                    <a:pt x="134" y="320"/>
                    <a:pt x="134" y="320"/>
                  </a:cubicBezTo>
                  <a:cubicBezTo>
                    <a:pt x="109" y="345"/>
                    <a:pt x="109" y="345"/>
                    <a:pt x="109" y="345"/>
                  </a:cubicBezTo>
                  <a:cubicBezTo>
                    <a:pt x="89" y="360"/>
                    <a:pt x="89" y="360"/>
                    <a:pt x="89" y="360"/>
                  </a:cubicBezTo>
                  <a:cubicBezTo>
                    <a:pt x="76" y="360"/>
                    <a:pt x="76" y="360"/>
                    <a:pt x="76" y="360"/>
                  </a:cubicBezTo>
                  <a:cubicBezTo>
                    <a:pt x="46" y="380"/>
                    <a:pt x="46" y="380"/>
                    <a:pt x="46" y="380"/>
                  </a:cubicBezTo>
                  <a:cubicBezTo>
                    <a:pt x="32" y="401"/>
                    <a:pt x="32" y="401"/>
                    <a:pt x="32" y="401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11" y="471"/>
                    <a:pt x="11" y="471"/>
                    <a:pt x="11" y="471"/>
                  </a:cubicBezTo>
                  <a:cubicBezTo>
                    <a:pt x="20" y="482"/>
                    <a:pt x="20" y="482"/>
                    <a:pt x="20" y="482"/>
                  </a:cubicBezTo>
                  <a:cubicBezTo>
                    <a:pt x="48" y="478"/>
                    <a:pt x="48" y="478"/>
                    <a:pt x="48" y="478"/>
                  </a:cubicBezTo>
                  <a:cubicBezTo>
                    <a:pt x="50" y="462"/>
                    <a:pt x="50" y="462"/>
                    <a:pt x="50" y="462"/>
                  </a:cubicBezTo>
                  <a:cubicBezTo>
                    <a:pt x="39" y="456"/>
                    <a:pt x="39" y="456"/>
                    <a:pt x="39" y="456"/>
                  </a:cubicBezTo>
                  <a:cubicBezTo>
                    <a:pt x="42" y="451"/>
                    <a:pt x="42" y="451"/>
                    <a:pt x="42" y="451"/>
                  </a:cubicBezTo>
                  <a:cubicBezTo>
                    <a:pt x="67" y="454"/>
                    <a:pt x="67" y="454"/>
                    <a:pt x="67" y="454"/>
                  </a:cubicBezTo>
                  <a:cubicBezTo>
                    <a:pt x="97" y="445"/>
                    <a:pt x="97" y="445"/>
                    <a:pt x="97" y="445"/>
                  </a:cubicBezTo>
                  <a:cubicBezTo>
                    <a:pt x="106" y="429"/>
                    <a:pt x="106" y="429"/>
                    <a:pt x="106" y="429"/>
                  </a:cubicBezTo>
                  <a:cubicBezTo>
                    <a:pt x="138" y="418"/>
                    <a:pt x="138" y="418"/>
                    <a:pt x="138" y="418"/>
                  </a:cubicBezTo>
                  <a:cubicBezTo>
                    <a:pt x="156" y="408"/>
                    <a:pt x="156" y="408"/>
                    <a:pt x="156" y="408"/>
                  </a:cubicBezTo>
                  <a:cubicBezTo>
                    <a:pt x="173" y="409"/>
                    <a:pt x="173" y="409"/>
                    <a:pt x="173" y="409"/>
                  </a:cubicBezTo>
                  <a:cubicBezTo>
                    <a:pt x="194" y="392"/>
                    <a:pt x="194" y="392"/>
                    <a:pt x="194" y="392"/>
                  </a:cubicBezTo>
                  <a:cubicBezTo>
                    <a:pt x="198" y="375"/>
                    <a:pt x="198" y="375"/>
                    <a:pt x="198" y="375"/>
                  </a:cubicBezTo>
                  <a:cubicBezTo>
                    <a:pt x="222" y="376"/>
                    <a:pt x="222" y="376"/>
                    <a:pt x="222" y="376"/>
                  </a:cubicBezTo>
                  <a:cubicBezTo>
                    <a:pt x="235" y="391"/>
                    <a:pt x="235" y="391"/>
                    <a:pt x="235" y="391"/>
                  </a:cubicBezTo>
                  <a:cubicBezTo>
                    <a:pt x="255" y="393"/>
                    <a:pt x="255" y="393"/>
                    <a:pt x="255" y="393"/>
                  </a:cubicBezTo>
                  <a:cubicBezTo>
                    <a:pt x="275" y="390"/>
                    <a:pt x="275" y="390"/>
                    <a:pt x="275" y="390"/>
                  </a:cubicBezTo>
                  <a:cubicBezTo>
                    <a:pt x="266" y="380"/>
                    <a:pt x="266" y="380"/>
                    <a:pt x="266" y="380"/>
                  </a:cubicBezTo>
                  <a:cubicBezTo>
                    <a:pt x="267" y="370"/>
                    <a:pt x="267" y="370"/>
                    <a:pt x="267" y="370"/>
                  </a:cubicBezTo>
                  <a:cubicBezTo>
                    <a:pt x="279" y="377"/>
                    <a:pt x="279" y="377"/>
                    <a:pt x="279" y="377"/>
                  </a:cubicBezTo>
                  <a:cubicBezTo>
                    <a:pt x="275" y="363"/>
                    <a:pt x="275" y="363"/>
                    <a:pt x="275" y="363"/>
                  </a:cubicBezTo>
                  <a:cubicBezTo>
                    <a:pt x="266" y="359"/>
                    <a:pt x="266" y="359"/>
                    <a:pt x="266" y="359"/>
                  </a:cubicBezTo>
                  <a:cubicBezTo>
                    <a:pt x="274" y="335"/>
                    <a:pt x="274" y="335"/>
                    <a:pt x="274" y="335"/>
                  </a:cubicBezTo>
                  <a:cubicBezTo>
                    <a:pt x="288" y="337"/>
                    <a:pt x="288" y="337"/>
                    <a:pt x="288" y="337"/>
                  </a:cubicBezTo>
                  <a:cubicBezTo>
                    <a:pt x="303" y="330"/>
                    <a:pt x="303" y="330"/>
                    <a:pt x="303" y="330"/>
                  </a:cubicBezTo>
                  <a:cubicBezTo>
                    <a:pt x="312" y="357"/>
                    <a:pt x="312" y="357"/>
                    <a:pt x="312" y="357"/>
                  </a:cubicBezTo>
                  <a:cubicBezTo>
                    <a:pt x="339" y="390"/>
                    <a:pt x="339" y="390"/>
                    <a:pt x="339" y="390"/>
                  </a:cubicBezTo>
                  <a:cubicBezTo>
                    <a:pt x="346" y="413"/>
                    <a:pt x="346" y="413"/>
                    <a:pt x="346" y="413"/>
                  </a:cubicBezTo>
                  <a:cubicBezTo>
                    <a:pt x="350" y="417"/>
                    <a:pt x="350" y="417"/>
                    <a:pt x="350" y="417"/>
                  </a:cubicBezTo>
                  <a:cubicBezTo>
                    <a:pt x="377" y="398"/>
                    <a:pt x="377" y="398"/>
                    <a:pt x="377" y="398"/>
                  </a:cubicBezTo>
                  <a:cubicBezTo>
                    <a:pt x="377" y="369"/>
                    <a:pt x="377" y="369"/>
                    <a:pt x="377" y="369"/>
                  </a:cubicBezTo>
                  <a:cubicBezTo>
                    <a:pt x="380" y="365"/>
                    <a:pt x="380" y="365"/>
                    <a:pt x="380" y="365"/>
                  </a:cubicBezTo>
                  <a:cubicBezTo>
                    <a:pt x="403" y="391"/>
                    <a:pt x="403" y="391"/>
                    <a:pt x="403" y="391"/>
                  </a:cubicBezTo>
                  <a:cubicBezTo>
                    <a:pt x="403" y="391"/>
                    <a:pt x="422" y="381"/>
                    <a:pt x="427" y="381"/>
                  </a:cubicBezTo>
                  <a:cubicBezTo>
                    <a:pt x="432" y="381"/>
                    <a:pt x="441" y="381"/>
                    <a:pt x="441" y="381"/>
                  </a:cubicBezTo>
                  <a:cubicBezTo>
                    <a:pt x="451" y="351"/>
                    <a:pt x="451" y="351"/>
                    <a:pt x="451" y="351"/>
                  </a:cubicBezTo>
                  <a:cubicBezTo>
                    <a:pt x="462" y="343"/>
                    <a:pt x="462" y="343"/>
                    <a:pt x="462" y="343"/>
                  </a:cubicBezTo>
                  <a:cubicBezTo>
                    <a:pt x="460" y="329"/>
                    <a:pt x="460" y="329"/>
                    <a:pt x="460" y="329"/>
                  </a:cubicBezTo>
                  <a:cubicBezTo>
                    <a:pt x="445" y="316"/>
                    <a:pt x="445" y="316"/>
                    <a:pt x="445" y="316"/>
                  </a:cubicBezTo>
                  <a:cubicBezTo>
                    <a:pt x="434" y="292"/>
                    <a:pt x="434" y="292"/>
                    <a:pt x="434" y="292"/>
                  </a:cubicBezTo>
                  <a:cubicBezTo>
                    <a:pt x="413" y="279"/>
                    <a:pt x="413" y="279"/>
                    <a:pt x="413" y="279"/>
                  </a:cubicBezTo>
                  <a:cubicBezTo>
                    <a:pt x="412" y="266"/>
                    <a:pt x="412" y="266"/>
                    <a:pt x="412" y="266"/>
                  </a:cubicBezTo>
                  <a:cubicBezTo>
                    <a:pt x="422" y="262"/>
                    <a:pt x="422" y="262"/>
                    <a:pt x="422" y="262"/>
                  </a:cubicBezTo>
                  <a:cubicBezTo>
                    <a:pt x="439" y="262"/>
                    <a:pt x="439" y="262"/>
                    <a:pt x="439" y="262"/>
                  </a:cubicBezTo>
                  <a:cubicBezTo>
                    <a:pt x="456" y="275"/>
                    <a:pt x="456" y="275"/>
                    <a:pt x="456" y="275"/>
                  </a:cubicBezTo>
                  <a:cubicBezTo>
                    <a:pt x="467" y="269"/>
                    <a:pt x="467" y="269"/>
                    <a:pt x="467" y="269"/>
                  </a:cubicBezTo>
                  <a:cubicBezTo>
                    <a:pt x="471" y="257"/>
                    <a:pt x="471" y="257"/>
                    <a:pt x="471" y="257"/>
                  </a:cubicBezTo>
                  <a:cubicBezTo>
                    <a:pt x="493" y="245"/>
                    <a:pt x="493" y="245"/>
                    <a:pt x="493" y="245"/>
                  </a:cubicBezTo>
                  <a:cubicBezTo>
                    <a:pt x="491" y="226"/>
                    <a:pt x="491" y="226"/>
                    <a:pt x="491" y="226"/>
                  </a:cubicBezTo>
                  <a:cubicBezTo>
                    <a:pt x="462" y="206"/>
                    <a:pt x="462" y="206"/>
                    <a:pt x="462" y="206"/>
                  </a:cubicBezTo>
                  <a:cubicBezTo>
                    <a:pt x="464" y="195"/>
                    <a:pt x="464" y="195"/>
                    <a:pt x="464" y="195"/>
                  </a:cubicBezTo>
                  <a:cubicBezTo>
                    <a:pt x="483" y="175"/>
                    <a:pt x="483" y="175"/>
                    <a:pt x="483" y="175"/>
                  </a:cubicBezTo>
                  <a:cubicBezTo>
                    <a:pt x="490" y="158"/>
                    <a:pt x="490" y="158"/>
                    <a:pt x="490" y="158"/>
                  </a:cubicBezTo>
                  <a:cubicBezTo>
                    <a:pt x="486" y="144"/>
                    <a:pt x="486" y="144"/>
                    <a:pt x="486" y="144"/>
                  </a:cubicBezTo>
                  <a:cubicBezTo>
                    <a:pt x="485" y="120"/>
                    <a:pt x="485" y="120"/>
                    <a:pt x="485" y="120"/>
                  </a:cubicBezTo>
                  <a:cubicBezTo>
                    <a:pt x="510" y="107"/>
                    <a:pt x="510" y="107"/>
                    <a:pt x="510" y="107"/>
                  </a:cubicBezTo>
                  <a:cubicBezTo>
                    <a:pt x="510" y="107"/>
                    <a:pt x="510" y="107"/>
                    <a:pt x="510" y="107"/>
                  </a:cubicBezTo>
                  <a:cubicBezTo>
                    <a:pt x="504" y="85"/>
                    <a:pt x="504" y="85"/>
                    <a:pt x="504" y="85"/>
                  </a:cubicBezTo>
                  <a:cubicBezTo>
                    <a:pt x="504" y="60"/>
                    <a:pt x="504" y="60"/>
                    <a:pt x="504" y="60"/>
                  </a:cubicBezTo>
                  <a:cubicBezTo>
                    <a:pt x="489" y="52"/>
                    <a:pt x="489" y="52"/>
                    <a:pt x="489" y="52"/>
                  </a:cubicBezTo>
                  <a:cubicBezTo>
                    <a:pt x="455" y="47"/>
                    <a:pt x="455" y="47"/>
                    <a:pt x="455" y="47"/>
                  </a:cubicBezTo>
                  <a:cubicBezTo>
                    <a:pt x="436" y="49"/>
                    <a:pt x="436" y="49"/>
                    <a:pt x="436" y="49"/>
                  </a:cubicBezTo>
                  <a:cubicBezTo>
                    <a:pt x="425" y="60"/>
                    <a:pt x="425" y="60"/>
                    <a:pt x="425" y="60"/>
                  </a:cubicBezTo>
                  <a:cubicBezTo>
                    <a:pt x="402" y="71"/>
                    <a:pt x="402" y="71"/>
                    <a:pt x="402" y="71"/>
                  </a:cubicBezTo>
                  <a:cubicBezTo>
                    <a:pt x="358" y="79"/>
                    <a:pt x="358" y="79"/>
                    <a:pt x="358" y="79"/>
                  </a:cubicBezTo>
                  <a:cubicBezTo>
                    <a:pt x="339" y="86"/>
                    <a:pt x="339" y="86"/>
                    <a:pt x="339" y="86"/>
                  </a:cubicBezTo>
                  <a:cubicBezTo>
                    <a:pt x="340" y="64"/>
                    <a:pt x="340" y="64"/>
                    <a:pt x="340" y="64"/>
                  </a:cubicBezTo>
                  <a:cubicBezTo>
                    <a:pt x="358" y="46"/>
                    <a:pt x="358" y="46"/>
                    <a:pt x="358" y="46"/>
                  </a:cubicBezTo>
                  <a:cubicBezTo>
                    <a:pt x="375" y="37"/>
                    <a:pt x="375" y="37"/>
                    <a:pt x="375" y="37"/>
                  </a:cubicBezTo>
                  <a:cubicBezTo>
                    <a:pt x="402" y="24"/>
                    <a:pt x="402" y="24"/>
                    <a:pt x="402" y="24"/>
                  </a:cubicBezTo>
                  <a:cubicBezTo>
                    <a:pt x="407" y="19"/>
                    <a:pt x="407" y="19"/>
                    <a:pt x="407" y="19"/>
                  </a:cubicBezTo>
                  <a:cubicBezTo>
                    <a:pt x="402" y="16"/>
                    <a:pt x="402" y="16"/>
                    <a:pt x="402" y="16"/>
                  </a:cubicBezTo>
                  <a:cubicBezTo>
                    <a:pt x="374" y="16"/>
                    <a:pt x="374" y="16"/>
                    <a:pt x="374" y="16"/>
                  </a:cubicBezTo>
                  <a:cubicBezTo>
                    <a:pt x="355" y="8"/>
                    <a:pt x="355" y="8"/>
                    <a:pt x="355" y="8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g3a7c27a084b_1_405"/>
            <p:cNvSpPr/>
            <p:nvPr/>
          </p:nvSpPr>
          <p:spPr>
            <a:xfrm>
              <a:off x="3384550" y="2690813"/>
              <a:ext cx="1247775" cy="1065212"/>
            </a:xfrm>
            <a:custGeom>
              <a:avLst/>
              <a:gdLst/>
              <a:ahLst/>
              <a:cxnLst/>
              <a:rect l="l" t="t" r="r" b="b"/>
              <a:pathLst>
                <a:path w="597" h="510" extrusionOk="0">
                  <a:moveTo>
                    <a:pt x="364" y="0"/>
                  </a:moveTo>
                  <a:cubicBezTo>
                    <a:pt x="351" y="3"/>
                    <a:pt x="351" y="3"/>
                    <a:pt x="351" y="3"/>
                  </a:cubicBezTo>
                  <a:cubicBezTo>
                    <a:pt x="329" y="11"/>
                    <a:pt x="329" y="11"/>
                    <a:pt x="329" y="11"/>
                  </a:cubicBezTo>
                  <a:cubicBezTo>
                    <a:pt x="308" y="13"/>
                    <a:pt x="308" y="13"/>
                    <a:pt x="308" y="13"/>
                  </a:cubicBezTo>
                  <a:cubicBezTo>
                    <a:pt x="301" y="17"/>
                    <a:pt x="301" y="17"/>
                    <a:pt x="301" y="17"/>
                  </a:cubicBezTo>
                  <a:cubicBezTo>
                    <a:pt x="308" y="39"/>
                    <a:pt x="308" y="39"/>
                    <a:pt x="308" y="39"/>
                  </a:cubicBezTo>
                  <a:cubicBezTo>
                    <a:pt x="307" y="52"/>
                    <a:pt x="307" y="52"/>
                    <a:pt x="307" y="52"/>
                  </a:cubicBezTo>
                  <a:cubicBezTo>
                    <a:pt x="308" y="65"/>
                    <a:pt x="308" y="65"/>
                    <a:pt x="308" y="65"/>
                  </a:cubicBezTo>
                  <a:cubicBezTo>
                    <a:pt x="314" y="73"/>
                    <a:pt x="314" y="73"/>
                    <a:pt x="314" y="73"/>
                  </a:cubicBezTo>
                  <a:cubicBezTo>
                    <a:pt x="324" y="105"/>
                    <a:pt x="324" y="105"/>
                    <a:pt x="324" y="105"/>
                  </a:cubicBezTo>
                  <a:cubicBezTo>
                    <a:pt x="316" y="113"/>
                    <a:pt x="316" y="113"/>
                    <a:pt x="316" y="113"/>
                  </a:cubicBezTo>
                  <a:cubicBezTo>
                    <a:pt x="308" y="110"/>
                    <a:pt x="308" y="110"/>
                    <a:pt x="308" y="110"/>
                  </a:cubicBezTo>
                  <a:cubicBezTo>
                    <a:pt x="297" y="109"/>
                    <a:pt x="297" y="109"/>
                    <a:pt x="297" y="109"/>
                  </a:cubicBezTo>
                  <a:cubicBezTo>
                    <a:pt x="274" y="117"/>
                    <a:pt x="274" y="117"/>
                    <a:pt x="274" y="117"/>
                  </a:cubicBezTo>
                  <a:cubicBezTo>
                    <a:pt x="264" y="135"/>
                    <a:pt x="264" y="135"/>
                    <a:pt x="264" y="135"/>
                  </a:cubicBezTo>
                  <a:cubicBezTo>
                    <a:pt x="207" y="104"/>
                    <a:pt x="207" y="104"/>
                    <a:pt x="207" y="104"/>
                  </a:cubicBezTo>
                  <a:cubicBezTo>
                    <a:pt x="196" y="100"/>
                    <a:pt x="196" y="100"/>
                    <a:pt x="196" y="100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86" y="82"/>
                    <a:pt x="186" y="82"/>
                    <a:pt x="186" y="82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35" y="93"/>
                    <a:pt x="135" y="93"/>
                    <a:pt x="135" y="93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40" y="131"/>
                    <a:pt x="140" y="131"/>
                    <a:pt x="140" y="131"/>
                  </a:cubicBezTo>
                  <a:cubicBezTo>
                    <a:pt x="133" y="148"/>
                    <a:pt x="133" y="148"/>
                    <a:pt x="133" y="148"/>
                  </a:cubicBezTo>
                  <a:cubicBezTo>
                    <a:pt x="114" y="168"/>
                    <a:pt x="114" y="168"/>
                    <a:pt x="114" y="168"/>
                  </a:cubicBezTo>
                  <a:cubicBezTo>
                    <a:pt x="112" y="179"/>
                    <a:pt x="112" y="179"/>
                    <a:pt x="112" y="179"/>
                  </a:cubicBezTo>
                  <a:cubicBezTo>
                    <a:pt x="141" y="199"/>
                    <a:pt x="141" y="199"/>
                    <a:pt x="141" y="199"/>
                  </a:cubicBezTo>
                  <a:cubicBezTo>
                    <a:pt x="143" y="218"/>
                    <a:pt x="143" y="218"/>
                    <a:pt x="143" y="218"/>
                  </a:cubicBezTo>
                  <a:cubicBezTo>
                    <a:pt x="121" y="230"/>
                    <a:pt x="121" y="230"/>
                    <a:pt x="121" y="230"/>
                  </a:cubicBezTo>
                  <a:cubicBezTo>
                    <a:pt x="117" y="242"/>
                    <a:pt x="117" y="242"/>
                    <a:pt x="117" y="242"/>
                  </a:cubicBezTo>
                  <a:cubicBezTo>
                    <a:pt x="106" y="248"/>
                    <a:pt x="106" y="248"/>
                    <a:pt x="106" y="248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72" y="235"/>
                    <a:pt x="72" y="235"/>
                    <a:pt x="72" y="235"/>
                  </a:cubicBezTo>
                  <a:cubicBezTo>
                    <a:pt x="62" y="239"/>
                    <a:pt x="62" y="239"/>
                    <a:pt x="62" y="239"/>
                  </a:cubicBezTo>
                  <a:cubicBezTo>
                    <a:pt x="63" y="252"/>
                    <a:pt x="63" y="252"/>
                    <a:pt x="63" y="252"/>
                  </a:cubicBezTo>
                  <a:cubicBezTo>
                    <a:pt x="84" y="265"/>
                    <a:pt x="84" y="265"/>
                    <a:pt x="84" y="265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110" y="302"/>
                    <a:pt x="110" y="302"/>
                    <a:pt x="110" y="302"/>
                  </a:cubicBezTo>
                  <a:cubicBezTo>
                    <a:pt x="112" y="316"/>
                    <a:pt x="112" y="316"/>
                    <a:pt x="112" y="316"/>
                  </a:cubicBezTo>
                  <a:cubicBezTo>
                    <a:pt x="101" y="324"/>
                    <a:pt x="101" y="324"/>
                    <a:pt x="101" y="324"/>
                  </a:cubicBezTo>
                  <a:cubicBezTo>
                    <a:pt x="91" y="354"/>
                    <a:pt x="91" y="354"/>
                    <a:pt x="91" y="354"/>
                  </a:cubicBezTo>
                  <a:cubicBezTo>
                    <a:pt x="91" y="354"/>
                    <a:pt x="82" y="354"/>
                    <a:pt x="77" y="354"/>
                  </a:cubicBezTo>
                  <a:cubicBezTo>
                    <a:pt x="72" y="354"/>
                    <a:pt x="53" y="364"/>
                    <a:pt x="53" y="364"/>
                  </a:cubicBezTo>
                  <a:cubicBezTo>
                    <a:pt x="30" y="338"/>
                    <a:pt x="30" y="338"/>
                    <a:pt x="30" y="338"/>
                  </a:cubicBezTo>
                  <a:cubicBezTo>
                    <a:pt x="27" y="342"/>
                    <a:pt x="27" y="342"/>
                    <a:pt x="27" y="342"/>
                  </a:cubicBezTo>
                  <a:cubicBezTo>
                    <a:pt x="27" y="371"/>
                    <a:pt x="27" y="371"/>
                    <a:pt x="27" y="371"/>
                  </a:cubicBezTo>
                  <a:cubicBezTo>
                    <a:pt x="0" y="390"/>
                    <a:pt x="0" y="390"/>
                    <a:pt x="0" y="390"/>
                  </a:cubicBezTo>
                  <a:cubicBezTo>
                    <a:pt x="7" y="399"/>
                    <a:pt x="7" y="399"/>
                    <a:pt x="7" y="399"/>
                  </a:cubicBezTo>
                  <a:cubicBezTo>
                    <a:pt x="14" y="426"/>
                    <a:pt x="14" y="426"/>
                    <a:pt x="14" y="426"/>
                  </a:cubicBezTo>
                  <a:cubicBezTo>
                    <a:pt x="24" y="430"/>
                    <a:pt x="24" y="430"/>
                    <a:pt x="24" y="430"/>
                  </a:cubicBezTo>
                  <a:cubicBezTo>
                    <a:pt x="39" y="408"/>
                    <a:pt x="39" y="408"/>
                    <a:pt x="39" y="408"/>
                  </a:cubicBezTo>
                  <a:cubicBezTo>
                    <a:pt x="52" y="416"/>
                    <a:pt x="52" y="416"/>
                    <a:pt x="52" y="416"/>
                  </a:cubicBezTo>
                  <a:cubicBezTo>
                    <a:pt x="62" y="447"/>
                    <a:pt x="62" y="447"/>
                    <a:pt x="62" y="447"/>
                  </a:cubicBezTo>
                  <a:cubicBezTo>
                    <a:pt x="93" y="443"/>
                    <a:pt x="93" y="443"/>
                    <a:pt x="93" y="443"/>
                  </a:cubicBezTo>
                  <a:cubicBezTo>
                    <a:pt x="116" y="462"/>
                    <a:pt x="116" y="462"/>
                    <a:pt x="116" y="462"/>
                  </a:cubicBezTo>
                  <a:cubicBezTo>
                    <a:pt x="154" y="452"/>
                    <a:pt x="154" y="452"/>
                    <a:pt x="154" y="452"/>
                  </a:cubicBezTo>
                  <a:cubicBezTo>
                    <a:pt x="189" y="496"/>
                    <a:pt x="189" y="496"/>
                    <a:pt x="189" y="496"/>
                  </a:cubicBezTo>
                  <a:cubicBezTo>
                    <a:pt x="192" y="505"/>
                    <a:pt x="192" y="505"/>
                    <a:pt x="192" y="505"/>
                  </a:cubicBezTo>
                  <a:cubicBezTo>
                    <a:pt x="213" y="509"/>
                    <a:pt x="213" y="509"/>
                    <a:pt x="213" y="509"/>
                  </a:cubicBezTo>
                  <a:cubicBezTo>
                    <a:pt x="240" y="504"/>
                    <a:pt x="240" y="504"/>
                    <a:pt x="240" y="504"/>
                  </a:cubicBezTo>
                  <a:cubicBezTo>
                    <a:pt x="240" y="488"/>
                    <a:pt x="240" y="488"/>
                    <a:pt x="240" y="488"/>
                  </a:cubicBezTo>
                  <a:cubicBezTo>
                    <a:pt x="262" y="498"/>
                    <a:pt x="262" y="498"/>
                    <a:pt x="262" y="498"/>
                  </a:cubicBezTo>
                  <a:cubicBezTo>
                    <a:pt x="274" y="509"/>
                    <a:pt x="274" y="509"/>
                    <a:pt x="274" y="509"/>
                  </a:cubicBezTo>
                  <a:cubicBezTo>
                    <a:pt x="292" y="510"/>
                    <a:pt x="292" y="510"/>
                    <a:pt x="292" y="510"/>
                  </a:cubicBezTo>
                  <a:cubicBezTo>
                    <a:pt x="290" y="508"/>
                    <a:pt x="290" y="508"/>
                    <a:pt x="290" y="508"/>
                  </a:cubicBezTo>
                  <a:cubicBezTo>
                    <a:pt x="296" y="496"/>
                    <a:pt x="296" y="496"/>
                    <a:pt x="296" y="496"/>
                  </a:cubicBezTo>
                  <a:cubicBezTo>
                    <a:pt x="321" y="479"/>
                    <a:pt x="321" y="479"/>
                    <a:pt x="321" y="479"/>
                  </a:cubicBezTo>
                  <a:cubicBezTo>
                    <a:pt x="328" y="481"/>
                    <a:pt x="328" y="481"/>
                    <a:pt x="328" y="481"/>
                  </a:cubicBezTo>
                  <a:cubicBezTo>
                    <a:pt x="327" y="498"/>
                    <a:pt x="327" y="498"/>
                    <a:pt x="327" y="498"/>
                  </a:cubicBezTo>
                  <a:cubicBezTo>
                    <a:pt x="334" y="499"/>
                    <a:pt x="334" y="499"/>
                    <a:pt x="334" y="499"/>
                  </a:cubicBezTo>
                  <a:cubicBezTo>
                    <a:pt x="339" y="495"/>
                    <a:pt x="339" y="495"/>
                    <a:pt x="339" y="495"/>
                  </a:cubicBezTo>
                  <a:cubicBezTo>
                    <a:pt x="333" y="470"/>
                    <a:pt x="333" y="470"/>
                    <a:pt x="333" y="470"/>
                  </a:cubicBezTo>
                  <a:cubicBezTo>
                    <a:pt x="328" y="462"/>
                    <a:pt x="328" y="462"/>
                    <a:pt x="328" y="462"/>
                  </a:cubicBezTo>
                  <a:cubicBezTo>
                    <a:pt x="328" y="444"/>
                    <a:pt x="328" y="444"/>
                    <a:pt x="328" y="444"/>
                  </a:cubicBezTo>
                  <a:cubicBezTo>
                    <a:pt x="322" y="435"/>
                    <a:pt x="322" y="435"/>
                    <a:pt x="322" y="435"/>
                  </a:cubicBezTo>
                  <a:cubicBezTo>
                    <a:pt x="339" y="433"/>
                    <a:pt x="339" y="433"/>
                    <a:pt x="339" y="433"/>
                  </a:cubicBezTo>
                  <a:cubicBezTo>
                    <a:pt x="372" y="442"/>
                    <a:pt x="372" y="442"/>
                    <a:pt x="372" y="442"/>
                  </a:cubicBezTo>
                  <a:cubicBezTo>
                    <a:pt x="380" y="421"/>
                    <a:pt x="380" y="421"/>
                    <a:pt x="380" y="421"/>
                  </a:cubicBezTo>
                  <a:cubicBezTo>
                    <a:pt x="387" y="427"/>
                    <a:pt x="387" y="427"/>
                    <a:pt x="387" y="427"/>
                  </a:cubicBezTo>
                  <a:cubicBezTo>
                    <a:pt x="398" y="430"/>
                    <a:pt x="398" y="430"/>
                    <a:pt x="398" y="430"/>
                  </a:cubicBezTo>
                  <a:cubicBezTo>
                    <a:pt x="415" y="435"/>
                    <a:pt x="415" y="435"/>
                    <a:pt x="415" y="435"/>
                  </a:cubicBezTo>
                  <a:cubicBezTo>
                    <a:pt x="428" y="433"/>
                    <a:pt x="428" y="433"/>
                    <a:pt x="428" y="433"/>
                  </a:cubicBezTo>
                  <a:cubicBezTo>
                    <a:pt x="445" y="438"/>
                    <a:pt x="445" y="438"/>
                    <a:pt x="445" y="438"/>
                  </a:cubicBezTo>
                  <a:cubicBezTo>
                    <a:pt x="455" y="454"/>
                    <a:pt x="455" y="454"/>
                    <a:pt x="455" y="454"/>
                  </a:cubicBezTo>
                  <a:cubicBezTo>
                    <a:pt x="463" y="454"/>
                    <a:pt x="463" y="454"/>
                    <a:pt x="463" y="454"/>
                  </a:cubicBezTo>
                  <a:cubicBezTo>
                    <a:pt x="468" y="446"/>
                    <a:pt x="468" y="446"/>
                    <a:pt x="468" y="446"/>
                  </a:cubicBezTo>
                  <a:cubicBezTo>
                    <a:pt x="482" y="449"/>
                    <a:pt x="482" y="449"/>
                    <a:pt x="482" y="449"/>
                  </a:cubicBezTo>
                  <a:cubicBezTo>
                    <a:pt x="506" y="444"/>
                    <a:pt x="506" y="444"/>
                    <a:pt x="506" y="444"/>
                  </a:cubicBezTo>
                  <a:cubicBezTo>
                    <a:pt x="505" y="425"/>
                    <a:pt x="505" y="425"/>
                    <a:pt x="505" y="425"/>
                  </a:cubicBezTo>
                  <a:cubicBezTo>
                    <a:pt x="537" y="416"/>
                    <a:pt x="537" y="416"/>
                    <a:pt x="537" y="416"/>
                  </a:cubicBezTo>
                  <a:cubicBezTo>
                    <a:pt x="551" y="416"/>
                    <a:pt x="551" y="416"/>
                    <a:pt x="551" y="416"/>
                  </a:cubicBezTo>
                  <a:cubicBezTo>
                    <a:pt x="557" y="411"/>
                    <a:pt x="557" y="411"/>
                    <a:pt x="557" y="411"/>
                  </a:cubicBezTo>
                  <a:cubicBezTo>
                    <a:pt x="568" y="418"/>
                    <a:pt x="568" y="418"/>
                    <a:pt x="568" y="418"/>
                  </a:cubicBezTo>
                  <a:cubicBezTo>
                    <a:pt x="597" y="416"/>
                    <a:pt x="597" y="416"/>
                    <a:pt x="597" y="416"/>
                  </a:cubicBezTo>
                  <a:cubicBezTo>
                    <a:pt x="594" y="405"/>
                    <a:pt x="594" y="405"/>
                    <a:pt x="594" y="405"/>
                  </a:cubicBezTo>
                  <a:cubicBezTo>
                    <a:pt x="582" y="363"/>
                    <a:pt x="582" y="363"/>
                    <a:pt x="582" y="363"/>
                  </a:cubicBezTo>
                  <a:cubicBezTo>
                    <a:pt x="554" y="365"/>
                    <a:pt x="554" y="365"/>
                    <a:pt x="554" y="365"/>
                  </a:cubicBezTo>
                  <a:cubicBezTo>
                    <a:pt x="517" y="341"/>
                    <a:pt x="517" y="341"/>
                    <a:pt x="517" y="341"/>
                  </a:cubicBezTo>
                  <a:cubicBezTo>
                    <a:pt x="510" y="329"/>
                    <a:pt x="510" y="329"/>
                    <a:pt x="510" y="329"/>
                  </a:cubicBezTo>
                  <a:cubicBezTo>
                    <a:pt x="487" y="321"/>
                    <a:pt x="487" y="321"/>
                    <a:pt x="487" y="321"/>
                  </a:cubicBezTo>
                  <a:cubicBezTo>
                    <a:pt x="463" y="298"/>
                    <a:pt x="463" y="298"/>
                    <a:pt x="463" y="298"/>
                  </a:cubicBezTo>
                  <a:cubicBezTo>
                    <a:pt x="480" y="286"/>
                    <a:pt x="480" y="286"/>
                    <a:pt x="480" y="286"/>
                  </a:cubicBezTo>
                  <a:cubicBezTo>
                    <a:pt x="498" y="279"/>
                    <a:pt x="498" y="279"/>
                    <a:pt x="498" y="279"/>
                  </a:cubicBezTo>
                  <a:cubicBezTo>
                    <a:pt x="479" y="255"/>
                    <a:pt x="479" y="255"/>
                    <a:pt x="479" y="255"/>
                  </a:cubicBezTo>
                  <a:cubicBezTo>
                    <a:pt x="450" y="263"/>
                    <a:pt x="450" y="263"/>
                    <a:pt x="450" y="263"/>
                  </a:cubicBezTo>
                  <a:cubicBezTo>
                    <a:pt x="451" y="252"/>
                    <a:pt x="451" y="252"/>
                    <a:pt x="451" y="252"/>
                  </a:cubicBezTo>
                  <a:cubicBezTo>
                    <a:pt x="426" y="250"/>
                    <a:pt x="426" y="250"/>
                    <a:pt x="426" y="250"/>
                  </a:cubicBezTo>
                  <a:cubicBezTo>
                    <a:pt x="443" y="237"/>
                    <a:pt x="443" y="237"/>
                    <a:pt x="443" y="237"/>
                  </a:cubicBezTo>
                  <a:cubicBezTo>
                    <a:pt x="459" y="237"/>
                    <a:pt x="459" y="237"/>
                    <a:pt x="459" y="237"/>
                  </a:cubicBezTo>
                  <a:cubicBezTo>
                    <a:pt x="472" y="230"/>
                    <a:pt x="472" y="230"/>
                    <a:pt x="472" y="230"/>
                  </a:cubicBezTo>
                  <a:cubicBezTo>
                    <a:pt x="471" y="224"/>
                    <a:pt x="471" y="224"/>
                    <a:pt x="471" y="224"/>
                  </a:cubicBezTo>
                  <a:cubicBezTo>
                    <a:pt x="461" y="216"/>
                    <a:pt x="461" y="216"/>
                    <a:pt x="461" y="216"/>
                  </a:cubicBezTo>
                  <a:cubicBezTo>
                    <a:pt x="438" y="179"/>
                    <a:pt x="438" y="179"/>
                    <a:pt x="438" y="179"/>
                  </a:cubicBezTo>
                  <a:cubicBezTo>
                    <a:pt x="427" y="161"/>
                    <a:pt x="427" y="161"/>
                    <a:pt x="427" y="161"/>
                  </a:cubicBezTo>
                  <a:cubicBezTo>
                    <a:pt x="420" y="157"/>
                    <a:pt x="420" y="157"/>
                    <a:pt x="420" y="157"/>
                  </a:cubicBezTo>
                  <a:cubicBezTo>
                    <a:pt x="413" y="135"/>
                    <a:pt x="413" y="135"/>
                    <a:pt x="413" y="135"/>
                  </a:cubicBezTo>
                  <a:cubicBezTo>
                    <a:pt x="395" y="78"/>
                    <a:pt x="395" y="78"/>
                    <a:pt x="395" y="78"/>
                  </a:cubicBezTo>
                  <a:cubicBezTo>
                    <a:pt x="374" y="49"/>
                    <a:pt x="374" y="49"/>
                    <a:pt x="374" y="49"/>
                  </a:cubicBezTo>
                  <a:cubicBezTo>
                    <a:pt x="344" y="31"/>
                    <a:pt x="344" y="31"/>
                    <a:pt x="344" y="31"/>
                  </a:cubicBezTo>
                  <a:cubicBezTo>
                    <a:pt x="345" y="14"/>
                    <a:pt x="345" y="14"/>
                    <a:pt x="345" y="14"/>
                  </a:cubicBezTo>
                  <a:cubicBezTo>
                    <a:pt x="357" y="10"/>
                    <a:pt x="357" y="10"/>
                    <a:pt x="357" y="10"/>
                  </a:cubicBezTo>
                  <a:lnTo>
                    <a:pt x="364" y="0"/>
                  </a:lnTo>
                  <a:close/>
                </a:path>
              </a:pathLst>
            </a:custGeom>
            <a:solidFill>
              <a:srgbClr val="38761D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g3a7c27a084b_1_405"/>
            <p:cNvSpPr/>
            <p:nvPr/>
          </p:nvSpPr>
          <p:spPr>
            <a:xfrm>
              <a:off x="3990975" y="3549650"/>
              <a:ext cx="801688" cy="1025525"/>
            </a:xfrm>
            <a:custGeom>
              <a:avLst/>
              <a:gdLst/>
              <a:ahLst/>
              <a:cxnLst/>
              <a:rect l="l" t="t" r="r" b="b"/>
              <a:pathLst>
                <a:path w="384" h="491" extrusionOk="0">
                  <a:moveTo>
                    <a:pt x="267" y="0"/>
                  </a:moveTo>
                  <a:cubicBezTo>
                    <a:pt x="261" y="5"/>
                    <a:pt x="261" y="5"/>
                    <a:pt x="261" y="5"/>
                  </a:cubicBezTo>
                  <a:cubicBezTo>
                    <a:pt x="247" y="5"/>
                    <a:pt x="247" y="5"/>
                    <a:pt x="247" y="5"/>
                  </a:cubicBezTo>
                  <a:cubicBezTo>
                    <a:pt x="215" y="14"/>
                    <a:pt x="215" y="14"/>
                    <a:pt x="215" y="14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192" y="38"/>
                    <a:pt x="192" y="38"/>
                    <a:pt x="192" y="38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3" y="43"/>
                    <a:pt x="173" y="43"/>
                    <a:pt x="173" y="43"/>
                  </a:cubicBezTo>
                  <a:cubicBezTo>
                    <a:pt x="165" y="43"/>
                    <a:pt x="165" y="43"/>
                    <a:pt x="165" y="43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38" y="22"/>
                    <a:pt x="138" y="22"/>
                    <a:pt x="138" y="22"/>
                  </a:cubicBezTo>
                  <a:cubicBezTo>
                    <a:pt x="125" y="24"/>
                    <a:pt x="125" y="24"/>
                    <a:pt x="125" y="24"/>
                  </a:cubicBezTo>
                  <a:cubicBezTo>
                    <a:pt x="108" y="19"/>
                    <a:pt x="108" y="19"/>
                    <a:pt x="108" y="19"/>
                  </a:cubicBezTo>
                  <a:cubicBezTo>
                    <a:pt x="97" y="16"/>
                    <a:pt x="97" y="16"/>
                    <a:pt x="97" y="16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43" y="59"/>
                    <a:pt x="43" y="59"/>
                    <a:pt x="43" y="59"/>
                  </a:cubicBezTo>
                  <a:cubicBezTo>
                    <a:pt x="49" y="84"/>
                    <a:pt x="49" y="84"/>
                    <a:pt x="49" y="84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37" y="87"/>
                    <a:pt x="37" y="87"/>
                    <a:pt x="37" y="87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17" y="119"/>
                    <a:pt x="17" y="119"/>
                    <a:pt x="17" y="119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34" y="141"/>
                    <a:pt x="34" y="141"/>
                    <a:pt x="34" y="141"/>
                  </a:cubicBezTo>
                  <a:cubicBezTo>
                    <a:pt x="33" y="160"/>
                    <a:pt x="33" y="160"/>
                    <a:pt x="33" y="160"/>
                  </a:cubicBezTo>
                  <a:cubicBezTo>
                    <a:pt x="29" y="180"/>
                    <a:pt x="29" y="180"/>
                    <a:pt x="29" y="180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1" y="198"/>
                    <a:pt x="21" y="198"/>
                    <a:pt x="21" y="198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6" y="236"/>
                    <a:pt x="6" y="236"/>
                    <a:pt x="6" y="236"/>
                  </a:cubicBezTo>
                  <a:cubicBezTo>
                    <a:pt x="20" y="236"/>
                    <a:pt x="20" y="236"/>
                    <a:pt x="20" y="236"/>
                  </a:cubicBezTo>
                  <a:cubicBezTo>
                    <a:pt x="34" y="243"/>
                    <a:pt x="34" y="243"/>
                    <a:pt x="34" y="243"/>
                  </a:cubicBezTo>
                  <a:cubicBezTo>
                    <a:pt x="31" y="257"/>
                    <a:pt x="31" y="257"/>
                    <a:pt x="31" y="257"/>
                  </a:cubicBezTo>
                  <a:cubicBezTo>
                    <a:pt x="21" y="257"/>
                    <a:pt x="21" y="257"/>
                    <a:pt x="21" y="257"/>
                  </a:cubicBezTo>
                  <a:cubicBezTo>
                    <a:pt x="14" y="273"/>
                    <a:pt x="14" y="273"/>
                    <a:pt x="14" y="273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40" y="282"/>
                    <a:pt x="40" y="282"/>
                    <a:pt x="40" y="282"/>
                  </a:cubicBezTo>
                  <a:cubicBezTo>
                    <a:pt x="53" y="279"/>
                    <a:pt x="53" y="279"/>
                    <a:pt x="53" y="279"/>
                  </a:cubicBezTo>
                  <a:cubicBezTo>
                    <a:pt x="65" y="291"/>
                    <a:pt x="65" y="291"/>
                    <a:pt x="65" y="291"/>
                  </a:cubicBezTo>
                  <a:cubicBezTo>
                    <a:pt x="97" y="301"/>
                    <a:pt x="97" y="301"/>
                    <a:pt x="97" y="301"/>
                  </a:cubicBezTo>
                  <a:cubicBezTo>
                    <a:pt x="120" y="332"/>
                    <a:pt x="120" y="332"/>
                    <a:pt x="120" y="332"/>
                  </a:cubicBezTo>
                  <a:cubicBezTo>
                    <a:pt x="150" y="334"/>
                    <a:pt x="150" y="334"/>
                    <a:pt x="150" y="334"/>
                  </a:cubicBezTo>
                  <a:cubicBezTo>
                    <a:pt x="158" y="358"/>
                    <a:pt x="158" y="358"/>
                    <a:pt x="158" y="358"/>
                  </a:cubicBezTo>
                  <a:cubicBezTo>
                    <a:pt x="155" y="368"/>
                    <a:pt x="155" y="368"/>
                    <a:pt x="155" y="368"/>
                  </a:cubicBezTo>
                  <a:cubicBezTo>
                    <a:pt x="134" y="373"/>
                    <a:pt x="134" y="373"/>
                    <a:pt x="134" y="373"/>
                  </a:cubicBezTo>
                  <a:cubicBezTo>
                    <a:pt x="130" y="400"/>
                    <a:pt x="130" y="400"/>
                    <a:pt x="130" y="400"/>
                  </a:cubicBezTo>
                  <a:cubicBezTo>
                    <a:pt x="144" y="409"/>
                    <a:pt x="144" y="409"/>
                    <a:pt x="144" y="409"/>
                  </a:cubicBezTo>
                  <a:cubicBezTo>
                    <a:pt x="161" y="428"/>
                    <a:pt x="161" y="428"/>
                    <a:pt x="161" y="428"/>
                  </a:cubicBezTo>
                  <a:cubicBezTo>
                    <a:pt x="183" y="425"/>
                    <a:pt x="183" y="425"/>
                    <a:pt x="183" y="425"/>
                  </a:cubicBezTo>
                  <a:cubicBezTo>
                    <a:pt x="187" y="429"/>
                    <a:pt x="187" y="429"/>
                    <a:pt x="187" y="429"/>
                  </a:cubicBezTo>
                  <a:cubicBezTo>
                    <a:pt x="221" y="436"/>
                    <a:pt x="221" y="436"/>
                    <a:pt x="221" y="436"/>
                  </a:cubicBezTo>
                  <a:cubicBezTo>
                    <a:pt x="221" y="461"/>
                    <a:pt x="221" y="461"/>
                    <a:pt x="221" y="461"/>
                  </a:cubicBezTo>
                  <a:cubicBezTo>
                    <a:pt x="222" y="471"/>
                    <a:pt x="222" y="471"/>
                    <a:pt x="222" y="471"/>
                  </a:cubicBezTo>
                  <a:cubicBezTo>
                    <a:pt x="206" y="473"/>
                    <a:pt x="206" y="473"/>
                    <a:pt x="206" y="473"/>
                  </a:cubicBezTo>
                  <a:cubicBezTo>
                    <a:pt x="206" y="474"/>
                    <a:pt x="206" y="474"/>
                    <a:pt x="206" y="474"/>
                  </a:cubicBezTo>
                  <a:cubicBezTo>
                    <a:pt x="223" y="490"/>
                    <a:pt x="223" y="490"/>
                    <a:pt x="223" y="490"/>
                  </a:cubicBezTo>
                  <a:cubicBezTo>
                    <a:pt x="239" y="487"/>
                    <a:pt x="239" y="487"/>
                    <a:pt x="239" y="487"/>
                  </a:cubicBezTo>
                  <a:cubicBezTo>
                    <a:pt x="267" y="491"/>
                    <a:pt x="267" y="491"/>
                    <a:pt x="267" y="491"/>
                  </a:cubicBezTo>
                  <a:cubicBezTo>
                    <a:pt x="275" y="484"/>
                    <a:pt x="275" y="484"/>
                    <a:pt x="275" y="484"/>
                  </a:cubicBezTo>
                  <a:cubicBezTo>
                    <a:pt x="256" y="453"/>
                    <a:pt x="256" y="453"/>
                    <a:pt x="256" y="453"/>
                  </a:cubicBezTo>
                  <a:cubicBezTo>
                    <a:pt x="264" y="443"/>
                    <a:pt x="264" y="443"/>
                    <a:pt x="264" y="443"/>
                  </a:cubicBezTo>
                  <a:cubicBezTo>
                    <a:pt x="290" y="441"/>
                    <a:pt x="290" y="441"/>
                    <a:pt x="290" y="441"/>
                  </a:cubicBezTo>
                  <a:cubicBezTo>
                    <a:pt x="304" y="448"/>
                    <a:pt x="304" y="448"/>
                    <a:pt x="304" y="448"/>
                  </a:cubicBezTo>
                  <a:cubicBezTo>
                    <a:pt x="323" y="446"/>
                    <a:pt x="323" y="446"/>
                    <a:pt x="323" y="446"/>
                  </a:cubicBezTo>
                  <a:cubicBezTo>
                    <a:pt x="332" y="436"/>
                    <a:pt x="332" y="436"/>
                    <a:pt x="332" y="436"/>
                  </a:cubicBezTo>
                  <a:cubicBezTo>
                    <a:pt x="328" y="424"/>
                    <a:pt x="328" y="424"/>
                    <a:pt x="328" y="424"/>
                  </a:cubicBezTo>
                  <a:cubicBezTo>
                    <a:pt x="340" y="404"/>
                    <a:pt x="340" y="404"/>
                    <a:pt x="340" y="404"/>
                  </a:cubicBezTo>
                  <a:cubicBezTo>
                    <a:pt x="372" y="376"/>
                    <a:pt x="372" y="376"/>
                    <a:pt x="372" y="376"/>
                  </a:cubicBezTo>
                  <a:cubicBezTo>
                    <a:pt x="372" y="376"/>
                    <a:pt x="374" y="374"/>
                    <a:pt x="375" y="374"/>
                  </a:cubicBezTo>
                  <a:cubicBezTo>
                    <a:pt x="359" y="347"/>
                    <a:pt x="359" y="347"/>
                    <a:pt x="359" y="347"/>
                  </a:cubicBezTo>
                  <a:cubicBezTo>
                    <a:pt x="370" y="324"/>
                    <a:pt x="370" y="324"/>
                    <a:pt x="370" y="324"/>
                  </a:cubicBezTo>
                  <a:cubicBezTo>
                    <a:pt x="376" y="298"/>
                    <a:pt x="376" y="298"/>
                    <a:pt x="376" y="298"/>
                  </a:cubicBezTo>
                  <a:cubicBezTo>
                    <a:pt x="370" y="273"/>
                    <a:pt x="370" y="273"/>
                    <a:pt x="370" y="273"/>
                  </a:cubicBezTo>
                  <a:cubicBezTo>
                    <a:pt x="345" y="243"/>
                    <a:pt x="345" y="243"/>
                    <a:pt x="345" y="243"/>
                  </a:cubicBezTo>
                  <a:cubicBezTo>
                    <a:pt x="349" y="207"/>
                    <a:pt x="349" y="207"/>
                    <a:pt x="349" y="207"/>
                  </a:cubicBezTo>
                  <a:cubicBezTo>
                    <a:pt x="371" y="176"/>
                    <a:pt x="371" y="176"/>
                    <a:pt x="371" y="176"/>
                  </a:cubicBezTo>
                  <a:cubicBezTo>
                    <a:pt x="384" y="134"/>
                    <a:pt x="384" y="134"/>
                    <a:pt x="384" y="134"/>
                  </a:cubicBezTo>
                  <a:cubicBezTo>
                    <a:pt x="384" y="77"/>
                    <a:pt x="384" y="77"/>
                    <a:pt x="384" y="77"/>
                  </a:cubicBezTo>
                  <a:cubicBezTo>
                    <a:pt x="339" y="79"/>
                    <a:pt x="339" y="79"/>
                    <a:pt x="339" y="79"/>
                  </a:cubicBezTo>
                  <a:cubicBezTo>
                    <a:pt x="310" y="26"/>
                    <a:pt x="310" y="26"/>
                    <a:pt x="310" y="26"/>
                  </a:cubicBezTo>
                  <a:cubicBezTo>
                    <a:pt x="314" y="26"/>
                    <a:pt x="314" y="26"/>
                    <a:pt x="314" y="26"/>
                  </a:cubicBezTo>
                  <a:cubicBezTo>
                    <a:pt x="307" y="5"/>
                    <a:pt x="307" y="5"/>
                    <a:pt x="307" y="5"/>
                  </a:cubicBezTo>
                  <a:cubicBezTo>
                    <a:pt x="278" y="7"/>
                    <a:pt x="278" y="7"/>
                    <a:pt x="278" y="7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g3a7c27a084b_1_405"/>
            <p:cNvSpPr/>
            <p:nvPr/>
          </p:nvSpPr>
          <p:spPr>
            <a:xfrm>
              <a:off x="3930650" y="4173538"/>
              <a:ext cx="523875" cy="944562"/>
            </a:xfrm>
            <a:custGeom>
              <a:avLst/>
              <a:gdLst/>
              <a:ahLst/>
              <a:cxnLst/>
              <a:rect l="l" t="t" r="r" b="b"/>
              <a:pathLst>
                <a:path w="251" h="452" extrusionOk="0">
                  <a:moveTo>
                    <a:pt x="119" y="0"/>
                  </a:moveTo>
                  <a:cubicBezTo>
                    <a:pt x="119" y="19"/>
                    <a:pt x="119" y="19"/>
                    <a:pt x="119" y="1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07" y="52"/>
                    <a:pt x="107" y="52"/>
                    <a:pt x="107" y="52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77" y="81"/>
                    <a:pt x="77" y="81"/>
                    <a:pt x="77" y="81"/>
                  </a:cubicBezTo>
                  <a:cubicBezTo>
                    <a:pt x="62" y="91"/>
                    <a:pt x="62" y="91"/>
                    <a:pt x="62" y="91"/>
                  </a:cubicBezTo>
                  <a:cubicBezTo>
                    <a:pt x="64" y="104"/>
                    <a:pt x="64" y="104"/>
                    <a:pt x="64" y="104"/>
                  </a:cubicBezTo>
                  <a:cubicBezTo>
                    <a:pt x="69" y="115"/>
                    <a:pt x="69" y="115"/>
                    <a:pt x="69" y="115"/>
                  </a:cubicBezTo>
                  <a:cubicBezTo>
                    <a:pt x="60" y="121"/>
                    <a:pt x="60" y="121"/>
                    <a:pt x="60" y="121"/>
                  </a:cubicBezTo>
                  <a:cubicBezTo>
                    <a:pt x="49" y="109"/>
                    <a:pt x="49" y="109"/>
                    <a:pt x="49" y="109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25" y="114"/>
                    <a:pt x="25" y="114"/>
                    <a:pt x="25" y="114"/>
                  </a:cubicBezTo>
                  <a:cubicBezTo>
                    <a:pt x="23" y="130"/>
                    <a:pt x="23" y="130"/>
                    <a:pt x="23" y="130"/>
                  </a:cubicBezTo>
                  <a:cubicBezTo>
                    <a:pt x="18" y="147"/>
                    <a:pt x="18" y="147"/>
                    <a:pt x="18" y="147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38" y="165"/>
                    <a:pt x="38" y="165"/>
                    <a:pt x="38" y="165"/>
                  </a:cubicBezTo>
                  <a:cubicBezTo>
                    <a:pt x="55" y="185"/>
                    <a:pt x="55" y="185"/>
                    <a:pt x="55" y="185"/>
                  </a:cubicBezTo>
                  <a:cubicBezTo>
                    <a:pt x="55" y="196"/>
                    <a:pt x="55" y="196"/>
                    <a:pt x="55" y="196"/>
                  </a:cubicBezTo>
                  <a:cubicBezTo>
                    <a:pt x="49" y="204"/>
                    <a:pt x="49" y="204"/>
                    <a:pt x="49" y="204"/>
                  </a:cubicBezTo>
                  <a:cubicBezTo>
                    <a:pt x="32" y="205"/>
                    <a:pt x="32" y="205"/>
                    <a:pt x="32" y="205"/>
                  </a:cubicBezTo>
                  <a:cubicBezTo>
                    <a:pt x="16" y="231"/>
                    <a:pt x="16" y="231"/>
                    <a:pt x="16" y="231"/>
                  </a:cubicBezTo>
                  <a:cubicBezTo>
                    <a:pt x="14" y="249"/>
                    <a:pt x="14" y="249"/>
                    <a:pt x="14" y="249"/>
                  </a:cubicBezTo>
                  <a:cubicBezTo>
                    <a:pt x="7" y="259"/>
                    <a:pt x="7" y="259"/>
                    <a:pt x="7" y="259"/>
                  </a:cubicBezTo>
                  <a:cubicBezTo>
                    <a:pt x="11" y="290"/>
                    <a:pt x="11" y="290"/>
                    <a:pt x="11" y="290"/>
                  </a:cubicBezTo>
                  <a:cubicBezTo>
                    <a:pt x="0" y="296"/>
                    <a:pt x="0" y="296"/>
                    <a:pt x="0" y="296"/>
                  </a:cubicBezTo>
                  <a:cubicBezTo>
                    <a:pt x="19" y="313"/>
                    <a:pt x="19" y="313"/>
                    <a:pt x="19" y="313"/>
                  </a:cubicBezTo>
                  <a:cubicBezTo>
                    <a:pt x="3" y="337"/>
                    <a:pt x="3" y="337"/>
                    <a:pt x="3" y="337"/>
                  </a:cubicBezTo>
                  <a:cubicBezTo>
                    <a:pt x="14" y="355"/>
                    <a:pt x="14" y="355"/>
                    <a:pt x="14" y="355"/>
                  </a:cubicBezTo>
                  <a:cubicBezTo>
                    <a:pt x="18" y="365"/>
                    <a:pt x="18" y="365"/>
                    <a:pt x="18" y="365"/>
                  </a:cubicBezTo>
                  <a:cubicBezTo>
                    <a:pt x="18" y="374"/>
                    <a:pt x="18" y="374"/>
                    <a:pt x="18" y="374"/>
                  </a:cubicBezTo>
                  <a:cubicBezTo>
                    <a:pt x="21" y="374"/>
                    <a:pt x="21" y="374"/>
                    <a:pt x="21" y="374"/>
                  </a:cubicBezTo>
                  <a:cubicBezTo>
                    <a:pt x="27" y="392"/>
                    <a:pt x="27" y="392"/>
                    <a:pt x="27" y="392"/>
                  </a:cubicBezTo>
                  <a:cubicBezTo>
                    <a:pt x="23" y="415"/>
                    <a:pt x="23" y="415"/>
                    <a:pt x="23" y="415"/>
                  </a:cubicBezTo>
                  <a:cubicBezTo>
                    <a:pt x="23" y="415"/>
                    <a:pt x="25" y="418"/>
                    <a:pt x="26" y="420"/>
                  </a:cubicBezTo>
                  <a:cubicBezTo>
                    <a:pt x="44" y="426"/>
                    <a:pt x="44" y="426"/>
                    <a:pt x="44" y="426"/>
                  </a:cubicBezTo>
                  <a:cubicBezTo>
                    <a:pt x="64" y="440"/>
                    <a:pt x="64" y="440"/>
                    <a:pt x="64" y="440"/>
                  </a:cubicBezTo>
                  <a:cubicBezTo>
                    <a:pt x="102" y="443"/>
                    <a:pt x="102" y="443"/>
                    <a:pt x="102" y="443"/>
                  </a:cubicBezTo>
                  <a:cubicBezTo>
                    <a:pt x="110" y="431"/>
                    <a:pt x="110" y="431"/>
                    <a:pt x="110" y="431"/>
                  </a:cubicBezTo>
                  <a:cubicBezTo>
                    <a:pt x="121" y="430"/>
                    <a:pt x="121" y="430"/>
                    <a:pt x="121" y="430"/>
                  </a:cubicBezTo>
                  <a:cubicBezTo>
                    <a:pt x="121" y="430"/>
                    <a:pt x="125" y="441"/>
                    <a:pt x="128" y="446"/>
                  </a:cubicBezTo>
                  <a:cubicBezTo>
                    <a:pt x="131" y="452"/>
                    <a:pt x="161" y="452"/>
                    <a:pt x="161" y="452"/>
                  </a:cubicBezTo>
                  <a:cubicBezTo>
                    <a:pt x="176" y="445"/>
                    <a:pt x="176" y="445"/>
                    <a:pt x="176" y="445"/>
                  </a:cubicBezTo>
                  <a:cubicBezTo>
                    <a:pt x="177" y="426"/>
                    <a:pt x="177" y="426"/>
                    <a:pt x="177" y="426"/>
                  </a:cubicBezTo>
                  <a:cubicBezTo>
                    <a:pt x="184" y="388"/>
                    <a:pt x="184" y="388"/>
                    <a:pt x="184" y="388"/>
                  </a:cubicBezTo>
                  <a:cubicBezTo>
                    <a:pt x="182" y="354"/>
                    <a:pt x="182" y="354"/>
                    <a:pt x="182" y="354"/>
                  </a:cubicBezTo>
                  <a:cubicBezTo>
                    <a:pt x="183" y="338"/>
                    <a:pt x="183" y="338"/>
                    <a:pt x="183" y="338"/>
                  </a:cubicBezTo>
                  <a:cubicBezTo>
                    <a:pt x="190" y="325"/>
                    <a:pt x="190" y="325"/>
                    <a:pt x="190" y="325"/>
                  </a:cubicBezTo>
                  <a:cubicBezTo>
                    <a:pt x="174" y="314"/>
                    <a:pt x="174" y="314"/>
                    <a:pt x="174" y="314"/>
                  </a:cubicBezTo>
                  <a:cubicBezTo>
                    <a:pt x="167" y="281"/>
                    <a:pt x="167" y="281"/>
                    <a:pt x="167" y="281"/>
                  </a:cubicBezTo>
                  <a:cubicBezTo>
                    <a:pt x="177" y="275"/>
                    <a:pt x="177" y="275"/>
                    <a:pt x="177" y="275"/>
                  </a:cubicBezTo>
                  <a:cubicBezTo>
                    <a:pt x="178" y="258"/>
                    <a:pt x="178" y="258"/>
                    <a:pt x="178" y="258"/>
                  </a:cubicBezTo>
                  <a:cubicBezTo>
                    <a:pt x="169" y="251"/>
                    <a:pt x="169" y="251"/>
                    <a:pt x="169" y="251"/>
                  </a:cubicBezTo>
                  <a:cubicBezTo>
                    <a:pt x="178" y="242"/>
                    <a:pt x="178" y="242"/>
                    <a:pt x="178" y="242"/>
                  </a:cubicBezTo>
                  <a:cubicBezTo>
                    <a:pt x="155" y="224"/>
                    <a:pt x="155" y="224"/>
                    <a:pt x="155" y="224"/>
                  </a:cubicBezTo>
                  <a:cubicBezTo>
                    <a:pt x="167" y="191"/>
                    <a:pt x="167" y="191"/>
                    <a:pt x="167" y="191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205" y="183"/>
                    <a:pt x="205" y="183"/>
                    <a:pt x="205" y="183"/>
                  </a:cubicBezTo>
                  <a:cubicBezTo>
                    <a:pt x="215" y="188"/>
                    <a:pt x="215" y="188"/>
                    <a:pt x="215" y="188"/>
                  </a:cubicBezTo>
                  <a:cubicBezTo>
                    <a:pt x="232" y="180"/>
                    <a:pt x="232" y="180"/>
                    <a:pt x="232" y="180"/>
                  </a:cubicBezTo>
                  <a:cubicBezTo>
                    <a:pt x="235" y="174"/>
                    <a:pt x="235" y="174"/>
                    <a:pt x="235" y="174"/>
                  </a:cubicBezTo>
                  <a:cubicBezTo>
                    <a:pt x="251" y="172"/>
                    <a:pt x="251" y="172"/>
                    <a:pt x="251" y="172"/>
                  </a:cubicBezTo>
                  <a:cubicBezTo>
                    <a:pt x="250" y="162"/>
                    <a:pt x="250" y="162"/>
                    <a:pt x="250" y="162"/>
                  </a:cubicBezTo>
                  <a:cubicBezTo>
                    <a:pt x="250" y="137"/>
                    <a:pt x="250" y="137"/>
                    <a:pt x="250" y="137"/>
                  </a:cubicBezTo>
                  <a:cubicBezTo>
                    <a:pt x="216" y="130"/>
                    <a:pt x="216" y="130"/>
                    <a:pt x="216" y="130"/>
                  </a:cubicBezTo>
                  <a:cubicBezTo>
                    <a:pt x="212" y="126"/>
                    <a:pt x="212" y="126"/>
                    <a:pt x="212" y="126"/>
                  </a:cubicBezTo>
                  <a:cubicBezTo>
                    <a:pt x="190" y="129"/>
                    <a:pt x="190" y="129"/>
                    <a:pt x="190" y="129"/>
                  </a:cubicBezTo>
                  <a:cubicBezTo>
                    <a:pt x="173" y="110"/>
                    <a:pt x="173" y="110"/>
                    <a:pt x="173" y="110"/>
                  </a:cubicBezTo>
                  <a:cubicBezTo>
                    <a:pt x="159" y="101"/>
                    <a:pt x="159" y="101"/>
                    <a:pt x="159" y="101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84" y="69"/>
                    <a:pt x="184" y="69"/>
                    <a:pt x="184" y="69"/>
                  </a:cubicBezTo>
                  <a:cubicBezTo>
                    <a:pt x="187" y="59"/>
                    <a:pt x="187" y="59"/>
                    <a:pt x="187" y="59"/>
                  </a:cubicBezTo>
                  <a:cubicBezTo>
                    <a:pt x="179" y="35"/>
                    <a:pt x="179" y="35"/>
                    <a:pt x="179" y="35"/>
                  </a:cubicBezTo>
                  <a:cubicBezTo>
                    <a:pt x="149" y="33"/>
                    <a:pt x="149" y="33"/>
                    <a:pt x="149" y="33"/>
                  </a:cubicBezTo>
                  <a:cubicBezTo>
                    <a:pt x="126" y="2"/>
                    <a:pt x="126" y="2"/>
                    <a:pt x="126" y="2"/>
                  </a:cubicBezTo>
                  <a:lnTo>
                    <a:pt x="119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g3a7c27a084b_1_405"/>
            <p:cNvSpPr/>
            <p:nvPr/>
          </p:nvSpPr>
          <p:spPr>
            <a:xfrm>
              <a:off x="3448050" y="3709988"/>
              <a:ext cx="730250" cy="1244600"/>
            </a:xfrm>
            <a:custGeom>
              <a:avLst/>
              <a:gdLst/>
              <a:ahLst/>
              <a:cxnLst/>
              <a:rect l="l" t="t" r="r" b="b"/>
              <a:pathLst>
                <a:path w="460" h="784" extrusionOk="0">
                  <a:moveTo>
                    <a:pt x="276" y="0"/>
                  </a:moveTo>
                  <a:lnTo>
                    <a:pt x="276" y="21"/>
                  </a:lnTo>
                  <a:lnTo>
                    <a:pt x="240" y="28"/>
                  </a:lnTo>
                  <a:lnTo>
                    <a:pt x="207" y="21"/>
                  </a:lnTo>
                  <a:lnTo>
                    <a:pt x="197" y="57"/>
                  </a:lnTo>
                  <a:lnTo>
                    <a:pt x="181" y="75"/>
                  </a:lnTo>
                  <a:lnTo>
                    <a:pt x="151" y="149"/>
                  </a:lnTo>
                  <a:lnTo>
                    <a:pt x="152" y="169"/>
                  </a:lnTo>
                  <a:lnTo>
                    <a:pt x="157" y="290"/>
                  </a:lnTo>
                  <a:lnTo>
                    <a:pt x="119" y="307"/>
                  </a:lnTo>
                  <a:lnTo>
                    <a:pt x="101" y="324"/>
                  </a:lnTo>
                  <a:lnTo>
                    <a:pt x="86" y="321"/>
                  </a:lnTo>
                  <a:lnTo>
                    <a:pt x="72" y="311"/>
                  </a:lnTo>
                  <a:lnTo>
                    <a:pt x="57" y="311"/>
                  </a:lnTo>
                  <a:lnTo>
                    <a:pt x="72" y="350"/>
                  </a:lnTo>
                  <a:lnTo>
                    <a:pt x="59" y="363"/>
                  </a:lnTo>
                  <a:lnTo>
                    <a:pt x="63" y="375"/>
                  </a:lnTo>
                  <a:lnTo>
                    <a:pt x="56" y="392"/>
                  </a:lnTo>
                  <a:lnTo>
                    <a:pt x="65" y="421"/>
                  </a:lnTo>
                  <a:lnTo>
                    <a:pt x="76" y="462"/>
                  </a:lnTo>
                  <a:lnTo>
                    <a:pt x="65" y="500"/>
                  </a:lnTo>
                  <a:lnTo>
                    <a:pt x="76" y="537"/>
                  </a:lnTo>
                  <a:lnTo>
                    <a:pt x="50" y="567"/>
                  </a:lnTo>
                  <a:lnTo>
                    <a:pt x="0" y="613"/>
                  </a:lnTo>
                  <a:lnTo>
                    <a:pt x="4" y="684"/>
                  </a:lnTo>
                  <a:lnTo>
                    <a:pt x="36" y="716"/>
                  </a:lnTo>
                  <a:lnTo>
                    <a:pt x="40" y="736"/>
                  </a:lnTo>
                  <a:lnTo>
                    <a:pt x="98" y="737"/>
                  </a:lnTo>
                  <a:lnTo>
                    <a:pt x="100" y="723"/>
                  </a:lnTo>
                  <a:lnTo>
                    <a:pt x="146" y="723"/>
                  </a:lnTo>
                  <a:lnTo>
                    <a:pt x="135" y="758"/>
                  </a:lnTo>
                  <a:lnTo>
                    <a:pt x="134" y="780"/>
                  </a:lnTo>
                  <a:lnTo>
                    <a:pt x="327" y="784"/>
                  </a:lnTo>
                  <a:lnTo>
                    <a:pt x="327" y="773"/>
                  </a:lnTo>
                  <a:lnTo>
                    <a:pt x="322" y="759"/>
                  </a:lnTo>
                  <a:lnTo>
                    <a:pt x="307" y="736"/>
                  </a:lnTo>
                  <a:lnTo>
                    <a:pt x="329" y="704"/>
                  </a:lnTo>
                  <a:lnTo>
                    <a:pt x="304" y="682"/>
                  </a:lnTo>
                  <a:lnTo>
                    <a:pt x="318" y="674"/>
                  </a:lnTo>
                  <a:lnTo>
                    <a:pt x="313" y="633"/>
                  </a:lnTo>
                  <a:lnTo>
                    <a:pt x="322" y="620"/>
                  </a:lnTo>
                  <a:lnTo>
                    <a:pt x="325" y="596"/>
                  </a:lnTo>
                  <a:lnTo>
                    <a:pt x="346" y="562"/>
                  </a:lnTo>
                  <a:lnTo>
                    <a:pt x="368" y="561"/>
                  </a:lnTo>
                  <a:lnTo>
                    <a:pt x="376" y="550"/>
                  </a:lnTo>
                  <a:lnTo>
                    <a:pt x="376" y="536"/>
                  </a:lnTo>
                  <a:lnTo>
                    <a:pt x="354" y="509"/>
                  </a:lnTo>
                  <a:lnTo>
                    <a:pt x="336" y="503"/>
                  </a:lnTo>
                  <a:lnTo>
                    <a:pt x="327" y="486"/>
                  </a:lnTo>
                  <a:lnTo>
                    <a:pt x="334" y="463"/>
                  </a:lnTo>
                  <a:lnTo>
                    <a:pt x="336" y="442"/>
                  </a:lnTo>
                  <a:lnTo>
                    <a:pt x="355" y="436"/>
                  </a:lnTo>
                  <a:lnTo>
                    <a:pt x="368" y="436"/>
                  </a:lnTo>
                  <a:lnTo>
                    <a:pt x="382" y="451"/>
                  </a:lnTo>
                  <a:lnTo>
                    <a:pt x="394" y="444"/>
                  </a:lnTo>
                  <a:lnTo>
                    <a:pt x="388" y="429"/>
                  </a:lnTo>
                  <a:lnTo>
                    <a:pt x="385" y="412"/>
                  </a:lnTo>
                  <a:lnTo>
                    <a:pt x="405" y="399"/>
                  </a:lnTo>
                  <a:lnTo>
                    <a:pt x="414" y="384"/>
                  </a:lnTo>
                  <a:lnTo>
                    <a:pt x="419" y="370"/>
                  </a:lnTo>
                  <a:lnTo>
                    <a:pt x="444" y="361"/>
                  </a:lnTo>
                  <a:lnTo>
                    <a:pt x="456" y="348"/>
                  </a:lnTo>
                  <a:lnTo>
                    <a:pt x="460" y="317"/>
                  </a:lnTo>
                  <a:lnTo>
                    <a:pt x="460" y="292"/>
                  </a:lnTo>
                  <a:lnTo>
                    <a:pt x="427" y="282"/>
                  </a:lnTo>
                  <a:lnTo>
                    <a:pt x="411" y="266"/>
                  </a:lnTo>
                  <a:lnTo>
                    <a:pt x="394" y="270"/>
                  </a:lnTo>
                  <a:lnTo>
                    <a:pt x="371" y="254"/>
                  </a:lnTo>
                  <a:lnTo>
                    <a:pt x="360" y="258"/>
                  </a:lnTo>
                  <a:lnTo>
                    <a:pt x="369" y="237"/>
                  </a:lnTo>
                  <a:lnTo>
                    <a:pt x="382" y="237"/>
                  </a:lnTo>
                  <a:lnTo>
                    <a:pt x="386" y="219"/>
                  </a:lnTo>
                  <a:lnTo>
                    <a:pt x="368" y="209"/>
                  </a:lnTo>
                  <a:lnTo>
                    <a:pt x="350" y="209"/>
                  </a:lnTo>
                  <a:lnTo>
                    <a:pt x="357" y="171"/>
                  </a:lnTo>
                  <a:lnTo>
                    <a:pt x="369" y="159"/>
                  </a:lnTo>
                  <a:lnTo>
                    <a:pt x="373" y="142"/>
                  </a:lnTo>
                  <a:lnTo>
                    <a:pt x="380" y="136"/>
                  </a:lnTo>
                  <a:lnTo>
                    <a:pt x="385" y="109"/>
                  </a:lnTo>
                  <a:lnTo>
                    <a:pt x="386" y="84"/>
                  </a:lnTo>
                  <a:lnTo>
                    <a:pt x="373" y="61"/>
                  </a:lnTo>
                  <a:lnTo>
                    <a:pt x="364" y="55"/>
                  </a:lnTo>
                  <a:lnTo>
                    <a:pt x="344" y="29"/>
                  </a:lnTo>
                  <a:lnTo>
                    <a:pt x="321" y="28"/>
                  </a:lnTo>
                  <a:lnTo>
                    <a:pt x="305" y="13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38761D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g3a7c27a084b_1_405"/>
            <p:cNvSpPr/>
            <p:nvPr/>
          </p:nvSpPr>
          <p:spPr>
            <a:xfrm>
              <a:off x="2549525" y="4210050"/>
              <a:ext cx="962025" cy="952500"/>
            </a:xfrm>
            <a:custGeom>
              <a:avLst/>
              <a:gdLst/>
              <a:ahLst/>
              <a:cxnLst/>
              <a:rect l="l" t="t" r="r" b="b"/>
              <a:pathLst>
                <a:path w="606" h="600" extrusionOk="0">
                  <a:moveTo>
                    <a:pt x="120" y="0"/>
                  </a:moveTo>
                  <a:lnTo>
                    <a:pt x="97" y="9"/>
                  </a:lnTo>
                  <a:lnTo>
                    <a:pt x="79" y="14"/>
                  </a:lnTo>
                  <a:lnTo>
                    <a:pt x="81" y="33"/>
                  </a:lnTo>
                  <a:lnTo>
                    <a:pt x="71" y="35"/>
                  </a:lnTo>
                  <a:lnTo>
                    <a:pt x="48" y="76"/>
                  </a:lnTo>
                  <a:lnTo>
                    <a:pt x="47" y="98"/>
                  </a:lnTo>
                  <a:lnTo>
                    <a:pt x="30" y="152"/>
                  </a:lnTo>
                  <a:lnTo>
                    <a:pt x="18" y="156"/>
                  </a:lnTo>
                  <a:lnTo>
                    <a:pt x="9" y="193"/>
                  </a:lnTo>
                  <a:lnTo>
                    <a:pt x="8" y="217"/>
                  </a:lnTo>
                  <a:lnTo>
                    <a:pt x="0" y="230"/>
                  </a:lnTo>
                  <a:lnTo>
                    <a:pt x="0" y="242"/>
                  </a:lnTo>
                  <a:lnTo>
                    <a:pt x="41" y="242"/>
                  </a:lnTo>
                  <a:lnTo>
                    <a:pt x="54" y="250"/>
                  </a:lnTo>
                  <a:lnTo>
                    <a:pt x="67" y="242"/>
                  </a:lnTo>
                  <a:lnTo>
                    <a:pt x="77" y="252"/>
                  </a:lnTo>
                  <a:lnTo>
                    <a:pt x="80" y="275"/>
                  </a:lnTo>
                  <a:lnTo>
                    <a:pt x="98" y="290"/>
                  </a:lnTo>
                  <a:lnTo>
                    <a:pt x="96" y="325"/>
                  </a:lnTo>
                  <a:lnTo>
                    <a:pt x="121" y="389"/>
                  </a:lnTo>
                  <a:lnTo>
                    <a:pt x="137" y="410"/>
                  </a:lnTo>
                  <a:lnTo>
                    <a:pt x="134" y="435"/>
                  </a:lnTo>
                  <a:lnTo>
                    <a:pt x="141" y="462"/>
                  </a:lnTo>
                  <a:lnTo>
                    <a:pt x="160" y="480"/>
                  </a:lnTo>
                  <a:lnTo>
                    <a:pt x="176" y="502"/>
                  </a:lnTo>
                  <a:lnTo>
                    <a:pt x="189" y="521"/>
                  </a:lnTo>
                  <a:lnTo>
                    <a:pt x="193" y="535"/>
                  </a:lnTo>
                  <a:lnTo>
                    <a:pt x="222" y="583"/>
                  </a:lnTo>
                  <a:lnTo>
                    <a:pt x="233" y="600"/>
                  </a:lnTo>
                  <a:lnTo>
                    <a:pt x="247" y="593"/>
                  </a:lnTo>
                  <a:lnTo>
                    <a:pt x="266" y="596"/>
                  </a:lnTo>
                  <a:lnTo>
                    <a:pt x="279" y="592"/>
                  </a:lnTo>
                  <a:lnTo>
                    <a:pt x="292" y="594"/>
                  </a:lnTo>
                  <a:lnTo>
                    <a:pt x="318" y="596"/>
                  </a:lnTo>
                  <a:lnTo>
                    <a:pt x="314" y="583"/>
                  </a:lnTo>
                  <a:lnTo>
                    <a:pt x="346" y="577"/>
                  </a:lnTo>
                  <a:lnTo>
                    <a:pt x="355" y="581"/>
                  </a:lnTo>
                  <a:lnTo>
                    <a:pt x="360" y="577"/>
                  </a:lnTo>
                  <a:lnTo>
                    <a:pt x="384" y="579"/>
                  </a:lnTo>
                  <a:lnTo>
                    <a:pt x="380" y="567"/>
                  </a:lnTo>
                  <a:lnTo>
                    <a:pt x="421" y="568"/>
                  </a:lnTo>
                  <a:lnTo>
                    <a:pt x="426" y="580"/>
                  </a:lnTo>
                  <a:lnTo>
                    <a:pt x="520" y="580"/>
                  </a:lnTo>
                  <a:lnTo>
                    <a:pt x="513" y="572"/>
                  </a:lnTo>
                  <a:lnTo>
                    <a:pt x="521" y="531"/>
                  </a:lnTo>
                  <a:lnTo>
                    <a:pt x="514" y="513"/>
                  </a:lnTo>
                  <a:lnTo>
                    <a:pt x="529" y="512"/>
                  </a:lnTo>
                  <a:lnTo>
                    <a:pt x="541" y="500"/>
                  </a:lnTo>
                  <a:lnTo>
                    <a:pt x="537" y="451"/>
                  </a:lnTo>
                  <a:lnTo>
                    <a:pt x="547" y="434"/>
                  </a:lnTo>
                  <a:lnTo>
                    <a:pt x="542" y="421"/>
                  </a:lnTo>
                  <a:lnTo>
                    <a:pt x="606" y="419"/>
                  </a:lnTo>
                  <a:lnTo>
                    <a:pt x="602" y="401"/>
                  </a:lnTo>
                  <a:lnTo>
                    <a:pt x="570" y="369"/>
                  </a:lnTo>
                  <a:lnTo>
                    <a:pt x="567" y="327"/>
                  </a:lnTo>
                  <a:lnTo>
                    <a:pt x="552" y="333"/>
                  </a:lnTo>
                  <a:lnTo>
                    <a:pt x="533" y="334"/>
                  </a:lnTo>
                  <a:lnTo>
                    <a:pt x="530" y="313"/>
                  </a:lnTo>
                  <a:lnTo>
                    <a:pt x="513" y="319"/>
                  </a:lnTo>
                  <a:lnTo>
                    <a:pt x="496" y="312"/>
                  </a:lnTo>
                  <a:lnTo>
                    <a:pt x="498" y="301"/>
                  </a:lnTo>
                  <a:lnTo>
                    <a:pt x="470" y="305"/>
                  </a:lnTo>
                  <a:lnTo>
                    <a:pt x="445" y="325"/>
                  </a:lnTo>
                  <a:lnTo>
                    <a:pt x="421" y="310"/>
                  </a:lnTo>
                  <a:lnTo>
                    <a:pt x="409" y="288"/>
                  </a:lnTo>
                  <a:lnTo>
                    <a:pt x="389" y="283"/>
                  </a:lnTo>
                  <a:lnTo>
                    <a:pt x="381" y="256"/>
                  </a:lnTo>
                  <a:lnTo>
                    <a:pt x="343" y="246"/>
                  </a:lnTo>
                  <a:lnTo>
                    <a:pt x="318" y="254"/>
                  </a:lnTo>
                  <a:lnTo>
                    <a:pt x="309" y="256"/>
                  </a:lnTo>
                  <a:lnTo>
                    <a:pt x="306" y="233"/>
                  </a:lnTo>
                  <a:lnTo>
                    <a:pt x="273" y="227"/>
                  </a:lnTo>
                  <a:lnTo>
                    <a:pt x="252" y="235"/>
                  </a:lnTo>
                  <a:lnTo>
                    <a:pt x="220" y="221"/>
                  </a:lnTo>
                  <a:lnTo>
                    <a:pt x="214" y="192"/>
                  </a:lnTo>
                  <a:lnTo>
                    <a:pt x="223" y="169"/>
                  </a:lnTo>
                  <a:lnTo>
                    <a:pt x="214" y="148"/>
                  </a:lnTo>
                  <a:lnTo>
                    <a:pt x="227" y="122"/>
                  </a:lnTo>
                  <a:lnTo>
                    <a:pt x="227" y="86"/>
                  </a:lnTo>
                  <a:lnTo>
                    <a:pt x="223" y="67"/>
                  </a:lnTo>
                  <a:lnTo>
                    <a:pt x="242" y="61"/>
                  </a:lnTo>
                  <a:lnTo>
                    <a:pt x="242" y="31"/>
                  </a:lnTo>
                  <a:lnTo>
                    <a:pt x="237" y="4"/>
                  </a:lnTo>
                  <a:lnTo>
                    <a:pt x="216" y="25"/>
                  </a:lnTo>
                  <a:lnTo>
                    <a:pt x="185" y="39"/>
                  </a:lnTo>
                  <a:lnTo>
                    <a:pt x="179" y="47"/>
                  </a:lnTo>
                  <a:lnTo>
                    <a:pt x="164" y="48"/>
                  </a:lnTo>
                  <a:lnTo>
                    <a:pt x="151" y="29"/>
                  </a:lnTo>
                  <a:lnTo>
                    <a:pt x="151" y="17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g3a7c27a084b_1_405"/>
            <p:cNvSpPr/>
            <p:nvPr/>
          </p:nvSpPr>
          <p:spPr>
            <a:xfrm>
              <a:off x="2659063" y="3941763"/>
              <a:ext cx="909638" cy="798512"/>
            </a:xfrm>
            <a:custGeom>
              <a:avLst/>
              <a:gdLst/>
              <a:ahLst/>
              <a:cxnLst/>
              <a:rect l="l" t="t" r="r" b="b"/>
              <a:pathLst>
                <a:path w="435" h="382" extrusionOk="0">
                  <a:moveTo>
                    <a:pt x="102" y="0"/>
                  </a:moveTo>
                  <a:cubicBezTo>
                    <a:pt x="92" y="11"/>
                    <a:pt x="92" y="11"/>
                    <a:pt x="92" y="11"/>
                  </a:cubicBezTo>
                  <a:cubicBezTo>
                    <a:pt x="97" y="46"/>
                    <a:pt x="97" y="46"/>
                    <a:pt x="97" y="46"/>
                  </a:cubicBezTo>
                  <a:cubicBezTo>
                    <a:pt x="91" y="63"/>
                    <a:pt x="91" y="63"/>
                    <a:pt x="91" y="63"/>
                  </a:cubicBezTo>
                  <a:cubicBezTo>
                    <a:pt x="73" y="88"/>
                    <a:pt x="73" y="88"/>
                    <a:pt x="73" y="88"/>
                  </a:cubicBezTo>
                  <a:cubicBezTo>
                    <a:pt x="48" y="96"/>
                    <a:pt x="48" y="96"/>
                    <a:pt x="48" y="96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4" y="115"/>
                    <a:pt x="7" y="118"/>
                    <a:pt x="0" y="120"/>
                  </a:cubicBezTo>
                  <a:cubicBezTo>
                    <a:pt x="5" y="131"/>
                    <a:pt x="5" y="131"/>
                    <a:pt x="5" y="131"/>
                  </a:cubicBezTo>
                  <a:cubicBezTo>
                    <a:pt x="7" y="139"/>
                    <a:pt x="7" y="139"/>
                    <a:pt x="7" y="139"/>
                  </a:cubicBezTo>
                  <a:cubicBezTo>
                    <a:pt x="21" y="135"/>
                    <a:pt x="21" y="135"/>
                    <a:pt x="21" y="135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62" y="141"/>
                    <a:pt x="62" y="141"/>
                    <a:pt x="62" y="141"/>
                  </a:cubicBezTo>
                  <a:cubicBezTo>
                    <a:pt x="62" y="150"/>
                    <a:pt x="62" y="150"/>
                    <a:pt x="62" y="150"/>
                  </a:cubicBezTo>
                  <a:cubicBezTo>
                    <a:pt x="72" y="165"/>
                    <a:pt x="72" y="165"/>
                    <a:pt x="72" y="165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8" y="158"/>
                    <a:pt x="88" y="158"/>
                    <a:pt x="88" y="158"/>
                  </a:cubicBezTo>
                  <a:cubicBezTo>
                    <a:pt x="111" y="147"/>
                    <a:pt x="111" y="147"/>
                    <a:pt x="111" y="147"/>
                  </a:cubicBezTo>
                  <a:cubicBezTo>
                    <a:pt x="127" y="131"/>
                    <a:pt x="127" y="131"/>
                    <a:pt x="127" y="131"/>
                  </a:cubicBezTo>
                  <a:cubicBezTo>
                    <a:pt x="131" y="152"/>
                    <a:pt x="131" y="152"/>
                    <a:pt x="131" y="152"/>
                  </a:cubicBezTo>
                  <a:cubicBezTo>
                    <a:pt x="131" y="175"/>
                    <a:pt x="131" y="175"/>
                    <a:pt x="131" y="175"/>
                  </a:cubicBezTo>
                  <a:cubicBezTo>
                    <a:pt x="117" y="179"/>
                    <a:pt x="117" y="179"/>
                    <a:pt x="117" y="179"/>
                  </a:cubicBezTo>
                  <a:cubicBezTo>
                    <a:pt x="120" y="194"/>
                    <a:pt x="120" y="194"/>
                    <a:pt x="120" y="194"/>
                  </a:cubicBezTo>
                  <a:cubicBezTo>
                    <a:pt x="120" y="221"/>
                    <a:pt x="120" y="221"/>
                    <a:pt x="120" y="221"/>
                  </a:cubicBezTo>
                  <a:cubicBezTo>
                    <a:pt x="110" y="241"/>
                    <a:pt x="110" y="241"/>
                    <a:pt x="110" y="241"/>
                  </a:cubicBezTo>
                  <a:cubicBezTo>
                    <a:pt x="117" y="257"/>
                    <a:pt x="117" y="257"/>
                    <a:pt x="117" y="257"/>
                  </a:cubicBezTo>
                  <a:cubicBezTo>
                    <a:pt x="110" y="274"/>
                    <a:pt x="110" y="274"/>
                    <a:pt x="110" y="274"/>
                  </a:cubicBezTo>
                  <a:cubicBezTo>
                    <a:pt x="114" y="296"/>
                    <a:pt x="114" y="296"/>
                    <a:pt x="114" y="296"/>
                  </a:cubicBezTo>
                  <a:cubicBezTo>
                    <a:pt x="139" y="307"/>
                    <a:pt x="139" y="307"/>
                    <a:pt x="139" y="307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80" y="305"/>
                    <a:pt x="180" y="305"/>
                    <a:pt x="180" y="305"/>
                  </a:cubicBezTo>
                  <a:cubicBezTo>
                    <a:pt x="182" y="323"/>
                    <a:pt x="182" y="323"/>
                    <a:pt x="182" y="323"/>
                  </a:cubicBezTo>
                  <a:cubicBezTo>
                    <a:pt x="189" y="321"/>
                    <a:pt x="189" y="321"/>
                    <a:pt x="189" y="321"/>
                  </a:cubicBezTo>
                  <a:cubicBezTo>
                    <a:pt x="208" y="315"/>
                    <a:pt x="208" y="315"/>
                    <a:pt x="208" y="315"/>
                  </a:cubicBezTo>
                  <a:cubicBezTo>
                    <a:pt x="237" y="323"/>
                    <a:pt x="237" y="323"/>
                    <a:pt x="237" y="323"/>
                  </a:cubicBezTo>
                  <a:cubicBezTo>
                    <a:pt x="243" y="343"/>
                    <a:pt x="243" y="343"/>
                    <a:pt x="243" y="343"/>
                  </a:cubicBezTo>
                  <a:cubicBezTo>
                    <a:pt x="258" y="347"/>
                    <a:pt x="258" y="347"/>
                    <a:pt x="258" y="347"/>
                  </a:cubicBezTo>
                  <a:cubicBezTo>
                    <a:pt x="267" y="364"/>
                    <a:pt x="267" y="364"/>
                    <a:pt x="267" y="364"/>
                  </a:cubicBezTo>
                  <a:cubicBezTo>
                    <a:pt x="285" y="375"/>
                    <a:pt x="285" y="375"/>
                    <a:pt x="285" y="375"/>
                  </a:cubicBezTo>
                  <a:cubicBezTo>
                    <a:pt x="304" y="360"/>
                    <a:pt x="304" y="360"/>
                    <a:pt x="304" y="360"/>
                  </a:cubicBezTo>
                  <a:cubicBezTo>
                    <a:pt x="326" y="357"/>
                    <a:pt x="326" y="357"/>
                    <a:pt x="326" y="357"/>
                  </a:cubicBezTo>
                  <a:cubicBezTo>
                    <a:pt x="324" y="365"/>
                    <a:pt x="324" y="365"/>
                    <a:pt x="324" y="365"/>
                  </a:cubicBezTo>
                  <a:cubicBezTo>
                    <a:pt x="337" y="371"/>
                    <a:pt x="337" y="371"/>
                    <a:pt x="337" y="371"/>
                  </a:cubicBezTo>
                  <a:cubicBezTo>
                    <a:pt x="350" y="366"/>
                    <a:pt x="350" y="366"/>
                    <a:pt x="350" y="366"/>
                  </a:cubicBezTo>
                  <a:cubicBezTo>
                    <a:pt x="352" y="382"/>
                    <a:pt x="352" y="382"/>
                    <a:pt x="352" y="382"/>
                  </a:cubicBezTo>
                  <a:cubicBezTo>
                    <a:pt x="367" y="381"/>
                    <a:pt x="367" y="381"/>
                    <a:pt x="367" y="381"/>
                  </a:cubicBezTo>
                  <a:cubicBezTo>
                    <a:pt x="378" y="377"/>
                    <a:pt x="378" y="377"/>
                    <a:pt x="378" y="377"/>
                  </a:cubicBezTo>
                  <a:cubicBezTo>
                    <a:pt x="377" y="355"/>
                    <a:pt x="377" y="355"/>
                    <a:pt x="377" y="355"/>
                  </a:cubicBezTo>
                  <a:cubicBezTo>
                    <a:pt x="415" y="320"/>
                    <a:pt x="415" y="320"/>
                    <a:pt x="415" y="320"/>
                  </a:cubicBezTo>
                  <a:cubicBezTo>
                    <a:pt x="435" y="297"/>
                    <a:pt x="435" y="297"/>
                    <a:pt x="435" y="297"/>
                  </a:cubicBezTo>
                  <a:cubicBezTo>
                    <a:pt x="427" y="269"/>
                    <a:pt x="427" y="269"/>
                    <a:pt x="427" y="269"/>
                  </a:cubicBezTo>
                  <a:cubicBezTo>
                    <a:pt x="435" y="240"/>
                    <a:pt x="435" y="240"/>
                    <a:pt x="435" y="240"/>
                  </a:cubicBezTo>
                  <a:cubicBezTo>
                    <a:pt x="427" y="209"/>
                    <a:pt x="427" y="209"/>
                    <a:pt x="427" y="209"/>
                  </a:cubicBezTo>
                  <a:cubicBezTo>
                    <a:pt x="420" y="187"/>
                    <a:pt x="420" y="187"/>
                    <a:pt x="420" y="187"/>
                  </a:cubicBezTo>
                  <a:cubicBezTo>
                    <a:pt x="425" y="174"/>
                    <a:pt x="425" y="174"/>
                    <a:pt x="425" y="174"/>
                  </a:cubicBezTo>
                  <a:cubicBezTo>
                    <a:pt x="422" y="165"/>
                    <a:pt x="422" y="165"/>
                    <a:pt x="422" y="165"/>
                  </a:cubicBezTo>
                  <a:cubicBezTo>
                    <a:pt x="432" y="155"/>
                    <a:pt x="432" y="155"/>
                    <a:pt x="432" y="155"/>
                  </a:cubicBezTo>
                  <a:cubicBezTo>
                    <a:pt x="421" y="125"/>
                    <a:pt x="421" y="125"/>
                    <a:pt x="421" y="125"/>
                  </a:cubicBezTo>
                  <a:cubicBezTo>
                    <a:pt x="423" y="125"/>
                    <a:pt x="423" y="125"/>
                    <a:pt x="423" y="125"/>
                  </a:cubicBezTo>
                  <a:cubicBezTo>
                    <a:pt x="405" y="111"/>
                    <a:pt x="405" y="111"/>
                    <a:pt x="405" y="111"/>
                  </a:cubicBezTo>
                  <a:cubicBezTo>
                    <a:pt x="353" y="87"/>
                    <a:pt x="353" y="87"/>
                    <a:pt x="353" y="87"/>
                  </a:cubicBezTo>
                  <a:cubicBezTo>
                    <a:pt x="280" y="50"/>
                    <a:pt x="280" y="50"/>
                    <a:pt x="280" y="50"/>
                  </a:cubicBezTo>
                  <a:cubicBezTo>
                    <a:pt x="224" y="36"/>
                    <a:pt x="224" y="36"/>
                    <a:pt x="224" y="36"/>
                  </a:cubicBezTo>
                  <a:cubicBezTo>
                    <a:pt x="189" y="21"/>
                    <a:pt x="189" y="21"/>
                    <a:pt x="189" y="21"/>
                  </a:cubicBezTo>
                  <a:cubicBezTo>
                    <a:pt x="156" y="20"/>
                    <a:pt x="156" y="20"/>
                    <a:pt x="156" y="20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g3a7c27a084b_1_405"/>
            <p:cNvSpPr/>
            <p:nvPr/>
          </p:nvSpPr>
          <p:spPr>
            <a:xfrm>
              <a:off x="2506663" y="3324225"/>
              <a:ext cx="1279525" cy="900112"/>
            </a:xfrm>
            <a:custGeom>
              <a:avLst/>
              <a:gdLst/>
              <a:ahLst/>
              <a:cxnLst/>
              <a:rect l="l" t="t" r="r" b="b"/>
              <a:pathLst>
                <a:path w="612" h="431" extrusionOk="0">
                  <a:moveTo>
                    <a:pt x="373" y="0"/>
                  </a:moveTo>
                  <a:cubicBezTo>
                    <a:pt x="358" y="7"/>
                    <a:pt x="358" y="7"/>
                    <a:pt x="358" y="7"/>
                  </a:cubicBezTo>
                  <a:cubicBezTo>
                    <a:pt x="344" y="5"/>
                    <a:pt x="344" y="5"/>
                    <a:pt x="344" y="5"/>
                  </a:cubicBezTo>
                  <a:cubicBezTo>
                    <a:pt x="336" y="29"/>
                    <a:pt x="336" y="29"/>
                    <a:pt x="336" y="29"/>
                  </a:cubicBezTo>
                  <a:cubicBezTo>
                    <a:pt x="345" y="33"/>
                    <a:pt x="345" y="33"/>
                    <a:pt x="345" y="33"/>
                  </a:cubicBezTo>
                  <a:cubicBezTo>
                    <a:pt x="349" y="47"/>
                    <a:pt x="349" y="47"/>
                    <a:pt x="349" y="47"/>
                  </a:cubicBezTo>
                  <a:cubicBezTo>
                    <a:pt x="337" y="40"/>
                    <a:pt x="337" y="40"/>
                    <a:pt x="337" y="40"/>
                  </a:cubicBezTo>
                  <a:cubicBezTo>
                    <a:pt x="336" y="50"/>
                    <a:pt x="336" y="50"/>
                    <a:pt x="336" y="50"/>
                  </a:cubicBezTo>
                  <a:cubicBezTo>
                    <a:pt x="345" y="60"/>
                    <a:pt x="345" y="60"/>
                    <a:pt x="345" y="60"/>
                  </a:cubicBezTo>
                  <a:cubicBezTo>
                    <a:pt x="325" y="63"/>
                    <a:pt x="325" y="63"/>
                    <a:pt x="325" y="63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292" y="46"/>
                    <a:pt x="292" y="46"/>
                    <a:pt x="292" y="46"/>
                  </a:cubicBezTo>
                  <a:cubicBezTo>
                    <a:pt x="268" y="45"/>
                    <a:pt x="268" y="45"/>
                    <a:pt x="268" y="45"/>
                  </a:cubicBezTo>
                  <a:cubicBezTo>
                    <a:pt x="264" y="62"/>
                    <a:pt x="264" y="62"/>
                    <a:pt x="264" y="62"/>
                  </a:cubicBezTo>
                  <a:cubicBezTo>
                    <a:pt x="243" y="79"/>
                    <a:pt x="243" y="79"/>
                    <a:pt x="243" y="79"/>
                  </a:cubicBezTo>
                  <a:cubicBezTo>
                    <a:pt x="226" y="78"/>
                    <a:pt x="226" y="78"/>
                    <a:pt x="226" y="78"/>
                  </a:cubicBezTo>
                  <a:cubicBezTo>
                    <a:pt x="208" y="88"/>
                    <a:pt x="208" y="88"/>
                    <a:pt x="208" y="88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67" y="115"/>
                    <a:pt x="167" y="115"/>
                    <a:pt x="167" y="115"/>
                  </a:cubicBezTo>
                  <a:cubicBezTo>
                    <a:pt x="137" y="124"/>
                    <a:pt x="137" y="124"/>
                    <a:pt x="137" y="124"/>
                  </a:cubicBezTo>
                  <a:cubicBezTo>
                    <a:pt x="112" y="121"/>
                    <a:pt x="112" y="121"/>
                    <a:pt x="112" y="121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81" y="141"/>
                    <a:pt x="81" y="141"/>
                    <a:pt x="81" y="141"/>
                  </a:cubicBezTo>
                  <a:cubicBezTo>
                    <a:pt x="72" y="132"/>
                    <a:pt x="72" y="132"/>
                    <a:pt x="72" y="132"/>
                  </a:cubicBezTo>
                  <a:cubicBezTo>
                    <a:pt x="45" y="156"/>
                    <a:pt x="45" y="156"/>
                    <a:pt x="45" y="156"/>
                  </a:cubicBezTo>
                  <a:cubicBezTo>
                    <a:pt x="33" y="168"/>
                    <a:pt x="33" y="168"/>
                    <a:pt x="33" y="168"/>
                  </a:cubicBezTo>
                  <a:cubicBezTo>
                    <a:pt x="32" y="199"/>
                    <a:pt x="32" y="199"/>
                    <a:pt x="32" y="199"/>
                  </a:cubicBezTo>
                  <a:cubicBezTo>
                    <a:pt x="38" y="220"/>
                    <a:pt x="38" y="220"/>
                    <a:pt x="38" y="220"/>
                  </a:cubicBezTo>
                  <a:cubicBezTo>
                    <a:pt x="33" y="240"/>
                    <a:pt x="33" y="240"/>
                    <a:pt x="33" y="240"/>
                  </a:cubicBezTo>
                  <a:cubicBezTo>
                    <a:pt x="31" y="277"/>
                    <a:pt x="31" y="277"/>
                    <a:pt x="31" y="277"/>
                  </a:cubicBezTo>
                  <a:cubicBezTo>
                    <a:pt x="31" y="294"/>
                    <a:pt x="31" y="294"/>
                    <a:pt x="31" y="294"/>
                  </a:cubicBezTo>
                  <a:cubicBezTo>
                    <a:pt x="37" y="300"/>
                    <a:pt x="37" y="300"/>
                    <a:pt x="37" y="300"/>
                  </a:cubicBezTo>
                  <a:cubicBezTo>
                    <a:pt x="27" y="316"/>
                    <a:pt x="27" y="316"/>
                    <a:pt x="27" y="316"/>
                  </a:cubicBezTo>
                  <a:cubicBezTo>
                    <a:pt x="0" y="377"/>
                    <a:pt x="0" y="377"/>
                    <a:pt x="0" y="377"/>
                  </a:cubicBezTo>
                  <a:cubicBezTo>
                    <a:pt x="22" y="389"/>
                    <a:pt x="22" y="389"/>
                    <a:pt x="22" y="389"/>
                  </a:cubicBezTo>
                  <a:cubicBezTo>
                    <a:pt x="60" y="400"/>
                    <a:pt x="60" y="400"/>
                    <a:pt x="60" y="400"/>
                  </a:cubicBezTo>
                  <a:cubicBezTo>
                    <a:pt x="65" y="413"/>
                    <a:pt x="65" y="413"/>
                    <a:pt x="65" y="413"/>
                  </a:cubicBezTo>
                  <a:cubicBezTo>
                    <a:pt x="73" y="416"/>
                    <a:pt x="73" y="416"/>
                    <a:pt x="73" y="416"/>
                  </a:cubicBezTo>
                  <a:cubicBezTo>
                    <a:pt x="73" y="416"/>
                    <a:pt x="73" y="416"/>
                    <a:pt x="73" y="416"/>
                  </a:cubicBezTo>
                  <a:cubicBezTo>
                    <a:pt x="80" y="414"/>
                    <a:pt x="87" y="411"/>
                    <a:pt x="87" y="411"/>
                  </a:cubicBezTo>
                  <a:cubicBezTo>
                    <a:pt x="121" y="392"/>
                    <a:pt x="121" y="392"/>
                    <a:pt x="121" y="392"/>
                  </a:cubicBezTo>
                  <a:cubicBezTo>
                    <a:pt x="146" y="384"/>
                    <a:pt x="146" y="384"/>
                    <a:pt x="146" y="384"/>
                  </a:cubicBezTo>
                  <a:cubicBezTo>
                    <a:pt x="164" y="359"/>
                    <a:pt x="164" y="359"/>
                    <a:pt x="164" y="359"/>
                  </a:cubicBezTo>
                  <a:cubicBezTo>
                    <a:pt x="170" y="342"/>
                    <a:pt x="170" y="342"/>
                    <a:pt x="170" y="342"/>
                  </a:cubicBezTo>
                  <a:cubicBezTo>
                    <a:pt x="165" y="307"/>
                    <a:pt x="165" y="307"/>
                    <a:pt x="165" y="307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229" y="316"/>
                    <a:pt x="229" y="316"/>
                    <a:pt x="229" y="316"/>
                  </a:cubicBezTo>
                  <a:cubicBezTo>
                    <a:pt x="262" y="317"/>
                    <a:pt x="262" y="317"/>
                    <a:pt x="262" y="317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353" y="346"/>
                    <a:pt x="353" y="346"/>
                    <a:pt x="353" y="346"/>
                  </a:cubicBezTo>
                  <a:cubicBezTo>
                    <a:pt x="426" y="383"/>
                    <a:pt x="426" y="383"/>
                    <a:pt x="426" y="383"/>
                  </a:cubicBezTo>
                  <a:cubicBezTo>
                    <a:pt x="478" y="407"/>
                    <a:pt x="478" y="407"/>
                    <a:pt x="478" y="407"/>
                  </a:cubicBezTo>
                  <a:cubicBezTo>
                    <a:pt x="496" y="421"/>
                    <a:pt x="496" y="421"/>
                    <a:pt x="496" y="421"/>
                  </a:cubicBezTo>
                  <a:cubicBezTo>
                    <a:pt x="505" y="421"/>
                    <a:pt x="505" y="421"/>
                    <a:pt x="505" y="421"/>
                  </a:cubicBezTo>
                  <a:cubicBezTo>
                    <a:pt x="516" y="429"/>
                    <a:pt x="516" y="429"/>
                    <a:pt x="516" y="429"/>
                  </a:cubicBezTo>
                  <a:cubicBezTo>
                    <a:pt x="527" y="431"/>
                    <a:pt x="527" y="431"/>
                    <a:pt x="527" y="431"/>
                  </a:cubicBezTo>
                  <a:cubicBezTo>
                    <a:pt x="541" y="418"/>
                    <a:pt x="541" y="418"/>
                    <a:pt x="541" y="418"/>
                  </a:cubicBezTo>
                  <a:cubicBezTo>
                    <a:pt x="570" y="405"/>
                    <a:pt x="570" y="405"/>
                    <a:pt x="570" y="405"/>
                  </a:cubicBezTo>
                  <a:cubicBezTo>
                    <a:pt x="566" y="313"/>
                    <a:pt x="566" y="313"/>
                    <a:pt x="566" y="313"/>
                  </a:cubicBezTo>
                  <a:cubicBezTo>
                    <a:pt x="565" y="298"/>
                    <a:pt x="565" y="298"/>
                    <a:pt x="565" y="298"/>
                  </a:cubicBezTo>
                  <a:cubicBezTo>
                    <a:pt x="588" y="242"/>
                    <a:pt x="588" y="242"/>
                    <a:pt x="588" y="242"/>
                  </a:cubicBezTo>
                  <a:cubicBezTo>
                    <a:pt x="600" y="228"/>
                    <a:pt x="600" y="228"/>
                    <a:pt x="600" y="228"/>
                  </a:cubicBezTo>
                  <a:cubicBezTo>
                    <a:pt x="608" y="201"/>
                    <a:pt x="608" y="201"/>
                    <a:pt x="608" y="201"/>
                  </a:cubicBezTo>
                  <a:cubicBezTo>
                    <a:pt x="612" y="202"/>
                    <a:pt x="612" y="202"/>
                    <a:pt x="612" y="202"/>
                  </a:cubicBezTo>
                  <a:cubicBezTo>
                    <a:pt x="609" y="193"/>
                    <a:pt x="609" y="193"/>
                    <a:pt x="609" y="193"/>
                  </a:cubicBezTo>
                  <a:cubicBezTo>
                    <a:pt x="574" y="149"/>
                    <a:pt x="574" y="149"/>
                    <a:pt x="574" y="149"/>
                  </a:cubicBezTo>
                  <a:cubicBezTo>
                    <a:pt x="536" y="159"/>
                    <a:pt x="536" y="159"/>
                    <a:pt x="536" y="159"/>
                  </a:cubicBezTo>
                  <a:cubicBezTo>
                    <a:pt x="513" y="140"/>
                    <a:pt x="513" y="140"/>
                    <a:pt x="513" y="140"/>
                  </a:cubicBezTo>
                  <a:cubicBezTo>
                    <a:pt x="482" y="144"/>
                    <a:pt x="482" y="144"/>
                    <a:pt x="482" y="144"/>
                  </a:cubicBezTo>
                  <a:cubicBezTo>
                    <a:pt x="472" y="113"/>
                    <a:pt x="472" y="113"/>
                    <a:pt x="472" y="113"/>
                  </a:cubicBezTo>
                  <a:cubicBezTo>
                    <a:pt x="459" y="105"/>
                    <a:pt x="459" y="105"/>
                    <a:pt x="459" y="105"/>
                  </a:cubicBezTo>
                  <a:cubicBezTo>
                    <a:pt x="444" y="127"/>
                    <a:pt x="444" y="127"/>
                    <a:pt x="444" y="127"/>
                  </a:cubicBezTo>
                  <a:cubicBezTo>
                    <a:pt x="434" y="123"/>
                    <a:pt x="434" y="123"/>
                    <a:pt x="434" y="123"/>
                  </a:cubicBezTo>
                  <a:cubicBezTo>
                    <a:pt x="427" y="96"/>
                    <a:pt x="427" y="96"/>
                    <a:pt x="427" y="96"/>
                  </a:cubicBezTo>
                  <a:cubicBezTo>
                    <a:pt x="416" y="83"/>
                    <a:pt x="416" y="83"/>
                    <a:pt x="416" y="83"/>
                  </a:cubicBezTo>
                  <a:cubicBezTo>
                    <a:pt x="409" y="60"/>
                    <a:pt x="409" y="60"/>
                    <a:pt x="409" y="60"/>
                  </a:cubicBezTo>
                  <a:cubicBezTo>
                    <a:pt x="382" y="27"/>
                    <a:pt x="382" y="27"/>
                    <a:pt x="382" y="27"/>
                  </a:cubicBezTo>
                  <a:lnTo>
                    <a:pt x="373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fr-FR" sz="1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g3a7c27a084b_1_405"/>
            <p:cNvSpPr/>
            <p:nvPr/>
          </p:nvSpPr>
          <p:spPr>
            <a:xfrm>
              <a:off x="2330450" y="4111625"/>
              <a:ext cx="347663" cy="273050"/>
            </a:xfrm>
            <a:custGeom>
              <a:avLst/>
              <a:gdLst/>
              <a:ahLst/>
              <a:cxnLst/>
              <a:rect l="l" t="t" r="r" b="b"/>
              <a:pathLst>
                <a:path w="219" h="172" extrusionOk="0">
                  <a:moveTo>
                    <a:pt x="111" y="0"/>
                  </a:moveTo>
                  <a:lnTo>
                    <a:pt x="101" y="8"/>
                  </a:lnTo>
                  <a:lnTo>
                    <a:pt x="76" y="9"/>
                  </a:lnTo>
                  <a:lnTo>
                    <a:pt x="51" y="22"/>
                  </a:lnTo>
                  <a:lnTo>
                    <a:pt x="46" y="39"/>
                  </a:lnTo>
                  <a:lnTo>
                    <a:pt x="39" y="52"/>
                  </a:lnTo>
                  <a:lnTo>
                    <a:pt x="26" y="56"/>
                  </a:lnTo>
                  <a:lnTo>
                    <a:pt x="2" y="54"/>
                  </a:lnTo>
                  <a:lnTo>
                    <a:pt x="0" y="66"/>
                  </a:lnTo>
                  <a:lnTo>
                    <a:pt x="9" y="83"/>
                  </a:lnTo>
                  <a:lnTo>
                    <a:pt x="23" y="104"/>
                  </a:lnTo>
                  <a:lnTo>
                    <a:pt x="39" y="112"/>
                  </a:lnTo>
                  <a:lnTo>
                    <a:pt x="48" y="95"/>
                  </a:lnTo>
                  <a:lnTo>
                    <a:pt x="60" y="100"/>
                  </a:lnTo>
                  <a:lnTo>
                    <a:pt x="72" y="100"/>
                  </a:lnTo>
                  <a:lnTo>
                    <a:pt x="88" y="109"/>
                  </a:lnTo>
                  <a:lnTo>
                    <a:pt x="102" y="117"/>
                  </a:lnTo>
                  <a:lnTo>
                    <a:pt x="96" y="145"/>
                  </a:lnTo>
                  <a:lnTo>
                    <a:pt x="81" y="148"/>
                  </a:lnTo>
                  <a:lnTo>
                    <a:pt x="88" y="158"/>
                  </a:lnTo>
                  <a:lnTo>
                    <a:pt x="106" y="170"/>
                  </a:lnTo>
                  <a:lnTo>
                    <a:pt x="126" y="172"/>
                  </a:lnTo>
                  <a:lnTo>
                    <a:pt x="125" y="151"/>
                  </a:lnTo>
                  <a:lnTo>
                    <a:pt x="134" y="163"/>
                  </a:lnTo>
                  <a:lnTo>
                    <a:pt x="171" y="172"/>
                  </a:lnTo>
                  <a:lnTo>
                    <a:pt x="182" y="171"/>
                  </a:lnTo>
                  <a:lnTo>
                    <a:pt x="185" y="160"/>
                  </a:lnTo>
                  <a:lnTo>
                    <a:pt x="186" y="138"/>
                  </a:lnTo>
                  <a:lnTo>
                    <a:pt x="209" y="97"/>
                  </a:lnTo>
                  <a:lnTo>
                    <a:pt x="219" y="95"/>
                  </a:lnTo>
                  <a:lnTo>
                    <a:pt x="214" y="66"/>
                  </a:lnTo>
                  <a:lnTo>
                    <a:pt x="207" y="51"/>
                  </a:lnTo>
                  <a:lnTo>
                    <a:pt x="197" y="47"/>
                  </a:lnTo>
                  <a:lnTo>
                    <a:pt x="190" y="30"/>
                  </a:lnTo>
                  <a:lnTo>
                    <a:pt x="140" y="16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g3a7c27a084b_1_405"/>
            <p:cNvSpPr/>
            <p:nvPr/>
          </p:nvSpPr>
          <p:spPr>
            <a:xfrm>
              <a:off x="1577975" y="4192588"/>
              <a:ext cx="1041400" cy="444500"/>
            </a:xfrm>
            <a:custGeom>
              <a:avLst/>
              <a:gdLst/>
              <a:ahLst/>
              <a:cxnLst/>
              <a:rect l="l" t="t" r="r" b="b"/>
              <a:pathLst>
                <a:path w="656" h="280" extrusionOk="0">
                  <a:moveTo>
                    <a:pt x="351" y="0"/>
                  </a:moveTo>
                  <a:lnTo>
                    <a:pt x="325" y="15"/>
                  </a:lnTo>
                  <a:lnTo>
                    <a:pt x="291" y="24"/>
                  </a:lnTo>
                  <a:lnTo>
                    <a:pt x="278" y="40"/>
                  </a:lnTo>
                  <a:lnTo>
                    <a:pt x="263" y="32"/>
                  </a:lnTo>
                  <a:lnTo>
                    <a:pt x="255" y="22"/>
                  </a:lnTo>
                  <a:lnTo>
                    <a:pt x="241" y="29"/>
                  </a:lnTo>
                  <a:lnTo>
                    <a:pt x="243" y="49"/>
                  </a:lnTo>
                  <a:lnTo>
                    <a:pt x="238" y="66"/>
                  </a:lnTo>
                  <a:lnTo>
                    <a:pt x="222" y="80"/>
                  </a:lnTo>
                  <a:lnTo>
                    <a:pt x="192" y="101"/>
                  </a:lnTo>
                  <a:lnTo>
                    <a:pt x="185" y="86"/>
                  </a:lnTo>
                  <a:lnTo>
                    <a:pt x="168" y="78"/>
                  </a:lnTo>
                  <a:lnTo>
                    <a:pt x="167" y="66"/>
                  </a:lnTo>
                  <a:lnTo>
                    <a:pt x="145" y="50"/>
                  </a:lnTo>
                  <a:lnTo>
                    <a:pt x="142" y="66"/>
                  </a:lnTo>
                  <a:lnTo>
                    <a:pt x="106" y="78"/>
                  </a:lnTo>
                  <a:lnTo>
                    <a:pt x="84" y="100"/>
                  </a:lnTo>
                  <a:lnTo>
                    <a:pt x="46" y="132"/>
                  </a:lnTo>
                  <a:lnTo>
                    <a:pt x="54" y="140"/>
                  </a:lnTo>
                  <a:lnTo>
                    <a:pt x="51" y="233"/>
                  </a:lnTo>
                  <a:lnTo>
                    <a:pt x="0" y="238"/>
                  </a:lnTo>
                  <a:lnTo>
                    <a:pt x="25" y="278"/>
                  </a:lnTo>
                  <a:lnTo>
                    <a:pt x="31" y="280"/>
                  </a:lnTo>
                  <a:lnTo>
                    <a:pt x="47" y="279"/>
                  </a:lnTo>
                  <a:lnTo>
                    <a:pt x="87" y="272"/>
                  </a:lnTo>
                  <a:lnTo>
                    <a:pt x="116" y="258"/>
                  </a:lnTo>
                  <a:lnTo>
                    <a:pt x="141" y="255"/>
                  </a:lnTo>
                  <a:lnTo>
                    <a:pt x="154" y="258"/>
                  </a:lnTo>
                  <a:lnTo>
                    <a:pt x="170" y="254"/>
                  </a:lnTo>
                  <a:lnTo>
                    <a:pt x="184" y="258"/>
                  </a:lnTo>
                  <a:lnTo>
                    <a:pt x="192" y="253"/>
                  </a:lnTo>
                  <a:lnTo>
                    <a:pt x="263" y="255"/>
                  </a:lnTo>
                  <a:lnTo>
                    <a:pt x="279" y="250"/>
                  </a:lnTo>
                  <a:lnTo>
                    <a:pt x="291" y="255"/>
                  </a:lnTo>
                  <a:lnTo>
                    <a:pt x="300" y="250"/>
                  </a:lnTo>
                  <a:lnTo>
                    <a:pt x="376" y="262"/>
                  </a:lnTo>
                  <a:lnTo>
                    <a:pt x="391" y="254"/>
                  </a:lnTo>
                  <a:lnTo>
                    <a:pt x="612" y="253"/>
                  </a:lnTo>
                  <a:lnTo>
                    <a:pt x="612" y="241"/>
                  </a:lnTo>
                  <a:lnTo>
                    <a:pt x="620" y="228"/>
                  </a:lnTo>
                  <a:lnTo>
                    <a:pt x="621" y="204"/>
                  </a:lnTo>
                  <a:lnTo>
                    <a:pt x="630" y="167"/>
                  </a:lnTo>
                  <a:lnTo>
                    <a:pt x="642" y="163"/>
                  </a:lnTo>
                  <a:lnTo>
                    <a:pt x="656" y="120"/>
                  </a:lnTo>
                  <a:lnTo>
                    <a:pt x="645" y="121"/>
                  </a:lnTo>
                  <a:lnTo>
                    <a:pt x="608" y="112"/>
                  </a:lnTo>
                  <a:lnTo>
                    <a:pt x="599" y="100"/>
                  </a:lnTo>
                  <a:lnTo>
                    <a:pt x="600" y="121"/>
                  </a:lnTo>
                  <a:lnTo>
                    <a:pt x="580" y="119"/>
                  </a:lnTo>
                  <a:lnTo>
                    <a:pt x="562" y="107"/>
                  </a:lnTo>
                  <a:lnTo>
                    <a:pt x="555" y="97"/>
                  </a:lnTo>
                  <a:lnTo>
                    <a:pt x="570" y="94"/>
                  </a:lnTo>
                  <a:lnTo>
                    <a:pt x="576" y="66"/>
                  </a:lnTo>
                  <a:lnTo>
                    <a:pt x="562" y="58"/>
                  </a:lnTo>
                  <a:lnTo>
                    <a:pt x="546" y="49"/>
                  </a:lnTo>
                  <a:lnTo>
                    <a:pt x="534" y="49"/>
                  </a:lnTo>
                  <a:lnTo>
                    <a:pt x="522" y="44"/>
                  </a:lnTo>
                  <a:lnTo>
                    <a:pt x="513" y="61"/>
                  </a:lnTo>
                  <a:lnTo>
                    <a:pt x="497" y="53"/>
                  </a:lnTo>
                  <a:lnTo>
                    <a:pt x="483" y="32"/>
                  </a:lnTo>
                  <a:lnTo>
                    <a:pt x="474" y="15"/>
                  </a:lnTo>
                  <a:lnTo>
                    <a:pt x="475" y="9"/>
                  </a:lnTo>
                  <a:lnTo>
                    <a:pt x="474" y="8"/>
                  </a:lnTo>
                  <a:lnTo>
                    <a:pt x="449" y="44"/>
                  </a:lnTo>
                  <a:lnTo>
                    <a:pt x="424" y="72"/>
                  </a:lnTo>
                  <a:lnTo>
                    <a:pt x="416" y="88"/>
                  </a:lnTo>
                  <a:lnTo>
                    <a:pt x="391" y="103"/>
                  </a:lnTo>
                  <a:lnTo>
                    <a:pt x="362" y="94"/>
                  </a:lnTo>
                  <a:lnTo>
                    <a:pt x="346" y="97"/>
                  </a:lnTo>
                  <a:lnTo>
                    <a:pt x="346" y="61"/>
                  </a:lnTo>
                  <a:lnTo>
                    <a:pt x="338" y="44"/>
                  </a:lnTo>
                  <a:lnTo>
                    <a:pt x="356" y="28"/>
                  </a:lnTo>
                  <a:lnTo>
                    <a:pt x="346" y="16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31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g3a7c27a084b_1_405"/>
            <p:cNvSpPr/>
            <p:nvPr/>
          </p:nvSpPr>
          <p:spPr>
            <a:xfrm>
              <a:off x="4911725" y="5053013"/>
              <a:ext cx="1069975" cy="1438275"/>
            </a:xfrm>
            <a:custGeom>
              <a:avLst/>
              <a:gdLst/>
              <a:ahLst/>
              <a:cxnLst/>
              <a:rect l="l" t="t" r="r" b="b"/>
              <a:pathLst>
                <a:path w="674" h="906" extrusionOk="0">
                  <a:moveTo>
                    <a:pt x="461" y="0"/>
                  </a:moveTo>
                  <a:lnTo>
                    <a:pt x="450" y="11"/>
                  </a:lnTo>
                  <a:lnTo>
                    <a:pt x="464" y="29"/>
                  </a:lnTo>
                  <a:lnTo>
                    <a:pt x="463" y="91"/>
                  </a:lnTo>
                  <a:lnTo>
                    <a:pt x="461" y="100"/>
                  </a:lnTo>
                  <a:lnTo>
                    <a:pt x="447" y="94"/>
                  </a:lnTo>
                  <a:lnTo>
                    <a:pt x="432" y="94"/>
                  </a:lnTo>
                  <a:lnTo>
                    <a:pt x="413" y="123"/>
                  </a:lnTo>
                  <a:lnTo>
                    <a:pt x="404" y="121"/>
                  </a:lnTo>
                  <a:lnTo>
                    <a:pt x="391" y="99"/>
                  </a:lnTo>
                  <a:lnTo>
                    <a:pt x="368" y="83"/>
                  </a:lnTo>
                  <a:lnTo>
                    <a:pt x="351" y="78"/>
                  </a:lnTo>
                  <a:lnTo>
                    <a:pt x="322" y="71"/>
                  </a:lnTo>
                  <a:lnTo>
                    <a:pt x="259" y="103"/>
                  </a:lnTo>
                  <a:lnTo>
                    <a:pt x="233" y="158"/>
                  </a:lnTo>
                  <a:lnTo>
                    <a:pt x="214" y="167"/>
                  </a:lnTo>
                  <a:lnTo>
                    <a:pt x="199" y="165"/>
                  </a:lnTo>
                  <a:lnTo>
                    <a:pt x="191" y="173"/>
                  </a:lnTo>
                  <a:lnTo>
                    <a:pt x="186" y="215"/>
                  </a:lnTo>
                  <a:lnTo>
                    <a:pt x="171" y="227"/>
                  </a:lnTo>
                  <a:lnTo>
                    <a:pt x="163" y="261"/>
                  </a:lnTo>
                  <a:lnTo>
                    <a:pt x="133" y="316"/>
                  </a:lnTo>
                  <a:lnTo>
                    <a:pt x="136" y="313"/>
                  </a:lnTo>
                  <a:lnTo>
                    <a:pt x="134" y="341"/>
                  </a:lnTo>
                  <a:lnTo>
                    <a:pt x="178" y="342"/>
                  </a:lnTo>
                  <a:lnTo>
                    <a:pt x="192" y="350"/>
                  </a:lnTo>
                  <a:lnTo>
                    <a:pt x="233" y="346"/>
                  </a:lnTo>
                  <a:lnTo>
                    <a:pt x="243" y="362"/>
                  </a:lnTo>
                  <a:lnTo>
                    <a:pt x="241" y="408"/>
                  </a:lnTo>
                  <a:lnTo>
                    <a:pt x="262" y="439"/>
                  </a:lnTo>
                  <a:lnTo>
                    <a:pt x="247" y="474"/>
                  </a:lnTo>
                  <a:lnTo>
                    <a:pt x="237" y="471"/>
                  </a:lnTo>
                  <a:lnTo>
                    <a:pt x="220" y="448"/>
                  </a:lnTo>
                  <a:lnTo>
                    <a:pt x="186" y="448"/>
                  </a:lnTo>
                  <a:lnTo>
                    <a:pt x="167" y="448"/>
                  </a:lnTo>
                  <a:lnTo>
                    <a:pt x="175" y="491"/>
                  </a:lnTo>
                  <a:lnTo>
                    <a:pt x="162" y="524"/>
                  </a:lnTo>
                  <a:lnTo>
                    <a:pt x="146" y="558"/>
                  </a:lnTo>
                  <a:lnTo>
                    <a:pt x="136" y="557"/>
                  </a:lnTo>
                  <a:lnTo>
                    <a:pt x="136" y="514"/>
                  </a:lnTo>
                  <a:lnTo>
                    <a:pt x="121" y="504"/>
                  </a:lnTo>
                  <a:lnTo>
                    <a:pt x="100" y="516"/>
                  </a:lnTo>
                  <a:lnTo>
                    <a:pt x="80" y="521"/>
                  </a:lnTo>
                  <a:lnTo>
                    <a:pt x="67" y="533"/>
                  </a:lnTo>
                  <a:lnTo>
                    <a:pt x="59" y="581"/>
                  </a:lnTo>
                  <a:lnTo>
                    <a:pt x="32" y="628"/>
                  </a:lnTo>
                  <a:lnTo>
                    <a:pt x="32" y="648"/>
                  </a:lnTo>
                  <a:lnTo>
                    <a:pt x="36" y="650"/>
                  </a:lnTo>
                  <a:lnTo>
                    <a:pt x="58" y="649"/>
                  </a:lnTo>
                  <a:lnTo>
                    <a:pt x="72" y="662"/>
                  </a:lnTo>
                  <a:lnTo>
                    <a:pt x="74" y="669"/>
                  </a:lnTo>
                  <a:lnTo>
                    <a:pt x="120" y="669"/>
                  </a:lnTo>
                  <a:lnTo>
                    <a:pt x="150" y="665"/>
                  </a:lnTo>
                  <a:lnTo>
                    <a:pt x="184" y="679"/>
                  </a:lnTo>
                  <a:lnTo>
                    <a:pt x="196" y="671"/>
                  </a:lnTo>
                  <a:lnTo>
                    <a:pt x="208" y="674"/>
                  </a:lnTo>
                  <a:lnTo>
                    <a:pt x="224" y="665"/>
                  </a:lnTo>
                  <a:lnTo>
                    <a:pt x="241" y="631"/>
                  </a:lnTo>
                  <a:lnTo>
                    <a:pt x="238" y="615"/>
                  </a:lnTo>
                  <a:lnTo>
                    <a:pt x="268" y="615"/>
                  </a:lnTo>
                  <a:lnTo>
                    <a:pt x="263" y="644"/>
                  </a:lnTo>
                  <a:lnTo>
                    <a:pt x="296" y="660"/>
                  </a:lnTo>
                  <a:lnTo>
                    <a:pt x="307" y="686"/>
                  </a:lnTo>
                  <a:lnTo>
                    <a:pt x="321" y="711"/>
                  </a:lnTo>
                  <a:lnTo>
                    <a:pt x="338" y="723"/>
                  </a:lnTo>
                  <a:lnTo>
                    <a:pt x="355" y="721"/>
                  </a:lnTo>
                  <a:lnTo>
                    <a:pt x="378" y="716"/>
                  </a:lnTo>
                  <a:lnTo>
                    <a:pt x="383" y="732"/>
                  </a:lnTo>
                  <a:lnTo>
                    <a:pt x="401" y="736"/>
                  </a:lnTo>
                  <a:lnTo>
                    <a:pt x="409" y="746"/>
                  </a:lnTo>
                  <a:lnTo>
                    <a:pt x="418" y="736"/>
                  </a:lnTo>
                  <a:lnTo>
                    <a:pt x="441" y="748"/>
                  </a:lnTo>
                  <a:lnTo>
                    <a:pt x="468" y="778"/>
                  </a:lnTo>
                  <a:lnTo>
                    <a:pt x="461" y="791"/>
                  </a:lnTo>
                  <a:lnTo>
                    <a:pt x="479" y="818"/>
                  </a:lnTo>
                  <a:lnTo>
                    <a:pt x="491" y="807"/>
                  </a:lnTo>
                  <a:lnTo>
                    <a:pt x="514" y="832"/>
                  </a:lnTo>
                  <a:lnTo>
                    <a:pt x="522" y="850"/>
                  </a:lnTo>
                  <a:lnTo>
                    <a:pt x="533" y="866"/>
                  </a:lnTo>
                  <a:lnTo>
                    <a:pt x="549" y="899"/>
                  </a:lnTo>
                  <a:lnTo>
                    <a:pt x="567" y="893"/>
                  </a:lnTo>
                  <a:lnTo>
                    <a:pt x="575" y="903"/>
                  </a:lnTo>
                  <a:lnTo>
                    <a:pt x="597" y="890"/>
                  </a:lnTo>
                  <a:lnTo>
                    <a:pt x="636" y="869"/>
                  </a:lnTo>
                  <a:lnTo>
                    <a:pt x="653" y="873"/>
                  </a:lnTo>
                  <a:lnTo>
                    <a:pt x="641" y="899"/>
                  </a:lnTo>
                  <a:lnTo>
                    <a:pt x="657" y="906"/>
                  </a:lnTo>
                  <a:lnTo>
                    <a:pt x="674" y="906"/>
                  </a:lnTo>
                  <a:lnTo>
                    <a:pt x="672" y="703"/>
                  </a:lnTo>
                  <a:lnTo>
                    <a:pt x="664" y="704"/>
                  </a:lnTo>
                  <a:lnTo>
                    <a:pt x="654" y="711"/>
                  </a:lnTo>
                  <a:lnTo>
                    <a:pt x="638" y="708"/>
                  </a:lnTo>
                  <a:lnTo>
                    <a:pt x="622" y="716"/>
                  </a:lnTo>
                  <a:lnTo>
                    <a:pt x="617" y="732"/>
                  </a:lnTo>
                  <a:lnTo>
                    <a:pt x="628" y="741"/>
                  </a:lnTo>
                  <a:lnTo>
                    <a:pt x="632" y="745"/>
                  </a:lnTo>
                  <a:lnTo>
                    <a:pt x="622" y="754"/>
                  </a:lnTo>
                  <a:lnTo>
                    <a:pt x="605" y="744"/>
                  </a:lnTo>
                  <a:lnTo>
                    <a:pt x="593" y="744"/>
                  </a:lnTo>
                  <a:lnTo>
                    <a:pt x="588" y="735"/>
                  </a:lnTo>
                  <a:lnTo>
                    <a:pt x="555" y="740"/>
                  </a:lnTo>
                  <a:lnTo>
                    <a:pt x="546" y="727"/>
                  </a:lnTo>
                  <a:lnTo>
                    <a:pt x="534" y="708"/>
                  </a:lnTo>
                  <a:lnTo>
                    <a:pt x="512" y="686"/>
                  </a:lnTo>
                  <a:lnTo>
                    <a:pt x="507" y="674"/>
                  </a:lnTo>
                  <a:lnTo>
                    <a:pt x="499" y="677"/>
                  </a:lnTo>
                  <a:lnTo>
                    <a:pt x="484" y="665"/>
                  </a:lnTo>
                  <a:lnTo>
                    <a:pt x="467" y="658"/>
                  </a:lnTo>
                  <a:lnTo>
                    <a:pt x="463" y="649"/>
                  </a:lnTo>
                  <a:lnTo>
                    <a:pt x="457" y="649"/>
                  </a:lnTo>
                  <a:lnTo>
                    <a:pt x="455" y="623"/>
                  </a:lnTo>
                  <a:lnTo>
                    <a:pt x="449" y="614"/>
                  </a:lnTo>
                  <a:lnTo>
                    <a:pt x="457" y="581"/>
                  </a:lnTo>
                  <a:lnTo>
                    <a:pt x="467" y="548"/>
                  </a:lnTo>
                  <a:lnTo>
                    <a:pt x="464" y="537"/>
                  </a:lnTo>
                  <a:lnTo>
                    <a:pt x="486" y="478"/>
                  </a:lnTo>
                  <a:lnTo>
                    <a:pt x="497" y="469"/>
                  </a:lnTo>
                  <a:lnTo>
                    <a:pt x="489" y="441"/>
                  </a:lnTo>
                  <a:lnTo>
                    <a:pt x="489" y="412"/>
                  </a:lnTo>
                  <a:lnTo>
                    <a:pt x="480" y="400"/>
                  </a:lnTo>
                  <a:lnTo>
                    <a:pt x="489" y="377"/>
                  </a:lnTo>
                  <a:lnTo>
                    <a:pt x="487" y="357"/>
                  </a:lnTo>
                  <a:lnTo>
                    <a:pt x="496" y="333"/>
                  </a:lnTo>
                  <a:lnTo>
                    <a:pt x="488" y="321"/>
                  </a:lnTo>
                  <a:lnTo>
                    <a:pt x="484" y="295"/>
                  </a:lnTo>
                  <a:lnTo>
                    <a:pt x="472" y="275"/>
                  </a:lnTo>
                  <a:lnTo>
                    <a:pt x="472" y="270"/>
                  </a:lnTo>
                  <a:lnTo>
                    <a:pt x="470" y="270"/>
                  </a:lnTo>
                  <a:lnTo>
                    <a:pt x="471" y="262"/>
                  </a:lnTo>
                  <a:lnTo>
                    <a:pt x="459" y="269"/>
                  </a:lnTo>
                  <a:lnTo>
                    <a:pt x="447" y="266"/>
                  </a:lnTo>
                  <a:lnTo>
                    <a:pt x="449" y="263"/>
                  </a:lnTo>
                  <a:lnTo>
                    <a:pt x="439" y="261"/>
                  </a:lnTo>
                  <a:lnTo>
                    <a:pt x="438" y="233"/>
                  </a:lnTo>
                  <a:lnTo>
                    <a:pt x="482" y="171"/>
                  </a:lnTo>
                  <a:lnTo>
                    <a:pt x="514" y="135"/>
                  </a:lnTo>
                  <a:lnTo>
                    <a:pt x="539" y="141"/>
                  </a:lnTo>
                  <a:lnTo>
                    <a:pt x="532" y="124"/>
                  </a:lnTo>
                  <a:lnTo>
                    <a:pt x="643" y="110"/>
                  </a:lnTo>
                  <a:lnTo>
                    <a:pt x="643" y="106"/>
                  </a:lnTo>
                  <a:lnTo>
                    <a:pt x="651" y="86"/>
                  </a:lnTo>
                  <a:lnTo>
                    <a:pt x="666" y="63"/>
                  </a:lnTo>
                  <a:lnTo>
                    <a:pt x="659" y="40"/>
                  </a:lnTo>
                  <a:lnTo>
                    <a:pt x="636" y="37"/>
                  </a:lnTo>
                  <a:lnTo>
                    <a:pt x="620" y="19"/>
                  </a:lnTo>
                  <a:lnTo>
                    <a:pt x="586" y="21"/>
                  </a:lnTo>
                  <a:lnTo>
                    <a:pt x="557" y="32"/>
                  </a:lnTo>
                  <a:lnTo>
                    <a:pt x="545" y="33"/>
                  </a:lnTo>
                  <a:lnTo>
                    <a:pt x="529" y="50"/>
                  </a:lnTo>
                  <a:lnTo>
                    <a:pt x="520" y="46"/>
                  </a:lnTo>
                  <a:lnTo>
                    <a:pt x="497" y="7"/>
                  </a:lnTo>
                  <a:lnTo>
                    <a:pt x="478" y="0"/>
                  </a:lnTo>
                  <a:lnTo>
                    <a:pt x="461" y="0"/>
                  </a:lnTo>
                  <a:close/>
                  <a:moveTo>
                    <a:pt x="0" y="312"/>
                  </a:moveTo>
                  <a:lnTo>
                    <a:pt x="3" y="338"/>
                  </a:lnTo>
                  <a:lnTo>
                    <a:pt x="3" y="338"/>
                  </a:lnTo>
                  <a:lnTo>
                    <a:pt x="0" y="312"/>
                  </a:lnTo>
                  <a:close/>
                </a:path>
              </a:pathLst>
            </a:custGeom>
            <a:solidFill>
              <a:srgbClr val="38761D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g3a7c27a084b_1_405"/>
            <p:cNvSpPr/>
            <p:nvPr/>
          </p:nvSpPr>
          <p:spPr>
            <a:xfrm>
              <a:off x="3973513" y="5049838"/>
              <a:ext cx="1354139" cy="1031875"/>
            </a:xfrm>
            <a:custGeom>
              <a:avLst/>
              <a:gdLst/>
              <a:ahLst/>
              <a:cxnLst/>
              <a:rect l="l" t="t" r="r" b="b"/>
              <a:pathLst>
                <a:path w="648" h="494" extrusionOk="0">
                  <a:moveTo>
                    <a:pt x="4" y="0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21" y="87"/>
                    <a:pt x="21" y="87"/>
                    <a:pt x="21" y="87"/>
                  </a:cubicBezTo>
                  <a:cubicBezTo>
                    <a:pt x="10" y="164"/>
                    <a:pt x="10" y="164"/>
                    <a:pt x="10" y="164"/>
                  </a:cubicBezTo>
                  <a:cubicBezTo>
                    <a:pt x="11" y="188"/>
                    <a:pt x="11" y="188"/>
                    <a:pt x="11" y="188"/>
                  </a:cubicBezTo>
                  <a:cubicBezTo>
                    <a:pt x="3" y="206"/>
                    <a:pt x="3" y="206"/>
                    <a:pt x="3" y="206"/>
                  </a:cubicBezTo>
                  <a:cubicBezTo>
                    <a:pt x="14" y="234"/>
                    <a:pt x="14" y="234"/>
                    <a:pt x="14" y="234"/>
                  </a:cubicBezTo>
                  <a:cubicBezTo>
                    <a:pt x="36" y="258"/>
                    <a:pt x="36" y="258"/>
                    <a:pt x="36" y="258"/>
                  </a:cubicBezTo>
                  <a:cubicBezTo>
                    <a:pt x="51" y="267"/>
                    <a:pt x="51" y="267"/>
                    <a:pt x="51" y="267"/>
                  </a:cubicBezTo>
                  <a:cubicBezTo>
                    <a:pt x="56" y="301"/>
                    <a:pt x="56" y="301"/>
                    <a:pt x="56" y="301"/>
                  </a:cubicBezTo>
                  <a:cubicBezTo>
                    <a:pt x="67" y="331"/>
                    <a:pt x="67" y="331"/>
                    <a:pt x="67" y="331"/>
                  </a:cubicBezTo>
                  <a:cubicBezTo>
                    <a:pt x="69" y="361"/>
                    <a:pt x="69" y="361"/>
                    <a:pt x="69" y="361"/>
                  </a:cubicBezTo>
                  <a:cubicBezTo>
                    <a:pt x="68" y="373"/>
                    <a:pt x="68" y="373"/>
                    <a:pt x="68" y="373"/>
                  </a:cubicBezTo>
                  <a:cubicBezTo>
                    <a:pt x="51" y="382"/>
                    <a:pt x="51" y="382"/>
                    <a:pt x="51" y="382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80" y="422"/>
                    <a:pt x="80" y="422"/>
                    <a:pt x="80" y="422"/>
                  </a:cubicBezTo>
                  <a:cubicBezTo>
                    <a:pt x="91" y="410"/>
                    <a:pt x="91" y="410"/>
                    <a:pt x="91" y="410"/>
                  </a:cubicBezTo>
                  <a:cubicBezTo>
                    <a:pt x="95" y="404"/>
                    <a:pt x="95" y="404"/>
                    <a:pt x="95" y="404"/>
                  </a:cubicBezTo>
                  <a:cubicBezTo>
                    <a:pt x="129" y="412"/>
                    <a:pt x="129" y="412"/>
                    <a:pt x="129" y="412"/>
                  </a:cubicBezTo>
                  <a:cubicBezTo>
                    <a:pt x="137" y="405"/>
                    <a:pt x="137" y="405"/>
                    <a:pt x="137" y="405"/>
                  </a:cubicBezTo>
                  <a:cubicBezTo>
                    <a:pt x="167" y="410"/>
                    <a:pt x="167" y="410"/>
                    <a:pt x="167" y="410"/>
                  </a:cubicBezTo>
                  <a:cubicBezTo>
                    <a:pt x="199" y="390"/>
                    <a:pt x="199" y="390"/>
                    <a:pt x="199" y="390"/>
                  </a:cubicBezTo>
                  <a:cubicBezTo>
                    <a:pt x="252" y="401"/>
                    <a:pt x="252" y="401"/>
                    <a:pt x="252" y="401"/>
                  </a:cubicBezTo>
                  <a:cubicBezTo>
                    <a:pt x="273" y="383"/>
                    <a:pt x="273" y="383"/>
                    <a:pt x="273" y="383"/>
                  </a:cubicBezTo>
                  <a:cubicBezTo>
                    <a:pt x="284" y="388"/>
                    <a:pt x="284" y="388"/>
                    <a:pt x="284" y="388"/>
                  </a:cubicBezTo>
                  <a:cubicBezTo>
                    <a:pt x="285" y="401"/>
                    <a:pt x="285" y="401"/>
                    <a:pt x="285" y="401"/>
                  </a:cubicBezTo>
                  <a:cubicBezTo>
                    <a:pt x="301" y="405"/>
                    <a:pt x="301" y="405"/>
                    <a:pt x="301" y="405"/>
                  </a:cubicBezTo>
                  <a:cubicBezTo>
                    <a:pt x="310" y="407"/>
                    <a:pt x="310" y="407"/>
                    <a:pt x="310" y="407"/>
                  </a:cubicBezTo>
                  <a:cubicBezTo>
                    <a:pt x="315" y="423"/>
                    <a:pt x="315" y="423"/>
                    <a:pt x="315" y="423"/>
                  </a:cubicBezTo>
                  <a:cubicBezTo>
                    <a:pt x="310" y="441"/>
                    <a:pt x="310" y="441"/>
                    <a:pt x="310" y="441"/>
                  </a:cubicBezTo>
                  <a:cubicBezTo>
                    <a:pt x="318" y="451"/>
                    <a:pt x="318" y="451"/>
                    <a:pt x="318" y="451"/>
                  </a:cubicBezTo>
                  <a:cubicBezTo>
                    <a:pt x="337" y="450"/>
                    <a:pt x="337" y="450"/>
                    <a:pt x="337" y="450"/>
                  </a:cubicBezTo>
                  <a:cubicBezTo>
                    <a:pt x="367" y="430"/>
                    <a:pt x="367" y="430"/>
                    <a:pt x="367" y="430"/>
                  </a:cubicBezTo>
                  <a:cubicBezTo>
                    <a:pt x="427" y="421"/>
                    <a:pt x="427" y="421"/>
                    <a:pt x="427" y="421"/>
                  </a:cubicBezTo>
                  <a:cubicBezTo>
                    <a:pt x="422" y="448"/>
                    <a:pt x="422" y="448"/>
                    <a:pt x="422" y="448"/>
                  </a:cubicBezTo>
                  <a:cubicBezTo>
                    <a:pt x="424" y="467"/>
                    <a:pt x="424" y="467"/>
                    <a:pt x="424" y="467"/>
                  </a:cubicBezTo>
                  <a:cubicBezTo>
                    <a:pt x="435" y="477"/>
                    <a:pt x="435" y="477"/>
                    <a:pt x="435" y="477"/>
                  </a:cubicBezTo>
                  <a:cubicBezTo>
                    <a:pt x="446" y="482"/>
                    <a:pt x="446" y="482"/>
                    <a:pt x="446" y="482"/>
                  </a:cubicBezTo>
                  <a:cubicBezTo>
                    <a:pt x="446" y="482"/>
                    <a:pt x="444" y="490"/>
                    <a:pt x="446" y="490"/>
                  </a:cubicBezTo>
                  <a:cubicBezTo>
                    <a:pt x="448" y="491"/>
                    <a:pt x="465" y="486"/>
                    <a:pt x="465" y="486"/>
                  </a:cubicBezTo>
                  <a:cubicBezTo>
                    <a:pt x="473" y="494"/>
                    <a:pt x="473" y="494"/>
                    <a:pt x="473" y="494"/>
                  </a:cubicBezTo>
                  <a:cubicBezTo>
                    <a:pt x="473" y="479"/>
                    <a:pt x="473" y="479"/>
                    <a:pt x="473" y="479"/>
                  </a:cubicBezTo>
                  <a:cubicBezTo>
                    <a:pt x="494" y="443"/>
                    <a:pt x="494" y="443"/>
                    <a:pt x="494" y="443"/>
                  </a:cubicBezTo>
                  <a:cubicBezTo>
                    <a:pt x="500" y="407"/>
                    <a:pt x="500" y="407"/>
                    <a:pt x="500" y="407"/>
                  </a:cubicBezTo>
                  <a:cubicBezTo>
                    <a:pt x="510" y="398"/>
                    <a:pt x="510" y="398"/>
                    <a:pt x="510" y="398"/>
                  </a:cubicBezTo>
                  <a:cubicBezTo>
                    <a:pt x="525" y="394"/>
                    <a:pt x="525" y="394"/>
                    <a:pt x="525" y="394"/>
                  </a:cubicBezTo>
                  <a:cubicBezTo>
                    <a:pt x="541" y="385"/>
                    <a:pt x="541" y="385"/>
                    <a:pt x="541" y="385"/>
                  </a:cubicBezTo>
                  <a:cubicBezTo>
                    <a:pt x="552" y="392"/>
                    <a:pt x="552" y="392"/>
                    <a:pt x="552" y="392"/>
                  </a:cubicBezTo>
                  <a:cubicBezTo>
                    <a:pt x="552" y="425"/>
                    <a:pt x="552" y="425"/>
                    <a:pt x="552" y="425"/>
                  </a:cubicBezTo>
                  <a:cubicBezTo>
                    <a:pt x="560" y="426"/>
                    <a:pt x="560" y="426"/>
                    <a:pt x="560" y="426"/>
                  </a:cubicBezTo>
                  <a:cubicBezTo>
                    <a:pt x="572" y="400"/>
                    <a:pt x="572" y="400"/>
                    <a:pt x="572" y="400"/>
                  </a:cubicBezTo>
                  <a:cubicBezTo>
                    <a:pt x="582" y="375"/>
                    <a:pt x="582" y="375"/>
                    <a:pt x="582" y="375"/>
                  </a:cubicBezTo>
                  <a:cubicBezTo>
                    <a:pt x="576" y="342"/>
                    <a:pt x="576" y="342"/>
                    <a:pt x="576" y="342"/>
                  </a:cubicBezTo>
                  <a:cubicBezTo>
                    <a:pt x="590" y="342"/>
                    <a:pt x="590" y="342"/>
                    <a:pt x="590" y="342"/>
                  </a:cubicBezTo>
                  <a:cubicBezTo>
                    <a:pt x="616" y="342"/>
                    <a:pt x="616" y="342"/>
                    <a:pt x="616" y="342"/>
                  </a:cubicBezTo>
                  <a:cubicBezTo>
                    <a:pt x="629" y="360"/>
                    <a:pt x="629" y="360"/>
                    <a:pt x="629" y="360"/>
                  </a:cubicBezTo>
                  <a:cubicBezTo>
                    <a:pt x="637" y="362"/>
                    <a:pt x="637" y="362"/>
                    <a:pt x="637" y="362"/>
                  </a:cubicBezTo>
                  <a:cubicBezTo>
                    <a:pt x="648" y="335"/>
                    <a:pt x="648" y="335"/>
                    <a:pt x="648" y="335"/>
                  </a:cubicBezTo>
                  <a:cubicBezTo>
                    <a:pt x="632" y="312"/>
                    <a:pt x="632" y="312"/>
                    <a:pt x="632" y="312"/>
                  </a:cubicBezTo>
                  <a:cubicBezTo>
                    <a:pt x="634" y="277"/>
                    <a:pt x="634" y="277"/>
                    <a:pt x="634" y="277"/>
                  </a:cubicBezTo>
                  <a:cubicBezTo>
                    <a:pt x="626" y="265"/>
                    <a:pt x="626" y="265"/>
                    <a:pt x="626" y="265"/>
                  </a:cubicBezTo>
                  <a:cubicBezTo>
                    <a:pt x="595" y="268"/>
                    <a:pt x="595" y="268"/>
                    <a:pt x="595" y="268"/>
                  </a:cubicBezTo>
                  <a:cubicBezTo>
                    <a:pt x="584" y="262"/>
                    <a:pt x="584" y="262"/>
                    <a:pt x="584" y="262"/>
                  </a:cubicBezTo>
                  <a:cubicBezTo>
                    <a:pt x="551" y="261"/>
                    <a:pt x="551" y="261"/>
                    <a:pt x="551" y="261"/>
                  </a:cubicBezTo>
                  <a:cubicBezTo>
                    <a:pt x="552" y="240"/>
                    <a:pt x="552" y="240"/>
                    <a:pt x="552" y="240"/>
                  </a:cubicBezTo>
                  <a:cubicBezTo>
                    <a:pt x="536" y="248"/>
                    <a:pt x="536" y="248"/>
                    <a:pt x="536" y="248"/>
                  </a:cubicBezTo>
                  <a:cubicBezTo>
                    <a:pt x="516" y="243"/>
                    <a:pt x="516" y="243"/>
                    <a:pt x="516" y="243"/>
                  </a:cubicBezTo>
                  <a:cubicBezTo>
                    <a:pt x="475" y="226"/>
                    <a:pt x="475" y="226"/>
                    <a:pt x="475" y="226"/>
                  </a:cubicBezTo>
                  <a:cubicBezTo>
                    <a:pt x="454" y="214"/>
                    <a:pt x="454" y="214"/>
                    <a:pt x="454" y="214"/>
                  </a:cubicBezTo>
                  <a:cubicBezTo>
                    <a:pt x="446" y="218"/>
                    <a:pt x="446" y="218"/>
                    <a:pt x="446" y="218"/>
                  </a:cubicBezTo>
                  <a:cubicBezTo>
                    <a:pt x="449" y="239"/>
                    <a:pt x="449" y="239"/>
                    <a:pt x="449" y="239"/>
                  </a:cubicBezTo>
                  <a:cubicBezTo>
                    <a:pt x="451" y="259"/>
                    <a:pt x="451" y="259"/>
                    <a:pt x="451" y="259"/>
                  </a:cubicBezTo>
                  <a:cubicBezTo>
                    <a:pt x="435" y="270"/>
                    <a:pt x="435" y="270"/>
                    <a:pt x="435" y="270"/>
                  </a:cubicBezTo>
                  <a:cubicBezTo>
                    <a:pt x="411" y="282"/>
                    <a:pt x="411" y="282"/>
                    <a:pt x="411" y="282"/>
                  </a:cubicBezTo>
                  <a:cubicBezTo>
                    <a:pt x="397" y="285"/>
                    <a:pt x="397" y="285"/>
                    <a:pt x="397" y="285"/>
                  </a:cubicBezTo>
                  <a:cubicBezTo>
                    <a:pt x="386" y="294"/>
                    <a:pt x="386" y="294"/>
                    <a:pt x="386" y="294"/>
                  </a:cubicBezTo>
                  <a:cubicBezTo>
                    <a:pt x="367" y="289"/>
                    <a:pt x="367" y="289"/>
                    <a:pt x="367" y="289"/>
                  </a:cubicBezTo>
                  <a:cubicBezTo>
                    <a:pt x="360" y="289"/>
                    <a:pt x="360" y="289"/>
                    <a:pt x="360" y="289"/>
                  </a:cubicBezTo>
                  <a:cubicBezTo>
                    <a:pt x="339" y="281"/>
                    <a:pt x="339" y="281"/>
                    <a:pt x="339" y="281"/>
                  </a:cubicBezTo>
                  <a:cubicBezTo>
                    <a:pt x="323" y="284"/>
                    <a:pt x="323" y="284"/>
                    <a:pt x="323" y="284"/>
                  </a:cubicBezTo>
                  <a:cubicBezTo>
                    <a:pt x="299" y="277"/>
                    <a:pt x="299" y="277"/>
                    <a:pt x="299" y="277"/>
                  </a:cubicBezTo>
                  <a:cubicBezTo>
                    <a:pt x="284" y="284"/>
                    <a:pt x="284" y="284"/>
                    <a:pt x="284" y="284"/>
                  </a:cubicBezTo>
                  <a:cubicBezTo>
                    <a:pt x="282" y="283"/>
                    <a:pt x="282" y="283"/>
                    <a:pt x="282" y="283"/>
                  </a:cubicBezTo>
                  <a:cubicBezTo>
                    <a:pt x="279" y="254"/>
                    <a:pt x="279" y="254"/>
                    <a:pt x="279" y="254"/>
                  </a:cubicBezTo>
                  <a:cubicBezTo>
                    <a:pt x="284" y="238"/>
                    <a:pt x="284" y="238"/>
                    <a:pt x="284" y="238"/>
                  </a:cubicBezTo>
                  <a:cubicBezTo>
                    <a:pt x="288" y="207"/>
                    <a:pt x="288" y="207"/>
                    <a:pt x="288" y="207"/>
                  </a:cubicBezTo>
                  <a:cubicBezTo>
                    <a:pt x="296" y="194"/>
                    <a:pt x="296" y="194"/>
                    <a:pt x="296" y="194"/>
                  </a:cubicBezTo>
                  <a:cubicBezTo>
                    <a:pt x="305" y="189"/>
                    <a:pt x="305" y="189"/>
                    <a:pt x="305" y="189"/>
                  </a:cubicBezTo>
                  <a:cubicBezTo>
                    <a:pt x="297" y="157"/>
                    <a:pt x="297" y="157"/>
                    <a:pt x="297" y="157"/>
                  </a:cubicBezTo>
                  <a:cubicBezTo>
                    <a:pt x="256" y="139"/>
                    <a:pt x="256" y="139"/>
                    <a:pt x="256" y="139"/>
                  </a:cubicBezTo>
                  <a:cubicBezTo>
                    <a:pt x="223" y="129"/>
                    <a:pt x="223" y="129"/>
                    <a:pt x="223" y="129"/>
                  </a:cubicBezTo>
                  <a:cubicBezTo>
                    <a:pt x="220" y="87"/>
                    <a:pt x="220" y="87"/>
                    <a:pt x="220" y="87"/>
                  </a:cubicBezTo>
                  <a:cubicBezTo>
                    <a:pt x="227" y="60"/>
                    <a:pt x="227" y="60"/>
                    <a:pt x="227" y="60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168" y="34"/>
                    <a:pt x="168" y="34"/>
                    <a:pt x="168" y="34"/>
                  </a:cubicBezTo>
                  <a:cubicBezTo>
                    <a:pt x="162" y="23"/>
                    <a:pt x="162" y="23"/>
                    <a:pt x="162" y="23"/>
                  </a:cubicBezTo>
                  <a:cubicBezTo>
                    <a:pt x="140" y="33"/>
                    <a:pt x="140" y="33"/>
                    <a:pt x="140" y="33"/>
                  </a:cubicBezTo>
                  <a:cubicBezTo>
                    <a:pt x="140" y="33"/>
                    <a:pt x="110" y="33"/>
                    <a:pt x="107" y="28"/>
                  </a:cubicBezTo>
                  <a:cubicBezTo>
                    <a:pt x="104" y="22"/>
                    <a:pt x="101" y="11"/>
                    <a:pt x="101" y="11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23" y="7"/>
                    <a:pt x="23" y="7"/>
                    <a:pt x="23" y="7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0" name="Google Shape;460;g3a7c27a084b_1_405"/>
          <p:cNvSpPr/>
          <p:nvPr/>
        </p:nvSpPr>
        <p:spPr>
          <a:xfrm>
            <a:off x="156750" y="3654325"/>
            <a:ext cx="391800" cy="1932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g3a7c27a084b_1_405"/>
          <p:cNvSpPr/>
          <p:nvPr/>
        </p:nvSpPr>
        <p:spPr>
          <a:xfrm>
            <a:off x="156750" y="3943900"/>
            <a:ext cx="391800" cy="193200"/>
          </a:xfrm>
          <a:prstGeom prst="rect">
            <a:avLst/>
          </a:prstGeom>
          <a:solidFill>
            <a:srgbClr val="38761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2" name="Google Shape;462;g3a7c27a084b_1_405"/>
          <p:cNvSpPr/>
          <p:nvPr/>
        </p:nvSpPr>
        <p:spPr>
          <a:xfrm>
            <a:off x="705400" y="3627775"/>
            <a:ext cx="1636200" cy="24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Province en cours de mises en oeuvre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3" name="Google Shape;463;g3a7c27a084b_1_405"/>
          <p:cNvSpPr/>
          <p:nvPr/>
        </p:nvSpPr>
        <p:spPr>
          <a:xfrm>
            <a:off x="705400" y="3874075"/>
            <a:ext cx="1595400" cy="24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Province ayant finalisé la mise en oeuvre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4" name="Google Shape;464;g3a7c27a084b_1_405"/>
          <p:cNvSpPr/>
          <p:nvPr/>
        </p:nvSpPr>
        <p:spPr>
          <a:xfrm>
            <a:off x="107775" y="4294275"/>
            <a:ext cx="519300" cy="193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Texte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5" name="Google Shape;465;g3a7c27a084b_1_405"/>
          <p:cNvSpPr/>
          <p:nvPr/>
        </p:nvSpPr>
        <p:spPr>
          <a:xfrm>
            <a:off x="705400" y="4259350"/>
            <a:ext cx="1595400" cy="24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ZS retenues par province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6" name="Google Shape;466;g3a7c27a084b_1_405"/>
          <p:cNvSpPr/>
          <p:nvPr/>
        </p:nvSpPr>
        <p:spPr>
          <a:xfrm>
            <a:off x="1401220" y="-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fr-FR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Cartographie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7" name="Google Shape;467;g3a7c27a084b_1_405"/>
          <p:cNvSpPr/>
          <p:nvPr/>
        </p:nvSpPr>
        <p:spPr>
          <a:xfrm>
            <a:off x="2826003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Vaccination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g3a7c27a084b_1_405"/>
          <p:cNvSpPr/>
          <p:nvPr/>
        </p:nvSpPr>
        <p:spPr>
          <a:xfrm>
            <a:off x="4250787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Gestion des vaccins</a:t>
            </a:r>
            <a:endParaRPr sz="10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9" name="Google Shape;469;g3a7c27a084b_1_405"/>
          <p:cNvSpPr/>
          <p:nvPr/>
        </p:nvSpPr>
        <p:spPr>
          <a:xfrm>
            <a:off x="5675562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Couverture com.</a:t>
            </a:r>
            <a:endParaRPr sz="10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4" name="Google Shape;474;p15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475" name="Google Shape;475;p15"/>
          <p:cNvGraphicFramePr/>
          <p:nvPr/>
        </p:nvGraphicFramePr>
        <p:xfrm>
          <a:off x="139725" y="866755"/>
          <a:ext cx="8791350" cy="4069046"/>
        </p:xfrm>
        <a:graphic>
          <a:graphicData uri="http://schemas.openxmlformats.org/drawingml/2006/table">
            <a:tbl>
              <a:tblPr>
                <a:noFill/>
                <a:tableStyleId>{8C96B614-8E61-4427-A6A9-10AB34BD5D56}</a:tableStyleId>
              </a:tblPr>
              <a:tblGrid>
                <a:gridCol w="8818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15"/>
                    </a:ext>
                  </a:extLst>
                </a:gridCol>
              </a:tblGrid>
              <a:tr h="134275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/>
                        <a:t>Province</a:t>
                      </a:r>
                      <a:endParaRPr sz="700" b="1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/>
                        <a:t>Attendus</a:t>
                      </a:r>
                      <a:endParaRPr sz="700" b="1"/>
                    </a:p>
                  </a:txBody>
                  <a:tcPr marL="28575" marR="28575" marT="19050" marB="1905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/>
                        <a:t>Vaccines</a:t>
                      </a:r>
                      <a:endParaRPr sz="700" b="1"/>
                    </a:p>
                  </a:txBody>
                  <a:tcPr marL="28575" marR="28575" marT="19050" marB="1905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/>
                        <a:t>Proportion récupérée</a:t>
                      </a:r>
                      <a:endParaRPr sz="700" b="1"/>
                    </a:p>
                  </a:txBody>
                  <a:tcPr marL="28575" marR="28575" marT="19050" marB="1905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3275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EZD</a:t>
                      </a:r>
                      <a:endParaRPr sz="70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(DTC1)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EZD</a:t>
                      </a:r>
                      <a:endParaRPr sz="70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(DTC2)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ESV</a:t>
                      </a:r>
                      <a:endParaRPr sz="70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(DTC3)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VAR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VPI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EZD</a:t>
                      </a:r>
                      <a:endParaRPr sz="70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(DTC1)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EZD</a:t>
                      </a:r>
                      <a:endParaRPr sz="70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(DTC2)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ESV</a:t>
                      </a:r>
                      <a:endParaRPr sz="70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(DTC3)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VAR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VPI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EZD</a:t>
                      </a:r>
                      <a:endParaRPr sz="70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(DTC1)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EZD</a:t>
                      </a:r>
                      <a:endParaRPr sz="70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(DTC2)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ESV</a:t>
                      </a:r>
                      <a:endParaRPr sz="70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(DTC3)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VAR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VPI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BAS UELE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32 797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10 125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3 909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34 765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41 324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224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244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330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3 964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1 917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888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8%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AD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11%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C0B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9B9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EQUATEUR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32 936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60 294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79 741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34 912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41 499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14 490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13 147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12 720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22 758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19 115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44%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AF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22%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16%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F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65%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F5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46%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9F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HAUT KATANGA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75 418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102 776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122 223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79 943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95 027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4 432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4 070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7 745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26 528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15 977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A19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4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A19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33%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D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17%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6E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HAUT LOMAMI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50 303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77 661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97 108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57 420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35 024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32 985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35 291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39 379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138 322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106 475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66%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F5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45%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AF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41%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241%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DCB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304%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7BB8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HAUT UELE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34 210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25 042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13 667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36 262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43 104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121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216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3 215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1 041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0%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888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9%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B4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888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ITURI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94 045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73 626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31 789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99 687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118 496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660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591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718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7 960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1 743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888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8%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AD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KASAI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103 553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130 911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150 358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109 766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130 477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34 748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39 218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46 552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70 542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66 292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34%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C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30%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D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31%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64%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51%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40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KASAI CENTRAL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29 980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57 338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76 785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31 779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37 775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3 806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3 686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6 443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14 897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12 202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CDC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A19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8%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AD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47%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32%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DF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40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KASAI ORIENTAL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122 387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67 094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45 417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129 730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154 207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1 049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972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1 067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4 918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2 712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888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4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888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KINSHASA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2 099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10 367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593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2 225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2 644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685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610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772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4 215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1 437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33%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D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A19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130%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E5D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189%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CD7B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54%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8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40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KONGO CENTRAL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810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1 780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2 407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15 895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33 049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1 768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2 235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3 516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22 292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10 025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218%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BD0A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126%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1E6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146%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5E1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140%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9E3C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D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KWANGO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15 495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12 476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2 558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16 424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19 523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91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89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623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503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8E8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4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8E8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KWILU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30 949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30 829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18 336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32 805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38 995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1 772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343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867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11 350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847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A19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9B9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35%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C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888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LOMAMI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50 303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40 474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15 452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53 321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63 382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19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3 207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236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0%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0%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0%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A19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0%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C7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LUALABA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38 458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65 816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85 263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40 766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48 457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15 030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14 098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15 394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34 501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31 446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39%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B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21%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18%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C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85%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F0E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65%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F5E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MAI NDOMBE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52 087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79 445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98 892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55 212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65 629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10 259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5 734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9 293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31 995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21 619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20%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8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A7A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B4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58%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33%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DF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MANIEMA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119 226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146 584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166 031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126 380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150 225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79 018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21 556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103 667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156 662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161 442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66%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F5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D9D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62%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124%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E7D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107%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BD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8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MONGALA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107 731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135 089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154 536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114 195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135 741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108 426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104 677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159 809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164 766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196 990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101%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CD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77%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2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103%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CD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144%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E2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145%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E2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9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NORD KIVU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115 301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108 943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34 576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122 220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145 280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1 958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2 070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2 252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13 683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4 776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888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888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A7A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11%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C0B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8E8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0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NORD UBANGI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30 086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57 444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76 891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31 892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37 909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14 232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14 263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15 185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18 394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19 069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47%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25%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F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20%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8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58%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50%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9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1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SANKURU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110 664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138 022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157 469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117 304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139 437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79 638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64 539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60 688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91 039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73 237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72%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F3E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47%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39%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B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78%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2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53%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8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2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SUD-KIVU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165 986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102 313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62 632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175 945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209 143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330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255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316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2 648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699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0%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0%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888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0%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C7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3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SUD-UBANGI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107 435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66 791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32 701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113 881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135 368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542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458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536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1 304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944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888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4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TANGANYIKA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85 150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112 508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131 955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90 259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107 289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11 906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11 268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23 819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69 934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45 637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14%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D3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AB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18%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C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77%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2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43%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AF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5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TSHOPO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119 101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146 459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165 906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126 247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150 067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71 276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48 773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81 300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138 770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134 947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60%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33%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D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49%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110%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AD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90%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EFE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6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TSHUAPA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67 452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94 810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114 257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71 499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84 990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30 590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30 514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32 455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56 802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53 854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45%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AF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32%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D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28%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E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79%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F2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63%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5E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7"/>
                  </a:ext>
                </a:extLst>
              </a:tr>
              <a:tr h="145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Total RD Congo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>
                          <a:solidFill>
                            <a:srgbClr val="FFFFFF"/>
                          </a:solidFill>
                        </a:rPr>
                        <a:t>1 793 960</a:t>
                      </a:r>
                      <a:endParaRPr sz="7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>
                          <a:solidFill>
                            <a:srgbClr val="FFFFFF"/>
                          </a:solidFill>
                        </a:rPr>
                        <a:t>1 955 017</a:t>
                      </a:r>
                      <a:endParaRPr sz="7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>
                          <a:solidFill>
                            <a:srgbClr val="FFFFFF"/>
                          </a:solidFill>
                        </a:rPr>
                        <a:t>1 941 453</a:t>
                      </a:r>
                      <a:endParaRPr sz="7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>
                          <a:solidFill>
                            <a:srgbClr val="FFFFFF"/>
                          </a:solidFill>
                        </a:rPr>
                        <a:t>1 920 734</a:t>
                      </a:r>
                      <a:endParaRPr sz="7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>
                          <a:solidFill>
                            <a:srgbClr val="FFFFFF"/>
                          </a:solidFill>
                        </a:rPr>
                        <a:t>2 264 061</a:t>
                      </a:r>
                      <a:endParaRPr sz="7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>
                          <a:solidFill>
                            <a:srgbClr val="FFFFFF"/>
                          </a:solidFill>
                        </a:rPr>
                        <a:t>520 055</a:t>
                      </a:r>
                      <a:endParaRPr sz="7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>
                          <a:solidFill>
                            <a:srgbClr val="FFFFFF"/>
                          </a:solidFill>
                        </a:rPr>
                        <a:t>418 883</a:t>
                      </a:r>
                      <a:endParaRPr sz="7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>
                          <a:solidFill>
                            <a:srgbClr val="FFFFFF"/>
                          </a:solidFill>
                        </a:rPr>
                        <a:t>625 148</a:t>
                      </a:r>
                      <a:endParaRPr sz="7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>
                          <a:solidFill>
                            <a:srgbClr val="FFFFFF"/>
                          </a:solidFill>
                        </a:rPr>
                        <a:t>1 115 290</a:t>
                      </a:r>
                      <a:endParaRPr sz="7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>
                          <a:solidFill>
                            <a:srgbClr val="FFFFFF"/>
                          </a:solidFill>
                        </a:rPr>
                        <a:t>985 181</a:t>
                      </a:r>
                      <a:endParaRPr sz="7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/>
                        <a:t>29%</a:t>
                      </a:r>
                      <a:endParaRPr sz="700" b="1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E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/>
                        <a:t>21%</a:t>
                      </a:r>
                      <a:endParaRPr sz="700" b="1"/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/>
                        <a:t>32%</a:t>
                      </a:r>
                      <a:endParaRPr sz="700" b="1"/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D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58%</a:t>
                      </a:r>
                      <a:endParaRPr sz="600" b="1"/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44%</a:t>
                      </a:r>
                      <a:endParaRPr sz="600" b="1"/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AF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476" name="Google Shape;476;p15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fr-FR" sz="2000" b="1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Vaccination</a:t>
            </a:r>
            <a:r>
              <a:rPr lang="fr-FR" sz="20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Proportion des enfants de 12-59 mois récupérés par rapport aux attendus du plan</a:t>
            </a:r>
            <a:endParaRPr sz="20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000" b="1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1405983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Cartographie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2830766" y="-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fr-FR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Vaccination</a:t>
            </a:r>
            <a:endParaRPr sz="10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4255550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Gestion des vaccins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5675562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Couverture com.</a:t>
            </a:r>
            <a:endParaRPr sz="10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7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" name="Google Shape;496;p17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8" name="Google Shape;498;p17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fr-FR" sz="20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Gestion des vaccins</a:t>
            </a:r>
            <a:r>
              <a:rPr lang="fr-FR" sz="2000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Résumé des quantités de vaccin reçu et distribué à ces jours par antigène</a:t>
            </a:r>
            <a:endParaRPr sz="2000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0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1401220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Cartographie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2826003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Vaccination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4250787" y="-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Gestion des vaccins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17"/>
          <p:cNvSpPr/>
          <p:nvPr/>
        </p:nvSpPr>
        <p:spPr>
          <a:xfrm>
            <a:off x="5675562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Couverture com.</a:t>
            </a:r>
            <a:endParaRPr sz="10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216596"/>
              </p:ext>
            </p:extLst>
          </p:nvPr>
        </p:nvGraphicFramePr>
        <p:xfrm>
          <a:off x="355097" y="787156"/>
          <a:ext cx="8295607" cy="3981084"/>
        </p:xfrm>
        <a:graphic>
          <a:graphicData uri="http://schemas.openxmlformats.org/drawingml/2006/table">
            <a:tbl>
              <a:tblPr/>
              <a:tblGrid>
                <a:gridCol w="903915"/>
                <a:gridCol w="1516245"/>
                <a:gridCol w="1720354"/>
                <a:gridCol w="1720354"/>
                <a:gridCol w="1530824"/>
                <a:gridCol w="903915"/>
              </a:tblGrid>
              <a:tr h="374678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Dépôt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Antigène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Qté reçue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Qté distribuée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Solde à ce jour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Observation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</a:tr>
              <a:tr h="947299"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Hub central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Penta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3 974 500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3 570 500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404 000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3 000 000 doses reçues en 2024 et 974 500 doses reçues en 2025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27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VAR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1 890 000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679 925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1 210 075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23329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VPI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2 429 000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</a:t>
                      </a:r>
                      <a:r>
                        <a:rPr lang="fr-F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391850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1 037 150</a:t>
                      </a:r>
                      <a:endParaRPr lang="fr-FR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275706"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Antenne et ZS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Penta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3 570 500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1 955 220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1 615 280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6223" marR="6223" marT="622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400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VAR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679 925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1 595 000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-915 075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Combler par le stock de routine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570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VPI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1 456 850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1 162 640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294 210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6223" marR="6223" marT="622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5706"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Central , Antenne et ZS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Penta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2 019 280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6223" marR="6223" marT="622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570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VAR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295 000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6223" marR="6223" marT="622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570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VPI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1 266 360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6223" marR="6223" marT="622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5" name="Google Shape;485;p16"/>
          <p:cNvGraphicFramePr/>
          <p:nvPr/>
        </p:nvGraphicFramePr>
        <p:xfrm>
          <a:off x="108675" y="815430"/>
          <a:ext cx="8901025" cy="4251440"/>
        </p:xfrm>
        <a:graphic>
          <a:graphicData uri="http://schemas.openxmlformats.org/drawingml/2006/table">
            <a:tbl>
              <a:tblPr>
                <a:noFill/>
                <a:tableStyleId>{8C96B614-8E61-4427-A6A9-10AB34BD5D56}</a:tableStyleId>
              </a:tblPr>
              <a:tblGrid>
                <a:gridCol w="6939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996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3665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1815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3665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1245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534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462625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81150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647700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536650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50890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490375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490375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619925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  <a:gridCol w="712450">
                  <a:extLst>
                    <a:ext uri="{9D8B030D-6E8A-4147-A177-3AD203B41FA5}">
                      <a16:colId xmlns="" xmlns:a16="http://schemas.microsoft.com/office/drawing/2014/main" val="20015"/>
                    </a:ext>
                  </a:extLst>
                </a:gridCol>
              </a:tblGrid>
              <a:tr h="101075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Province</a:t>
                      </a:r>
                      <a:endParaRPr sz="600" b="1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DTC doses</a:t>
                      </a:r>
                      <a:endParaRPr sz="600" b="1"/>
                    </a:p>
                  </a:txBody>
                  <a:tcPr marL="28575" marR="28575" marT="19050" marB="1905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VAR doses</a:t>
                      </a:r>
                      <a:endParaRPr sz="600" b="1"/>
                    </a:p>
                  </a:txBody>
                  <a:tcPr marL="28575" marR="28575" marT="19050" marB="1905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VPI doses</a:t>
                      </a:r>
                      <a:endParaRPr sz="600" b="1"/>
                    </a:p>
                  </a:txBody>
                  <a:tcPr marL="28575" marR="28575" marT="19050" marB="1905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3715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Envoyée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Utilisées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Ecart (Envoyé vs. Utilisé)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Administrées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Perte (Administré vs. Utilisé)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Envoyée</a:t>
                      </a:r>
                      <a:endParaRPr sz="600" b="1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Utilisées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Ecart (Envoyé vs. Utilisé)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Administrées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Perte (Administré vs. Utilisé)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Envoyée</a:t>
                      </a:r>
                      <a:endParaRPr sz="600" b="1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Utilisées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Ecart (Envoyé vs. Utilisé)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Administrées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Perte (Administré vs. Utilisé)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BAS UELE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798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5 670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- 5 670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3 964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2 270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- 2 270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1 917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16%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1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EQUATEUR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230 880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50 450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180 430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40 357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69 000</a:t>
                      </a: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32 550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36 450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22 758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172 800</a:t>
                      </a: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22 560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150 240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19 115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79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HAUT KATANGA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440 880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20 310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420 570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16 248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88 500</a:t>
                      </a: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37 940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50 560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26 528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106 000</a:t>
                      </a: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18 860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87 140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15 977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79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HAUT LOMAMI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7 500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134 570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- 127 070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107 655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197 810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- 197 810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138 322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125 650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- 125 650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106 475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HAUT UELE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40 000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39 380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492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21%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4 600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- 4 600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3 215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28 800</a:t>
                      </a: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1 230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27 570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1 041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ITURI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240 960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2 470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238 490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1 970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11 390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- 11 390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7 960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135 000</a:t>
                      </a: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2 060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132 940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1 743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01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KASAI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259 440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150 650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108 790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120 517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58 000</a:t>
                      </a: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100 880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- 42 880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70 542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68 000</a:t>
                      </a: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78 230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- 10 230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66 292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79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KASAI CENTRAL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75 620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17 430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58 190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13 936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35 925</a:t>
                      </a: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21 310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14 615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14 897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42 000</a:t>
                      </a: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14 400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27 600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12 202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79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KASAI ORIENTAL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3 860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- 3 860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3 087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7 040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- 7 040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4 918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3 200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- 3 200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2 712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KINSHASA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2 590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- 2 590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2 068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6 030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- 6 030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4 215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1 700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- 1 700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1 437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18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KONGO CENTRAL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9 400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- 9 400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7 519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31 880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- 31 880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22 292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11 830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- 11 830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10 025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KWANGO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- 320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253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21%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900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- 900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623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31%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- 600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503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16%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KWILU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3 730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- 3 730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2 982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16 240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- 16 240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11 350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847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LOMAMI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84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24%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4 590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- 4 590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3 207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- 280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236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16%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101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LUALABA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96 000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55 660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40 340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44 522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69 000</a:t>
                      </a: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49 340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19 660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34 501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54 000</a:t>
                      </a: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37 110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16 890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31 446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150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MAI NDOMBE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31 610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- 31 610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25 285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45 760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- 45 760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31 995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25 520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- 25 520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21 619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150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MANIEMA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318 880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255 310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63 570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204 241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72 000</a:t>
                      </a: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224 030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- 152 030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156 662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96 600</a:t>
                      </a: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190 510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- 93 910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161 442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8"/>
                  </a:ext>
                </a:extLst>
              </a:tr>
              <a:tr h="150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MONGALA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435 720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466 140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- 30 420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372 912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235 620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- 235 620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164 766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246 000</a:t>
                      </a: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232 450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13 550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196 990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9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NORD KIVU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7 860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- 7 860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6 280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19 570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- 19 570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13 683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5 640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- 5 640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4 776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20"/>
                  </a:ext>
                </a:extLst>
              </a:tr>
              <a:tr h="179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NORD UBANGI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153 600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54 610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98 990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43 680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46 000</a:t>
                      </a: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26 310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19 690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18 394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57 600</a:t>
                      </a: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22 510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35 090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19 069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21"/>
                  </a:ext>
                </a:extLst>
              </a:tr>
              <a:tr h="150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SANKURU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220 000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256 080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- 36 080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204 864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130 190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- 130 190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91 039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86 430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- 86 430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73 237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22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SUD-KIVU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1 130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- 1 130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902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3 790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- 3 790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2 648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830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- 830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699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16%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23"/>
                  </a:ext>
                </a:extLst>
              </a:tr>
              <a:tr h="101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SUD-UBANGI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1 920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- 1 920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1 536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1 870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- 1 870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1 304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1 120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- 1 120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944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16%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24"/>
                  </a:ext>
                </a:extLst>
              </a:tr>
              <a:tr h="150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TANGANYIKA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242 650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58 750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183 900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46 993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100 500</a:t>
                      </a: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100 010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69 934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79 250</a:t>
                      </a: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53 860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25 390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45 637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25"/>
                  </a:ext>
                </a:extLst>
              </a:tr>
              <a:tr h="150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TSHOPO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444 470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251 690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192 780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201 348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141 000</a:t>
                      </a: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198 450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- 57 450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138 770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166 800</a:t>
                      </a: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159 240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7 560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134 947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26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TSHUAPA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363 900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116 950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246 950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93 560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81 230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- 81 230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56 802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204 000</a:t>
                      </a:r>
                      <a:endParaRPr sz="60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63 550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140 450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53 854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15%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27"/>
                  </a:ext>
                </a:extLst>
              </a:tr>
              <a:tr h="179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Total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3 570 500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1 955 220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1 615 280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1 564 086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20%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679 925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1 595 000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- 915 075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1 115 290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30%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1 456 850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1 162 640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294 210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985 181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 dirty="0">
                          <a:solidFill>
                            <a:srgbClr val="FFFFFF"/>
                          </a:solidFill>
                        </a:rPr>
                        <a:t>15%</a:t>
                      </a:r>
                      <a:endParaRPr sz="600" b="1" dirty="0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486" name="Google Shape;486;p16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fr-FR" sz="20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Gestion des vaccins</a:t>
            </a:r>
            <a:r>
              <a:rPr lang="fr-FR" sz="2000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Vaccins BCU Reçus et Utilisés vs Administrés</a:t>
            </a:r>
            <a:endParaRPr sz="2000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0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7" name="Google Shape;487;p16"/>
          <p:cNvSpPr/>
          <p:nvPr/>
        </p:nvSpPr>
        <p:spPr>
          <a:xfrm>
            <a:off x="1401220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Cartographie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8" name="Google Shape;488;p16"/>
          <p:cNvSpPr/>
          <p:nvPr/>
        </p:nvSpPr>
        <p:spPr>
          <a:xfrm>
            <a:off x="2826003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Vaccination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" name="Google Shape;489;p16"/>
          <p:cNvSpPr/>
          <p:nvPr/>
        </p:nvSpPr>
        <p:spPr>
          <a:xfrm>
            <a:off x="4250787" y="-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Gestion des vaccins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5675562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Couverture com.</a:t>
            </a:r>
            <a:endParaRPr sz="10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g3a7c27a084b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6295" y="1408938"/>
            <a:ext cx="2425575" cy="2881763"/>
          </a:xfrm>
          <a:prstGeom prst="rect">
            <a:avLst/>
          </a:prstGeom>
          <a:noFill/>
          <a:ln w="92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08" name="Google Shape;508;g3a7c27a084b_1_0"/>
          <p:cNvSpPr txBox="1"/>
          <p:nvPr/>
        </p:nvSpPr>
        <p:spPr>
          <a:xfrm>
            <a:off x="200775" y="4869632"/>
            <a:ext cx="8561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 b="1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r>
              <a:rPr lang="fr-FR" sz="8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Suivi électronique des vaccinateurs au Sud-Est</a:t>
            </a:r>
            <a:endParaRPr sz="8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g3a7c27a084b_1_0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900">
                <a:solidFill>
                  <a:srgbClr val="1C458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17</a:t>
            </a:fld>
            <a:endParaRPr sz="900">
              <a:solidFill>
                <a:srgbClr val="1C4587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cxnSp>
        <p:nvCxnSpPr>
          <p:cNvPr id="510" name="Google Shape;510;g3a7c27a084b_1_0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1" name="Google Shape;511;g3a7c27a084b_1_0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fr-FR" sz="2000" dirty="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IPVS dans le Haut Katanga, Tanganyika et Haut Lomami ont  permis d’assurer l'atteinte de plus de 90% des localités ciblées</a:t>
            </a:r>
            <a:endParaRPr sz="2000" dirty="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12" name="Google Shape;512;g3a7c27a084b_1_0"/>
          <p:cNvCxnSpPr/>
          <p:nvPr/>
        </p:nvCxnSpPr>
        <p:spPr>
          <a:xfrm>
            <a:off x="3099343" y="1427372"/>
            <a:ext cx="0" cy="2914500"/>
          </a:xfrm>
          <a:prstGeom prst="straightConnector1">
            <a:avLst/>
          </a:prstGeom>
          <a:noFill/>
          <a:ln w="7875" cap="flat" cmpd="sng">
            <a:solidFill>
              <a:srgbClr val="43256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3" name="Google Shape;513;g3a7c27a084b_1_0"/>
          <p:cNvSpPr/>
          <p:nvPr/>
        </p:nvSpPr>
        <p:spPr>
          <a:xfrm>
            <a:off x="2875782" y="2661053"/>
            <a:ext cx="447000" cy="447000"/>
          </a:xfrm>
          <a:prstGeom prst="ellipse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75700" tIns="75700" rIns="75700" bIns="7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59"/>
          </a:p>
        </p:txBody>
      </p:sp>
      <p:sp>
        <p:nvSpPr>
          <p:cNvPr id="514" name="Google Shape;514;g3a7c27a084b_1_0"/>
          <p:cNvSpPr/>
          <p:nvPr/>
        </p:nvSpPr>
        <p:spPr>
          <a:xfrm>
            <a:off x="3014887" y="2742405"/>
            <a:ext cx="168900" cy="28440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75700" tIns="75700" rIns="75700" bIns="7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59"/>
          </a:p>
        </p:txBody>
      </p:sp>
      <p:pic>
        <p:nvPicPr>
          <p:cNvPr id="515" name="Google Shape;515;g3a7c27a084b_1_0"/>
          <p:cNvPicPr preferRelativeResize="0"/>
          <p:nvPr/>
        </p:nvPicPr>
        <p:blipFill rotWithShape="1">
          <a:blip r:embed="rId4">
            <a:alphaModFix/>
          </a:blip>
          <a:srcRect l="21522" t="3670" r="12838" b="4560"/>
          <a:stretch/>
        </p:blipFill>
        <p:spPr>
          <a:xfrm>
            <a:off x="364525" y="1403095"/>
            <a:ext cx="2479766" cy="2914525"/>
          </a:xfrm>
          <a:prstGeom prst="rect">
            <a:avLst/>
          </a:prstGeom>
          <a:noFill/>
          <a:ln w="93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16" name="Google Shape;516;g3a7c27a084b_1_0"/>
          <p:cNvSpPr/>
          <p:nvPr/>
        </p:nvSpPr>
        <p:spPr>
          <a:xfrm>
            <a:off x="364540" y="1403112"/>
            <a:ext cx="624300" cy="3201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spcFirstLastPara="1" wrap="square" lIns="89225" tIns="89225" rIns="89225" bIns="892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5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77%</a:t>
            </a:r>
            <a:endParaRPr sz="1505">
              <a:solidFill>
                <a:srgbClr val="FFFFFF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517" name="Google Shape;517;g3a7c27a084b_1_0"/>
          <p:cNvSpPr/>
          <p:nvPr/>
        </p:nvSpPr>
        <p:spPr>
          <a:xfrm>
            <a:off x="427603" y="3888759"/>
            <a:ext cx="1062300" cy="357300"/>
          </a:xfrm>
          <a:prstGeom prst="rect">
            <a:avLst/>
          </a:prstGeom>
          <a:solidFill>
            <a:srgbClr val="FFFFFF"/>
          </a:solidFill>
          <a:ln w="787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00" tIns="75700" rIns="75700" bIns="7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59" b="1">
                <a:latin typeface="Source Serif Pro"/>
                <a:ea typeface="Source Serif Pro"/>
                <a:cs typeface="Source Serif Pro"/>
                <a:sym typeface="Source Serif Pro"/>
              </a:rPr>
              <a:t>IPVS Tour 1</a:t>
            </a:r>
            <a:endParaRPr sz="1159" b="1"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pic>
        <p:nvPicPr>
          <p:cNvPr id="518" name="Google Shape;518;g3a7c27a084b_1_0"/>
          <p:cNvPicPr preferRelativeResize="0"/>
          <p:nvPr/>
        </p:nvPicPr>
        <p:blipFill rotWithShape="1">
          <a:blip r:embed="rId5">
            <a:alphaModFix/>
          </a:blip>
          <a:srcRect l="3362"/>
          <a:stretch/>
        </p:blipFill>
        <p:spPr>
          <a:xfrm>
            <a:off x="3417488" y="1405657"/>
            <a:ext cx="2425589" cy="2884407"/>
          </a:xfrm>
          <a:prstGeom prst="rect">
            <a:avLst/>
          </a:prstGeom>
          <a:noFill/>
          <a:ln w="92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19" name="Google Shape;519;g3a7c27a084b_1_0"/>
          <p:cNvSpPr/>
          <p:nvPr/>
        </p:nvSpPr>
        <p:spPr>
          <a:xfrm>
            <a:off x="3417490" y="1405673"/>
            <a:ext cx="617700" cy="317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88300" tIns="88300" rIns="88300" bIns="88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5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85%</a:t>
            </a:r>
            <a:endParaRPr sz="1505">
              <a:solidFill>
                <a:srgbClr val="FFFFFF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520" name="Google Shape;520;g3a7c27a084b_1_0"/>
          <p:cNvSpPr/>
          <p:nvPr/>
        </p:nvSpPr>
        <p:spPr>
          <a:xfrm>
            <a:off x="3487656" y="3888759"/>
            <a:ext cx="1062300" cy="357300"/>
          </a:xfrm>
          <a:prstGeom prst="rect">
            <a:avLst/>
          </a:prstGeom>
          <a:solidFill>
            <a:srgbClr val="FFFFFF"/>
          </a:solidFill>
          <a:ln w="787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00" tIns="75700" rIns="75700" bIns="7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59" b="1">
                <a:latin typeface="Source Serif Pro"/>
                <a:ea typeface="Source Serif Pro"/>
                <a:cs typeface="Source Serif Pro"/>
                <a:sym typeface="Source Serif Pro"/>
              </a:rPr>
              <a:t>IPVS Tour 2</a:t>
            </a:r>
            <a:endParaRPr sz="1159" b="1"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521" name="Google Shape;521;g3a7c27a084b_1_0"/>
          <p:cNvSpPr/>
          <p:nvPr/>
        </p:nvSpPr>
        <p:spPr>
          <a:xfrm>
            <a:off x="4095562" y="4829375"/>
            <a:ext cx="1186500" cy="3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>
                <a:solidFill>
                  <a:srgbClr val="434343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Clé de lecture</a:t>
            </a:r>
            <a:endParaRPr sz="1000" b="1">
              <a:solidFill>
                <a:srgbClr val="434343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522" name="Google Shape;522;g3a7c27a084b_1_0"/>
          <p:cNvSpPr/>
          <p:nvPr/>
        </p:nvSpPr>
        <p:spPr>
          <a:xfrm>
            <a:off x="5140454" y="4948602"/>
            <a:ext cx="239700" cy="123000"/>
          </a:xfrm>
          <a:prstGeom prst="rect">
            <a:avLst/>
          </a:prstGeom>
          <a:solidFill>
            <a:srgbClr val="4A815E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38761D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523" name="Google Shape;523;g3a7c27a084b_1_0"/>
          <p:cNvSpPr txBox="1"/>
          <p:nvPr/>
        </p:nvSpPr>
        <p:spPr>
          <a:xfrm>
            <a:off x="5346550" y="4839668"/>
            <a:ext cx="1069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rgbClr val="434343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Localité couverte</a:t>
            </a:r>
            <a:endParaRPr sz="900">
              <a:solidFill>
                <a:srgbClr val="434343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524" name="Google Shape;524;g3a7c27a084b_1_0"/>
          <p:cNvSpPr/>
          <p:nvPr/>
        </p:nvSpPr>
        <p:spPr>
          <a:xfrm>
            <a:off x="6517785" y="4948602"/>
            <a:ext cx="239700" cy="123000"/>
          </a:xfrm>
          <a:prstGeom prst="rect">
            <a:avLst/>
          </a:prstGeom>
          <a:solidFill>
            <a:srgbClr val="E27375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38761D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525" name="Google Shape;525;g3a7c27a084b_1_0"/>
          <p:cNvSpPr txBox="1"/>
          <p:nvPr/>
        </p:nvSpPr>
        <p:spPr>
          <a:xfrm>
            <a:off x="6751065" y="4842645"/>
            <a:ext cx="1069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rgbClr val="434343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Non couverte</a:t>
            </a:r>
            <a:endParaRPr sz="900">
              <a:solidFill>
                <a:srgbClr val="434343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526" name="Google Shape;526;g3a7c27a084b_1_0"/>
          <p:cNvSpPr/>
          <p:nvPr/>
        </p:nvSpPr>
        <p:spPr>
          <a:xfrm>
            <a:off x="7594519" y="4948602"/>
            <a:ext cx="239700" cy="123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38761D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527" name="Google Shape;527;g3a7c27a084b_1_0"/>
          <p:cNvSpPr txBox="1"/>
          <p:nvPr/>
        </p:nvSpPr>
        <p:spPr>
          <a:xfrm>
            <a:off x="7827799" y="4842645"/>
            <a:ext cx="1069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rgbClr val="434343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Non ciblée</a:t>
            </a:r>
            <a:endParaRPr sz="900">
              <a:solidFill>
                <a:srgbClr val="434343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cxnSp>
        <p:nvCxnSpPr>
          <p:cNvPr id="528" name="Google Shape;528;g3a7c27a084b_1_0"/>
          <p:cNvCxnSpPr/>
          <p:nvPr/>
        </p:nvCxnSpPr>
        <p:spPr>
          <a:xfrm>
            <a:off x="6153868" y="1427372"/>
            <a:ext cx="0" cy="2914500"/>
          </a:xfrm>
          <a:prstGeom prst="straightConnector1">
            <a:avLst/>
          </a:prstGeom>
          <a:noFill/>
          <a:ln w="7875" cap="flat" cmpd="sng">
            <a:solidFill>
              <a:srgbClr val="43256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9" name="Google Shape;529;g3a7c27a084b_1_0"/>
          <p:cNvSpPr/>
          <p:nvPr/>
        </p:nvSpPr>
        <p:spPr>
          <a:xfrm>
            <a:off x="5930307" y="2661053"/>
            <a:ext cx="447000" cy="447000"/>
          </a:xfrm>
          <a:prstGeom prst="ellipse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75700" tIns="75700" rIns="75700" bIns="7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59"/>
          </a:p>
        </p:txBody>
      </p:sp>
      <p:sp>
        <p:nvSpPr>
          <p:cNvPr id="530" name="Google Shape;530;g3a7c27a084b_1_0"/>
          <p:cNvSpPr/>
          <p:nvPr/>
        </p:nvSpPr>
        <p:spPr>
          <a:xfrm>
            <a:off x="6069412" y="2742405"/>
            <a:ext cx="168900" cy="28440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75700" tIns="75700" rIns="75700" bIns="7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59"/>
          </a:p>
        </p:txBody>
      </p:sp>
      <p:sp>
        <p:nvSpPr>
          <p:cNvPr id="531" name="Google Shape;531;g3a7c27a084b_1_0"/>
          <p:cNvSpPr/>
          <p:nvPr/>
        </p:nvSpPr>
        <p:spPr>
          <a:xfrm>
            <a:off x="6472015" y="1405673"/>
            <a:ext cx="617700" cy="317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88300" tIns="88300" rIns="88300" bIns="88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5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94%</a:t>
            </a:r>
            <a:endParaRPr sz="1505">
              <a:solidFill>
                <a:srgbClr val="FFFFFF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532" name="Google Shape;532;g3a7c27a084b_1_0"/>
          <p:cNvSpPr/>
          <p:nvPr/>
        </p:nvSpPr>
        <p:spPr>
          <a:xfrm>
            <a:off x="6559456" y="3888759"/>
            <a:ext cx="1062300" cy="357300"/>
          </a:xfrm>
          <a:prstGeom prst="rect">
            <a:avLst/>
          </a:prstGeom>
          <a:solidFill>
            <a:srgbClr val="FFFFFF"/>
          </a:solidFill>
          <a:ln w="787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00" tIns="75700" rIns="75700" bIns="7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59" b="1">
                <a:latin typeface="Source Serif Pro"/>
                <a:ea typeface="Source Serif Pro"/>
                <a:cs typeface="Source Serif Pro"/>
                <a:sym typeface="Source Serif Pro"/>
              </a:rPr>
              <a:t>IPVS Tour 3</a:t>
            </a:r>
            <a:endParaRPr sz="1159" b="1"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533" name="Google Shape;533;g3a7c27a084b_1_0"/>
          <p:cNvSpPr/>
          <p:nvPr/>
        </p:nvSpPr>
        <p:spPr>
          <a:xfrm>
            <a:off x="5675562" y="-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Couverture com.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4" name="Google Shape;534;g3a7c27a084b_1_0"/>
          <p:cNvSpPr/>
          <p:nvPr/>
        </p:nvSpPr>
        <p:spPr>
          <a:xfrm>
            <a:off x="1401220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Cartographie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5" name="Google Shape;535;g3a7c27a084b_1_0"/>
          <p:cNvSpPr/>
          <p:nvPr/>
        </p:nvSpPr>
        <p:spPr>
          <a:xfrm>
            <a:off x="2826003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Vaccination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g3a7c27a084b_1_0"/>
          <p:cNvSpPr/>
          <p:nvPr/>
        </p:nvSpPr>
        <p:spPr>
          <a:xfrm>
            <a:off x="4250787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Gestion des vaccins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a7c27a084b_1_456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2" name="Google Shape;542;g3a7c27a084b_1_456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3" name="Google Shape;543;g3a7c27a084b_1_456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de présentation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4" name="Google Shape;544;g3a7c27a084b_1_456"/>
          <p:cNvSpPr txBox="1"/>
          <p:nvPr/>
        </p:nvSpPr>
        <p:spPr>
          <a:xfrm>
            <a:off x="343950" y="884450"/>
            <a:ext cx="8192700" cy="3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Préambule: Process, Périmètre d’intervention, cibles et PTF de MOE</a:t>
            </a:r>
            <a:endParaRPr sz="16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Résultats obtenus: Cartographie, Vaccination, Gestions de vaccins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FFOM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Difficultés opérationnelles et Défis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Leçons tirées et suggestions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Synthèse du Plan de ratissage (T1 2026)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Annexes</a:t>
            </a:r>
            <a:endParaRPr sz="16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00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fr-FR"/>
              <a:t>Analyse Forces Faiblesse Opportunité Menace (FFOM)</a:t>
            </a:r>
            <a:endParaRPr sz="2000"/>
          </a:p>
        </p:txBody>
      </p:sp>
      <p:sp>
        <p:nvSpPr>
          <p:cNvPr id="550" name="Google Shape;550;p19"/>
          <p:cNvSpPr txBox="1">
            <a:spLocks noGrp="1"/>
          </p:cNvSpPr>
          <p:nvPr>
            <p:ph type="body" idx="1"/>
          </p:nvPr>
        </p:nvSpPr>
        <p:spPr>
          <a:xfrm>
            <a:off x="101935" y="862475"/>
            <a:ext cx="4708604" cy="3880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Mise en place de la coordination nationale BCU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Disponibilité de Normes et directives BCU disponibles et vulgarisées dans les provinces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Mise ne place d’une base  de données Excel en ligne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Supervision de la mise en œuvre des IPVS dans quelques Antennes PEV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Atteinte de localités difficiles d’accès non atteintes par la vaccination de routine (</a:t>
            </a:r>
            <a:r>
              <a:rPr lang="fr-FR" sz="1100" dirty="0" err="1">
                <a:solidFill>
                  <a:schemeClr val="dk1"/>
                </a:solidFill>
              </a:rPr>
              <a:t>e.g</a:t>
            </a:r>
            <a:r>
              <a:rPr lang="fr-FR" sz="1100" dirty="0">
                <a:solidFill>
                  <a:schemeClr val="dk1"/>
                </a:solidFill>
              </a:rPr>
              <a:t>., localités riveraines, en insécurité, etc.)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Cartographie des localités difficiles d’accès (+ 2800 localités cartographies)</a:t>
            </a:r>
          </a:p>
          <a:p>
            <a:pPr indent="-298450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fr-FR" sz="1100" dirty="0">
                <a:solidFill>
                  <a:schemeClr val="dk1"/>
                </a:solidFill>
              </a:rPr>
              <a:t>Elaboration et partage de rapport trimestriel avec WRG dans les délais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Mise à disposition des moyens logistiques pour atteindre les communautés difficiles d’accès lors de la vaccination de routine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Renforcement de la surveillance des maladies à prévention vaccinale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Suivi des équipes de vaccination et de la couverture communautaire via application géospatiale (Gestion PEV, GTS)</a:t>
            </a:r>
          </a:p>
          <a:p>
            <a:pPr indent="-298450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fr-FR" sz="1100" dirty="0">
                <a:solidFill>
                  <a:schemeClr val="dk1"/>
                </a:solidFill>
              </a:rPr>
              <a:t>Réalisation  dans certaines provinces du Monitorage de Convenance lors des IPVS pour mesurer l’efficience et corriger</a:t>
            </a: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fr-FR"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551" name="Google Shape;551;p19"/>
          <p:cNvSpPr txBox="1">
            <a:spLocks noGrp="1"/>
          </p:cNvSpPr>
          <p:nvPr>
            <p:ph type="body" idx="2"/>
          </p:nvPr>
        </p:nvSpPr>
        <p:spPr>
          <a:xfrm>
            <a:off x="4829700" y="936298"/>
            <a:ext cx="3999900" cy="3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Mise à disposition tardive des fonds de la Mise en œuvre des IPVS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Seconde allocation des vaccins par GAVI non accordée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Écarts de plus de 4 semaines entre deux doses (allant jusqu’à 2 mois) dans presque toutes les ZS et AS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Faible remontée des données dans le DHIS2 dans la quasi-totalité des provinces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Approvisionnement des vaccins dans les Antennes et ZS sans appui financier pour la distribution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Faible traçabilité de la gestion des vaccins au niveau opérationnel</a:t>
            </a: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Mauvais remplissage d’outils de gestion(Canevas SNIS,Fiche synthese ,Registre de vaccination ,Fiche de pointage et Carte CPS)</a:t>
            </a:r>
          </a:p>
          <a:p>
            <a:pPr indent="-298450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fr-FR" sz="1100" dirty="0">
                <a:solidFill>
                  <a:schemeClr val="dk1"/>
                </a:solidFill>
              </a:rPr>
              <a:t>Chevauchement des interventions du programme</a:t>
            </a:r>
          </a:p>
          <a:p>
            <a:pPr indent="-298450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fr-FR" sz="1100" dirty="0">
                <a:solidFill>
                  <a:schemeClr val="dk1"/>
                </a:solidFill>
              </a:rPr>
              <a:t>Absence des Listes Nominatives pour suivre proprement les enfants a récupérer</a:t>
            </a:r>
          </a:p>
          <a:p>
            <a:pPr lvl="0" indent="-298450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fr-FR" sz="1100" dirty="0">
                <a:solidFill>
                  <a:schemeClr val="dk1"/>
                </a:solidFill>
              </a:rPr>
              <a:t>Retard dans les approvisionnements des provinces en vaccin</a:t>
            </a:r>
          </a:p>
          <a:p>
            <a:pPr lvl="0" indent="-298450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fr-FR" sz="1100" dirty="0">
                <a:solidFill>
                  <a:schemeClr val="dk1"/>
                </a:solidFill>
              </a:rPr>
              <a:t>Retards dans la mise en œuvre des IPVS</a:t>
            </a: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552" name="Google Shape;552;p19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3" name="Google Shape;553;p19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4" name="Google Shape;554;p19"/>
          <p:cNvSpPr txBox="1"/>
          <p:nvPr/>
        </p:nvSpPr>
        <p:spPr>
          <a:xfrm>
            <a:off x="421750" y="543101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Forces</a:t>
            </a:r>
            <a:endParaRPr sz="1300" dirty="0">
              <a:solidFill>
                <a:srgbClr val="1155CC"/>
              </a:solidFill>
            </a:endParaRPr>
          </a:p>
        </p:txBody>
      </p:sp>
      <p:sp>
        <p:nvSpPr>
          <p:cNvPr id="555" name="Google Shape;555;p19"/>
          <p:cNvSpPr txBox="1"/>
          <p:nvPr/>
        </p:nvSpPr>
        <p:spPr>
          <a:xfrm>
            <a:off x="5151125" y="551398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Faiblesses</a:t>
            </a:r>
            <a:endParaRPr sz="13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0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00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fr-FR"/>
              <a:t>Analyse Forces Faiblesse Opportunité Menace (FFOM)</a:t>
            </a:r>
            <a:endParaRPr sz="2000"/>
          </a:p>
        </p:txBody>
      </p:sp>
      <p:sp>
        <p:nvSpPr>
          <p:cNvPr id="561" name="Google Shape;561;p20"/>
          <p:cNvSpPr txBox="1">
            <a:spLocks noGrp="1"/>
          </p:cNvSpPr>
          <p:nvPr>
            <p:ph type="body" idx="1"/>
          </p:nvPr>
        </p:nvSpPr>
        <p:spPr>
          <a:xfrm>
            <a:off x="200774" y="977267"/>
            <a:ext cx="4556755" cy="373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dk1"/>
              </a:buClr>
              <a:buFont typeface="Arial"/>
              <a:buChar char="•"/>
            </a:pPr>
            <a:r>
              <a:rPr lang="fr-FR" sz="1100" dirty="0">
                <a:solidFill>
                  <a:schemeClr val="dk1"/>
                </a:solidFill>
              </a:rPr>
              <a:t>Disposition des fonds GAVI pour lancer les interventions du Grand Rattrapage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Font typeface="Arial"/>
              <a:buChar char="•"/>
            </a:pPr>
            <a:r>
              <a:rPr lang="fr-FR" sz="1100" dirty="0">
                <a:solidFill>
                  <a:schemeClr val="dk1"/>
                </a:solidFill>
              </a:rPr>
              <a:t>Intégration d’autres bailleurs pour élargir les IPVS: GATES </a:t>
            </a:r>
            <a:r>
              <a:rPr lang="fr-FR" sz="1100" dirty="0" err="1">
                <a:solidFill>
                  <a:schemeClr val="dk1"/>
                </a:solidFill>
              </a:rPr>
              <a:t>Foundation</a:t>
            </a:r>
            <a:r>
              <a:rPr lang="fr-FR" sz="1100" dirty="0">
                <a:solidFill>
                  <a:schemeClr val="dk1"/>
                </a:solidFill>
              </a:rPr>
              <a:t>, CDC Atlanta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Font typeface="Arial"/>
              <a:buChar char="•"/>
            </a:pPr>
            <a:r>
              <a:rPr lang="fr-FR" sz="1100" dirty="0">
                <a:solidFill>
                  <a:schemeClr val="dk1"/>
                </a:solidFill>
              </a:rPr>
              <a:t>Appui des instances régionales et globales (UNICEF, WHO, CDC, etc.) aux IPVS en RDC  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100" dirty="0">
                <a:solidFill>
                  <a:schemeClr val="dk1"/>
                </a:solidFill>
              </a:rPr>
              <a:t>L’utilisation des fonds MoU dans les provinces n’ayant pas reçu des financement des bailleurs des fonds pour la mise en œuvre des IPVS  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100" dirty="0">
                <a:solidFill>
                  <a:schemeClr val="dk1"/>
                </a:solidFill>
              </a:rPr>
              <a:t>Dotation des Hors bord pour la vaccination dans les localités riveraines par certaines PTF</a:t>
            </a:r>
            <a:endParaRPr sz="1100" dirty="0"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100" dirty="0">
                <a:solidFill>
                  <a:schemeClr val="dk1"/>
                </a:solidFill>
              </a:rPr>
              <a:t>Présence des ONGD humanitaires dans des zones avec sécurités compromise </a:t>
            </a:r>
            <a:endParaRPr sz="1100" dirty="0"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100" dirty="0">
                <a:solidFill>
                  <a:schemeClr val="dk1"/>
                </a:solidFill>
              </a:rPr>
              <a:t>Organisation des AVS avec intégration de la récupération de la cible de 12-59 mois 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562" name="Google Shape;562;p20"/>
          <p:cNvSpPr txBox="1">
            <a:spLocks noGrp="1"/>
          </p:cNvSpPr>
          <p:nvPr>
            <p:ph type="body" idx="2"/>
          </p:nvPr>
        </p:nvSpPr>
        <p:spPr>
          <a:xfrm>
            <a:off x="4829700" y="977267"/>
            <a:ext cx="3999900" cy="2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dirty="0">
                <a:solidFill>
                  <a:schemeClr val="dk1"/>
                </a:solidFill>
              </a:rPr>
              <a:t>Conflits armés dans certaines provinces avec zones d’insécurité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Font typeface="Arial"/>
              <a:buChar char="•"/>
            </a:pPr>
            <a:r>
              <a:rPr lang="fr-FR" dirty="0">
                <a:solidFill>
                  <a:schemeClr val="dk1"/>
                </a:solidFill>
              </a:rPr>
              <a:t>Arrêt du financement lié aux Grand Rattrapage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563" name="Google Shape;563;p20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4" name="Google Shape;564;p20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5" name="Google Shape;565;p20"/>
          <p:cNvSpPr txBox="1"/>
          <p:nvPr/>
        </p:nvSpPr>
        <p:spPr>
          <a:xfrm>
            <a:off x="388625" y="592367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Opportunités</a:t>
            </a:r>
            <a:endParaRPr sz="13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6" name="Google Shape;566;p20"/>
          <p:cNvSpPr txBox="1"/>
          <p:nvPr/>
        </p:nvSpPr>
        <p:spPr>
          <a:xfrm>
            <a:off x="4960625" y="592367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Menaces</a:t>
            </a:r>
            <a:endParaRPr sz="13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a7c27a084b_1_465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2" name="Google Shape;572;g3a7c27a084b_1_465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3" name="Google Shape;573;g3a7c27a084b_1_465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de présentation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4" name="Google Shape;574;g3a7c27a084b_1_465"/>
          <p:cNvSpPr txBox="1"/>
          <p:nvPr/>
        </p:nvSpPr>
        <p:spPr>
          <a:xfrm>
            <a:off x="343950" y="884450"/>
            <a:ext cx="8192700" cy="3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Préambule: Process, Périmètre d’intervention, cibles et PTF de MOE</a:t>
            </a:r>
            <a:endParaRPr sz="16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Résultats obtenus: Cartographie, Vaccination, Gestions de vaccins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FFOM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Difficultés opérationnelles et Défis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Leçons tirées et suggestions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Synthèse du Plan de ratissage (T1 2026)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Annexes</a:t>
            </a:r>
            <a:endParaRPr sz="16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2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2"/>
          <p:cNvSpPr txBox="1">
            <a:spLocks noGrp="1"/>
          </p:cNvSpPr>
          <p:nvPr>
            <p:ph type="body" idx="1"/>
          </p:nvPr>
        </p:nvSpPr>
        <p:spPr>
          <a:xfrm>
            <a:off x="200775" y="795130"/>
            <a:ext cx="8543175" cy="3591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 b="1" dirty="0">
                <a:solidFill>
                  <a:schemeClr val="dk1"/>
                </a:solidFill>
              </a:rPr>
              <a:t>  a. Coordination et financement (au niveau C, I, O): </a:t>
            </a:r>
            <a:endParaRPr sz="1300" b="1" dirty="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lang="fr-FR" sz="1300" dirty="0">
                <a:solidFill>
                  <a:schemeClr val="dk1"/>
                </a:solidFill>
              </a:rPr>
              <a:t>Chevauchement d’activités au niveau des provinces et des ZS</a:t>
            </a:r>
            <a:endParaRPr sz="1300" dirty="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lang="fr-FR" sz="1300" dirty="0">
                <a:solidFill>
                  <a:schemeClr val="dk1"/>
                </a:solidFill>
              </a:rPr>
              <a:t>Mise à disposition tardive des fonds de la mise en œuvre par les partenaires</a:t>
            </a:r>
            <a:endParaRPr sz="1300" dirty="0">
              <a:solidFill>
                <a:schemeClr val="dk1"/>
              </a:solidFill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fr-FR" sz="1300" b="1" dirty="0">
                <a:solidFill>
                  <a:schemeClr val="dk1"/>
                </a:solidFill>
              </a:rPr>
              <a:t>b.  Technique: </a:t>
            </a:r>
            <a:endParaRPr sz="1300" b="1" dirty="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lang="fr-FR" sz="1300" dirty="0">
                <a:solidFill>
                  <a:schemeClr val="dk1"/>
                </a:solidFill>
              </a:rPr>
              <a:t>Non respect des normes et directives de la MEO par certains partenaires et prestataires </a:t>
            </a:r>
            <a:endParaRPr sz="1300" dirty="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lang="fr-FR" sz="1300" dirty="0">
                <a:solidFill>
                  <a:schemeClr val="dk1"/>
                </a:solidFill>
              </a:rPr>
              <a:t>Faible  remontée des données dans les masques en ligne</a:t>
            </a:r>
            <a:endParaRPr sz="1300" dirty="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lang="fr-FR" sz="1300" dirty="0">
                <a:solidFill>
                  <a:schemeClr val="dk1"/>
                </a:solidFill>
              </a:rPr>
              <a:t>Faible encodage des données BCU dans les DHIS2</a:t>
            </a:r>
            <a:endParaRPr sz="1300" dirty="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lang="fr-FR" sz="1300" dirty="0">
                <a:solidFill>
                  <a:schemeClr val="dk1"/>
                </a:solidFill>
              </a:rPr>
              <a:t>Multiplicité des bases de collecte des données selon les stratégies (accès difficiles, AVS. IPVS..)</a:t>
            </a:r>
            <a:endParaRPr sz="1300" dirty="0">
              <a:solidFill>
                <a:schemeClr val="dk1"/>
              </a:solidFill>
            </a:endParaRPr>
          </a:p>
          <a:p>
            <a:pPr marL="8572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 b="1" dirty="0">
                <a:solidFill>
                  <a:schemeClr val="dk1"/>
                </a:solidFill>
              </a:rPr>
              <a:t>c. Logistique: </a:t>
            </a:r>
            <a:endParaRPr sz="1300" b="1" dirty="0">
              <a:solidFill>
                <a:schemeClr val="dk1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○"/>
            </a:pPr>
            <a:r>
              <a:rPr lang="fr-FR" sz="1300" dirty="0">
                <a:solidFill>
                  <a:schemeClr val="dk1"/>
                </a:solidFill>
              </a:rPr>
              <a:t>Réception des vaccins et distribution par opportunité</a:t>
            </a:r>
            <a:endParaRPr sz="1300" dirty="0">
              <a:solidFill>
                <a:schemeClr val="dk1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○"/>
            </a:pPr>
            <a:r>
              <a:rPr lang="fr-FR" sz="1300" dirty="0">
                <a:solidFill>
                  <a:schemeClr val="dk1"/>
                </a:solidFill>
              </a:rPr>
              <a:t>Utilisation de vaccin de routine pour les IPVS dans les antennes non approvisionnées en vaccins BCU</a:t>
            </a:r>
            <a:endParaRPr sz="1300" dirty="0">
              <a:solidFill>
                <a:schemeClr val="dk1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○"/>
            </a:pPr>
            <a:r>
              <a:rPr lang="fr-FR" sz="1300" dirty="0">
                <a:solidFill>
                  <a:schemeClr val="dk1"/>
                </a:solidFill>
              </a:rPr>
              <a:t>Faible disponibilité en outils de gestion(Carte de vaccination)</a:t>
            </a:r>
            <a:endParaRPr sz="1300" dirty="0">
              <a:solidFill>
                <a:schemeClr val="dk1"/>
              </a:solidFill>
            </a:endParaRPr>
          </a:p>
          <a:p>
            <a:pPr marL="8572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 b="1" dirty="0">
                <a:solidFill>
                  <a:schemeClr val="dk1"/>
                </a:solidFill>
              </a:rPr>
              <a:t>d. Surveillance des MPV:</a:t>
            </a:r>
            <a:endParaRPr sz="1300" b="1" dirty="0">
              <a:solidFill>
                <a:schemeClr val="dk1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○"/>
            </a:pPr>
            <a:r>
              <a:rPr lang="fr-FR" sz="1300" dirty="0">
                <a:solidFill>
                  <a:schemeClr val="dk1"/>
                </a:solidFill>
              </a:rPr>
              <a:t>Faible renforcement de la surveillance des MPV lors de la MEO des IPVS</a:t>
            </a:r>
            <a:endParaRPr sz="1300" dirty="0">
              <a:solidFill>
                <a:schemeClr val="dk1"/>
              </a:solidFill>
            </a:endParaRPr>
          </a:p>
          <a:p>
            <a:pPr marL="8572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 b="1" dirty="0">
                <a:solidFill>
                  <a:schemeClr val="dk1"/>
                </a:solidFill>
              </a:rPr>
              <a:t>e. Génération de la demande:</a:t>
            </a:r>
            <a:endParaRPr sz="1300" b="1" dirty="0">
              <a:solidFill>
                <a:schemeClr val="dk1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○"/>
            </a:pPr>
            <a:r>
              <a:rPr lang="fr-FR" sz="1300" dirty="0">
                <a:solidFill>
                  <a:schemeClr val="dk1"/>
                </a:solidFill>
              </a:rPr>
              <a:t>Faible identification des cibles à récupérer (Continuum)</a:t>
            </a:r>
            <a:endParaRPr sz="1300" dirty="0">
              <a:solidFill>
                <a:schemeClr val="dk1"/>
              </a:solidFill>
            </a:endParaRPr>
          </a:p>
        </p:txBody>
      </p:sp>
      <p:cxnSp>
        <p:nvCxnSpPr>
          <p:cNvPr id="581" name="Google Shape;581;p22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2" name="Google Shape;582;p22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Difficultés opérationnelles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5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8" name="Google Shape;588;p25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9" name="Google Shape;589;p25"/>
          <p:cNvSpPr txBox="1"/>
          <p:nvPr/>
        </p:nvSpPr>
        <p:spPr>
          <a:xfrm>
            <a:off x="397565" y="841513"/>
            <a:ext cx="8116957" cy="3684104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175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fr-FR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renforcement des capacités des prestataires du niveau </a:t>
            </a:r>
            <a:r>
              <a:rPr lang="fr-FR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opérationnel</a:t>
            </a:r>
            <a:r>
              <a:rPr lang="fr-FR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sur le remplissage du canevas SNIS</a:t>
            </a:r>
            <a:endParaRPr dirty="0">
              <a:solidFill>
                <a:schemeClr val="dk1"/>
              </a:solidFill>
            </a:endParaRPr>
          </a:p>
          <a:p>
            <a:pPr marL="457200" marR="0" lvl="0" indent="-3175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fr-FR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Amélioration</a:t>
            </a:r>
            <a:r>
              <a:rPr lang="fr-FR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la remontée des données dans le DHIS2</a:t>
            </a:r>
            <a:endParaRPr dirty="0">
              <a:solidFill>
                <a:schemeClr val="dk1"/>
              </a:solidFill>
            </a:endParaRPr>
          </a:p>
          <a:p>
            <a:pPr marL="457200" marR="0" lvl="0" indent="-3175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fr-FR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Actualisation </a:t>
            </a:r>
            <a:r>
              <a:rPr lang="fr-FR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régulière</a:t>
            </a:r>
            <a:r>
              <a:rPr lang="fr-FR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 listes d’enfants zéros-dose et sous-vaccines</a:t>
            </a:r>
            <a:endParaRPr dirty="0">
              <a:solidFill>
                <a:schemeClr val="dk1"/>
              </a:solidFill>
            </a:endParaRPr>
          </a:p>
          <a:p>
            <a:pPr marL="457200" marR="0" lvl="0" indent="-3175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fr-FR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Pérennisation</a:t>
            </a:r>
            <a:r>
              <a:rPr lang="fr-FR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la </a:t>
            </a:r>
            <a:r>
              <a:rPr lang="fr-FR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récupération</a:t>
            </a:r>
            <a:r>
              <a:rPr lang="fr-FR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lors des</a:t>
            </a:r>
            <a:r>
              <a:rPr lang="fr-FR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séance de vaccination de routine  </a:t>
            </a:r>
            <a:endParaRPr dirty="0">
              <a:solidFill>
                <a:schemeClr val="dk1"/>
              </a:solidFill>
            </a:endParaRPr>
          </a:p>
          <a:p>
            <a:pPr marL="457200" marR="0" lvl="0" indent="-3175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fr-FR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Finaliser la MEO des rounds BCU d’ici T1 2026</a:t>
            </a:r>
            <a:endParaRPr dirty="0">
              <a:solidFill>
                <a:schemeClr val="dk1"/>
              </a:solidFill>
            </a:endParaRPr>
          </a:p>
          <a:p>
            <a:pPr marL="457200" marR="0" lvl="0" indent="-228600" algn="just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1800"/>
              <a:buFont typeface="Times New Roman"/>
              <a:buNone/>
            </a:pPr>
            <a:endParaRPr sz="1800" b="0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0" name="Google Shape;590;p25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Défis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a7c27a084b_1_477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6" name="Google Shape;596;g3a7c27a084b_1_477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7" name="Google Shape;597;g3a7c27a084b_1_477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de présentation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8" name="Google Shape;598;g3a7c27a084b_1_477"/>
          <p:cNvSpPr txBox="1"/>
          <p:nvPr/>
        </p:nvSpPr>
        <p:spPr>
          <a:xfrm>
            <a:off x="343950" y="884450"/>
            <a:ext cx="8192700" cy="3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Préambule: Process, Périmètre d’intervention, cibles et PTF de MOE</a:t>
            </a:r>
            <a:endParaRPr sz="16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Résultats obtenus: Cartographie, Vaccination, Gestions de vaccins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FFOM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Difficultés opérationnelles et Défis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Leçons tirées et suggestions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Synthèse du Plan de ratissage (T1 2026)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Annexes</a:t>
            </a:r>
            <a:endParaRPr sz="16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00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fr-FR"/>
              <a:t>Leçons tirées et Meilleures pratiques</a:t>
            </a:r>
            <a:endParaRPr sz="2000"/>
          </a:p>
        </p:txBody>
      </p:sp>
      <p:sp>
        <p:nvSpPr>
          <p:cNvPr id="604" name="Google Shape;604;p27"/>
          <p:cNvSpPr txBox="1">
            <a:spLocks noGrp="1"/>
          </p:cNvSpPr>
          <p:nvPr>
            <p:ph type="body" idx="1"/>
          </p:nvPr>
        </p:nvSpPr>
        <p:spPr>
          <a:xfrm>
            <a:off x="311700" y="1491850"/>
            <a:ext cx="3999900" cy="29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>
                <a:solidFill>
                  <a:schemeClr val="dk1"/>
                </a:solidFill>
              </a:rPr>
              <a:t>Approvisionnement à temps et en quantité suffisante les provinces en vaccins permet le respect de la planification de la mise en œuvre </a:t>
            </a:r>
            <a:endParaRPr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>
                <a:solidFill>
                  <a:schemeClr val="dk1"/>
                </a:solidFill>
              </a:rPr>
              <a:t>Décaissement tardif  des fonds a de l’impact négatifs sur la programmation des activités à tous les niveaux</a:t>
            </a:r>
            <a:endParaRPr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>
                <a:solidFill>
                  <a:schemeClr val="dk1"/>
                </a:solidFill>
              </a:rPr>
              <a:t>L’implication des autorités politico administratives et leaders locaux facilitent l'identification et la récupération des enfants cibles </a:t>
            </a:r>
            <a:endParaRPr>
              <a:solidFill>
                <a:schemeClr val="dk1"/>
              </a:solidFill>
            </a:endParaRPr>
          </a:p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5" name="Google Shape;605;p27"/>
          <p:cNvSpPr txBox="1">
            <a:spLocks noGrp="1"/>
          </p:cNvSpPr>
          <p:nvPr>
            <p:ph type="body" idx="2"/>
          </p:nvPr>
        </p:nvSpPr>
        <p:spPr>
          <a:xfrm>
            <a:off x="4546250" y="1491850"/>
            <a:ext cx="4286100" cy="29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dirty="0" smtClean="0">
                <a:solidFill>
                  <a:schemeClr val="dk1"/>
                </a:solidFill>
              </a:rPr>
              <a:t>Couplage </a:t>
            </a:r>
            <a:r>
              <a:rPr lang="fr-FR" dirty="0">
                <a:solidFill>
                  <a:schemeClr val="dk1"/>
                </a:solidFill>
              </a:rPr>
              <a:t>de l’identification et récupération évite la déperdition des enfants dans des localités difficiles d’accès   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dirty="0">
                <a:solidFill>
                  <a:schemeClr val="dk1"/>
                </a:solidFill>
              </a:rPr>
              <a:t>la vaccination de la  cibles de 0-11 mois pendant les IPVS améliore les couvertures vaccinales </a:t>
            </a:r>
            <a:endParaRPr dirty="0">
              <a:solidFill>
                <a:schemeClr val="dk1"/>
              </a:solidFill>
            </a:endParaRPr>
          </a:p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06" name="Google Shape;606;p27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7" name="Google Shape;607;p27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8" name="Google Shape;608;p27"/>
          <p:cNvSpPr txBox="1"/>
          <p:nvPr/>
        </p:nvSpPr>
        <p:spPr>
          <a:xfrm>
            <a:off x="411475" y="9296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</a:t>
            </a:r>
            <a:r>
              <a:rPr lang="fr-FR" sz="1300" b="1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çons tirées</a:t>
            </a:r>
            <a:endParaRPr sz="1300" b="1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9" name="Google Shape;609;p27"/>
          <p:cNvSpPr txBox="1"/>
          <p:nvPr/>
        </p:nvSpPr>
        <p:spPr>
          <a:xfrm>
            <a:off x="5059700" y="92962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 b="1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Meilleures pratiques</a:t>
            </a:r>
            <a:endParaRPr sz="1300" b="1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8"/>
          <p:cNvSpPr txBox="1">
            <a:spLocks noGrp="1"/>
          </p:cNvSpPr>
          <p:nvPr>
            <p:ph type="body" idx="1"/>
          </p:nvPr>
        </p:nvSpPr>
        <p:spPr>
          <a:xfrm>
            <a:off x="311700" y="856445"/>
            <a:ext cx="8520600" cy="3712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>
                <a:solidFill>
                  <a:schemeClr val="dk1"/>
                </a:solidFill>
              </a:rPr>
              <a:t>Proposer à la division SNIS la création d’un espace pour loger les données IPVS dans le DHIS2 pour contourner la problématique de la rétro saisie 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>
                <a:solidFill>
                  <a:schemeClr val="dk1"/>
                </a:solidFill>
              </a:rPr>
              <a:t>Plaidoyer auprès des PTF pour l’organisation des IPVS dans les provinces restantes.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>
                <a:solidFill>
                  <a:schemeClr val="dk1"/>
                </a:solidFill>
              </a:rPr>
              <a:t>Approvisionner à temps et tenant compte de besoin de la province en vaccins BCU avant la mise en œuvre 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>
                <a:solidFill>
                  <a:schemeClr val="dk1"/>
                </a:solidFill>
              </a:rPr>
              <a:t>Renforcer la vulgarisation des directives sur le BCU dans toutes les provinces </a:t>
            </a:r>
            <a:endParaRPr sz="140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Font typeface="Times New Roman"/>
              <a:buNone/>
            </a:pPr>
            <a:endParaRPr/>
          </a:p>
        </p:txBody>
      </p:sp>
      <p:sp>
        <p:nvSpPr>
          <p:cNvPr id="615" name="Google Shape;615;p28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6" name="Google Shape;616;p28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7" name="Google Shape;617;p28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Suggestions</a:t>
            </a: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a7c27a084b_1_487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3" name="Google Shape;623;g3a7c27a084b_1_487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4" name="Google Shape;624;g3a7c27a084b_1_487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de présentation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5" name="Google Shape;625;g3a7c27a084b_1_487"/>
          <p:cNvSpPr txBox="1"/>
          <p:nvPr/>
        </p:nvSpPr>
        <p:spPr>
          <a:xfrm>
            <a:off x="343950" y="884450"/>
            <a:ext cx="8192700" cy="3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Préambule: Process, Périmètre d’intervention, cibles et PTF de MOE</a:t>
            </a:r>
            <a:endParaRPr sz="16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Résultats obtenus: Cartographie, Vaccination, Gestions de vaccins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FFOM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Difficultés opérationnelles et Défis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Leçons tirées et suggestions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Synthèse du Plan de ratissage (T1 2026)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Annexes</a:t>
            </a:r>
            <a:endParaRPr sz="16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9"/>
          <p:cNvSpPr txBox="1">
            <a:spLocks noGrp="1"/>
          </p:cNvSpPr>
          <p:nvPr>
            <p:ph type="body" idx="1"/>
          </p:nvPr>
        </p:nvSpPr>
        <p:spPr>
          <a:xfrm>
            <a:off x="311700" y="93164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fr-FR" sz="1400" b="1" dirty="0">
                <a:solidFill>
                  <a:schemeClr val="dk1"/>
                </a:solidFill>
              </a:rPr>
              <a:t>Objectif général: 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 dirty="0">
                <a:solidFill>
                  <a:schemeClr val="dk1"/>
                </a:solidFill>
              </a:rPr>
              <a:t>Améliorer les proportions des enfants ZD et SV dans les AS/ZS par l’organisation de ratissage </a:t>
            </a:r>
            <a:endParaRPr sz="1400" dirty="0">
              <a:solidFill>
                <a:schemeClr val="dk1"/>
              </a:solidFill>
            </a:endParaRPr>
          </a:p>
          <a:p>
            <a:pPr marL="1143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fr-FR" sz="1400" b="1" dirty="0">
                <a:solidFill>
                  <a:schemeClr val="dk1"/>
                </a:solidFill>
              </a:rPr>
              <a:t>Objectifs spécifiques: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 dirty="0">
                <a:solidFill>
                  <a:schemeClr val="dk1"/>
                </a:solidFill>
              </a:rPr>
              <a:t>Identifier les aires de santé / zones de santé avec faible proportion des enfants récupérés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 dirty="0">
                <a:solidFill>
                  <a:schemeClr val="dk1"/>
                </a:solidFill>
              </a:rPr>
              <a:t>Assurer le suivi de la mise jour des listes nominatives des enfants manqués 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 dirty="0">
                <a:solidFill>
                  <a:schemeClr val="dk1"/>
                </a:solidFill>
              </a:rPr>
              <a:t>Assurer le suivi de la disponibilité des vaccins et outils dans les AS/ZS 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 dirty="0">
                <a:solidFill>
                  <a:schemeClr val="dk1"/>
                </a:solidFill>
              </a:rPr>
              <a:t>Proposer un chronogramme pour le </a:t>
            </a:r>
            <a:r>
              <a:rPr lang="fr-FR" sz="1400" dirty="0" smtClean="0">
                <a:solidFill>
                  <a:schemeClr val="dk1"/>
                </a:solidFill>
              </a:rPr>
              <a:t>ratissage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 dirty="0" smtClean="0">
                <a:solidFill>
                  <a:schemeClr val="dk1"/>
                </a:solidFill>
              </a:rPr>
              <a:t>Organiser la supervision systématique de Ratissage dans les antennes et  ZS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 dirty="0" smtClean="0">
                <a:solidFill>
                  <a:schemeClr val="dk1"/>
                </a:solidFill>
              </a:rPr>
              <a:t>Organiser l’</a:t>
            </a:r>
            <a:r>
              <a:rPr lang="fr-FR" sz="1400" dirty="0" err="1" smtClean="0">
                <a:solidFill>
                  <a:schemeClr val="dk1"/>
                </a:solidFill>
              </a:rPr>
              <a:t>evaluation</a:t>
            </a:r>
            <a:r>
              <a:rPr lang="fr-FR" sz="1400" dirty="0" smtClean="0">
                <a:solidFill>
                  <a:schemeClr val="dk1"/>
                </a:solidFill>
              </a:rPr>
              <a:t>  de BCU  à tous les niveaux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Times New Roman"/>
              <a:buNone/>
            </a:pP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Font typeface="Times New Roman"/>
              <a:buNone/>
            </a:pPr>
            <a:endParaRPr dirty="0"/>
          </a:p>
        </p:txBody>
      </p:sp>
      <p:sp>
        <p:nvSpPr>
          <p:cNvPr id="631" name="Google Shape;631;p29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2" name="Google Shape;632;p29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3" name="Google Shape;633;p29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de ratissage T1/2026 (synthèse)</a:t>
            </a:r>
            <a:endParaRPr sz="20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</a:pPr>
            <a:endParaRPr/>
          </a:p>
        </p:txBody>
      </p:sp>
      <p:sp>
        <p:nvSpPr>
          <p:cNvPr id="639" name="Google Shape;639;p30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0" name="Google Shape;640;p30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641" name="Google Shape;641;p30"/>
          <p:cNvGraphicFramePr/>
          <p:nvPr>
            <p:extLst>
              <p:ext uri="{D42A27DB-BD31-4B8C-83A1-F6EECF244321}">
                <p14:modId xmlns:p14="http://schemas.microsoft.com/office/powerpoint/2010/main" val="1523143081"/>
              </p:ext>
            </p:extLst>
          </p:nvPr>
        </p:nvGraphicFramePr>
        <p:xfrm>
          <a:off x="343944" y="583096"/>
          <a:ext cx="8069575" cy="4502510"/>
        </p:xfrm>
        <a:graphic>
          <a:graphicData uri="http://schemas.openxmlformats.org/drawingml/2006/table">
            <a:tbl>
              <a:tblPr>
                <a:noFill/>
                <a:tableStyleId>{8C96B614-8E61-4427-A6A9-10AB34BD5D56}</a:tableStyleId>
              </a:tblPr>
              <a:tblGrid>
                <a:gridCol w="23262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4487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4487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7035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9549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8921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57779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27035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295499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264059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264059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257779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264059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238919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285984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</a:tblGrid>
              <a:tr h="237325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1" u="none" strike="noStrike" cap="none" dirty="0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Activites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 dirty="0">
                        <a:solidFill>
                          <a:schemeClr val="tx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b="1" u="none" strike="noStrike" cap="none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Responsable </a:t>
                      </a:r>
                      <a:endParaRPr sz="1400" b="1" u="none" strike="noStrike" cap="none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b="1" u="none" strike="noStrike" cap="none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Budget </a:t>
                      </a:r>
                      <a:endParaRPr sz="1400" b="1" u="none" strike="noStrike" cap="none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Jav. 2026 </a:t>
                      </a:r>
                      <a:endParaRPr sz="1400" u="none" strike="noStrike" cap="non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Fév</a:t>
                      </a:r>
                      <a:r>
                        <a:rPr lang="fr-FR" sz="14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. 2026 </a:t>
                      </a:r>
                      <a:endParaRPr sz="1400" u="none" strike="noStrike" cap="non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Mars. 2026 </a:t>
                      </a:r>
                      <a:endParaRPr sz="1400" u="none" strike="noStrike" cap="non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282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05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S1</a:t>
                      </a:r>
                      <a:endParaRPr sz="1050" u="none" strike="noStrike" cap="non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05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S2</a:t>
                      </a:r>
                      <a:endParaRPr sz="1050" u="none" strike="noStrike" cap="non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05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S3</a:t>
                      </a:r>
                      <a:endParaRPr sz="1050" u="none" strike="noStrike" cap="non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05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S4</a:t>
                      </a:r>
                      <a:endParaRPr sz="1050" u="none" strike="noStrike" cap="non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05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S1</a:t>
                      </a:r>
                      <a:endParaRPr sz="1050" u="none" strike="noStrike" cap="non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05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S2</a:t>
                      </a:r>
                      <a:endParaRPr sz="1050" u="none" strike="noStrike" cap="non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05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S3</a:t>
                      </a:r>
                      <a:endParaRPr sz="1050" u="none" strike="noStrike" cap="non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05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S4</a:t>
                      </a:r>
                      <a:endParaRPr sz="1050" u="none" strike="noStrike" cap="non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05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S1</a:t>
                      </a:r>
                      <a:endParaRPr sz="1050" u="none" strike="noStrike" cap="non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05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S2</a:t>
                      </a:r>
                      <a:endParaRPr sz="1050" u="none" strike="noStrike" cap="non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05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S3</a:t>
                      </a:r>
                      <a:endParaRPr sz="1050" u="none" strike="noStrike" cap="non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05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S4</a:t>
                      </a:r>
                      <a:endParaRPr sz="1050" u="none" strike="noStrike" cap="non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8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Analyser des données des passages précédentes </a:t>
                      </a:r>
                      <a:endParaRPr sz="1200" u="none" strike="noStrike" cap="non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ZS/Antennes /NC </a:t>
                      </a:r>
                      <a:endParaRPr sz="1200" u="none" strike="noStrike" cap="none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PM</a:t>
                      </a:r>
                      <a:endParaRPr sz="1200" u="none" strike="noStrike" cap="none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0C5A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0C5A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8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Prioriser des AS/ZS avec faible proportion des enfants récupérés</a:t>
                      </a:r>
                      <a:endParaRPr sz="1200" u="none" strike="noStrike" cap="non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ZS/Antennes /NC </a:t>
                      </a:r>
                      <a:endParaRPr sz="1200" u="none" strike="noStrike" cap="none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PM</a:t>
                      </a:r>
                      <a:endParaRPr sz="1200" u="none" strike="noStrike" cap="none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0C5A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0C5A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8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Estimer les besoin en vaccins </a:t>
                      </a:r>
                      <a:endParaRPr sz="1200" u="none" strike="noStrike" cap="non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ZS/ Antennes</a:t>
                      </a:r>
                      <a:endParaRPr sz="1200" u="none" strike="noStrike" cap="none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PM</a:t>
                      </a:r>
                      <a:endParaRPr sz="1200" u="none" strike="noStrike" cap="none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0C5A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18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Approvisionner les antennes/ZS  en vaccins et outils de gestion </a:t>
                      </a:r>
                      <a:endParaRPr sz="1200" u="none" strike="noStrike" cap="non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ZS/Antennes /NC </a:t>
                      </a:r>
                      <a:endParaRPr sz="1200" u="none" strike="noStrike" cap="none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PM</a:t>
                      </a:r>
                      <a:endParaRPr sz="1200" u="none" strike="noStrike" cap="none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0C5A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18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Actualiser les listes nominatives des enfants manqués </a:t>
                      </a:r>
                      <a:endParaRPr sz="1200" u="none" strike="noStrike" cap="non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ZS/CAC</a:t>
                      </a:r>
                      <a:endParaRPr sz="1200" u="none" strike="noStrike" cap="none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PM</a:t>
                      </a:r>
                      <a:endParaRPr sz="1200" u="none" strike="noStrike" cap="none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0C5A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4975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Mobilisation sociale dans les ZS/AS</a:t>
                      </a:r>
                      <a:endParaRPr sz="1200" u="none" strike="noStrike" cap="none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ZS/CAC</a:t>
                      </a:r>
                      <a:endParaRPr sz="1200" u="none" strike="noStrike" cap="none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0C5A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98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Organiser la supervision des antennes et ZS/AS</a:t>
                      </a:r>
                      <a:r>
                        <a:rPr lang="fr-FR" sz="1200" u="none" strike="noStrike" cap="none" baseline="0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</a:t>
                      </a:r>
                      <a:endParaRPr sz="1200" u="none" strike="noStrike" cap="none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NC/NI/NP</a:t>
                      </a:r>
                      <a:endParaRPr sz="1200" u="none" strike="noStrike" cap="none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0C5A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Organiser la vaccination de récupération </a:t>
                      </a:r>
                      <a:endParaRPr sz="1200" u="none" strike="noStrike" cap="non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AS/ZS </a:t>
                      </a:r>
                      <a:endParaRPr sz="1200" u="none" strike="noStrike" cap="none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0C5A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0C5A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Organiser </a:t>
                      </a:r>
                      <a:r>
                        <a:rPr lang="fr-FR" sz="120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l'évaluation</a:t>
                      </a:r>
                      <a:r>
                        <a:rPr lang="fr-FR" sz="12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</a:t>
                      </a:r>
                      <a:r>
                        <a:rPr lang="fr-FR" sz="120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à</a:t>
                      </a:r>
                      <a:r>
                        <a:rPr lang="fr-FR" sz="1200" u="none" strike="noStrike" cap="non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tous les niveau </a:t>
                      </a:r>
                      <a:endParaRPr sz="1200" u="none" strike="noStrike" cap="non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ZS/Antennes /NC </a:t>
                      </a:r>
                      <a:endParaRPr sz="1200" u="none" strike="noStrike" cap="none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0C5A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0C5A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42" name="Google Shape;642;p30"/>
          <p:cNvSpPr txBox="1"/>
          <p:nvPr/>
        </p:nvSpPr>
        <p:spPr>
          <a:xfrm>
            <a:off x="343944" y="192073"/>
            <a:ext cx="8456100" cy="391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de ratissage T1/2026 (synthèse): Chronogramme </a:t>
            </a:r>
            <a:endParaRPr sz="20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3"/>
          <p:cNvSpPr txBox="1"/>
          <p:nvPr/>
        </p:nvSpPr>
        <p:spPr>
          <a:xfrm>
            <a:off x="549825" y="901601"/>
            <a:ext cx="8030700" cy="26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Merci</a:t>
            </a:r>
            <a:endParaRPr sz="2400" b="1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8" name="Google Shape;648;p33"/>
          <p:cNvSpPr/>
          <p:nvPr/>
        </p:nvSpPr>
        <p:spPr>
          <a:xfrm>
            <a:off x="1200" y="1991225"/>
            <a:ext cx="2882100" cy="491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9" name="Google Shape;649;p33"/>
          <p:cNvSpPr/>
          <p:nvPr/>
        </p:nvSpPr>
        <p:spPr>
          <a:xfrm>
            <a:off x="5972400" y="1997200"/>
            <a:ext cx="2882100" cy="491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a7c27a084b_1_498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5" name="Google Shape;655;g3a7c27a084b_1_498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6" name="Google Shape;656;g3a7c27a084b_1_498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de présentation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7" name="Google Shape;657;g3a7c27a084b_1_498"/>
          <p:cNvSpPr txBox="1"/>
          <p:nvPr/>
        </p:nvSpPr>
        <p:spPr>
          <a:xfrm>
            <a:off x="343950" y="884450"/>
            <a:ext cx="8192700" cy="3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Préambule: Process, Périmètre d’intervention, cibles et PTF de MOE</a:t>
            </a:r>
            <a:endParaRPr sz="16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Résultats obtenus: Cartographie, Vaccination, Gestions de vaccins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FFOM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Difficultés opérationnelles et Défis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Leçons tirées et suggestions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Synthèse du Plan de ratissage (T1 2026)</a:t>
            </a:r>
            <a:endParaRPr sz="160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600"/>
              <a:buFont typeface="Times New Roman"/>
              <a:buAutoNum type="arabicPeriod"/>
            </a:pPr>
            <a:r>
              <a:rPr lang="fr-FR" sz="16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Annexes</a:t>
            </a:r>
            <a:endParaRPr sz="16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4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3" name="Google Shape;663;p14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64" name="Google Shape;66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8117" y="1287780"/>
            <a:ext cx="4294823" cy="336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94860" y="1273016"/>
            <a:ext cx="4366260" cy="3375185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14"/>
          <p:cNvSpPr txBox="1">
            <a:spLocks noGrp="1"/>
          </p:cNvSpPr>
          <p:nvPr>
            <p:ph type="body" idx="1"/>
          </p:nvPr>
        </p:nvSpPr>
        <p:spPr>
          <a:xfrm>
            <a:off x="178117" y="747864"/>
            <a:ext cx="4294823" cy="447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600"/>
              <a:t>Récupération pendant les AVS </a:t>
            </a:r>
            <a:endParaRPr sz="1600"/>
          </a:p>
        </p:txBody>
      </p:sp>
      <p:sp>
        <p:nvSpPr>
          <p:cNvPr id="667" name="Google Shape;667;p14"/>
          <p:cNvSpPr txBox="1"/>
          <p:nvPr/>
        </p:nvSpPr>
        <p:spPr>
          <a:xfrm>
            <a:off x="4594860" y="721803"/>
            <a:ext cx="4320390" cy="426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Récupération</a:t>
            </a:r>
            <a:r>
              <a:rPr lang="fr-F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F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 IPVS 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4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Annexe: Enfants récupérés:</a:t>
            </a: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a7c27a084b_1_23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 b="1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Cartographie | </a:t>
            </a:r>
            <a:r>
              <a:rPr lang="fr-FR" sz="2000" b="0" i="0" u="none" strike="noStrike" cap="none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 cartes améliorés ont été développé pour cette activité en faisant correspondre les données géospatiales aux connaissances sur le terrain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4" name="Google Shape;674;g3a7c27a084b_1_23"/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145ABD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5" name="Google Shape;675;g3a7c27a084b_1_23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g3a7c27a084b_1_23"/>
          <p:cNvSpPr/>
          <p:nvPr/>
        </p:nvSpPr>
        <p:spPr>
          <a:xfrm>
            <a:off x="4645892" y="1028634"/>
            <a:ext cx="4181100" cy="3545700"/>
          </a:xfrm>
          <a:prstGeom prst="chevron">
            <a:avLst>
              <a:gd name="adj" fmla="val 5308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90175" tIns="53250" rIns="90175" bIns="901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Étape 3 </a:t>
            </a:r>
            <a:r>
              <a:rPr lang="fr-FR" sz="11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fr-F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Résultats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g3a7c27a084b_1_23"/>
          <p:cNvSpPr/>
          <p:nvPr/>
        </p:nvSpPr>
        <p:spPr>
          <a:xfrm>
            <a:off x="3005519" y="1028634"/>
            <a:ext cx="1761000" cy="3545700"/>
          </a:xfrm>
          <a:prstGeom prst="chevron">
            <a:avLst>
              <a:gd name="adj" fmla="val 9934"/>
            </a:avLst>
          </a:prstGeom>
          <a:solidFill>
            <a:srgbClr val="EFE3D3"/>
          </a:solidFill>
          <a:ln>
            <a:noFill/>
          </a:ln>
        </p:spPr>
        <p:txBody>
          <a:bodyPr spcFirstLastPara="1" wrap="square" lIns="0" tIns="53250" rIns="90175" bIns="901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Étape 2 </a:t>
            </a:r>
            <a:r>
              <a:rPr lang="fr-F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Processus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g3a7c27a084b_1_23"/>
          <p:cNvSpPr/>
          <p:nvPr/>
        </p:nvSpPr>
        <p:spPr>
          <a:xfrm>
            <a:off x="3005519" y="3975945"/>
            <a:ext cx="5837100" cy="6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175" tIns="90175" rIns="90175" bIns="90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g3a7c27a084b_1_23"/>
          <p:cNvSpPr/>
          <p:nvPr/>
        </p:nvSpPr>
        <p:spPr>
          <a:xfrm>
            <a:off x="301603" y="1024541"/>
            <a:ext cx="2795700" cy="3545700"/>
          </a:xfrm>
          <a:prstGeom prst="homePlate">
            <a:avLst>
              <a:gd name="adj" fmla="val 6926"/>
            </a:avLst>
          </a:prstGeom>
          <a:solidFill>
            <a:srgbClr val="EFE3D3"/>
          </a:solidFill>
          <a:ln>
            <a:noFill/>
          </a:ln>
        </p:spPr>
        <p:txBody>
          <a:bodyPr spcFirstLastPara="1" wrap="square" lIns="71600" tIns="42275" rIns="71600" bIns="716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Étape 1 – </a:t>
            </a:r>
            <a:r>
              <a:rPr lang="fr-F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Exploiter toutes les sources existantes (entrées)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0" name="Google Shape;680;g3a7c27a084b_1_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7402" y="3037667"/>
            <a:ext cx="1019311" cy="783756"/>
          </a:xfrm>
          <a:prstGeom prst="rect">
            <a:avLst/>
          </a:prstGeom>
          <a:noFill/>
          <a:ln w="9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44763" dist="14921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681" name="Google Shape;681;g3a7c27a084b_1_23"/>
          <p:cNvPicPr preferRelativeResize="0"/>
          <p:nvPr/>
        </p:nvPicPr>
        <p:blipFill rotWithShape="1">
          <a:blip r:embed="rId4">
            <a:alphaModFix/>
          </a:blip>
          <a:srcRect l="9329" r="12208"/>
          <a:stretch/>
        </p:blipFill>
        <p:spPr>
          <a:xfrm>
            <a:off x="1767685" y="1700495"/>
            <a:ext cx="1019313" cy="863132"/>
          </a:xfrm>
          <a:prstGeom prst="rect">
            <a:avLst/>
          </a:prstGeom>
          <a:noFill/>
          <a:ln w="9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44763" dist="14921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682" name="Google Shape;682;g3a7c27a084b_1_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7405" y="1700491"/>
            <a:ext cx="1019310" cy="863140"/>
          </a:xfrm>
          <a:prstGeom prst="rect">
            <a:avLst/>
          </a:prstGeom>
          <a:noFill/>
          <a:ln w="9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44763" dist="14921" dir="5400000" algn="bl" rotWithShape="0">
              <a:srgbClr val="000000">
                <a:alpha val="49800"/>
              </a:srgbClr>
            </a:outerShdw>
          </a:effectLst>
        </p:spPr>
      </p:pic>
      <p:sp>
        <p:nvSpPr>
          <p:cNvPr id="683" name="Google Shape;683;g3a7c27a084b_1_23"/>
          <p:cNvSpPr/>
          <p:nvPr/>
        </p:nvSpPr>
        <p:spPr>
          <a:xfrm>
            <a:off x="246125" y="2643750"/>
            <a:ext cx="13137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00" tIns="71600" rIns="71600" bIns="71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Microplans géospatiaux VT et données démographiques</a:t>
            </a:r>
            <a:endParaRPr sz="8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g3a7c27a084b_1_23"/>
          <p:cNvSpPr/>
          <p:nvPr/>
        </p:nvSpPr>
        <p:spPr>
          <a:xfrm>
            <a:off x="1659236" y="2586394"/>
            <a:ext cx="11970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00" tIns="71600" rIns="71600" bIns="71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Communautés spéciales STOP</a:t>
            </a:r>
            <a:endParaRPr sz="8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g3a7c27a084b_1_23"/>
          <p:cNvSpPr/>
          <p:nvPr/>
        </p:nvSpPr>
        <p:spPr>
          <a:xfrm>
            <a:off x="304425" y="3931351"/>
            <a:ext cx="11970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00" tIns="71600" rIns="71600" bIns="71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Cartographie des agents de santé communautaires via l'enquête SANRU</a:t>
            </a:r>
            <a:endParaRPr sz="8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3a7c27a084b_1_23"/>
          <p:cNvSpPr/>
          <p:nvPr/>
        </p:nvSpPr>
        <p:spPr>
          <a:xfrm>
            <a:off x="1644907" y="3931349"/>
            <a:ext cx="11970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00" tIns="71600" rIns="71600" bIns="71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 i="1"/>
              <a:t>Microplan intégré</a:t>
            </a:r>
            <a:r>
              <a:rPr lang="fr-FR" sz="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2025 </a:t>
            </a:r>
            <a:endParaRPr sz="8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sz="8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7" name="Google Shape;687;g3a7c27a084b_1_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74459" y="3056673"/>
            <a:ext cx="872962" cy="834394"/>
          </a:xfrm>
          <a:prstGeom prst="rect">
            <a:avLst/>
          </a:prstGeom>
          <a:noFill/>
          <a:ln w="9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44763" dist="14921" dir="5400000" algn="bl" rotWithShape="0">
              <a:srgbClr val="000000">
                <a:alpha val="49800"/>
              </a:srgbClr>
            </a:outerShdw>
          </a:effectLst>
        </p:spPr>
      </p:pic>
      <p:sp>
        <p:nvSpPr>
          <p:cNvPr id="688" name="Google Shape;688;g3a7c27a084b_1_23"/>
          <p:cNvSpPr/>
          <p:nvPr/>
        </p:nvSpPr>
        <p:spPr>
          <a:xfrm>
            <a:off x="3005519" y="4048159"/>
            <a:ext cx="5734500" cy="5223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0175" tIns="90175" rIns="90175" bIns="90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Boucle de rétroaction après chaque cycle </a:t>
            </a:r>
            <a:r>
              <a:rPr lang="fr-FR" sz="1200" b="1">
                <a:solidFill>
                  <a:srgbClr val="FFFFFF"/>
                </a:solidFill>
              </a:rPr>
              <a:t>IPVS</a:t>
            </a:r>
            <a:r>
              <a:rPr lang="fr-F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pour identifier et améliorer le microplan </a:t>
            </a:r>
            <a:endParaRPr sz="12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9" name="Google Shape;689;g3a7c27a084b_1_23"/>
          <p:cNvGrpSpPr/>
          <p:nvPr/>
        </p:nvGrpSpPr>
        <p:grpSpPr>
          <a:xfrm>
            <a:off x="3679072" y="3923512"/>
            <a:ext cx="368393" cy="174940"/>
            <a:chOff x="9118400" y="-834719"/>
            <a:chExt cx="1351900" cy="638700"/>
          </a:xfrm>
        </p:grpSpPr>
        <p:sp>
          <p:nvSpPr>
            <p:cNvPr id="690" name="Google Shape;690;g3a7c27a084b_1_23"/>
            <p:cNvSpPr/>
            <p:nvPr/>
          </p:nvSpPr>
          <p:spPr>
            <a:xfrm rot="5400000">
              <a:off x="9118400" y="-834719"/>
              <a:ext cx="638700" cy="6387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EEEEEE"/>
            </a:solidFill>
            <a:ln w="94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g3a7c27a084b_1_23"/>
            <p:cNvSpPr/>
            <p:nvPr/>
          </p:nvSpPr>
          <p:spPr>
            <a:xfrm rot="-5400000">
              <a:off x="9831600" y="-834719"/>
              <a:ext cx="638700" cy="6387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EEEEEE"/>
            </a:solidFill>
            <a:ln w="94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2" name="Google Shape;692;g3a7c27a084b_1_23"/>
          <p:cNvGrpSpPr/>
          <p:nvPr/>
        </p:nvGrpSpPr>
        <p:grpSpPr>
          <a:xfrm>
            <a:off x="6361825" y="3943499"/>
            <a:ext cx="368393" cy="174940"/>
            <a:chOff x="9118400" y="-834719"/>
            <a:chExt cx="1351900" cy="638700"/>
          </a:xfrm>
        </p:grpSpPr>
        <p:sp>
          <p:nvSpPr>
            <p:cNvPr id="693" name="Google Shape;693;g3a7c27a084b_1_23"/>
            <p:cNvSpPr/>
            <p:nvPr/>
          </p:nvSpPr>
          <p:spPr>
            <a:xfrm rot="5400000">
              <a:off x="9118400" y="-834719"/>
              <a:ext cx="638700" cy="6387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EEEEEE"/>
            </a:solidFill>
            <a:ln w="94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g3a7c27a084b_1_23"/>
            <p:cNvSpPr/>
            <p:nvPr/>
          </p:nvSpPr>
          <p:spPr>
            <a:xfrm rot="-5400000">
              <a:off x="9831600" y="-834719"/>
              <a:ext cx="638700" cy="6387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EEEEEE"/>
            </a:solidFill>
            <a:ln w="94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5" name="Google Shape;695;g3a7c27a084b_1_23"/>
          <p:cNvSpPr/>
          <p:nvPr/>
        </p:nvSpPr>
        <p:spPr>
          <a:xfrm>
            <a:off x="3381280" y="2104272"/>
            <a:ext cx="1003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75" tIns="90175" rIns="90175" bIns="90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Nettoyage et agrégation des données</a:t>
            </a:r>
            <a:endParaRPr sz="10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g3a7c27a084b_1_23"/>
          <p:cNvSpPr/>
          <p:nvPr/>
        </p:nvSpPr>
        <p:spPr>
          <a:xfrm>
            <a:off x="3350756" y="3465207"/>
            <a:ext cx="1123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75" tIns="90175" rIns="90175" bIns="90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Validation avec les MCA et les MCZ</a:t>
            </a:r>
            <a:endParaRPr sz="10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7" name="Google Shape;697;g3a7c27a084b_1_23"/>
          <p:cNvGrpSpPr/>
          <p:nvPr/>
        </p:nvGrpSpPr>
        <p:grpSpPr>
          <a:xfrm>
            <a:off x="3673179" y="1534947"/>
            <a:ext cx="533750" cy="522202"/>
            <a:chOff x="4787908" y="2867784"/>
            <a:chExt cx="379434" cy="366612"/>
          </a:xfrm>
        </p:grpSpPr>
        <p:sp>
          <p:nvSpPr>
            <p:cNvPr id="698" name="Google Shape;698;g3a7c27a084b_1_23"/>
            <p:cNvSpPr/>
            <p:nvPr/>
          </p:nvSpPr>
          <p:spPr>
            <a:xfrm>
              <a:off x="4787908" y="2867784"/>
              <a:ext cx="265436" cy="366612"/>
            </a:xfrm>
            <a:custGeom>
              <a:avLst/>
              <a:gdLst/>
              <a:ahLst/>
              <a:cxnLst/>
              <a:rect l="l" t="t" r="r" b="b"/>
              <a:pathLst>
                <a:path w="7763" h="10722" extrusionOk="0">
                  <a:moveTo>
                    <a:pt x="6232" y="1239"/>
                  </a:moveTo>
                  <a:cubicBezTo>
                    <a:pt x="6629" y="1239"/>
                    <a:pt x="6629" y="1887"/>
                    <a:pt x="6232" y="1887"/>
                  </a:cubicBezTo>
                  <a:cubicBezTo>
                    <a:pt x="6219" y="1887"/>
                    <a:pt x="6205" y="1886"/>
                    <a:pt x="6191" y="1885"/>
                  </a:cubicBezTo>
                  <a:lnTo>
                    <a:pt x="1571" y="1885"/>
                  </a:lnTo>
                  <a:cubicBezTo>
                    <a:pt x="1190" y="1837"/>
                    <a:pt x="1190" y="1289"/>
                    <a:pt x="1571" y="1242"/>
                  </a:cubicBezTo>
                  <a:lnTo>
                    <a:pt x="6191" y="1242"/>
                  </a:lnTo>
                  <a:cubicBezTo>
                    <a:pt x="6205" y="1240"/>
                    <a:pt x="6219" y="1239"/>
                    <a:pt x="6232" y="1239"/>
                  </a:cubicBezTo>
                  <a:close/>
                  <a:moveTo>
                    <a:pt x="6233" y="2501"/>
                  </a:moveTo>
                  <a:cubicBezTo>
                    <a:pt x="6629" y="2501"/>
                    <a:pt x="6629" y="3125"/>
                    <a:pt x="6233" y="3125"/>
                  </a:cubicBezTo>
                  <a:cubicBezTo>
                    <a:pt x="6219" y="3125"/>
                    <a:pt x="6205" y="3124"/>
                    <a:pt x="6191" y="3123"/>
                  </a:cubicBezTo>
                  <a:lnTo>
                    <a:pt x="1571" y="3123"/>
                  </a:lnTo>
                  <a:cubicBezTo>
                    <a:pt x="1190" y="3099"/>
                    <a:pt x="1190" y="2551"/>
                    <a:pt x="1571" y="2504"/>
                  </a:cubicBezTo>
                  <a:lnTo>
                    <a:pt x="6191" y="2504"/>
                  </a:lnTo>
                  <a:cubicBezTo>
                    <a:pt x="6205" y="2502"/>
                    <a:pt x="6219" y="2501"/>
                    <a:pt x="6233" y="2501"/>
                  </a:cubicBezTo>
                  <a:close/>
                  <a:moveTo>
                    <a:pt x="6233" y="3764"/>
                  </a:moveTo>
                  <a:cubicBezTo>
                    <a:pt x="6629" y="3764"/>
                    <a:pt x="6629" y="4387"/>
                    <a:pt x="6233" y="4387"/>
                  </a:cubicBezTo>
                  <a:cubicBezTo>
                    <a:pt x="6219" y="4387"/>
                    <a:pt x="6205" y="4387"/>
                    <a:pt x="6191" y="4385"/>
                  </a:cubicBezTo>
                  <a:lnTo>
                    <a:pt x="1571" y="4385"/>
                  </a:lnTo>
                  <a:cubicBezTo>
                    <a:pt x="1190" y="4361"/>
                    <a:pt x="1190" y="3790"/>
                    <a:pt x="1571" y="3766"/>
                  </a:cubicBezTo>
                  <a:lnTo>
                    <a:pt x="6191" y="3766"/>
                  </a:lnTo>
                  <a:cubicBezTo>
                    <a:pt x="6205" y="3764"/>
                    <a:pt x="6219" y="3764"/>
                    <a:pt x="6233" y="3764"/>
                  </a:cubicBezTo>
                  <a:close/>
                  <a:moveTo>
                    <a:pt x="3711" y="5240"/>
                  </a:moveTo>
                  <a:cubicBezTo>
                    <a:pt x="4128" y="5240"/>
                    <a:pt x="4128" y="5864"/>
                    <a:pt x="3711" y="5864"/>
                  </a:cubicBezTo>
                  <a:cubicBezTo>
                    <a:pt x="3697" y="5864"/>
                    <a:pt x="3682" y="5863"/>
                    <a:pt x="3666" y="5862"/>
                  </a:cubicBezTo>
                  <a:lnTo>
                    <a:pt x="1595" y="5862"/>
                  </a:lnTo>
                  <a:cubicBezTo>
                    <a:pt x="1213" y="5814"/>
                    <a:pt x="1213" y="5266"/>
                    <a:pt x="1595" y="5242"/>
                  </a:cubicBezTo>
                  <a:lnTo>
                    <a:pt x="3666" y="5242"/>
                  </a:lnTo>
                  <a:cubicBezTo>
                    <a:pt x="3682" y="5241"/>
                    <a:pt x="3697" y="5240"/>
                    <a:pt x="3711" y="5240"/>
                  </a:cubicBezTo>
                  <a:close/>
                  <a:moveTo>
                    <a:pt x="2411" y="7111"/>
                  </a:moveTo>
                  <a:cubicBezTo>
                    <a:pt x="3006" y="7111"/>
                    <a:pt x="3571" y="7575"/>
                    <a:pt x="3571" y="8267"/>
                  </a:cubicBezTo>
                  <a:cubicBezTo>
                    <a:pt x="3571" y="8910"/>
                    <a:pt x="3047" y="9410"/>
                    <a:pt x="2428" y="9410"/>
                  </a:cubicBezTo>
                  <a:cubicBezTo>
                    <a:pt x="1380" y="9410"/>
                    <a:pt x="880" y="8172"/>
                    <a:pt x="1595" y="7457"/>
                  </a:cubicBezTo>
                  <a:cubicBezTo>
                    <a:pt x="1834" y="7218"/>
                    <a:pt x="2126" y="7111"/>
                    <a:pt x="2411" y="7111"/>
                  </a:cubicBezTo>
                  <a:close/>
                  <a:moveTo>
                    <a:pt x="291" y="1"/>
                  </a:moveTo>
                  <a:cubicBezTo>
                    <a:pt x="122" y="1"/>
                    <a:pt x="1" y="136"/>
                    <a:pt x="23" y="313"/>
                  </a:cubicBezTo>
                  <a:lnTo>
                    <a:pt x="23" y="10410"/>
                  </a:lnTo>
                  <a:cubicBezTo>
                    <a:pt x="0" y="10566"/>
                    <a:pt x="124" y="10722"/>
                    <a:pt x="296" y="10722"/>
                  </a:cubicBezTo>
                  <a:cubicBezTo>
                    <a:pt x="308" y="10722"/>
                    <a:pt x="320" y="10721"/>
                    <a:pt x="332" y="10720"/>
                  </a:cubicBezTo>
                  <a:lnTo>
                    <a:pt x="7453" y="10720"/>
                  </a:lnTo>
                  <a:cubicBezTo>
                    <a:pt x="7596" y="10720"/>
                    <a:pt x="7715" y="10624"/>
                    <a:pt x="7762" y="10482"/>
                  </a:cubicBezTo>
                  <a:lnTo>
                    <a:pt x="4619" y="8672"/>
                  </a:lnTo>
                  <a:cubicBezTo>
                    <a:pt x="4166" y="8410"/>
                    <a:pt x="4000" y="7838"/>
                    <a:pt x="4262" y="7386"/>
                  </a:cubicBezTo>
                  <a:lnTo>
                    <a:pt x="4667" y="6695"/>
                  </a:lnTo>
                  <a:cubicBezTo>
                    <a:pt x="4146" y="5789"/>
                    <a:pt x="4859" y="4804"/>
                    <a:pt x="5744" y="4804"/>
                  </a:cubicBezTo>
                  <a:cubicBezTo>
                    <a:pt x="5951" y="4804"/>
                    <a:pt x="6168" y="4858"/>
                    <a:pt x="6381" y="4980"/>
                  </a:cubicBezTo>
                  <a:lnTo>
                    <a:pt x="6977" y="5338"/>
                  </a:lnTo>
                  <a:lnTo>
                    <a:pt x="7739" y="3671"/>
                  </a:lnTo>
                  <a:lnTo>
                    <a:pt x="7739" y="313"/>
                  </a:lnTo>
                  <a:cubicBezTo>
                    <a:pt x="7739" y="146"/>
                    <a:pt x="7620" y="3"/>
                    <a:pt x="7453" y="3"/>
                  </a:cubicBezTo>
                  <a:lnTo>
                    <a:pt x="332" y="3"/>
                  </a:lnTo>
                  <a:cubicBezTo>
                    <a:pt x="318" y="2"/>
                    <a:pt x="305" y="1"/>
                    <a:pt x="291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g3a7c27a084b_1_23"/>
            <p:cNvSpPr/>
            <p:nvPr/>
          </p:nvSpPr>
          <p:spPr>
            <a:xfrm>
              <a:off x="4846480" y="3132502"/>
              <a:ext cx="42365" cy="35526"/>
            </a:xfrm>
            <a:custGeom>
              <a:avLst/>
              <a:gdLst/>
              <a:ahLst/>
              <a:cxnLst/>
              <a:rect l="l" t="t" r="r" b="b"/>
              <a:pathLst>
                <a:path w="1239" h="1039" extrusionOk="0">
                  <a:moveTo>
                    <a:pt x="715" y="1"/>
                  </a:moveTo>
                  <a:cubicBezTo>
                    <a:pt x="239" y="1"/>
                    <a:pt x="1" y="549"/>
                    <a:pt x="334" y="882"/>
                  </a:cubicBezTo>
                  <a:cubicBezTo>
                    <a:pt x="442" y="990"/>
                    <a:pt x="576" y="1038"/>
                    <a:pt x="706" y="1038"/>
                  </a:cubicBezTo>
                  <a:cubicBezTo>
                    <a:pt x="978" y="1038"/>
                    <a:pt x="1239" y="830"/>
                    <a:pt x="1239" y="525"/>
                  </a:cubicBezTo>
                  <a:cubicBezTo>
                    <a:pt x="1239" y="239"/>
                    <a:pt x="1001" y="1"/>
                    <a:pt x="715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g3a7c27a084b_1_23"/>
            <p:cNvSpPr/>
            <p:nvPr/>
          </p:nvSpPr>
          <p:spPr>
            <a:xfrm>
              <a:off x="4952955" y="3053449"/>
              <a:ext cx="181186" cy="111468"/>
            </a:xfrm>
            <a:custGeom>
              <a:avLst/>
              <a:gdLst/>
              <a:ahLst/>
              <a:cxnLst/>
              <a:rect l="l" t="t" r="r" b="b"/>
              <a:pathLst>
                <a:path w="5299" h="3260" extrusionOk="0">
                  <a:moveTo>
                    <a:pt x="906" y="0"/>
                  </a:moveTo>
                  <a:cubicBezTo>
                    <a:pt x="343" y="0"/>
                    <a:pt x="1" y="829"/>
                    <a:pt x="602" y="1170"/>
                  </a:cubicBezTo>
                  <a:lnTo>
                    <a:pt x="4055" y="3170"/>
                  </a:lnTo>
                  <a:cubicBezTo>
                    <a:pt x="4169" y="3233"/>
                    <a:pt x="4280" y="3260"/>
                    <a:pt x="4383" y="3260"/>
                  </a:cubicBezTo>
                  <a:cubicBezTo>
                    <a:pt x="4952" y="3260"/>
                    <a:pt x="5298" y="2437"/>
                    <a:pt x="4674" y="2075"/>
                  </a:cubicBezTo>
                  <a:lnTo>
                    <a:pt x="1245" y="98"/>
                  </a:lnTo>
                  <a:cubicBezTo>
                    <a:pt x="1127" y="30"/>
                    <a:pt x="1013" y="0"/>
                    <a:pt x="906" y="0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g3a7c27a084b_1_23"/>
            <p:cNvSpPr/>
            <p:nvPr/>
          </p:nvSpPr>
          <p:spPr>
            <a:xfrm>
              <a:off x="5045993" y="2939896"/>
              <a:ext cx="121349" cy="143814"/>
            </a:xfrm>
            <a:custGeom>
              <a:avLst/>
              <a:gdLst/>
              <a:ahLst/>
              <a:cxnLst/>
              <a:rect l="l" t="t" r="r" b="b"/>
              <a:pathLst>
                <a:path w="3549" h="4206" extrusionOk="0">
                  <a:moveTo>
                    <a:pt x="2188" y="0"/>
                  </a:moveTo>
                  <a:cubicBezTo>
                    <a:pt x="1864" y="0"/>
                    <a:pt x="1542" y="169"/>
                    <a:pt x="1358" y="585"/>
                  </a:cubicBezTo>
                  <a:lnTo>
                    <a:pt x="0" y="3538"/>
                  </a:lnTo>
                  <a:lnTo>
                    <a:pt x="1119" y="4205"/>
                  </a:lnTo>
                  <a:lnTo>
                    <a:pt x="3001" y="1514"/>
                  </a:lnTo>
                  <a:cubicBezTo>
                    <a:pt x="3549" y="741"/>
                    <a:pt x="2865" y="0"/>
                    <a:pt x="2188" y="0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g3a7c27a084b_1_23"/>
            <p:cNvSpPr/>
            <p:nvPr/>
          </p:nvSpPr>
          <p:spPr>
            <a:xfrm>
              <a:off x="4949912" y="3112158"/>
              <a:ext cx="130308" cy="92115"/>
            </a:xfrm>
            <a:custGeom>
              <a:avLst/>
              <a:gdLst/>
              <a:ahLst/>
              <a:cxnLst/>
              <a:rect l="l" t="t" r="r" b="b"/>
              <a:pathLst>
                <a:path w="3811" h="2694" extrusionOk="0">
                  <a:moveTo>
                    <a:pt x="381" y="1"/>
                  </a:moveTo>
                  <a:lnTo>
                    <a:pt x="71" y="548"/>
                  </a:lnTo>
                  <a:cubicBezTo>
                    <a:pt x="0" y="691"/>
                    <a:pt x="48" y="882"/>
                    <a:pt x="191" y="977"/>
                  </a:cubicBezTo>
                  <a:lnTo>
                    <a:pt x="3096" y="2644"/>
                  </a:lnTo>
                  <a:cubicBezTo>
                    <a:pt x="3147" y="2678"/>
                    <a:pt x="3203" y="2694"/>
                    <a:pt x="3259" y="2694"/>
                  </a:cubicBezTo>
                  <a:cubicBezTo>
                    <a:pt x="3362" y="2694"/>
                    <a:pt x="3463" y="2641"/>
                    <a:pt x="3525" y="2549"/>
                  </a:cubicBezTo>
                  <a:lnTo>
                    <a:pt x="3810" y="200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3" name="Google Shape;703;g3a7c27a084b_1_23"/>
          <p:cNvGrpSpPr/>
          <p:nvPr/>
        </p:nvGrpSpPr>
        <p:grpSpPr>
          <a:xfrm>
            <a:off x="3737343" y="2651271"/>
            <a:ext cx="533754" cy="522149"/>
            <a:chOff x="4787840" y="4628321"/>
            <a:chExt cx="367295" cy="367296"/>
          </a:xfrm>
        </p:grpSpPr>
        <p:sp>
          <p:nvSpPr>
            <p:cNvPr id="704" name="Google Shape;704;g3a7c27a084b_1_23"/>
            <p:cNvSpPr/>
            <p:nvPr/>
          </p:nvSpPr>
          <p:spPr>
            <a:xfrm>
              <a:off x="4947450" y="4628321"/>
              <a:ext cx="207685" cy="179203"/>
            </a:xfrm>
            <a:custGeom>
              <a:avLst/>
              <a:gdLst/>
              <a:ahLst/>
              <a:cxnLst/>
              <a:rect l="l" t="t" r="r" b="b"/>
              <a:pathLst>
                <a:path w="6074" h="5241" extrusionOk="0">
                  <a:moveTo>
                    <a:pt x="2299" y="2549"/>
                  </a:moveTo>
                  <a:cubicBezTo>
                    <a:pt x="2448" y="2549"/>
                    <a:pt x="2596" y="2644"/>
                    <a:pt x="2620" y="2835"/>
                  </a:cubicBezTo>
                  <a:lnTo>
                    <a:pt x="2620" y="3668"/>
                  </a:lnTo>
                  <a:cubicBezTo>
                    <a:pt x="2632" y="3895"/>
                    <a:pt x="2459" y="4008"/>
                    <a:pt x="2290" y="4008"/>
                  </a:cubicBezTo>
                  <a:cubicBezTo>
                    <a:pt x="2120" y="4008"/>
                    <a:pt x="1953" y="3895"/>
                    <a:pt x="1977" y="3668"/>
                  </a:cubicBezTo>
                  <a:lnTo>
                    <a:pt x="1977" y="2835"/>
                  </a:lnTo>
                  <a:cubicBezTo>
                    <a:pt x="2001" y="2644"/>
                    <a:pt x="2150" y="2549"/>
                    <a:pt x="2299" y="2549"/>
                  </a:cubicBezTo>
                  <a:close/>
                  <a:moveTo>
                    <a:pt x="3549" y="1906"/>
                  </a:moveTo>
                  <a:cubicBezTo>
                    <a:pt x="3698" y="1906"/>
                    <a:pt x="3847" y="2001"/>
                    <a:pt x="3859" y="2192"/>
                  </a:cubicBezTo>
                  <a:lnTo>
                    <a:pt x="3859" y="3668"/>
                  </a:lnTo>
                  <a:cubicBezTo>
                    <a:pt x="3882" y="3895"/>
                    <a:pt x="3716" y="4008"/>
                    <a:pt x="3549" y="4008"/>
                  </a:cubicBezTo>
                  <a:cubicBezTo>
                    <a:pt x="3382" y="4008"/>
                    <a:pt x="3216" y="3895"/>
                    <a:pt x="3239" y="3668"/>
                  </a:cubicBezTo>
                  <a:lnTo>
                    <a:pt x="3239" y="2192"/>
                  </a:lnTo>
                  <a:cubicBezTo>
                    <a:pt x="3251" y="2001"/>
                    <a:pt x="3400" y="1906"/>
                    <a:pt x="3549" y="1906"/>
                  </a:cubicBezTo>
                  <a:close/>
                  <a:moveTo>
                    <a:pt x="4802" y="1287"/>
                  </a:moveTo>
                  <a:cubicBezTo>
                    <a:pt x="4948" y="1287"/>
                    <a:pt x="5097" y="1382"/>
                    <a:pt x="5121" y="1573"/>
                  </a:cubicBezTo>
                  <a:lnTo>
                    <a:pt x="5121" y="3668"/>
                  </a:lnTo>
                  <a:cubicBezTo>
                    <a:pt x="5145" y="3895"/>
                    <a:pt x="4978" y="4008"/>
                    <a:pt x="4811" y="4008"/>
                  </a:cubicBezTo>
                  <a:cubicBezTo>
                    <a:pt x="4644" y="4008"/>
                    <a:pt x="4478" y="3895"/>
                    <a:pt x="4502" y="3668"/>
                  </a:cubicBezTo>
                  <a:lnTo>
                    <a:pt x="4502" y="1573"/>
                  </a:lnTo>
                  <a:cubicBezTo>
                    <a:pt x="4513" y="1382"/>
                    <a:pt x="4656" y="1287"/>
                    <a:pt x="4802" y="1287"/>
                  </a:cubicBezTo>
                  <a:close/>
                  <a:moveTo>
                    <a:pt x="310" y="1"/>
                  </a:moveTo>
                  <a:cubicBezTo>
                    <a:pt x="143" y="1"/>
                    <a:pt x="1" y="144"/>
                    <a:pt x="1" y="310"/>
                  </a:cubicBezTo>
                  <a:lnTo>
                    <a:pt x="1" y="1477"/>
                  </a:lnTo>
                  <a:lnTo>
                    <a:pt x="382" y="1477"/>
                  </a:lnTo>
                  <a:cubicBezTo>
                    <a:pt x="2049" y="1477"/>
                    <a:pt x="2049" y="3978"/>
                    <a:pt x="382" y="3978"/>
                  </a:cubicBezTo>
                  <a:lnTo>
                    <a:pt x="1" y="3978"/>
                  </a:lnTo>
                  <a:lnTo>
                    <a:pt x="1" y="4930"/>
                  </a:lnTo>
                  <a:cubicBezTo>
                    <a:pt x="1" y="5097"/>
                    <a:pt x="143" y="5216"/>
                    <a:pt x="310" y="5240"/>
                  </a:cubicBezTo>
                  <a:lnTo>
                    <a:pt x="5764" y="5240"/>
                  </a:lnTo>
                  <a:cubicBezTo>
                    <a:pt x="5930" y="5216"/>
                    <a:pt x="6073" y="5097"/>
                    <a:pt x="6073" y="4930"/>
                  </a:cubicBezTo>
                  <a:lnTo>
                    <a:pt x="6073" y="310"/>
                  </a:lnTo>
                  <a:cubicBezTo>
                    <a:pt x="6073" y="144"/>
                    <a:pt x="5930" y="1"/>
                    <a:pt x="5764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g3a7c27a084b_1_23"/>
            <p:cNvSpPr/>
            <p:nvPr/>
          </p:nvSpPr>
          <p:spPr>
            <a:xfrm>
              <a:off x="4944612" y="4858779"/>
              <a:ext cx="54161" cy="67599"/>
            </a:xfrm>
            <a:custGeom>
              <a:avLst/>
              <a:gdLst/>
              <a:ahLst/>
              <a:cxnLst/>
              <a:rect l="l" t="t" r="r" b="b"/>
              <a:pathLst>
                <a:path w="1584" h="1977" extrusionOk="0">
                  <a:moveTo>
                    <a:pt x="798" y="0"/>
                  </a:moveTo>
                  <a:cubicBezTo>
                    <a:pt x="346" y="0"/>
                    <a:pt x="12" y="358"/>
                    <a:pt x="12" y="786"/>
                  </a:cubicBezTo>
                  <a:lnTo>
                    <a:pt x="12" y="1191"/>
                  </a:lnTo>
                  <a:cubicBezTo>
                    <a:pt x="0" y="1715"/>
                    <a:pt x="387" y="1977"/>
                    <a:pt x="780" y="1977"/>
                  </a:cubicBezTo>
                  <a:cubicBezTo>
                    <a:pt x="1173" y="1977"/>
                    <a:pt x="1572" y="1715"/>
                    <a:pt x="1584" y="1191"/>
                  </a:cubicBezTo>
                  <a:lnTo>
                    <a:pt x="1584" y="786"/>
                  </a:lnTo>
                  <a:cubicBezTo>
                    <a:pt x="1584" y="358"/>
                    <a:pt x="1227" y="0"/>
                    <a:pt x="798" y="0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g3a7c27a084b_1_23"/>
            <p:cNvSpPr/>
            <p:nvPr/>
          </p:nvSpPr>
          <p:spPr>
            <a:xfrm>
              <a:off x="4917327" y="4931233"/>
              <a:ext cx="106715" cy="64384"/>
            </a:xfrm>
            <a:custGeom>
              <a:avLst/>
              <a:gdLst/>
              <a:ahLst/>
              <a:cxnLst/>
              <a:rect l="l" t="t" r="r" b="b"/>
              <a:pathLst>
                <a:path w="3121" h="1883" extrusionOk="0">
                  <a:moveTo>
                    <a:pt x="2644" y="1"/>
                  </a:moveTo>
                  <a:cubicBezTo>
                    <a:pt x="2648" y="5"/>
                    <a:pt x="2652" y="9"/>
                    <a:pt x="2657" y="14"/>
                  </a:cubicBezTo>
                  <a:lnTo>
                    <a:pt x="2657" y="14"/>
                  </a:lnTo>
                  <a:cubicBezTo>
                    <a:pt x="2660" y="9"/>
                    <a:pt x="2664" y="5"/>
                    <a:pt x="2668" y="1"/>
                  </a:cubicBezTo>
                  <a:close/>
                  <a:moveTo>
                    <a:pt x="501" y="1"/>
                  </a:moveTo>
                  <a:cubicBezTo>
                    <a:pt x="191" y="287"/>
                    <a:pt x="24" y="691"/>
                    <a:pt x="24" y="1120"/>
                  </a:cubicBezTo>
                  <a:lnTo>
                    <a:pt x="24" y="1573"/>
                  </a:lnTo>
                  <a:cubicBezTo>
                    <a:pt x="0" y="1739"/>
                    <a:pt x="143" y="1882"/>
                    <a:pt x="310" y="1882"/>
                  </a:cubicBezTo>
                  <a:lnTo>
                    <a:pt x="2834" y="1882"/>
                  </a:lnTo>
                  <a:cubicBezTo>
                    <a:pt x="3001" y="1882"/>
                    <a:pt x="3120" y="1739"/>
                    <a:pt x="3120" y="1573"/>
                  </a:cubicBezTo>
                  <a:lnTo>
                    <a:pt x="3120" y="1144"/>
                  </a:lnTo>
                  <a:cubicBezTo>
                    <a:pt x="3120" y="721"/>
                    <a:pt x="2958" y="322"/>
                    <a:pt x="2657" y="14"/>
                  </a:cubicBezTo>
                  <a:lnTo>
                    <a:pt x="2657" y="14"/>
                  </a:lnTo>
                  <a:cubicBezTo>
                    <a:pt x="2372" y="339"/>
                    <a:pt x="1978" y="501"/>
                    <a:pt x="1584" y="501"/>
                  </a:cubicBezTo>
                  <a:cubicBezTo>
                    <a:pt x="1185" y="501"/>
                    <a:pt x="786" y="334"/>
                    <a:pt x="501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g3a7c27a084b_1_23"/>
            <p:cNvSpPr/>
            <p:nvPr/>
          </p:nvSpPr>
          <p:spPr>
            <a:xfrm>
              <a:off x="4814305" y="4858779"/>
              <a:ext cx="55426" cy="69445"/>
            </a:xfrm>
            <a:custGeom>
              <a:avLst/>
              <a:gdLst/>
              <a:ahLst/>
              <a:cxnLst/>
              <a:rect l="l" t="t" r="r" b="b"/>
              <a:pathLst>
                <a:path w="1621" h="2031" extrusionOk="0">
                  <a:moveTo>
                    <a:pt x="799" y="0"/>
                  </a:moveTo>
                  <a:cubicBezTo>
                    <a:pt x="370" y="0"/>
                    <a:pt x="13" y="358"/>
                    <a:pt x="37" y="786"/>
                  </a:cubicBezTo>
                  <a:lnTo>
                    <a:pt x="37" y="1191"/>
                  </a:lnTo>
                  <a:cubicBezTo>
                    <a:pt x="1" y="1751"/>
                    <a:pt x="406" y="2031"/>
                    <a:pt x="811" y="2031"/>
                  </a:cubicBezTo>
                  <a:cubicBezTo>
                    <a:pt x="1215" y="2031"/>
                    <a:pt x="1620" y="1751"/>
                    <a:pt x="1585" y="1191"/>
                  </a:cubicBezTo>
                  <a:lnTo>
                    <a:pt x="1585" y="786"/>
                  </a:lnTo>
                  <a:cubicBezTo>
                    <a:pt x="1585" y="358"/>
                    <a:pt x="1251" y="0"/>
                    <a:pt x="799" y="0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g3a7c27a084b_1_23"/>
            <p:cNvSpPr/>
            <p:nvPr/>
          </p:nvSpPr>
          <p:spPr>
            <a:xfrm>
              <a:off x="4787840" y="4931233"/>
              <a:ext cx="107535" cy="64384"/>
            </a:xfrm>
            <a:custGeom>
              <a:avLst/>
              <a:gdLst/>
              <a:ahLst/>
              <a:cxnLst/>
              <a:rect l="l" t="t" r="r" b="b"/>
              <a:pathLst>
                <a:path w="3145" h="1883" extrusionOk="0">
                  <a:moveTo>
                    <a:pt x="501" y="1"/>
                  </a:moveTo>
                  <a:cubicBezTo>
                    <a:pt x="191" y="287"/>
                    <a:pt x="1" y="691"/>
                    <a:pt x="25" y="1120"/>
                  </a:cubicBezTo>
                  <a:lnTo>
                    <a:pt x="25" y="1573"/>
                  </a:lnTo>
                  <a:cubicBezTo>
                    <a:pt x="1" y="1739"/>
                    <a:pt x="144" y="1882"/>
                    <a:pt x="334" y="1882"/>
                  </a:cubicBezTo>
                  <a:lnTo>
                    <a:pt x="2835" y="1882"/>
                  </a:lnTo>
                  <a:cubicBezTo>
                    <a:pt x="3002" y="1882"/>
                    <a:pt x="3144" y="1739"/>
                    <a:pt x="3144" y="1573"/>
                  </a:cubicBezTo>
                  <a:lnTo>
                    <a:pt x="3144" y="1144"/>
                  </a:lnTo>
                  <a:cubicBezTo>
                    <a:pt x="3144" y="715"/>
                    <a:pt x="2978" y="310"/>
                    <a:pt x="2668" y="1"/>
                  </a:cubicBezTo>
                  <a:cubicBezTo>
                    <a:pt x="2382" y="334"/>
                    <a:pt x="1984" y="501"/>
                    <a:pt x="1585" y="501"/>
                  </a:cubicBezTo>
                  <a:cubicBezTo>
                    <a:pt x="1186" y="501"/>
                    <a:pt x="787" y="334"/>
                    <a:pt x="501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g3a7c27a084b_1_23"/>
            <p:cNvSpPr/>
            <p:nvPr/>
          </p:nvSpPr>
          <p:spPr>
            <a:xfrm>
              <a:off x="5073245" y="4858779"/>
              <a:ext cx="55836" cy="69445"/>
            </a:xfrm>
            <a:custGeom>
              <a:avLst/>
              <a:gdLst/>
              <a:ahLst/>
              <a:cxnLst/>
              <a:rect l="l" t="t" r="r" b="b"/>
              <a:pathLst>
                <a:path w="1633" h="2031" extrusionOk="0">
                  <a:moveTo>
                    <a:pt x="823" y="0"/>
                  </a:moveTo>
                  <a:cubicBezTo>
                    <a:pt x="370" y="0"/>
                    <a:pt x="37" y="358"/>
                    <a:pt x="37" y="786"/>
                  </a:cubicBezTo>
                  <a:lnTo>
                    <a:pt x="37" y="1191"/>
                  </a:lnTo>
                  <a:cubicBezTo>
                    <a:pt x="1" y="1751"/>
                    <a:pt x="406" y="2031"/>
                    <a:pt x="814" y="2031"/>
                  </a:cubicBezTo>
                  <a:cubicBezTo>
                    <a:pt x="1221" y="2031"/>
                    <a:pt x="1632" y="1751"/>
                    <a:pt x="1608" y="1191"/>
                  </a:cubicBezTo>
                  <a:lnTo>
                    <a:pt x="1608" y="786"/>
                  </a:lnTo>
                  <a:cubicBezTo>
                    <a:pt x="1608" y="358"/>
                    <a:pt x="1251" y="0"/>
                    <a:pt x="823" y="0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g3a7c27a084b_1_23"/>
            <p:cNvSpPr/>
            <p:nvPr/>
          </p:nvSpPr>
          <p:spPr>
            <a:xfrm>
              <a:off x="5047600" y="4931233"/>
              <a:ext cx="107535" cy="64384"/>
            </a:xfrm>
            <a:custGeom>
              <a:avLst/>
              <a:gdLst/>
              <a:ahLst/>
              <a:cxnLst/>
              <a:rect l="l" t="t" r="r" b="b"/>
              <a:pathLst>
                <a:path w="3145" h="1883" extrusionOk="0">
                  <a:moveTo>
                    <a:pt x="477" y="1"/>
                  </a:moveTo>
                  <a:cubicBezTo>
                    <a:pt x="167" y="287"/>
                    <a:pt x="1" y="691"/>
                    <a:pt x="1" y="1120"/>
                  </a:cubicBezTo>
                  <a:lnTo>
                    <a:pt x="1" y="1573"/>
                  </a:lnTo>
                  <a:cubicBezTo>
                    <a:pt x="1" y="1739"/>
                    <a:pt x="144" y="1882"/>
                    <a:pt x="310" y="1882"/>
                  </a:cubicBezTo>
                  <a:lnTo>
                    <a:pt x="2835" y="1882"/>
                  </a:lnTo>
                  <a:cubicBezTo>
                    <a:pt x="3001" y="1882"/>
                    <a:pt x="3144" y="1739"/>
                    <a:pt x="3144" y="1573"/>
                  </a:cubicBezTo>
                  <a:lnTo>
                    <a:pt x="3144" y="1144"/>
                  </a:lnTo>
                  <a:cubicBezTo>
                    <a:pt x="3144" y="715"/>
                    <a:pt x="2954" y="310"/>
                    <a:pt x="2644" y="1"/>
                  </a:cubicBezTo>
                  <a:cubicBezTo>
                    <a:pt x="2358" y="334"/>
                    <a:pt x="1960" y="501"/>
                    <a:pt x="1561" y="501"/>
                  </a:cubicBezTo>
                  <a:cubicBezTo>
                    <a:pt x="1162" y="501"/>
                    <a:pt x="763" y="334"/>
                    <a:pt x="477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g3a7c27a084b_1_23"/>
            <p:cNvSpPr/>
            <p:nvPr/>
          </p:nvSpPr>
          <p:spPr>
            <a:xfrm>
              <a:off x="4822066" y="4628321"/>
              <a:ext cx="68419" cy="82301"/>
            </a:xfrm>
            <a:custGeom>
              <a:avLst/>
              <a:gdLst/>
              <a:ahLst/>
              <a:cxnLst/>
              <a:rect l="l" t="t" r="r" b="b"/>
              <a:pathLst>
                <a:path w="2001" h="2407" extrusionOk="0">
                  <a:moveTo>
                    <a:pt x="1000" y="1"/>
                  </a:moveTo>
                  <a:cubicBezTo>
                    <a:pt x="453" y="1"/>
                    <a:pt x="0" y="453"/>
                    <a:pt x="0" y="1001"/>
                  </a:cubicBezTo>
                  <a:lnTo>
                    <a:pt x="0" y="1406"/>
                  </a:lnTo>
                  <a:cubicBezTo>
                    <a:pt x="0" y="2073"/>
                    <a:pt x="500" y="2406"/>
                    <a:pt x="1000" y="2406"/>
                  </a:cubicBezTo>
                  <a:cubicBezTo>
                    <a:pt x="1500" y="2406"/>
                    <a:pt x="2001" y="2073"/>
                    <a:pt x="2001" y="1406"/>
                  </a:cubicBezTo>
                  <a:lnTo>
                    <a:pt x="2001" y="1001"/>
                  </a:lnTo>
                  <a:cubicBezTo>
                    <a:pt x="2001" y="453"/>
                    <a:pt x="1548" y="1"/>
                    <a:pt x="1000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g3a7c27a084b_1_23"/>
            <p:cNvSpPr/>
            <p:nvPr/>
          </p:nvSpPr>
          <p:spPr>
            <a:xfrm>
              <a:off x="4787840" y="4699989"/>
              <a:ext cx="201189" cy="136018"/>
            </a:xfrm>
            <a:custGeom>
              <a:avLst/>
              <a:gdLst/>
              <a:ahLst/>
              <a:cxnLst/>
              <a:rect l="l" t="t" r="r" b="b"/>
              <a:pathLst>
                <a:path w="5884" h="3978" extrusionOk="0">
                  <a:moveTo>
                    <a:pt x="3478" y="1"/>
                  </a:moveTo>
                  <a:cubicBezTo>
                    <a:pt x="3195" y="606"/>
                    <a:pt x="2601" y="930"/>
                    <a:pt x="2000" y="930"/>
                  </a:cubicBezTo>
                  <a:cubicBezTo>
                    <a:pt x="1537" y="930"/>
                    <a:pt x="1071" y="738"/>
                    <a:pt x="739" y="334"/>
                  </a:cubicBezTo>
                  <a:cubicBezTo>
                    <a:pt x="287" y="667"/>
                    <a:pt x="1" y="1215"/>
                    <a:pt x="25" y="1787"/>
                  </a:cubicBezTo>
                  <a:lnTo>
                    <a:pt x="25" y="3668"/>
                  </a:lnTo>
                  <a:cubicBezTo>
                    <a:pt x="1" y="3835"/>
                    <a:pt x="144" y="3978"/>
                    <a:pt x="334" y="3978"/>
                  </a:cubicBezTo>
                  <a:lnTo>
                    <a:pt x="3264" y="3978"/>
                  </a:lnTo>
                  <a:cubicBezTo>
                    <a:pt x="3430" y="3978"/>
                    <a:pt x="3573" y="3835"/>
                    <a:pt x="3573" y="3668"/>
                  </a:cubicBezTo>
                  <a:lnTo>
                    <a:pt x="3573" y="1263"/>
                  </a:lnTo>
                  <a:lnTo>
                    <a:pt x="5050" y="1263"/>
                  </a:lnTo>
                  <a:cubicBezTo>
                    <a:pt x="5883" y="1263"/>
                    <a:pt x="5883" y="1"/>
                    <a:pt x="5050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13" name="Google Shape;713;g3a7c27a084b_1_23"/>
          <p:cNvPicPr preferRelativeResize="0"/>
          <p:nvPr/>
        </p:nvPicPr>
        <p:blipFill rotWithShape="1">
          <a:blip r:embed="rId7">
            <a:alphaModFix/>
          </a:blip>
          <a:srcRect r="6638"/>
          <a:stretch/>
        </p:blipFill>
        <p:spPr>
          <a:xfrm>
            <a:off x="3304029" y="2641678"/>
            <a:ext cx="1242383" cy="658879"/>
          </a:xfrm>
          <a:prstGeom prst="rect">
            <a:avLst/>
          </a:prstGeom>
          <a:noFill/>
          <a:ln w="94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  <a:effectLst>
            <a:outerShdw blurRad="56361" dist="18787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714" name="Google Shape;714;g3a7c27a084b_1_2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44599" y="2061329"/>
            <a:ext cx="1726764" cy="1115994"/>
          </a:xfrm>
          <a:prstGeom prst="rect">
            <a:avLst/>
          </a:prstGeom>
          <a:noFill/>
          <a:ln w="94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  <a:effectLst>
            <a:outerShdw blurRad="56361" dist="18787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715" name="Google Shape;715;g3a7c27a084b_1_23"/>
          <p:cNvPicPr preferRelativeResize="0"/>
          <p:nvPr/>
        </p:nvPicPr>
        <p:blipFill rotWithShape="1">
          <a:blip r:embed="rId9">
            <a:alphaModFix/>
          </a:blip>
          <a:srcRect l="2434" t="3915" r="4981" b="8885"/>
          <a:stretch/>
        </p:blipFill>
        <p:spPr>
          <a:xfrm>
            <a:off x="5553200" y="1598650"/>
            <a:ext cx="1726773" cy="1155409"/>
          </a:xfrm>
          <a:prstGeom prst="rect">
            <a:avLst/>
          </a:prstGeom>
          <a:noFill/>
          <a:ln w="94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  <a:effectLst>
            <a:outerShdw blurRad="56361" dist="18787" dir="5400000" algn="bl" rotWithShape="0">
              <a:srgbClr val="000000">
                <a:alpha val="49800"/>
              </a:srgbClr>
            </a:outerShdw>
          </a:effectLst>
        </p:spPr>
      </p:pic>
      <p:sp>
        <p:nvSpPr>
          <p:cNvPr id="716" name="Google Shape;716;g3a7c27a084b_1_23"/>
          <p:cNvSpPr/>
          <p:nvPr/>
        </p:nvSpPr>
        <p:spPr>
          <a:xfrm>
            <a:off x="5179218" y="3461188"/>
            <a:ext cx="2845500" cy="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75" tIns="90175" rIns="90175" bIns="90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1" i="1" u="none" strike="noStrike" cap="none">
                <a:solidFill>
                  <a:srgbClr val="000000"/>
                </a:solidFill>
              </a:rPr>
              <a:t>Microplans avec polygones </a:t>
            </a:r>
            <a:r>
              <a:rPr lang="fr-FR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 niveau des zones sanitaires avec des détails sur chaque communauté (y compris les adaptations nécessaires)</a:t>
            </a:r>
            <a:endParaRPr sz="10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a7c27a084b_1_70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 b="1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Logistique | </a:t>
            </a: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de la disponibilité des vaccins à tous les niveaux par rapport aux besoins de routine et des IPVS a aidé à identifier les distributions prioritaires</a:t>
            </a: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2" name="Google Shape;722;g3a7c27a084b_1_70"/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145ABD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3" name="Google Shape;723;g3a7c27a084b_1_70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g3a7c27a084b_1_70"/>
          <p:cNvSpPr txBox="1"/>
          <p:nvPr/>
        </p:nvSpPr>
        <p:spPr>
          <a:xfrm>
            <a:off x="530709" y="989362"/>
            <a:ext cx="23871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625" tIns="85625" rIns="85625" bIns="85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0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Nous estimons les besoins en vaccins pour les </a:t>
            </a:r>
            <a:r>
              <a:rPr lang="fr-FR" sz="1000" b="1">
                <a:solidFill>
                  <a:srgbClr val="1155CC"/>
                </a:solidFill>
              </a:rPr>
              <a:t>IPVS</a:t>
            </a:r>
            <a:r>
              <a:rPr lang="fr-FR" sz="10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 et la RI… </a:t>
            </a:r>
            <a:endParaRPr sz="1000" b="1" i="0" u="none" strike="noStrike" cap="non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5" name="Google Shape;725;g3a7c27a084b_1_70"/>
          <p:cNvCxnSpPr/>
          <p:nvPr/>
        </p:nvCxnSpPr>
        <p:spPr>
          <a:xfrm>
            <a:off x="606729" y="1609312"/>
            <a:ext cx="2276100" cy="3300"/>
          </a:xfrm>
          <a:prstGeom prst="straightConnector1">
            <a:avLst/>
          </a:prstGeom>
          <a:noFill/>
          <a:ln w="89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6" name="Google Shape;726;g3a7c27a084b_1_70"/>
          <p:cNvSpPr txBox="1"/>
          <p:nvPr/>
        </p:nvSpPr>
        <p:spPr>
          <a:xfrm>
            <a:off x="3359652" y="989362"/>
            <a:ext cx="25095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625" rIns="85625" bIns="85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0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... et recueillons chaque semaine des données sur la disponibilité des vaccins...</a:t>
            </a:r>
            <a:endParaRPr sz="1000" b="1" i="0" u="none" strike="noStrike" cap="non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7" name="Google Shape;727;g3a7c27a084b_1_70"/>
          <p:cNvCxnSpPr/>
          <p:nvPr/>
        </p:nvCxnSpPr>
        <p:spPr>
          <a:xfrm>
            <a:off x="3359000" y="1609312"/>
            <a:ext cx="2509500" cy="3300"/>
          </a:xfrm>
          <a:prstGeom prst="straightConnector1">
            <a:avLst/>
          </a:prstGeom>
          <a:noFill/>
          <a:ln w="89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8" name="Google Shape;728;g3a7c27a084b_1_70"/>
          <p:cNvSpPr txBox="1"/>
          <p:nvPr/>
        </p:nvSpPr>
        <p:spPr>
          <a:xfrm>
            <a:off x="6257982" y="989362"/>
            <a:ext cx="2542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625" tIns="85625" rIns="85625" bIns="85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0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... afin d'identifier les pénuries et de résoudre les problèmes lors des réunions hebdomadaires provinciales</a:t>
            </a:r>
            <a:endParaRPr sz="1000" b="1" i="0" u="none" strike="noStrike" cap="non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9" name="Google Shape;729;g3a7c27a084b_1_70"/>
          <p:cNvCxnSpPr/>
          <p:nvPr/>
        </p:nvCxnSpPr>
        <p:spPr>
          <a:xfrm>
            <a:off x="6255878" y="1609312"/>
            <a:ext cx="2336100" cy="0"/>
          </a:xfrm>
          <a:prstGeom prst="straightConnector1">
            <a:avLst/>
          </a:prstGeom>
          <a:noFill/>
          <a:ln w="89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30" name="Google Shape;730;g3a7c27a084b_1_70" title="Screenshot 2025-09-01 at 10.16.30 PM.png"/>
          <p:cNvPicPr preferRelativeResize="0"/>
          <p:nvPr/>
        </p:nvPicPr>
        <p:blipFill rotWithShape="1">
          <a:blip r:embed="rId3">
            <a:alphaModFix/>
          </a:blip>
          <a:srcRect r="30128"/>
          <a:stretch/>
        </p:blipFill>
        <p:spPr>
          <a:xfrm>
            <a:off x="707913" y="1896338"/>
            <a:ext cx="1643126" cy="811804"/>
          </a:xfrm>
          <a:prstGeom prst="rect">
            <a:avLst/>
          </a:prstGeom>
          <a:solidFill>
            <a:srgbClr val="FFFFFF"/>
          </a:solidFill>
          <a:ln w="89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3530" dist="17843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731" name="Google Shape;731;g3a7c27a084b_1_70" title="Screenshot 2025-09-01 at 10.18.46 PM.png"/>
          <p:cNvPicPr preferRelativeResize="0"/>
          <p:nvPr/>
        </p:nvPicPr>
        <p:blipFill rotWithShape="1">
          <a:blip r:embed="rId4">
            <a:alphaModFix/>
          </a:blip>
          <a:srcRect r="22324"/>
          <a:stretch/>
        </p:blipFill>
        <p:spPr>
          <a:xfrm>
            <a:off x="3340827" y="1677593"/>
            <a:ext cx="1909448" cy="891864"/>
          </a:xfrm>
          <a:prstGeom prst="rect">
            <a:avLst/>
          </a:prstGeom>
          <a:noFill/>
          <a:ln>
            <a:noFill/>
          </a:ln>
          <a:effectLst>
            <a:outerShdw blurRad="53530" dist="17843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732" name="Google Shape;732;g3a7c27a084b_1_7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0701" y="2431000"/>
            <a:ext cx="829109" cy="792479"/>
          </a:xfrm>
          <a:prstGeom prst="rect">
            <a:avLst/>
          </a:prstGeom>
          <a:noFill/>
          <a:ln w="89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42514" dist="14172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733" name="Google Shape;733;g3a7c27a084b_1_70" title="Screenshot 2025-09-01 at 10.21.55 PM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4795" y="2054289"/>
            <a:ext cx="2185047" cy="1233357"/>
          </a:xfrm>
          <a:prstGeom prst="rect">
            <a:avLst/>
          </a:prstGeom>
          <a:noFill/>
          <a:ln>
            <a:noFill/>
          </a:ln>
          <a:effectLst>
            <a:outerShdw blurRad="53530" dist="17843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734" name="Google Shape;734;g3a7c27a084b_1_70" title="Screenshot 2025-09-01 at 10.47.04 PM.png"/>
          <p:cNvPicPr preferRelativeResize="0"/>
          <p:nvPr/>
        </p:nvPicPr>
        <p:blipFill rotWithShape="1">
          <a:blip r:embed="rId7">
            <a:alphaModFix/>
          </a:blip>
          <a:srcRect l="24494" t="19762" r="16197"/>
          <a:stretch/>
        </p:blipFill>
        <p:spPr>
          <a:xfrm>
            <a:off x="3340827" y="2761448"/>
            <a:ext cx="1909448" cy="640792"/>
          </a:xfrm>
          <a:prstGeom prst="rect">
            <a:avLst/>
          </a:prstGeom>
          <a:noFill/>
          <a:ln>
            <a:noFill/>
          </a:ln>
          <a:effectLst>
            <a:outerShdw blurRad="53530" dist="17843" dir="5400000" algn="bl" rotWithShape="0">
              <a:srgbClr val="000000">
                <a:alpha val="49800"/>
              </a:srgbClr>
            </a:outerShdw>
          </a:effectLst>
        </p:spPr>
      </p:pic>
      <p:sp>
        <p:nvSpPr>
          <p:cNvPr id="735" name="Google Shape;735;g3a7c27a084b_1_70"/>
          <p:cNvSpPr/>
          <p:nvPr/>
        </p:nvSpPr>
        <p:spPr>
          <a:xfrm>
            <a:off x="794288" y="3220825"/>
            <a:ext cx="11370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00" tIns="68000" rIns="68000" bIns="68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fr-FR" sz="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Canvas Microplan</a:t>
            </a:r>
            <a:endParaRPr sz="7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g3a7c27a084b_1_70"/>
          <p:cNvSpPr/>
          <p:nvPr/>
        </p:nvSpPr>
        <p:spPr>
          <a:xfrm>
            <a:off x="848173" y="1756184"/>
            <a:ext cx="1475400" cy="1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00" tIns="68000" rIns="68000" bIns="68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fr-FR" sz="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Tableau de bord d'estimation des besoins</a:t>
            </a:r>
            <a:endParaRPr sz="7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g3a7c27a084b_1_70"/>
          <p:cNvSpPr/>
          <p:nvPr/>
        </p:nvSpPr>
        <p:spPr>
          <a:xfrm>
            <a:off x="3141882" y="3559858"/>
            <a:ext cx="2956200" cy="8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600" tIns="84300" rIns="50600" bIns="85625" anchor="t" anchorCtr="0">
            <a:noAutofit/>
          </a:bodyPr>
          <a:lstStyle/>
          <a:p>
            <a:pPr marL="24130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Arial"/>
              <a:buChar char="●"/>
            </a:pPr>
            <a:r>
              <a:rPr lang="fr-FR" sz="900" b="1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Les niveaux de stock des antennes </a:t>
            </a:r>
            <a:r>
              <a:rPr lang="fr-FR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et </a:t>
            </a:r>
            <a:r>
              <a:rPr lang="fr-FR" sz="900" b="1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des </a:t>
            </a:r>
            <a:r>
              <a:rPr lang="fr-FR" sz="900" b="1">
                <a:solidFill>
                  <a:srgbClr val="999999"/>
                </a:solidFill>
              </a:rPr>
              <a:t>ZS </a:t>
            </a:r>
            <a:r>
              <a:rPr lang="fr-FR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sont </a:t>
            </a:r>
            <a:r>
              <a:rPr lang="fr-FR" sz="900" b="1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collectés chaque semaine </a:t>
            </a:r>
            <a:r>
              <a:rPr lang="fr-FR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grâce aux rapports partagés par les antennes</a:t>
            </a:r>
            <a:endParaRPr sz="9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1300" marR="0" lvl="0" indent="-18415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99999"/>
              </a:buClr>
              <a:buSzPts val="900"/>
              <a:buFont typeface="Arial"/>
              <a:buChar char="●"/>
            </a:pPr>
            <a:r>
              <a:rPr lang="fr-FR" sz="900" b="1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Les niveaux de stock </a:t>
            </a:r>
            <a:r>
              <a:rPr lang="fr-FR" sz="900" b="1">
                <a:solidFill>
                  <a:srgbClr val="999999"/>
                </a:solidFill>
              </a:rPr>
              <a:t>AS </a:t>
            </a:r>
            <a:r>
              <a:rPr lang="fr-FR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sont estimés en </a:t>
            </a:r>
            <a:r>
              <a:rPr lang="fr-FR" sz="900" b="1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temps réel </a:t>
            </a:r>
            <a:r>
              <a:rPr lang="fr-FR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sur la base des </a:t>
            </a:r>
            <a:r>
              <a:rPr lang="fr-FR" sz="900" b="1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dernières livraisons </a:t>
            </a:r>
            <a:r>
              <a:rPr lang="fr-FR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et de </a:t>
            </a:r>
            <a:r>
              <a:rPr lang="fr-FR" sz="900" b="1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la consommation mensuelle </a:t>
            </a:r>
            <a:r>
              <a:rPr lang="fr-FR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collectées par </a:t>
            </a:r>
            <a:r>
              <a:rPr lang="fr-FR" sz="900" b="1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le NGCA </a:t>
            </a:r>
            <a:endParaRPr sz="900" b="1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g3a7c27a084b_1_70"/>
          <p:cNvSpPr/>
          <p:nvPr/>
        </p:nvSpPr>
        <p:spPr>
          <a:xfrm>
            <a:off x="343950" y="3559858"/>
            <a:ext cx="2682300" cy="8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600" tIns="84300" rIns="50600" bIns="85625" anchor="t" anchorCtr="0">
            <a:noAutofit/>
          </a:bodyPr>
          <a:lstStyle/>
          <a:p>
            <a:pPr marL="24130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SzPts val="900"/>
              <a:buFont typeface="Arial"/>
              <a:buChar char="●"/>
            </a:pPr>
            <a:r>
              <a:rPr lang="fr-FR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Les estimations des besoins en vaccins sont basées sur </a:t>
            </a:r>
            <a:r>
              <a:rPr lang="fr-FR" sz="900" b="1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les données de microplanification </a:t>
            </a:r>
            <a:r>
              <a:rPr lang="fr-FR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et </a:t>
            </a:r>
            <a:r>
              <a:rPr lang="fr-FR" sz="900" b="1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les hypothèses de vaccination </a:t>
            </a:r>
            <a:r>
              <a:rPr lang="fr-FR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(y compris le taux de perte, la couverture cible, le nombre de doses)</a:t>
            </a:r>
            <a:endParaRPr sz="9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g3a7c27a084b_1_70"/>
          <p:cNvSpPr/>
          <p:nvPr/>
        </p:nvSpPr>
        <p:spPr>
          <a:xfrm>
            <a:off x="5250277" y="1954352"/>
            <a:ext cx="7242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00" tIns="68000" rIns="68000" bIns="68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fr-FR" sz="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Tableau de bord hebdomadaire des niveaux de stock des antennes et des HZ</a:t>
            </a:r>
            <a:endParaRPr sz="7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g3a7c27a084b_1_70"/>
          <p:cNvSpPr/>
          <p:nvPr/>
        </p:nvSpPr>
        <p:spPr>
          <a:xfrm>
            <a:off x="6255875" y="3559857"/>
            <a:ext cx="2426400" cy="8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600" tIns="84300" rIns="50600" bIns="85625" anchor="t" anchorCtr="0">
            <a:noAutofit/>
          </a:bodyPr>
          <a:lstStyle/>
          <a:p>
            <a:pPr marL="24130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fr-FR" sz="9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 écarts </a:t>
            </a:r>
            <a:r>
              <a:rPr lang="fr-FR" sz="9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entre </a:t>
            </a:r>
            <a:r>
              <a:rPr lang="fr-FR" sz="9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 besoins </a:t>
            </a:r>
            <a:r>
              <a:rPr lang="fr-FR" sz="9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 </a:t>
            </a:r>
            <a:r>
              <a:rPr lang="fr-FR" sz="9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disponibilité </a:t>
            </a:r>
            <a:r>
              <a:rPr lang="fr-FR" sz="9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sont </a:t>
            </a:r>
            <a:r>
              <a:rPr lang="fr-FR" sz="9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examinés chaque semaine avec les partenaires </a:t>
            </a:r>
            <a:r>
              <a:rPr lang="fr-FR" sz="9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afin </a:t>
            </a:r>
            <a:r>
              <a:rPr lang="fr-FR" sz="9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d'identifier les distributions prioritaires </a:t>
            </a:r>
            <a:r>
              <a:rPr lang="fr-FR" sz="9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(par exemple, d'une antenne à une autre, du centre à l'antenne, de l'antenne à la zone d'intervention, etc.)</a:t>
            </a:r>
            <a:endParaRPr sz="9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g3a7c27a084b_1_70"/>
          <p:cNvSpPr/>
          <p:nvPr/>
        </p:nvSpPr>
        <p:spPr>
          <a:xfrm>
            <a:off x="5216604" y="3024954"/>
            <a:ext cx="8292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00" tIns="68000" rIns="68000" bIns="68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fr-FR" sz="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Estimation en temps réel des niveaux de stocks </a:t>
            </a:r>
            <a:r>
              <a:rPr lang="fr-FR" sz="700" i="1"/>
              <a:t>AS </a:t>
            </a:r>
            <a:r>
              <a:rPr lang="fr-FR" sz="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 le tableau de bord </a:t>
            </a:r>
            <a:endParaRPr sz="7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a7c27a084b_1_94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 b="1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Coordination | </a:t>
            </a: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 calendrier détaillé et une liste de contrôle ont permis d'identifier les goulots d'étranglement et de garantir la préparation.</a:t>
            </a: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7" name="Google Shape;747;g3a7c27a084b_1_94"/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145ABD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8" name="Google Shape;748;g3a7c27a084b_1_94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g3a7c27a084b_1_94"/>
          <p:cNvSpPr/>
          <p:nvPr/>
        </p:nvSpPr>
        <p:spPr>
          <a:xfrm>
            <a:off x="6270669" y="2974151"/>
            <a:ext cx="2041500" cy="573000"/>
          </a:xfrm>
          <a:prstGeom prst="wedgeRectCallout">
            <a:avLst>
              <a:gd name="adj1" fmla="val 34362"/>
              <a:gd name="adj2" fmla="val -97898"/>
            </a:avLst>
          </a:prstGeom>
          <a:solidFill>
            <a:srgbClr val="FDEBD9"/>
          </a:solidFill>
          <a:ln w="88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4850" tIns="84850" rIns="84850" bIns="84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 pourcentages d'activité sont </a:t>
            </a:r>
            <a:r>
              <a:rPr lang="fr-FR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examinés chaque semaine </a:t>
            </a:r>
            <a:r>
              <a:rPr lang="fr-FR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avec le PEV central et provincial, et les partenaires.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g3a7c27a084b_1_94"/>
          <p:cNvSpPr txBox="1"/>
          <p:nvPr/>
        </p:nvSpPr>
        <p:spPr>
          <a:xfrm>
            <a:off x="422175" y="1128947"/>
            <a:ext cx="55086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850" tIns="84850" rIns="84850" bIns="8485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0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Le diagramme de Gantt détaillé utilisé dans chaque province</a:t>
            </a:r>
            <a:endParaRPr sz="1000" b="0" i="0" u="none" strike="noStrike" cap="non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1" name="Google Shape;751;g3a7c27a084b_1_94"/>
          <p:cNvPicPr preferRelativeResize="0"/>
          <p:nvPr/>
        </p:nvPicPr>
        <p:blipFill rotWithShape="1">
          <a:blip r:embed="rId3">
            <a:alphaModFix/>
          </a:blip>
          <a:srcRect t="3938"/>
          <a:stretch/>
        </p:blipFill>
        <p:spPr>
          <a:xfrm>
            <a:off x="422175" y="1472517"/>
            <a:ext cx="5508444" cy="2378681"/>
          </a:xfrm>
          <a:prstGeom prst="rect">
            <a:avLst/>
          </a:prstGeom>
          <a:noFill/>
          <a:ln w="88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  <a:effectLst>
            <a:outerShdw blurRad="53039" dist="17680" dir="5400000" algn="bl" rotWithShape="0">
              <a:srgbClr val="000000">
                <a:alpha val="49800"/>
              </a:srgbClr>
            </a:outerShdw>
          </a:effectLst>
        </p:spPr>
      </p:pic>
      <p:sp>
        <p:nvSpPr>
          <p:cNvPr id="752" name="Google Shape;752;g3a7c27a084b_1_94"/>
          <p:cNvSpPr/>
          <p:nvPr/>
        </p:nvSpPr>
        <p:spPr>
          <a:xfrm>
            <a:off x="4490222" y="3932310"/>
            <a:ext cx="1437900" cy="463200"/>
          </a:xfrm>
          <a:prstGeom prst="wedgeRectCallout">
            <a:avLst>
              <a:gd name="adj1" fmla="val 20703"/>
              <a:gd name="adj2" fmla="val -65800"/>
            </a:avLst>
          </a:prstGeom>
          <a:solidFill>
            <a:srgbClr val="FDEBD9"/>
          </a:solidFill>
          <a:ln w="88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4850" tIns="84850" rIns="84850" bIns="84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Chaque activité a </a:t>
            </a:r>
            <a:r>
              <a:rPr lang="fr-FR" sz="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lang="fr-FR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responsable désigné</a:t>
            </a:r>
            <a:endParaRPr sz="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g3a7c27a084b_1_94"/>
          <p:cNvSpPr/>
          <p:nvPr/>
        </p:nvSpPr>
        <p:spPr>
          <a:xfrm flipH="1">
            <a:off x="466475" y="3788420"/>
            <a:ext cx="1577700" cy="1083600"/>
          </a:xfrm>
          <a:prstGeom prst="wedgeRectCallout">
            <a:avLst>
              <a:gd name="adj1" fmla="val 22734"/>
              <a:gd name="adj2" fmla="val -71387"/>
            </a:avLst>
          </a:prstGeom>
          <a:solidFill>
            <a:srgbClr val="FDEBD9"/>
          </a:solidFill>
          <a:ln w="88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4850" tIns="84850" rIns="84850" bIns="84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124 sous-activités organisées par domaines thématiques clés</a:t>
            </a:r>
            <a:r>
              <a:rPr lang="fr-FR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notamment les formations, l'identification, la prestation de services, le suivi et l'évaluation, le décaissement des fonds, etc.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g3a7c27a084b_1_94"/>
          <p:cNvSpPr txBox="1"/>
          <p:nvPr/>
        </p:nvSpPr>
        <p:spPr>
          <a:xfrm>
            <a:off x="6035242" y="1100850"/>
            <a:ext cx="25542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850" tIns="84850" rIns="84850" bIns="8485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0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Tableau de bord de suivi des activités</a:t>
            </a:r>
            <a:endParaRPr sz="1000" b="1" i="0" u="none" strike="noStrike" cap="non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5" name="Google Shape;755;g3a7c27a084b_1_94"/>
          <p:cNvCxnSpPr/>
          <p:nvPr/>
        </p:nvCxnSpPr>
        <p:spPr>
          <a:xfrm>
            <a:off x="5995457" y="1147655"/>
            <a:ext cx="3300" cy="3028200"/>
          </a:xfrm>
          <a:prstGeom prst="straightConnector1">
            <a:avLst/>
          </a:prstGeom>
          <a:noFill/>
          <a:ln w="88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56" name="Google Shape;756;g3a7c27a084b_1_94"/>
          <p:cNvSpPr/>
          <p:nvPr/>
        </p:nvSpPr>
        <p:spPr>
          <a:xfrm>
            <a:off x="2301558" y="3896858"/>
            <a:ext cx="1854900" cy="463200"/>
          </a:xfrm>
          <a:prstGeom prst="wedgeRectCallout">
            <a:avLst>
              <a:gd name="adj1" fmla="val -41982"/>
              <a:gd name="adj2" fmla="val -86059"/>
            </a:avLst>
          </a:prstGeom>
          <a:solidFill>
            <a:srgbClr val="FDEBD9"/>
          </a:solidFill>
          <a:ln w="88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4850" tIns="84850" rIns="84850" bIns="84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L'état d'avancement est examiné deux fois par semaine avec les équipes provinciales du PEV </a:t>
            </a:r>
            <a:r>
              <a:rPr lang="fr-FR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(MCA et MCZ) et les partenaires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7" name="Google Shape;757;g3a7c27a084b_1_94"/>
          <p:cNvPicPr preferRelativeResize="0"/>
          <p:nvPr/>
        </p:nvPicPr>
        <p:blipFill rotWithShape="1">
          <a:blip r:embed="rId4">
            <a:alphaModFix/>
          </a:blip>
          <a:srcRect b="3353"/>
          <a:stretch/>
        </p:blipFill>
        <p:spPr>
          <a:xfrm>
            <a:off x="6210948" y="1469571"/>
            <a:ext cx="2041377" cy="1212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a7c27a084b_1_109"/>
          <p:cNvSpPr txBox="1"/>
          <p:nvPr/>
        </p:nvSpPr>
        <p:spPr>
          <a:xfrm>
            <a:off x="343950" y="238463"/>
            <a:ext cx="8571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 b="1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Coordination | </a:t>
            </a: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L'équipe s'appuie sur des data packs dédiés, des tableaux de bord et des routines (reunions) pour prendre des décisions et améliorer les performances</a:t>
            </a: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3" name="Google Shape;763;g3a7c27a084b_1_109"/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145ABD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4" name="Google Shape;764;g3a7c27a084b_1_109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5" name="Google Shape;765;g3a7c27a084b_1_109" title="Screenshot 2025-09-01 at 12.36.3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7939" y="1970796"/>
            <a:ext cx="2734051" cy="1440557"/>
          </a:xfrm>
          <a:prstGeom prst="rect">
            <a:avLst/>
          </a:prstGeom>
          <a:noFill/>
          <a:ln w="92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66" name="Google Shape;766;g3a7c27a084b_1_109"/>
          <p:cNvPicPr preferRelativeResize="0"/>
          <p:nvPr/>
        </p:nvPicPr>
        <p:blipFill rotWithShape="1">
          <a:blip r:embed="rId4">
            <a:alphaModFix/>
          </a:blip>
          <a:srcRect b="3744"/>
          <a:stretch/>
        </p:blipFill>
        <p:spPr>
          <a:xfrm>
            <a:off x="3221074" y="1970802"/>
            <a:ext cx="2734054" cy="1440555"/>
          </a:xfrm>
          <a:prstGeom prst="rect">
            <a:avLst/>
          </a:prstGeom>
          <a:noFill/>
          <a:ln w="92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67" name="Google Shape;767;g3a7c27a084b_1_109"/>
          <p:cNvSpPr txBox="1"/>
          <p:nvPr/>
        </p:nvSpPr>
        <p:spPr>
          <a:xfrm>
            <a:off x="6066071" y="1283608"/>
            <a:ext cx="2733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375" tIns="88275" rIns="17375" bIns="8827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-FR" sz="10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Examens hebdomadaires lors des réunions provinciales de RI et au niveau central</a:t>
            </a:r>
            <a:endParaRPr sz="1000" b="0" i="0" u="none" strike="noStrike" cap="non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g3a7c27a084b_1_109"/>
          <p:cNvSpPr txBox="1"/>
          <p:nvPr/>
        </p:nvSpPr>
        <p:spPr>
          <a:xfrm>
            <a:off x="3232346" y="1274793"/>
            <a:ext cx="2733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375" tIns="88275" rIns="17375" bIns="8827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-FR" sz="10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Tableaux de bord de suivi pour les principaux acteurs gouvernementaux et partenaires de mise en œuvre</a:t>
            </a:r>
            <a:endParaRPr sz="1000" b="1" i="0" u="none" strike="noStrike" cap="non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g3a7c27a084b_1_109"/>
          <p:cNvSpPr txBox="1"/>
          <p:nvPr/>
        </p:nvSpPr>
        <p:spPr>
          <a:xfrm>
            <a:off x="3232348" y="3527883"/>
            <a:ext cx="2733900" cy="1022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88275" tIns="88275" rIns="88275" bIns="8827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Suivi de l'identification, de la couverture communautaire, des performances HA, de la couverture vaccinale, ainsi que des données de surveillance et des cas de refus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g3a7c27a084b_1_109"/>
          <p:cNvSpPr txBox="1"/>
          <p:nvPr/>
        </p:nvSpPr>
        <p:spPr>
          <a:xfrm>
            <a:off x="6047945" y="3537828"/>
            <a:ext cx="2733900" cy="1022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88275" tIns="88275" rIns="88275" bIns="8827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État d'avancement des </a:t>
            </a:r>
            <a:r>
              <a:rPr lang="fr-FR" sz="1000"/>
              <a:t>IPVS</a:t>
            </a:r>
            <a:r>
              <a:rPr lang="fr-F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en mettant l'accent sur des thèmes clés tels que l'identification, la logistique, la situation financière et l'examen global des performances.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g3a7c27a084b_1_109"/>
          <p:cNvSpPr txBox="1"/>
          <p:nvPr/>
        </p:nvSpPr>
        <p:spPr>
          <a:xfrm>
            <a:off x="343951" y="1273761"/>
            <a:ext cx="2733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275" tIns="88275" rIns="88275" bIns="8827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-FR" sz="10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Ensemble de données comprenant la couverture communautaire et les données de vaccination</a:t>
            </a:r>
            <a:endParaRPr sz="1000" b="1" i="0" u="none" strike="noStrike" cap="non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g3a7c27a084b_1_109"/>
          <p:cNvSpPr txBox="1"/>
          <p:nvPr/>
        </p:nvSpPr>
        <p:spPr>
          <a:xfrm>
            <a:off x="343950" y="3526724"/>
            <a:ext cx="2733900" cy="1022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88275" tIns="88275" rIns="88275" bIns="8827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Partage de la liste des communautés avec leur niveau de priorité à inclure dans l'examen de la planification des zones de santé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3" name="Google Shape;773;g3a7c27a084b_1_109" title="Screenshot 2025-09-01 at 14.41.42.png"/>
          <p:cNvPicPr preferRelativeResize="0"/>
          <p:nvPr/>
        </p:nvPicPr>
        <p:blipFill rotWithShape="1">
          <a:blip r:embed="rId5">
            <a:alphaModFix/>
          </a:blip>
          <a:srcRect r="2723" b="6059"/>
          <a:stretch/>
        </p:blipFill>
        <p:spPr>
          <a:xfrm>
            <a:off x="367609" y="1970796"/>
            <a:ext cx="2710399" cy="1440555"/>
          </a:xfrm>
          <a:prstGeom prst="rect">
            <a:avLst/>
          </a:prstGeom>
          <a:noFill/>
          <a:ln w="92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74" name="Google Shape;774;g3a7c27a084b_1_109" title="Screenshot 2025-09-01 at 14.50.51.png"/>
          <p:cNvPicPr preferRelativeResize="0"/>
          <p:nvPr/>
        </p:nvPicPr>
        <p:blipFill rotWithShape="1">
          <a:blip r:embed="rId6">
            <a:alphaModFix/>
          </a:blip>
          <a:srcRect b="14266"/>
          <a:stretch/>
        </p:blipFill>
        <p:spPr>
          <a:xfrm>
            <a:off x="3221074" y="1970796"/>
            <a:ext cx="2734056" cy="1440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5417</Words>
  <Application>Microsoft Office PowerPoint</Application>
  <PresentationFormat>Affichage à l'écran (16:9)</PresentationFormat>
  <Paragraphs>1536</Paragraphs>
  <Slides>36</Slides>
  <Notes>36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36</vt:i4>
      </vt:variant>
    </vt:vector>
  </HeadingPairs>
  <TitlesOfParts>
    <vt:vector size="48" baseType="lpstr">
      <vt:lpstr>Arial</vt:lpstr>
      <vt:lpstr>Roboto Condensed</vt:lpstr>
      <vt:lpstr>Calibri</vt:lpstr>
      <vt:lpstr>Arial Narrow</vt:lpstr>
      <vt:lpstr>Poppins</vt:lpstr>
      <vt:lpstr>Overlock</vt:lpstr>
      <vt:lpstr>Times New Roman</vt:lpstr>
      <vt:lpstr>Wingdings</vt:lpstr>
      <vt:lpstr>Source Serif Pro</vt:lpstr>
      <vt:lpstr>Noto Sans Symbols</vt:lpstr>
      <vt:lpstr>Simple Light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Cartographie des provinces retenues dans la MEO</vt:lpstr>
      <vt:lpstr>Présentation PowerPoint</vt:lpstr>
      <vt:lpstr>Présentation PowerPoint</vt:lpstr>
      <vt:lpstr>Six étapes clés dans le processus du projet BCU </vt:lpstr>
      <vt:lpstr>Présentation PowerPoint</vt:lpstr>
      <vt:lpstr>Mise en Oeuvre du plan de grand rattrapage des enfants ZD et ESV dans les provinces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Analyse Forces Faiblesse Opportunité Menace (FFOM)</vt:lpstr>
      <vt:lpstr>Analyse Forces Faiblesse Opportunité Menace (FFOM)</vt:lpstr>
      <vt:lpstr>Présentation PowerPoint</vt:lpstr>
      <vt:lpstr>Présentation PowerPoint</vt:lpstr>
      <vt:lpstr>Présentation PowerPoint</vt:lpstr>
      <vt:lpstr>Présentation PowerPoint</vt:lpstr>
      <vt:lpstr>Leçons tirées et Meilleures pratiques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Dr PYTSHU</dc:creator>
  <cp:lastModifiedBy>Jean Charles Kantu</cp:lastModifiedBy>
  <cp:revision>21</cp:revision>
  <dcterms:created xsi:type="dcterms:W3CDTF">2025-12-04T12:56:54Z</dcterms:created>
  <dcterms:modified xsi:type="dcterms:W3CDTF">2025-12-15T07:19:55Z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26C92A69BEE4489799747BB4B7D9776C_12</vt:lpwstr>
  </property>
  <property fmtid="{D5CDD505-2E9C-101B-9397-08002B2CF9AE}" pid="3" name="KSOProductBuildVer">
    <vt:lpwstr>1033-12.2.0.23155</vt:lpwstr>
  </property>
</Properties>
</file>