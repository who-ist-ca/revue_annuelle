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320" r:id="rId4"/>
    <p:sldId id="327" r:id="rId5"/>
    <p:sldId id="326" r:id="rId6"/>
    <p:sldId id="324" r:id="rId7"/>
    <p:sldId id="325" r:id="rId8"/>
    <p:sldId id="319" r:id="rId9"/>
    <p:sldId id="295" r:id="rId10"/>
  </p:sldIdLst>
  <p:sldSz cx="9144000" cy="5143500" type="screen16x9"/>
  <p:notesSz cx="6858000" cy="9144000"/>
  <p:embeddedFontLst>
    <p:embeddedFont>
      <p:font typeface="Gill Sans MT" panose="020B0502020104020203" pitchFamily="34" charset="0"/>
      <p:regular r:id="rId12"/>
      <p:bold r:id="rId13"/>
      <p:italic r:id="rId14"/>
      <p:boldItalic r:id="rId15"/>
    </p:embeddedFont>
    <p:embeddedFont>
      <p:font typeface="Source Serif Pro" panose="020406030504050202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EBE"/>
    <a:srgbClr val="B7091A"/>
    <a:srgbClr val="BA9306"/>
    <a:srgbClr val="6F5751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246E54-DA8F-4C1B-8568-53E4B6F47C6A}">
  <a:tblStyle styleId="{B0246E54-DA8F-4C1B-8568-53E4B6F47C6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DEE196-CB30-4595-ABE0-B2A6634E651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E775CE-E910-4ADA-BFE0-2E2701524B2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29D8F4A-62D1-474E-ACCB-3684799FCF01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05" autoAdjust="0"/>
  </p:normalViewPr>
  <p:slideViewPr>
    <p:cSldViewPr snapToGrid="0">
      <p:cViewPr varScale="1">
        <p:scale>
          <a:sx n="104" d="100"/>
          <a:sy n="104" d="100"/>
        </p:scale>
        <p:origin x="603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Serge NGAIMA" userId="620c9983-a432-4652-b798-2b3a05979cc3" providerId="ADAL" clId="{C3530BAC-BB89-4B5A-9EE4-CDC95DA30067}"/>
    <pc:docChg chg="undo custSel addSld delSld modSld sldOrd delMainMaster">
      <pc:chgData name="Jean Serge NGAIMA" userId="620c9983-a432-4652-b798-2b3a05979cc3" providerId="ADAL" clId="{C3530BAC-BB89-4B5A-9EE4-CDC95DA30067}" dt="2025-12-15T08:57:40.974" v="5437" actId="20577"/>
      <pc:docMkLst>
        <pc:docMk/>
      </pc:docMkLst>
      <pc:sldChg chg="addSp delSp modSp mod">
        <pc:chgData name="Jean Serge NGAIMA" userId="620c9983-a432-4652-b798-2b3a05979cc3" providerId="ADAL" clId="{C3530BAC-BB89-4B5A-9EE4-CDC95DA30067}" dt="2025-12-15T08:57:40.974" v="5437" actId="20577"/>
        <pc:sldMkLst>
          <pc:docMk/>
          <pc:sldMk cId="0" sldId="256"/>
        </pc:sldMkLst>
        <pc:spChg chg="mod">
          <ac:chgData name="Jean Serge NGAIMA" userId="620c9983-a432-4652-b798-2b3a05979cc3" providerId="ADAL" clId="{C3530BAC-BB89-4B5A-9EE4-CDC95DA30067}" dt="2025-12-13T06:55:49.140" v="2686" actId="207"/>
          <ac:spMkLst>
            <pc:docMk/>
            <pc:sldMk cId="0" sldId="256"/>
            <ac:spMk id="59" creationId="{00000000-0000-0000-0000-000000000000}"/>
          </ac:spMkLst>
        </pc:spChg>
        <pc:spChg chg="add del mod">
          <ac:chgData name="Jean Serge NGAIMA" userId="620c9983-a432-4652-b798-2b3a05979cc3" providerId="ADAL" clId="{C3530BAC-BB89-4B5A-9EE4-CDC95DA30067}" dt="2025-12-12T16:31:07.381" v="551" actId="107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Jean Serge NGAIMA" userId="620c9983-a432-4652-b798-2b3a05979cc3" providerId="ADAL" clId="{C3530BAC-BB89-4B5A-9EE4-CDC95DA30067}" dt="2025-12-15T08:57:40.974" v="5437" actId="20577"/>
          <ac:spMkLst>
            <pc:docMk/>
            <pc:sldMk cId="0" sldId="256"/>
            <ac:spMk id="62" creationId="{00000000-0000-0000-0000-000000000000}"/>
          </ac:spMkLst>
        </pc:spChg>
        <pc:grpChg chg="mod">
          <ac:chgData name="Jean Serge NGAIMA" userId="620c9983-a432-4652-b798-2b3a05979cc3" providerId="ADAL" clId="{C3530BAC-BB89-4B5A-9EE4-CDC95DA30067}" dt="2025-12-13T08:03:50.579" v="4836" actId="14100"/>
          <ac:grpSpMkLst>
            <pc:docMk/>
            <pc:sldMk cId="0" sldId="256"/>
            <ac:grpSpMk id="63" creationId="{00000000-0000-0000-0000-000000000000}"/>
          </ac:grpSpMkLst>
        </pc:grpChg>
        <pc:picChg chg="mod">
          <ac:chgData name="Jean Serge NGAIMA" userId="620c9983-a432-4652-b798-2b3a05979cc3" providerId="ADAL" clId="{C3530BAC-BB89-4B5A-9EE4-CDC95DA30067}" dt="2025-12-12T16:31:13.962" v="554" actId="1076"/>
          <ac:picMkLst>
            <pc:docMk/>
            <pc:sldMk cId="0" sldId="256"/>
            <ac:picMk id="2" creationId="{8EBB15B5-2F60-BD27-2164-27376D78D810}"/>
          </ac:picMkLst>
        </pc:picChg>
        <pc:picChg chg="mod">
          <ac:chgData name="Jean Serge NGAIMA" userId="620c9983-a432-4652-b798-2b3a05979cc3" providerId="ADAL" clId="{C3530BAC-BB89-4B5A-9EE4-CDC95DA30067}" dt="2025-12-12T16:31:15.143" v="555" actId="1076"/>
          <ac:picMkLst>
            <pc:docMk/>
            <pc:sldMk cId="0" sldId="256"/>
            <ac:picMk id="3" creationId="{00000000-0008-0000-0000-000003000000}"/>
          </ac:picMkLst>
        </pc:picChg>
        <pc:picChg chg="mod">
          <ac:chgData name="Jean Serge NGAIMA" userId="620c9983-a432-4652-b798-2b3a05979cc3" providerId="ADAL" clId="{C3530BAC-BB89-4B5A-9EE4-CDC95DA30067}" dt="2025-12-12T16:30:42.950" v="541" actId="1076"/>
          <ac:picMkLst>
            <pc:docMk/>
            <pc:sldMk cId="0" sldId="256"/>
            <ac:picMk id="5" creationId="{181A9A22-0760-CDC0-8423-F38ED2671966}"/>
          </ac:picMkLst>
        </pc:picChg>
        <pc:picChg chg="mod">
          <ac:chgData name="Jean Serge NGAIMA" userId="620c9983-a432-4652-b798-2b3a05979cc3" providerId="ADAL" clId="{C3530BAC-BB89-4B5A-9EE4-CDC95DA30067}" dt="2025-12-13T08:03:53.239" v="4837" actId="14100"/>
          <ac:picMkLst>
            <pc:docMk/>
            <pc:sldMk cId="0" sldId="256"/>
            <ac:picMk id="6" creationId="{C6E8C8A9-9CC7-50F5-093A-377006F46790}"/>
          </ac:picMkLst>
        </pc:picChg>
        <pc:picChg chg="add mod">
          <ac:chgData name="Jean Serge NGAIMA" userId="620c9983-a432-4652-b798-2b3a05979cc3" providerId="ADAL" clId="{C3530BAC-BB89-4B5A-9EE4-CDC95DA30067}" dt="2025-12-12T16:31:05.241" v="550" actId="14100"/>
          <ac:picMkLst>
            <pc:docMk/>
            <pc:sldMk cId="0" sldId="256"/>
            <ac:picMk id="2050" creationId="{85A6790F-29B3-02C4-D763-D0DCEB4F2B4E}"/>
          </ac:picMkLst>
        </pc:picChg>
      </pc:sldChg>
      <pc:sldChg chg="addSp modSp mod">
        <pc:chgData name="Jean Serge NGAIMA" userId="620c9983-a432-4652-b798-2b3a05979cc3" providerId="ADAL" clId="{C3530BAC-BB89-4B5A-9EE4-CDC95DA30067}" dt="2025-12-13T08:03:40.874" v="4835" actId="14100"/>
        <pc:sldMkLst>
          <pc:docMk/>
          <pc:sldMk cId="0" sldId="257"/>
        </pc:sldMkLst>
        <pc:spChg chg="add mod">
          <ac:chgData name="Jean Serge NGAIMA" userId="620c9983-a432-4652-b798-2b3a05979cc3" providerId="ADAL" clId="{C3530BAC-BB89-4B5A-9EE4-CDC95DA30067}" dt="2025-12-13T08:03:40.874" v="4835" actId="14100"/>
          <ac:spMkLst>
            <pc:docMk/>
            <pc:sldMk cId="0" sldId="257"/>
            <ac:spMk id="4" creationId="{9428C553-F988-842A-4A8E-CDD673A91C75}"/>
          </ac:spMkLst>
        </pc:spChg>
        <pc:spChg chg="mod">
          <ac:chgData name="Jean Serge NGAIMA" userId="620c9983-a432-4652-b798-2b3a05979cc3" providerId="ADAL" clId="{C3530BAC-BB89-4B5A-9EE4-CDC95DA30067}" dt="2025-12-13T06:55:33.597" v="2685" actId="403"/>
          <ac:spMkLst>
            <pc:docMk/>
            <pc:sldMk cId="0" sldId="257"/>
            <ac:spMk id="134" creationId="{00000000-0000-0000-0000-000000000000}"/>
          </ac:spMkLst>
        </pc:spChg>
      </pc:sldChg>
      <pc:sldChg chg="delSp modSp mod ord">
        <pc:chgData name="Jean Serge NGAIMA" userId="620c9983-a432-4652-b798-2b3a05979cc3" providerId="ADAL" clId="{C3530BAC-BB89-4B5A-9EE4-CDC95DA30067}" dt="2025-12-13T08:03:28.826" v="4832" actId="1076"/>
        <pc:sldMkLst>
          <pc:docMk/>
          <pc:sldMk cId="0" sldId="295"/>
        </pc:sldMkLst>
        <pc:spChg chg="mod">
          <ac:chgData name="Jean Serge NGAIMA" userId="620c9983-a432-4652-b798-2b3a05979cc3" providerId="ADAL" clId="{C3530BAC-BB89-4B5A-9EE4-CDC95DA30067}" dt="2025-12-13T08:03:26.216" v="4831" actId="1076"/>
          <ac:spMkLst>
            <pc:docMk/>
            <pc:sldMk cId="0" sldId="295"/>
            <ac:spMk id="963" creationId="{00000000-0000-0000-0000-000000000000}"/>
          </ac:spMkLst>
        </pc:spChg>
        <pc:spChg chg="mod">
          <ac:chgData name="Jean Serge NGAIMA" userId="620c9983-a432-4652-b798-2b3a05979cc3" providerId="ADAL" clId="{C3530BAC-BB89-4B5A-9EE4-CDC95DA30067}" dt="2025-12-13T08:03:28.826" v="4832" actId="1076"/>
          <ac:spMkLst>
            <pc:docMk/>
            <pc:sldMk cId="0" sldId="295"/>
            <ac:spMk id="964" creationId="{00000000-0000-0000-0000-000000000000}"/>
          </ac:spMkLst>
        </pc:spChg>
        <pc:spChg chg="mod">
          <ac:chgData name="Jean Serge NGAIMA" userId="620c9983-a432-4652-b798-2b3a05979cc3" providerId="ADAL" clId="{C3530BAC-BB89-4B5A-9EE4-CDC95DA30067}" dt="2025-12-13T08:03:21.860" v="4829" actId="1076"/>
          <ac:spMkLst>
            <pc:docMk/>
            <pc:sldMk cId="0" sldId="295"/>
            <ac:spMk id="965" creationId="{00000000-0000-0000-0000-000000000000}"/>
          </ac:spMkLst>
        </pc:spChg>
        <pc:grpChg chg="mod">
          <ac:chgData name="Jean Serge NGAIMA" userId="620c9983-a432-4652-b798-2b3a05979cc3" providerId="ADAL" clId="{C3530BAC-BB89-4B5A-9EE4-CDC95DA30067}" dt="2025-12-13T08:03:23.635" v="4830" actId="1076"/>
          <ac:grpSpMkLst>
            <pc:docMk/>
            <pc:sldMk cId="0" sldId="295"/>
            <ac:grpSpMk id="5" creationId="{574658E8-8999-F6A1-B423-752C36B92E14}"/>
          </ac:grpSpMkLst>
        </pc:grpChg>
      </pc:sldChg>
      <pc:sldChg chg="modSp mod ord">
        <pc:chgData name="Jean Serge NGAIMA" userId="620c9983-a432-4652-b798-2b3a05979cc3" providerId="ADAL" clId="{C3530BAC-BB89-4B5A-9EE4-CDC95DA30067}" dt="2025-12-15T08:57:31.962" v="5434" actId="20577"/>
        <pc:sldMkLst>
          <pc:docMk/>
          <pc:sldMk cId="2408607954" sldId="319"/>
        </pc:sldMkLst>
        <pc:spChg chg="mod">
          <ac:chgData name="Jean Serge NGAIMA" userId="620c9983-a432-4652-b798-2b3a05979cc3" providerId="ADAL" clId="{C3530BAC-BB89-4B5A-9EE4-CDC95DA30067}" dt="2025-12-15T08:57:31.962" v="5434" actId="20577"/>
          <ac:spMkLst>
            <pc:docMk/>
            <pc:sldMk cId="2408607954" sldId="319"/>
            <ac:spMk id="815" creationId="{59659ED0-67A9-A607-5EE6-9ED9EEF43FBD}"/>
          </ac:spMkLst>
        </pc:spChg>
        <pc:graphicFrameChg chg="mod modGraphic">
          <ac:chgData name="Jean Serge NGAIMA" userId="620c9983-a432-4652-b798-2b3a05979cc3" providerId="ADAL" clId="{C3530BAC-BB89-4B5A-9EE4-CDC95DA30067}" dt="2025-12-15T07:52:46.128" v="5426" actId="20577"/>
          <ac:graphicFrameMkLst>
            <pc:docMk/>
            <pc:sldMk cId="2408607954" sldId="319"/>
            <ac:graphicFrameMk id="2" creationId="{7093EBB5-7723-1577-E552-F6EF96BD2E8D}"/>
          </ac:graphicFrameMkLst>
        </pc:graphicFrameChg>
      </pc:sldChg>
      <pc:sldChg chg="addSp delSp modSp add mod">
        <pc:chgData name="Jean Serge NGAIMA" userId="620c9983-a432-4652-b798-2b3a05979cc3" providerId="ADAL" clId="{C3530BAC-BB89-4B5A-9EE4-CDC95DA30067}" dt="2025-12-13T08:00:33.701" v="4806" actId="14100"/>
        <pc:sldMkLst>
          <pc:docMk/>
          <pc:sldMk cId="1030125065" sldId="320"/>
        </pc:sldMkLst>
        <pc:spChg chg="mod">
          <ac:chgData name="Jean Serge NGAIMA" userId="620c9983-a432-4652-b798-2b3a05979cc3" providerId="ADAL" clId="{C3530BAC-BB89-4B5A-9EE4-CDC95DA30067}" dt="2025-12-13T08:00:31.334" v="4805" actId="1076"/>
          <ac:spMkLst>
            <pc:docMk/>
            <pc:sldMk cId="1030125065" sldId="320"/>
            <ac:spMk id="836" creationId="{F54671A1-3091-DA6C-A2B8-FF966BF0E9E5}"/>
          </ac:spMkLst>
        </pc:spChg>
        <pc:picChg chg="add mod">
          <ac:chgData name="Jean Serge NGAIMA" userId="620c9983-a432-4652-b798-2b3a05979cc3" providerId="ADAL" clId="{C3530BAC-BB89-4B5A-9EE4-CDC95DA30067}" dt="2025-12-13T08:00:33.701" v="4806" actId="14100"/>
          <ac:picMkLst>
            <pc:docMk/>
            <pc:sldMk cId="1030125065" sldId="320"/>
            <ac:picMk id="9" creationId="{14133B92-819D-48F8-6846-441F4E08A689}"/>
          </ac:picMkLst>
        </pc:picChg>
      </pc:sldChg>
      <pc:sldChg chg="addSp delSp modSp add del mod ord modAnim">
        <pc:chgData name="Jean Serge NGAIMA" userId="620c9983-a432-4652-b798-2b3a05979cc3" providerId="ADAL" clId="{C3530BAC-BB89-4B5A-9EE4-CDC95DA30067}" dt="2025-12-15T08:57:22.755" v="5430" actId="20577"/>
        <pc:sldMkLst>
          <pc:docMk/>
          <pc:sldMk cId="3337677234" sldId="324"/>
        </pc:sldMkLst>
        <pc:spChg chg="mod">
          <ac:chgData name="Jean Serge NGAIMA" userId="620c9983-a432-4652-b798-2b3a05979cc3" providerId="ADAL" clId="{C3530BAC-BB89-4B5A-9EE4-CDC95DA30067}" dt="2025-12-13T07:59:31.374" v="4800" actId="14100"/>
          <ac:spMkLst>
            <pc:docMk/>
            <pc:sldMk cId="3337677234" sldId="324"/>
            <ac:spMk id="3" creationId="{C7260004-D696-5E6D-D344-5C639F179912}"/>
          </ac:spMkLst>
        </pc:spChg>
        <pc:spChg chg="mod">
          <ac:chgData name="Jean Serge NGAIMA" userId="620c9983-a432-4652-b798-2b3a05979cc3" providerId="ADAL" clId="{C3530BAC-BB89-4B5A-9EE4-CDC95DA30067}" dt="2025-12-13T07:59:18.124" v="4799" actId="207"/>
          <ac:spMkLst>
            <pc:docMk/>
            <pc:sldMk cId="3337677234" sldId="324"/>
            <ac:spMk id="5" creationId="{FDBFA1F4-4EA1-D48F-601C-EC7A7362CD4E}"/>
          </ac:spMkLst>
        </pc:spChg>
        <pc:spChg chg="mod">
          <ac:chgData name="Jean Serge NGAIMA" userId="620c9983-a432-4652-b798-2b3a05979cc3" providerId="ADAL" clId="{C3530BAC-BB89-4B5A-9EE4-CDC95DA30067}" dt="2025-12-15T08:57:22.755" v="5430" actId="20577"/>
          <ac:spMkLst>
            <pc:docMk/>
            <pc:sldMk cId="3337677234" sldId="324"/>
            <ac:spMk id="6" creationId="{5EDC9DA7-AC08-E992-6895-D217CEA7BAB7}"/>
          </ac:spMkLst>
        </pc:spChg>
        <pc:spChg chg="mod">
          <ac:chgData name="Jean Serge NGAIMA" userId="620c9983-a432-4652-b798-2b3a05979cc3" providerId="ADAL" clId="{C3530BAC-BB89-4B5A-9EE4-CDC95DA30067}" dt="2025-12-13T07:36:05.644" v="4210" actId="1076"/>
          <ac:spMkLst>
            <pc:docMk/>
            <pc:sldMk cId="3337677234" sldId="324"/>
            <ac:spMk id="12" creationId="{909BD5CE-0C20-4302-F4BA-70F926DEC43D}"/>
          </ac:spMkLst>
        </pc:spChg>
        <pc:spChg chg="mod">
          <ac:chgData name="Jean Serge NGAIMA" userId="620c9983-a432-4652-b798-2b3a05979cc3" providerId="ADAL" clId="{C3530BAC-BB89-4B5A-9EE4-CDC95DA30067}" dt="2025-12-13T07:52:06.857" v="4615" actId="403"/>
          <ac:spMkLst>
            <pc:docMk/>
            <pc:sldMk cId="3337677234" sldId="324"/>
            <ac:spMk id="13" creationId="{B846D073-8270-3291-5A6A-42A3AF72A5FA}"/>
          </ac:spMkLst>
        </pc:spChg>
        <pc:spChg chg="mod">
          <ac:chgData name="Jean Serge NGAIMA" userId="620c9983-a432-4652-b798-2b3a05979cc3" providerId="ADAL" clId="{C3530BAC-BB89-4B5A-9EE4-CDC95DA30067}" dt="2025-12-13T07:36:46.397" v="4221" actId="14100"/>
          <ac:spMkLst>
            <pc:docMk/>
            <pc:sldMk cId="3337677234" sldId="324"/>
            <ac:spMk id="14" creationId="{DBEAEF42-348A-D17E-39F4-ECBB05BA3157}"/>
          </ac:spMkLst>
        </pc:spChg>
        <pc:spChg chg="mod">
          <ac:chgData name="Jean Serge NGAIMA" userId="620c9983-a432-4652-b798-2b3a05979cc3" providerId="ADAL" clId="{C3530BAC-BB89-4B5A-9EE4-CDC95DA30067}" dt="2025-12-13T07:51:45.792" v="4610" actId="1076"/>
          <ac:spMkLst>
            <pc:docMk/>
            <pc:sldMk cId="3337677234" sldId="324"/>
            <ac:spMk id="19" creationId="{85756693-6CD6-9DC4-5CDE-2433F1BEEE2E}"/>
          </ac:spMkLst>
        </pc:spChg>
        <pc:spChg chg="mod">
          <ac:chgData name="Jean Serge NGAIMA" userId="620c9983-a432-4652-b798-2b3a05979cc3" providerId="ADAL" clId="{C3530BAC-BB89-4B5A-9EE4-CDC95DA30067}" dt="2025-12-15T07:27:54.569" v="5186" actId="20577"/>
          <ac:spMkLst>
            <pc:docMk/>
            <pc:sldMk cId="3337677234" sldId="324"/>
            <ac:spMk id="20" creationId="{870718DB-AEAD-6F0F-2791-9CBC4664B552}"/>
          </ac:spMkLst>
        </pc:spChg>
        <pc:spChg chg="add mod">
          <ac:chgData name="Jean Serge NGAIMA" userId="620c9983-a432-4652-b798-2b3a05979cc3" providerId="ADAL" clId="{C3530BAC-BB89-4B5A-9EE4-CDC95DA30067}" dt="2025-12-13T07:53:35.795" v="4626" actId="1076"/>
          <ac:spMkLst>
            <pc:docMk/>
            <pc:sldMk cId="3337677234" sldId="324"/>
            <ac:spMk id="25" creationId="{93C65980-AC27-BF2D-7376-B0275DCC96E3}"/>
          </ac:spMkLst>
        </pc:spChg>
      </pc:sldChg>
      <pc:sldChg chg="addSp delSp modSp add mod">
        <pc:chgData name="Jean Serge NGAIMA" userId="620c9983-a432-4652-b798-2b3a05979cc3" providerId="ADAL" clId="{C3530BAC-BB89-4B5A-9EE4-CDC95DA30067}" dt="2025-12-15T08:57:27.027" v="5432" actId="20577"/>
        <pc:sldMkLst>
          <pc:docMk/>
          <pc:sldMk cId="1812539659" sldId="325"/>
        </pc:sldMkLst>
        <pc:spChg chg="mod">
          <ac:chgData name="Jean Serge NGAIMA" userId="620c9983-a432-4652-b798-2b3a05979cc3" providerId="ADAL" clId="{C3530BAC-BB89-4B5A-9EE4-CDC95DA30067}" dt="2025-12-15T07:48:14.410" v="5234" actId="1076"/>
          <ac:spMkLst>
            <pc:docMk/>
            <pc:sldMk cId="1812539659" sldId="325"/>
            <ac:spMk id="2" creationId="{43F75744-C425-2D93-1479-8ECDA6FC5F98}"/>
          </ac:spMkLst>
        </pc:spChg>
        <pc:spChg chg="mod">
          <ac:chgData name="Jean Serge NGAIMA" userId="620c9983-a432-4652-b798-2b3a05979cc3" providerId="ADAL" clId="{C3530BAC-BB89-4B5A-9EE4-CDC95DA30067}" dt="2025-12-15T07:48:05.537" v="5231" actId="1076"/>
          <ac:spMkLst>
            <pc:docMk/>
            <pc:sldMk cId="1812539659" sldId="325"/>
            <ac:spMk id="4" creationId="{F67EDD40-367E-7431-A2A3-482922F5326B}"/>
          </ac:spMkLst>
        </pc:spChg>
        <pc:spChg chg="mod">
          <ac:chgData name="Jean Serge NGAIMA" userId="620c9983-a432-4652-b798-2b3a05979cc3" providerId="ADAL" clId="{C3530BAC-BB89-4B5A-9EE4-CDC95DA30067}" dt="2025-12-15T08:57:27.027" v="5432" actId="20577"/>
          <ac:spMkLst>
            <pc:docMk/>
            <pc:sldMk cId="1812539659" sldId="325"/>
            <ac:spMk id="6" creationId="{8339917D-4EC4-B647-F031-E67C67DF2318}"/>
          </ac:spMkLst>
        </pc:spChg>
        <pc:spChg chg="add mod">
          <ac:chgData name="Jean Serge NGAIMA" userId="620c9983-a432-4652-b798-2b3a05979cc3" providerId="ADAL" clId="{C3530BAC-BB89-4B5A-9EE4-CDC95DA30067}" dt="2025-12-15T07:48:17.705" v="5235" actId="1076"/>
          <ac:spMkLst>
            <pc:docMk/>
            <pc:sldMk cId="1812539659" sldId="325"/>
            <ac:spMk id="8" creationId="{DE74D7AE-FC28-AB3C-82F7-BAF248A299EF}"/>
          </ac:spMkLst>
        </pc:spChg>
        <pc:spChg chg="mod">
          <ac:chgData name="Jean Serge NGAIMA" userId="620c9983-a432-4652-b798-2b3a05979cc3" providerId="ADAL" clId="{C3530BAC-BB89-4B5A-9EE4-CDC95DA30067}" dt="2025-12-15T07:47:45.777" v="5226" actId="1076"/>
          <ac:spMkLst>
            <pc:docMk/>
            <pc:sldMk cId="1812539659" sldId="325"/>
            <ac:spMk id="9" creationId="{4E497BC0-6FDB-9B9E-2831-6BE911B1BED4}"/>
          </ac:spMkLst>
        </pc:spChg>
        <pc:spChg chg="mod">
          <ac:chgData name="Jean Serge NGAIMA" userId="620c9983-a432-4652-b798-2b3a05979cc3" providerId="ADAL" clId="{C3530BAC-BB89-4B5A-9EE4-CDC95DA30067}" dt="2025-12-15T07:29:20.095" v="5195" actId="1076"/>
          <ac:spMkLst>
            <pc:docMk/>
            <pc:sldMk cId="1812539659" sldId="325"/>
            <ac:spMk id="10" creationId="{9E50949A-29E5-8004-766E-48C257A961D9}"/>
          </ac:spMkLst>
        </pc:spChg>
        <pc:spChg chg="mod">
          <ac:chgData name="Jean Serge NGAIMA" userId="620c9983-a432-4652-b798-2b3a05979cc3" providerId="ADAL" clId="{C3530BAC-BB89-4B5A-9EE4-CDC95DA30067}" dt="2025-12-15T07:47:52.901" v="5228" actId="14100"/>
          <ac:spMkLst>
            <pc:docMk/>
            <pc:sldMk cId="1812539659" sldId="325"/>
            <ac:spMk id="11" creationId="{FC8F54DE-A882-6EA3-0946-441C9A4AFB92}"/>
          </ac:spMkLst>
        </pc:spChg>
        <pc:spChg chg="mod">
          <ac:chgData name="Jean Serge NGAIMA" userId="620c9983-a432-4652-b798-2b3a05979cc3" providerId="ADAL" clId="{C3530BAC-BB89-4B5A-9EE4-CDC95DA30067}" dt="2025-12-15T07:48:08.001" v="5232" actId="1076"/>
          <ac:spMkLst>
            <pc:docMk/>
            <pc:sldMk cId="1812539659" sldId="325"/>
            <ac:spMk id="15" creationId="{04924A2B-D932-294C-F2C1-CC18204BCC4C}"/>
          </ac:spMkLst>
        </pc:spChg>
        <pc:spChg chg="mod">
          <ac:chgData name="Jean Serge NGAIMA" userId="620c9983-a432-4652-b798-2b3a05979cc3" providerId="ADAL" clId="{C3530BAC-BB89-4B5A-9EE4-CDC95DA30067}" dt="2025-12-15T07:47:58.402" v="5229" actId="1076"/>
          <ac:spMkLst>
            <pc:docMk/>
            <pc:sldMk cId="1812539659" sldId="325"/>
            <ac:spMk id="16" creationId="{349F3C6E-5AEE-54D7-15B9-3111AC733157}"/>
          </ac:spMkLst>
        </pc:spChg>
        <pc:spChg chg="mod">
          <ac:chgData name="Jean Serge NGAIMA" userId="620c9983-a432-4652-b798-2b3a05979cc3" providerId="ADAL" clId="{C3530BAC-BB89-4B5A-9EE4-CDC95DA30067}" dt="2025-12-15T07:48:11.496" v="5233" actId="1076"/>
          <ac:spMkLst>
            <pc:docMk/>
            <pc:sldMk cId="1812539659" sldId="325"/>
            <ac:spMk id="17" creationId="{55B655E5-DD08-E498-FD7F-D36CAB48A799}"/>
          </ac:spMkLst>
        </pc:spChg>
      </pc:sldChg>
      <pc:sldChg chg="addSp delSp modSp add mod ord modAnim">
        <pc:chgData name="Jean Serge NGAIMA" userId="620c9983-a432-4652-b798-2b3a05979cc3" providerId="ADAL" clId="{C3530BAC-BB89-4B5A-9EE4-CDC95DA30067}" dt="2025-12-15T08:57:18.356" v="5428" actId="20577"/>
        <pc:sldMkLst>
          <pc:docMk/>
          <pc:sldMk cId="398043705" sldId="326"/>
        </pc:sldMkLst>
        <pc:spChg chg="mod">
          <ac:chgData name="Jean Serge NGAIMA" userId="620c9983-a432-4652-b798-2b3a05979cc3" providerId="ADAL" clId="{C3530BAC-BB89-4B5A-9EE4-CDC95DA30067}" dt="2025-12-13T07:54:08.817" v="4634" actId="14100"/>
          <ac:spMkLst>
            <pc:docMk/>
            <pc:sldMk cId="398043705" sldId="326"/>
            <ac:spMk id="2" creationId="{035C6A8D-85AE-AEF5-86D6-2ED7BD28BDC1}"/>
          </ac:spMkLst>
        </pc:spChg>
        <pc:spChg chg="mod">
          <ac:chgData name="Jean Serge NGAIMA" userId="620c9983-a432-4652-b798-2b3a05979cc3" providerId="ADAL" clId="{C3530BAC-BB89-4B5A-9EE4-CDC95DA30067}" dt="2025-12-13T08:19:58.856" v="4933" actId="14100"/>
          <ac:spMkLst>
            <pc:docMk/>
            <pc:sldMk cId="398043705" sldId="326"/>
            <ac:spMk id="4" creationId="{318A3317-9861-45A3-D81E-1D2601E2C57A}"/>
          </ac:spMkLst>
        </pc:spChg>
        <pc:spChg chg="mod">
          <ac:chgData name="Jean Serge NGAIMA" userId="620c9983-a432-4652-b798-2b3a05979cc3" providerId="ADAL" clId="{C3530BAC-BB89-4B5A-9EE4-CDC95DA30067}" dt="2025-12-15T08:57:18.356" v="5428" actId="20577"/>
          <ac:spMkLst>
            <pc:docMk/>
            <pc:sldMk cId="398043705" sldId="326"/>
            <ac:spMk id="6" creationId="{DE022C23-6B75-80CF-DE60-E2880B58311D}"/>
          </ac:spMkLst>
        </pc:spChg>
        <pc:spChg chg="mod">
          <ac:chgData name="Jean Serge NGAIMA" userId="620c9983-a432-4652-b798-2b3a05979cc3" providerId="ADAL" clId="{C3530BAC-BB89-4B5A-9EE4-CDC95DA30067}" dt="2025-12-13T07:33:24.758" v="4120" actId="1076"/>
          <ac:spMkLst>
            <pc:docMk/>
            <pc:sldMk cId="398043705" sldId="326"/>
            <ac:spMk id="9" creationId="{5915D453-D19B-D88F-4AC2-D050417A77BA}"/>
          </ac:spMkLst>
        </pc:spChg>
        <pc:spChg chg="mod">
          <ac:chgData name="Jean Serge NGAIMA" userId="620c9983-a432-4652-b798-2b3a05979cc3" providerId="ADAL" clId="{C3530BAC-BB89-4B5A-9EE4-CDC95DA30067}" dt="2025-12-13T07:34:14.040" v="4134" actId="403"/>
          <ac:spMkLst>
            <pc:docMk/>
            <pc:sldMk cId="398043705" sldId="326"/>
            <ac:spMk id="10" creationId="{4CEA13D5-B532-1FDB-0350-00C0A49F8E41}"/>
          </ac:spMkLst>
        </pc:spChg>
        <pc:spChg chg="mod">
          <ac:chgData name="Jean Serge NGAIMA" userId="620c9983-a432-4652-b798-2b3a05979cc3" providerId="ADAL" clId="{C3530BAC-BB89-4B5A-9EE4-CDC95DA30067}" dt="2025-12-13T07:51:24.483" v="4606" actId="1076"/>
          <ac:spMkLst>
            <pc:docMk/>
            <pc:sldMk cId="398043705" sldId="326"/>
            <ac:spMk id="11" creationId="{F59315E0-465C-6C74-FB60-4E90F8AF2355}"/>
          </ac:spMkLst>
        </pc:spChg>
        <pc:spChg chg="mod">
          <ac:chgData name="Jean Serge NGAIMA" userId="620c9983-a432-4652-b798-2b3a05979cc3" providerId="ADAL" clId="{C3530BAC-BB89-4B5A-9EE4-CDC95DA30067}" dt="2025-12-13T07:32:01.992" v="4099" actId="1076"/>
          <ac:spMkLst>
            <pc:docMk/>
            <pc:sldMk cId="398043705" sldId="326"/>
            <ac:spMk id="15" creationId="{57F90852-1E13-58D2-EB21-2A506DBC858B}"/>
          </ac:spMkLst>
        </pc:spChg>
        <pc:spChg chg="mod">
          <ac:chgData name="Jean Serge NGAIMA" userId="620c9983-a432-4652-b798-2b3a05979cc3" providerId="ADAL" clId="{C3530BAC-BB89-4B5A-9EE4-CDC95DA30067}" dt="2025-12-13T07:45:37.342" v="4517" actId="207"/>
          <ac:spMkLst>
            <pc:docMk/>
            <pc:sldMk cId="398043705" sldId="326"/>
            <ac:spMk id="16" creationId="{DBEBF8D1-368B-33BC-A1C0-A7A369D682F2}"/>
          </ac:spMkLst>
        </pc:spChg>
        <pc:spChg chg="mod">
          <ac:chgData name="Jean Serge NGAIMA" userId="620c9983-a432-4652-b798-2b3a05979cc3" providerId="ADAL" clId="{C3530BAC-BB89-4B5A-9EE4-CDC95DA30067}" dt="2025-12-13T08:01:44.976" v="4817" actId="14100"/>
          <ac:spMkLst>
            <pc:docMk/>
            <pc:sldMk cId="398043705" sldId="326"/>
            <ac:spMk id="17" creationId="{3306A700-7F5F-C670-DE90-FD7B9CA6163D}"/>
          </ac:spMkLst>
        </pc:spChg>
        <pc:spChg chg="mod">
          <ac:chgData name="Jean Serge NGAIMA" userId="620c9983-a432-4652-b798-2b3a05979cc3" providerId="ADAL" clId="{C3530BAC-BB89-4B5A-9EE4-CDC95DA30067}" dt="2025-12-13T07:53:47.681" v="4629" actId="1076"/>
          <ac:spMkLst>
            <pc:docMk/>
            <pc:sldMk cId="398043705" sldId="326"/>
            <ac:spMk id="24" creationId="{EACA320C-1D54-7FE1-EFD0-523EAC6002FD}"/>
          </ac:spMkLst>
        </pc:spChg>
        <pc:picChg chg="add mod">
          <ac:chgData name="Jean Serge NGAIMA" userId="620c9983-a432-4652-b798-2b3a05979cc3" providerId="ADAL" clId="{C3530BAC-BB89-4B5A-9EE4-CDC95DA30067}" dt="2025-12-13T08:20:12.450" v="4938" actId="1076"/>
          <ac:picMkLst>
            <pc:docMk/>
            <pc:sldMk cId="398043705" sldId="326"/>
            <ac:picMk id="1026" creationId="{5D1D0963-948F-159E-65BA-2A23A066627D}"/>
          </ac:picMkLst>
        </pc:picChg>
      </pc:sldChg>
      <pc:sldChg chg="addSp delSp modSp add mod modAnim">
        <pc:chgData name="Jean Serge NGAIMA" userId="620c9983-a432-4652-b798-2b3a05979cc3" providerId="ADAL" clId="{C3530BAC-BB89-4B5A-9EE4-CDC95DA30067}" dt="2025-12-13T08:32:56.232" v="5176" actId="478"/>
        <pc:sldMkLst>
          <pc:docMk/>
          <pc:sldMk cId="1845211265" sldId="327"/>
        </pc:sldMkLst>
        <pc:spChg chg="add mod">
          <ac:chgData name="Jean Serge NGAIMA" userId="620c9983-a432-4652-b798-2b3a05979cc3" providerId="ADAL" clId="{C3530BAC-BB89-4B5A-9EE4-CDC95DA30067}" dt="2025-12-13T08:31:52.155" v="5173" actId="208"/>
          <ac:spMkLst>
            <pc:docMk/>
            <pc:sldMk cId="1845211265" sldId="327"/>
            <ac:spMk id="3" creationId="{647FEB19-2F1E-4F4A-D350-35390C2F3F8A}"/>
          </ac:spMkLst>
        </pc:spChg>
        <pc:spChg chg="mod">
          <ac:chgData name="Jean Serge NGAIMA" userId="620c9983-a432-4652-b798-2b3a05979cc3" providerId="ADAL" clId="{C3530BAC-BB89-4B5A-9EE4-CDC95DA30067}" dt="2025-12-13T07:55:11.738" v="4691" actId="20577"/>
          <ac:spMkLst>
            <pc:docMk/>
            <pc:sldMk cId="1845211265" sldId="327"/>
            <ac:spMk id="815" creationId="{C81403F8-EDD5-B895-4AA8-72F3F79A2EE8}"/>
          </ac:spMkLst>
        </pc:spChg>
        <pc:picChg chg="add mod">
          <ac:chgData name="Jean Serge NGAIMA" userId="620c9983-a432-4652-b798-2b3a05979cc3" providerId="ADAL" clId="{C3530BAC-BB89-4B5A-9EE4-CDC95DA30067}" dt="2025-12-13T07:58:06.191" v="4796" actId="14100"/>
          <ac:picMkLst>
            <pc:docMk/>
            <pc:sldMk cId="1845211265" sldId="327"/>
            <ac:picMk id="4" creationId="{E3F8F92D-25A0-3748-E9F7-DBD298006286}"/>
          </ac:picMkLst>
        </pc:picChg>
      </pc:sldChg>
      <pc:sldMasterChg chg="delSldLayout">
        <pc:chgData name="Jean Serge NGAIMA" userId="620c9983-a432-4652-b798-2b3a05979cc3" providerId="ADAL" clId="{C3530BAC-BB89-4B5A-9EE4-CDC95DA30067}" dt="2025-12-12T18:09:53.096" v="1227" actId="47"/>
        <pc:sldMasterMkLst>
          <pc:docMk/>
          <pc:sldMasterMk cId="0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ea206cb8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6" name="Google Shape;56;g2ea206cb886_0_0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f475685d4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0" name="Google Shape;130;g2f475685d4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>
          <a:extLst>
            <a:ext uri="{FF2B5EF4-FFF2-40B4-BE49-F238E27FC236}">
              <a16:creationId xmlns:a16="http://schemas.microsoft.com/office/drawing/2014/main" id="{AFF3D2C0-ABC5-4737-9844-12A7F862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f57fe03711_0_114:notes">
            <a:extLst>
              <a:ext uri="{FF2B5EF4-FFF2-40B4-BE49-F238E27FC236}">
                <a16:creationId xmlns:a16="http://schemas.microsoft.com/office/drawing/2014/main" id="{35960F91-4961-0F6F-BDBA-F30DFE62A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34" name="Google Shape;834;g2f57fe03711_0_114:notes">
            <a:extLst>
              <a:ext uri="{FF2B5EF4-FFF2-40B4-BE49-F238E27FC236}">
                <a16:creationId xmlns:a16="http://schemas.microsoft.com/office/drawing/2014/main" id="{729BF159-D8D3-D476-07F6-46C4DC890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3343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>
          <a:extLst>
            <a:ext uri="{FF2B5EF4-FFF2-40B4-BE49-F238E27FC236}">
              <a16:creationId xmlns:a16="http://schemas.microsoft.com/office/drawing/2014/main" id="{0000F143-4A63-2B8D-9484-ABC09F11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f57fe03711_0_95:notes">
            <a:extLst>
              <a:ext uri="{FF2B5EF4-FFF2-40B4-BE49-F238E27FC236}">
                <a16:creationId xmlns:a16="http://schemas.microsoft.com/office/drawing/2014/main" id="{748BA787-AB12-BD27-E393-7BEFA7E21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13" name="Google Shape;813;g2f57fe03711_0_95:notes">
            <a:extLst>
              <a:ext uri="{FF2B5EF4-FFF2-40B4-BE49-F238E27FC236}">
                <a16:creationId xmlns:a16="http://schemas.microsoft.com/office/drawing/2014/main" id="{A365CC6E-29DF-67F1-3CCB-A2148E89D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125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C219-83A2-F41C-646D-D8056B66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22305-52FC-EBED-090E-516E59ADD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940D4-3DD1-63F9-ECB0-1992E7917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FBFF2-2B70-4BB4-A615-513E40874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64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9AE3-CE16-8B5D-AF04-9D0DB457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DED52-8193-556E-58A0-847679E25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722F8-AB87-1572-7037-F0C9C6392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AC556-6338-3F49-ECAB-F5CAD3208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71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5EE9-22FD-56CE-6E28-294E1E5E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83685-D575-9950-B3BF-01B80BBE5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47C75-0CA6-011A-77CE-33813ED98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A02DC-4C33-4B24-E1CD-FFC90232A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71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>
          <a:extLst>
            <a:ext uri="{FF2B5EF4-FFF2-40B4-BE49-F238E27FC236}">
              <a16:creationId xmlns:a16="http://schemas.microsoft.com/office/drawing/2014/main" id="{6668A69E-C073-9C36-4E18-52B1C454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f57fe03711_0_95:notes">
            <a:extLst>
              <a:ext uri="{FF2B5EF4-FFF2-40B4-BE49-F238E27FC236}">
                <a16:creationId xmlns:a16="http://schemas.microsoft.com/office/drawing/2014/main" id="{18C34864-2609-EC33-3214-1E386EAD0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13" name="Google Shape;813;g2f57fe03711_0_95:notes">
            <a:extLst>
              <a:ext uri="{FF2B5EF4-FFF2-40B4-BE49-F238E27FC236}">
                <a16:creationId xmlns:a16="http://schemas.microsoft.com/office/drawing/2014/main" id="{84D011C1-5BA1-5F92-ED12-CFAF96A51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7800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eed2c21f7b_1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61" name="Google Shape;961;g2eed2c21f7b_1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70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37762" y="1226118"/>
            <a:ext cx="5803921" cy="2115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3200" b="1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          PROJET “VAR”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3200" b="1" dirty="0">
                <a:solidFill>
                  <a:srgbClr val="C0000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3200" b="1" dirty="0">
                <a:solidFill>
                  <a:srgbClr val="B7091A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Vaccination </a:t>
            </a:r>
            <a:r>
              <a:rPr lang="en-GB" sz="3200" b="1" dirty="0" err="1">
                <a:solidFill>
                  <a:srgbClr val="B7091A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Renforcée</a:t>
            </a:r>
            <a:endParaRPr lang="en-GB" sz="3200" b="1" dirty="0">
              <a:solidFill>
                <a:srgbClr val="B7091A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GB" sz="3200" b="1" dirty="0">
              <a:solidFill>
                <a:srgbClr val="B7091A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800" b="1" i="1" dirty="0">
                <a:solidFill>
                  <a:srgbClr val="0070C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-GB" sz="2400" b="1" i="1" dirty="0">
                <a:solidFill>
                  <a:srgbClr val="0070C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Update et </a:t>
            </a:r>
            <a:r>
              <a:rPr lang="en-GB" sz="2400" b="1" i="1" dirty="0" err="1">
                <a:solidFill>
                  <a:srgbClr val="0070C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prochaines</a:t>
            </a:r>
            <a:r>
              <a:rPr lang="en-GB" sz="2400" b="1" i="1" dirty="0">
                <a:solidFill>
                  <a:srgbClr val="0070C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étapes</a:t>
            </a:r>
            <a:endParaRPr sz="2800" i="1" dirty="0">
              <a:solidFill>
                <a:srgbClr val="0070C0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3203570" y="1582549"/>
            <a:ext cx="280200" cy="1451354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647086" y="3488179"/>
            <a:ext cx="2476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 sz="2200" b="1" dirty="0" err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Décembre</a:t>
            </a:r>
            <a:r>
              <a:rPr lang="en-GB" sz="22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2025</a:t>
            </a:r>
            <a:endParaRPr sz="22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>
            <a:off x="3693489" y="214523"/>
            <a:ext cx="2279977" cy="667712"/>
            <a:chOff x="238125" y="2363000"/>
            <a:chExt cx="7122300" cy="975725"/>
          </a:xfrm>
        </p:grpSpPr>
        <p:sp>
          <p:nvSpPr>
            <p:cNvPr id="64" name="Google Shape;64;p14"/>
            <p:cNvSpPr/>
            <p:nvPr/>
          </p:nvSpPr>
          <p:spPr>
            <a:xfrm>
              <a:off x="238125" y="2363000"/>
              <a:ext cx="695275" cy="955800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38125" y="2791600"/>
              <a:ext cx="695275" cy="547125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1191350" y="2441650"/>
              <a:ext cx="614600" cy="794900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1911675" y="2441650"/>
              <a:ext cx="571650" cy="794900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2542575" y="2441650"/>
              <a:ext cx="692225" cy="798475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3487650" y="2440125"/>
              <a:ext cx="140000" cy="188025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3650100" y="2490700"/>
              <a:ext cx="86850" cy="137450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3752775" y="2490700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897850" y="2490700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051100" y="2490700"/>
              <a:ext cx="86875" cy="137450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149700" y="2490200"/>
              <a:ext cx="120600" cy="14050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300925" y="2490700"/>
              <a:ext cx="197200" cy="137450"/>
            </a:xfrm>
            <a:custGeom>
              <a:avLst/>
              <a:gdLst/>
              <a:ahLst/>
              <a:cxnLst/>
              <a:rect l="l" t="t" r="r" b="b"/>
              <a:pathLst>
                <a:path w="7888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4532325" y="2490700"/>
              <a:ext cx="197725" cy="137450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75812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487650" y="2756350"/>
              <a:ext cx="131300" cy="188000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650600" y="2756350"/>
              <a:ext cx="58275" cy="189550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723150" y="28064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3872825" y="2806925"/>
              <a:ext cx="86350" cy="137425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3975000" y="2806925"/>
              <a:ext cx="121600" cy="189025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41303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347947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3630675" y="31231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3828375" y="3072550"/>
              <a:ext cx="158400" cy="188525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3982150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4127225" y="3123125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4265675" y="31231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4410750" y="3070500"/>
              <a:ext cx="31700" cy="19007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477675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4619175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756600" y="3084825"/>
              <a:ext cx="79725" cy="177800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857750" y="3070500"/>
              <a:ext cx="32200" cy="19007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91852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5069750" y="312312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5706775" y="2440125"/>
              <a:ext cx="147675" cy="188025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5868725" y="2425825"/>
              <a:ext cx="120575" cy="205375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6017900" y="2490200"/>
              <a:ext cx="123125" cy="188525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6167575" y="2493250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6318275" y="2440125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6469475" y="2440125"/>
              <a:ext cx="58775" cy="189550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6550700" y="2438600"/>
              <a:ext cx="32225" cy="189550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6611500" y="2490700"/>
              <a:ext cx="122625" cy="188025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767300" y="2493250"/>
              <a:ext cx="117025" cy="137450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691137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5706775" y="2756350"/>
              <a:ext cx="147675" cy="188000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5879450" y="2742025"/>
              <a:ext cx="120075" cy="205400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028625" y="2806925"/>
              <a:ext cx="197200" cy="137425"/>
            </a:xfrm>
            <a:custGeom>
              <a:avLst/>
              <a:gdLst/>
              <a:ahLst/>
              <a:cxnLst/>
              <a:rect l="l" t="t" r="r" b="b"/>
              <a:pathLst>
                <a:path w="7888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6253900" y="2806925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6398975" y="28069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6542025" y="2806925"/>
              <a:ext cx="86875" cy="137425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6640625" y="2806400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6778550" y="2768600"/>
              <a:ext cx="79200" cy="177800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68797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6939975" y="2806925"/>
              <a:ext cx="122625" cy="188000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7096300" y="2809475"/>
              <a:ext cx="117000" cy="137425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7240350" y="28069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569912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5854925" y="312567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6067950" y="3069500"/>
              <a:ext cx="147150" cy="19412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623907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6390300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6534350" y="3123125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6683025" y="3123125"/>
              <a:ext cx="123125" cy="140500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432975" y="2440125"/>
              <a:ext cx="21475" cy="823500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8EBB15B5-2F60-BD27-2164-27376D78D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504" y="3930856"/>
            <a:ext cx="3192384" cy="980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1580527079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41066" y="3948815"/>
            <a:ext cx="1707532" cy="958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81A9A22-0760-CDC0-8423-F38ED2671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81" y="133175"/>
            <a:ext cx="3069689" cy="868035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6E8C8A9-9CC7-50F5-093A-377006F46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538" y="133175"/>
            <a:ext cx="1776939" cy="92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EV RDC - Programme Elargi de Vaccination">
            <a:extLst>
              <a:ext uri="{FF2B5EF4-FFF2-40B4-BE49-F238E27FC236}">
                <a16:creationId xmlns:a16="http://schemas.microsoft.com/office/drawing/2014/main" id="{85A6790F-29B3-02C4-D763-D0DCEB4F2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81" y="1226117"/>
            <a:ext cx="3069689" cy="236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3200" dirty="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43943" y="729374"/>
            <a:ext cx="8218165" cy="40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endParaRPr lang="fr-FR" sz="2400" dirty="0">
              <a:solidFill>
                <a:srgbClr val="7030A0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2800" dirty="0">
                <a:solidFill>
                  <a:srgbClr val="7030A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Ligne de temps du projet.</a:t>
            </a:r>
          </a:p>
          <a:p>
            <a:pPr marL="457200" lvl="0" indent="-342900" algn="l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2800" dirty="0">
                <a:solidFill>
                  <a:srgbClr val="7030A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Interventions majeures</a:t>
            </a:r>
          </a:p>
          <a:p>
            <a:pPr marL="457200" lvl="0" indent="-342900" algn="l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2800" dirty="0">
                <a:solidFill>
                  <a:srgbClr val="7030A0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Prochaines étapes</a:t>
            </a:r>
          </a:p>
          <a:p>
            <a:pPr marL="114300" lvl="0" algn="l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fr-FR" sz="2400" dirty="0">
              <a:solidFill>
                <a:srgbClr val="7030A0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  <a:p>
            <a:pPr marL="114300" lvl="0" algn="l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2400" dirty="0">
              <a:solidFill>
                <a:schemeClr val="tx1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2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136" name="Google Shape;136;p15"/>
          <p:cNvCxnSpPr/>
          <p:nvPr/>
        </p:nvCxnSpPr>
        <p:spPr>
          <a:xfrm>
            <a:off x="200775" y="47447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Freeform 6">
            <a:extLst>
              <a:ext uri="{FF2B5EF4-FFF2-40B4-BE49-F238E27FC236}">
                <a16:creationId xmlns:a16="http://schemas.microsoft.com/office/drawing/2014/main" id="{9428C553-F988-842A-4A8E-CDD673A91C75}"/>
              </a:ext>
            </a:extLst>
          </p:cNvPr>
          <p:cNvSpPr/>
          <p:nvPr/>
        </p:nvSpPr>
        <p:spPr>
          <a:xfrm>
            <a:off x="5031497" y="836285"/>
            <a:ext cx="3673779" cy="3349737"/>
          </a:xfrm>
          <a:custGeom>
            <a:avLst/>
            <a:gdLst/>
            <a:ahLst/>
            <a:cxnLst/>
            <a:rect l="l" t="t" r="r" b="b"/>
            <a:pathLst>
              <a:path w="3783980" h="2837985">
                <a:moveTo>
                  <a:pt x="0" y="0"/>
                </a:moveTo>
                <a:lnTo>
                  <a:pt x="3783981" y="0"/>
                </a:lnTo>
                <a:lnTo>
                  <a:pt x="3783981" y="2837985"/>
                </a:lnTo>
                <a:lnTo>
                  <a:pt x="0" y="2837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>
          <a:extLst>
            <a:ext uri="{FF2B5EF4-FFF2-40B4-BE49-F238E27FC236}">
              <a16:creationId xmlns:a16="http://schemas.microsoft.com/office/drawing/2014/main" id="{8D173A00-6CEC-AF45-2CE0-E3F4AF1E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8">
            <a:extLst>
              <a:ext uri="{FF2B5EF4-FFF2-40B4-BE49-F238E27FC236}">
                <a16:creationId xmlns:a16="http://schemas.microsoft.com/office/drawing/2014/main" id="{F54671A1-3091-DA6C-A2B8-FF966BF0E9E5}"/>
              </a:ext>
            </a:extLst>
          </p:cNvPr>
          <p:cNvSpPr txBox="1"/>
          <p:nvPr/>
        </p:nvSpPr>
        <p:spPr>
          <a:xfrm>
            <a:off x="200775" y="118251"/>
            <a:ext cx="8456100" cy="42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8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sz="28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b="0" i="0" u="none" strike="noStrike" cap="none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Ligne du temps du projet VAR-CDC</a:t>
            </a:r>
            <a:endParaRPr sz="2800" b="0" i="0" u="none" strike="noStrike" cap="none" dirty="0">
              <a:solidFill>
                <a:srgbClr val="1155CC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38">
            <a:extLst>
              <a:ext uri="{FF2B5EF4-FFF2-40B4-BE49-F238E27FC236}">
                <a16:creationId xmlns:a16="http://schemas.microsoft.com/office/drawing/2014/main" id="{546B7732-460B-04B3-8629-722D60D9A4DD}"/>
              </a:ext>
            </a:extLst>
          </p:cNvPr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38">
            <a:extLst>
              <a:ext uri="{FF2B5EF4-FFF2-40B4-BE49-F238E27FC236}">
                <a16:creationId xmlns:a16="http://schemas.microsoft.com/office/drawing/2014/main" id="{4CE859DF-5ADE-EC61-C567-E24565F95618}"/>
              </a:ext>
            </a:extLst>
          </p:cNvPr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p38">
            <a:extLst>
              <a:ext uri="{FF2B5EF4-FFF2-40B4-BE49-F238E27FC236}">
                <a16:creationId xmlns:a16="http://schemas.microsoft.com/office/drawing/2014/main" id="{8DE73664-23DD-4908-405F-8A5F3DD0D62D}"/>
              </a:ext>
            </a:extLst>
          </p:cNvPr>
          <p:cNvCxnSpPr/>
          <p:nvPr/>
        </p:nvCxnSpPr>
        <p:spPr>
          <a:xfrm>
            <a:off x="200775" y="47447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1" name="Google Shape;841;p38">
            <a:extLst>
              <a:ext uri="{FF2B5EF4-FFF2-40B4-BE49-F238E27FC236}">
                <a16:creationId xmlns:a16="http://schemas.microsoft.com/office/drawing/2014/main" id="{6DEE1387-DB6C-255D-776D-F0E16E5F7E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4133B92-819D-48F8-6846-441F4E08A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5" y="539678"/>
            <a:ext cx="8943043" cy="44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2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>
          <a:extLst>
            <a:ext uri="{FF2B5EF4-FFF2-40B4-BE49-F238E27FC236}">
              <a16:creationId xmlns:a16="http://schemas.microsoft.com/office/drawing/2014/main" id="{5026CBDA-57F0-783D-7A14-697D64BE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6">
            <a:extLst>
              <a:ext uri="{FF2B5EF4-FFF2-40B4-BE49-F238E27FC236}">
                <a16:creationId xmlns:a16="http://schemas.microsoft.com/office/drawing/2014/main" id="{C81403F8-EDD5-B895-4AA8-72F3F79A2EE8}"/>
              </a:ext>
            </a:extLst>
          </p:cNvPr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8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fr-FR" sz="28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 b="0" i="0" u="none" strike="noStrike" cap="none" dirty="0" err="1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Ciblage</a:t>
            </a:r>
            <a:r>
              <a:rPr lang="en-GB" sz="2800" b="0" i="0" u="none" strike="noStrike" cap="none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 b="0" i="0" u="none" strike="noStrike" cap="none" dirty="0" err="1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géographique</a:t>
            </a:r>
            <a:r>
              <a:rPr lang="en-GB" sz="2800" b="0" i="0" u="none" strike="noStrike" cap="none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de la phase 1</a:t>
            </a:r>
            <a:endParaRPr sz="2000" b="0" i="0" u="none" strike="noStrike" cap="none" dirty="0">
              <a:solidFill>
                <a:srgbClr val="1155CC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36">
            <a:extLst>
              <a:ext uri="{FF2B5EF4-FFF2-40B4-BE49-F238E27FC236}">
                <a16:creationId xmlns:a16="http://schemas.microsoft.com/office/drawing/2014/main" id="{727FBD52-56C5-BB42-9FCD-6F6A3CAF8AFA}"/>
              </a:ext>
            </a:extLst>
          </p:cNvPr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36">
            <a:extLst>
              <a:ext uri="{FF2B5EF4-FFF2-40B4-BE49-F238E27FC236}">
                <a16:creationId xmlns:a16="http://schemas.microsoft.com/office/drawing/2014/main" id="{8FF015EA-EF26-BA9D-F72E-2E38CC0BF1DE}"/>
              </a:ext>
            </a:extLst>
          </p:cNvPr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36">
            <a:extLst>
              <a:ext uri="{FF2B5EF4-FFF2-40B4-BE49-F238E27FC236}">
                <a16:creationId xmlns:a16="http://schemas.microsoft.com/office/drawing/2014/main" id="{89F63C9C-FA57-F794-C10F-179E34C4A385}"/>
              </a:ext>
            </a:extLst>
          </p:cNvPr>
          <p:cNvCxnSpPr/>
          <p:nvPr/>
        </p:nvCxnSpPr>
        <p:spPr>
          <a:xfrm>
            <a:off x="200775" y="47447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9" name="Google Shape;819;p36">
            <a:extLst>
              <a:ext uri="{FF2B5EF4-FFF2-40B4-BE49-F238E27FC236}">
                <a16:creationId xmlns:a16="http://schemas.microsoft.com/office/drawing/2014/main" id="{314F5943-EE36-9BD8-6E03-E7F4E6FAE5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820" name="Google Shape;820;p36">
            <a:extLst>
              <a:ext uri="{FF2B5EF4-FFF2-40B4-BE49-F238E27FC236}">
                <a16:creationId xmlns:a16="http://schemas.microsoft.com/office/drawing/2014/main" id="{0E0710C0-54B1-5D32-E60D-051379A13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4150" y="695580"/>
            <a:ext cx="8603550" cy="404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23850">
              <a:buSzPts val="2118"/>
              <a:buFont typeface="Times New Roman"/>
              <a:buChar char="●"/>
            </a:pPr>
            <a:endParaRPr lang="fr-BE" sz="1800" dirty="0">
              <a:effectLst/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18"/>
              <a:buNone/>
            </a:pPr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7FEB19-2F1E-4F4A-D350-35390C2F3F8A}"/>
              </a:ext>
            </a:extLst>
          </p:cNvPr>
          <p:cNvSpPr txBox="1"/>
          <p:nvPr/>
        </p:nvSpPr>
        <p:spPr>
          <a:xfrm>
            <a:off x="3551467" y="1024843"/>
            <a:ext cx="5039025" cy="3847207"/>
          </a:xfrm>
          <a:prstGeom prst="rect">
            <a:avLst/>
          </a:prstGeom>
          <a:noFill/>
          <a:ln>
            <a:solidFill>
              <a:srgbClr val="FEBEBE"/>
            </a:solidFill>
          </a:ln>
        </p:spPr>
        <p:txBody>
          <a:bodyPr wrap="square">
            <a:spAutoFit/>
          </a:bodyPr>
          <a:lstStyle/>
          <a:p>
            <a:r>
              <a:rPr lang="fr-FR" sz="2400" i="1" dirty="0">
                <a:solidFill>
                  <a:schemeClr val="accent1">
                    <a:lumMod val="50000"/>
                  </a:schemeClr>
                </a:solidFill>
              </a:rPr>
              <a:t>5 sur 18 ZS(+2) </a:t>
            </a:r>
            <a:r>
              <a:rPr lang="fr-FR" sz="2400" i="1" dirty="0">
                <a:solidFill>
                  <a:srgbClr val="00B0F0"/>
                </a:solidFill>
              </a:rPr>
              <a:t>: </a:t>
            </a:r>
            <a:r>
              <a:rPr lang="fr-FR" sz="2400" i="1" dirty="0" err="1">
                <a:solidFill>
                  <a:srgbClr val="00B0F0"/>
                </a:solidFill>
              </a:rPr>
              <a:t>Kakenge</a:t>
            </a:r>
            <a:r>
              <a:rPr lang="fr-FR" sz="2400" i="1" dirty="0">
                <a:solidFill>
                  <a:srgbClr val="00B0F0"/>
                </a:solidFill>
              </a:rPr>
              <a:t>, </a:t>
            </a:r>
            <a:r>
              <a:rPr lang="fr-FR" sz="2400" i="1" dirty="0" err="1">
                <a:solidFill>
                  <a:srgbClr val="00B0F0"/>
                </a:solidFill>
              </a:rPr>
              <a:t>Mikope</a:t>
            </a:r>
            <a:r>
              <a:rPr lang="fr-FR" sz="2400" i="1" dirty="0">
                <a:solidFill>
                  <a:srgbClr val="00B0F0"/>
                </a:solidFill>
              </a:rPr>
              <a:t>, </a:t>
            </a:r>
            <a:r>
              <a:rPr lang="fr-FR" sz="2400" i="1" dirty="0" err="1">
                <a:solidFill>
                  <a:srgbClr val="00B0F0"/>
                </a:solidFill>
              </a:rPr>
              <a:t>Mushenge</a:t>
            </a:r>
            <a:r>
              <a:rPr lang="fr-FR" sz="2400" i="1" dirty="0">
                <a:solidFill>
                  <a:srgbClr val="00B0F0"/>
                </a:solidFill>
              </a:rPr>
              <a:t>, </a:t>
            </a:r>
            <a:r>
              <a:rPr lang="fr-FR" sz="2400" i="1" dirty="0" err="1">
                <a:solidFill>
                  <a:srgbClr val="00B0F0"/>
                </a:solidFill>
              </a:rPr>
              <a:t>Mweka</a:t>
            </a:r>
            <a:r>
              <a:rPr lang="fr-FR" sz="2400" i="1" dirty="0">
                <a:solidFill>
                  <a:srgbClr val="00B0F0"/>
                </a:solidFill>
              </a:rPr>
              <a:t>, </a:t>
            </a:r>
            <a:r>
              <a:rPr lang="fr-FR" sz="2400" i="1" dirty="0" err="1">
                <a:solidFill>
                  <a:srgbClr val="00B0F0"/>
                </a:solidFill>
              </a:rPr>
              <a:t>Ndjokopunda</a:t>
            </a:r>
            <a:endParaRPr lang="fr-FR" sz="2400" i="1" dirty="0">
              <a:solidFill>
                <a:srgbClr val="00B0F0"/>
              </a:solidFill>
            </a:endParaRPr>
          </a:p>
          <a:p>
            <a:endParaRPr lang="fr-FR" sz="2400" i="1" dirty="0">
              <a:solidFill>
                <a:srgbClr val="00B0F0"/>
              </a:solidFill>
            </a:endParaRPr>
          </a:p>
          <a:p>
            <a:r>
              <a:rPr lang="fr-FR" sz="2000" i="1" dirty="0">
                <a:solidFill>
                  <a:srgbClr val="C00000"/>
                </a:solidFill>
              </a:rPr>
              <a:t>            </a:t>
            </a:r>
          </a:p>
          <a:p>
            <a:r>
              <a:rPr lang="fr-FR" sz="2000" i="1" dirty="0">
                <a:solidFill>
                  <a:srgbClr val="C00000"/>
                </a:solidFill>
              </a:rPr>
              <a:t>Antenne de </a:t>
            </a:r>
            <a:r>
              <a:rPr lang="fr-FR" sz="2000" i="1" dirty="0" err="1">
                <a:solidFill>
                  <a:srgbClr val="C00000"/>
                </a:solidFill>
              </a:rPr>
              <a:t>Mweka</a:t>
            </a:r>
            <a:endParaRPr lang="fr-FR" sz="2000" i="1" dirty="0">
              <a:solidFill>
                <a:srgbClr val="C00000"/>
              </a:solidFill>
            </a:endParaRPr>
          </a:p>
          <a:p>
            <a:endParaRPr lang="fr-FR" sz="2400" i="1" dirty="0">
              <a:solidFill>
                <a:srgbClr val="C00000"/>
              </a:solidFill>
            </a:endParaRPr>
          </a:p>
          <a:p>
            <a:r>
              <a:rPr lang="fr-FR" sz="2400" i="1" dirty="0">
                <a:solidFill>
                  <a:schemeClr val="accent1">
                    <a:lumMod val="50000"/>
                  </a:schemeClr>
                </a:solidFill>
              </a:rPr>
              <a:t>3 axes d’interventions: </a:t>
            </a:r>
          </a:p>
          <a:p>
            <a:r>
              <a:rPr lang="fr-FR" sz="1800" i="1" dirty="0">
                <a:solidFill>
                  <a:schemeClr val="accent1">
                    <a:lumMod val="50000"/>
                  </a:schemeClr>
                </a:solidFill>
              </a:rPr>
              <a:t>services de vaccination, Surveillance, Préparation et  riposte aux épidémies</a:t>
            </a:r>
          </a:p>
          <a:p>
            <a:endParaRPr lang="fr-FR" sz="2400" i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fr-FR" sz="2400" i="1" dirty="0">
              <a:solidFill>
                <a:srgbClr val="00B0F0"/>
              </a:solidFill>
            </a:endParaRPr>
          </a:p>
        </p:txBody>
      </p:sp>
      <p:pic>
        <p:nvPicPr>
          <p:cNvPr id="4" name="Espace réservé du contenu 3" descr="E:\DPS  KASAI IDS 2015.jpg">
            <a:extLst>
              <a:ext uri="{FF2B5EF4-FFF2-40B4-BE49-F238E27FC236}">
                <a16:creationId xmlns:a16="http://schemas.microsoft.com/office/drawing/2014/main" id="{E3F8F92D-25A0-3748-E9F7-DBD298006286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132" y="868714"/>
            <a:ext cx="3160554" cy="3794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521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AF48-0FCA-B8A4-E790-678FBCC2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5C6A8D-85AE-AEF5-86D6-2ED7BD28BDC1}"/>
              </a:ext>
            </a:extLst>
          </p:cNvPr>
          <p:cNvSpPr/>
          <p:nvPr/>
        </p:nvSpPr>
        <p:spPr>
          <a:xfrm>
            <a:off x="863855" y="600683"/>
            <a:ext cx="6364040" cy="1697775"/>
          </a:xfrm>
          <a:prstGeom prst="roundRect">
            <a:avLst>
              <a:gd name="adj" fmla="val 25810"/>
            </a:avLst>
          </a:prstGeom>
          <a:solidFill>
            <a:srgbClr val="1F4D7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8A3317-9861-45A3-D81E-1D2601E2C57A}"/>
              </a:ext>
            </a:extLst>
          </p:cNvPr>
          <p:cNvSpPr/>
          <p:nvPr/>
        </p:nvSpPr>
        <p:spPr>
          <a:xfrm>
            <a:off x="1111983" y="2744550"/>
            <a:ext cx="5789669" cy="2071877"/>
          </a:xfrm>
          <a:prstGeom prst="roundRect">
            <a:avLst>
              <a:gd name="adj" fmla="val 29332"/>
            </a:avLst>
          </a:prstGeom>
          <a:solidFill>
            <a:schemeClr val="accent1">
              <a:lumMod val="50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15D453-D19B-D88F-4AC2-D050417A77BA}"/>
              </a:ext>
            </a:extLst>
          </p:cNvPr>
          <p:cNvSpPr/>
          <p:nvPr/>
        </p:nvSpPr>
        <p:spPr>
          <a:xfrm>
            <a:off x="1169398" y="753526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</a:t>
            </a:r>
            <a:endParaRPr lang="en-US" sz="216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EA13D5-B532-1FDB-0350-00C0A49F8E41}"/>
              </a:ext>
            </a:extLst>
          </p:cNvPr>
          <p:cNvSpPr/>
          <p:nvPr/>
        </p:nvSpPr>
        <p:spPr>
          <a:xfrm>
            <a:off x="1732307" y="725813"/>
            <a:ext cx="4866078" cy="25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1: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renforcement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 Services de vaccination 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59315E0-465C-6C74-FB60-4E90F8AF2355}"/>
              </a:ext>
            </a:extLst>
          </p:cNvPr>
          <p:cNvSpPr/>
          <p:nvPr/>
        </p:nvSpPr>
        <p:spPr>
          <a:xfrm>
            <a:off x="1436027" y="1083125"/>
            <a:ext cx="5009701" cy="97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Enfants zéro dose et sous-vaccinés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Longue attente, horaires mal maîtrisés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demande communautaire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Ruptures de vaccins et cartes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difficile des sites</a:t>
            </a:r>
            <a:endParaRPr lang="en-US" sz="102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F90852-1E13-58D2-EB21-2A506DBC858B}"/>
              </a:ext>
            </a:extLst>
          </p:cNvPr>
          <p:cNvSpPr/>
          <p:nvPr/>
        </p:nvSpPr>
        <p:spPr>
          <a:xfrm>
            <a:off x="1814039" y="3027473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16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BEBF8D1-368B-33BC-A1C0-A7A369D682F2}"/>
              </a:ext>
            </a:extLst>
          </p:cNvPr>
          <p:cNvSpPr/>
          <p:nvPr/>
        </p:nvSpPr>
        <p:spPr>
          <a:xfrm>
            <a:off x="2882651" y="2963500"/>
            <a:ext cx="2891949" cy="24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Interventions axe 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306A700-7F5F-C670-DE90-FD7B9CA6163D}"/>
              </a:ext>
            </a:extLst>
          </p:cNvPr>
          <p:cNvSpPr/>
          <p:nvPr/>
        </p:nvSpPr>
        <p:spPr>
          <a:xfrm>
            <a:off x="1649594" y="3222008"/>
            <a:ext cx="4879863" cy="1594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0"/>
              </a:lnSpc>
              <a:buSzPct val="100000"/>
            </a:pP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dose ODK et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 villages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Microplanification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la base </a:t>
            </a:r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Séance de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rattrapage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ODK_Stratégies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innovantes</a:t>
            </a:r>
            <a:endParaRPr lang="en-US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Appui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au monitoring</a:t>
            </a:r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Appui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supervison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antenne</a:t>
            </a:r>
            <a:endParaRPr lang="en-US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Appui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paquet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d’activités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communautaires</a:t>
            </a:r>
            <a:endParaRPr lang="en-US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Collaboration ZS avec les OSC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20427A-48C0-AD37-A99A-DF4D89EADA9C}"/>
              </a:ext>
            </a:extLst>
          </p:cNvPr>
          <p:cNvSpPr/>
          <p:nvPr/>
        </p:nvSpPr>
        <p:spPr>
          <a:xfrm>
            <a:off x="4815780" y="2708449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endParaRPr lang="en-US" sz="2160" dirty="0"/>
          </a:p>
        </p:txBody>
      </p:sp>
      <p:sp>
        <p:nvSpPr>
          <p:cNvPr id="6" name="Google Shape;836;p38">
            <a:extLst>
              <a:ext uri="{FF2B5EF4-FFF2-40B4-BE49-F238E27FC236}">
                <a16:creationId xmlns:a16="http://schemas.microsoft.com/office/drawing/2014/main" id="{DE022C23-6B75-80CF-DE60-E2880B58311D}"/>
              </a:ext>
            </a:extLst>
          </p:cNvPr>
          <p:cNvSpPr txBox="1"/>
          <p:nvPr/>
        </p:nvSpPr>
        <p:spPr>
          <a:xfrm>
            <a:off x="147766" y="21367"/>
            <a:ext cx="8589619" cy="42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8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lang="en-GB" sz="28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Interventions majeures alignées à la SNV et </a:t>
            </a:r>
            <a:r>
              <a:rPr lang="en-GB" sz="2400" dirty="0" err="1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Mashako</a:t>
            </a:r>
            <a:r>
              <a:rPr lang="en-GB" sz="2400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3.0.</a:t>
            </a:r>
            <a:endParaRPr sz="2800" b="0" i="0" u="none" strike="noStrike" cap="none" dirty="0">
              <a:solidFill>
                <a:srgbClr val="1155CC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Flèche : double flèche verticale 23">
            <a:extLst>
              <a:ext uri="{FF2B5EF4-FFF2-40B4-BE49-F238E27FC236}">
                <a16:creationId xmlns:a16="http://schemas.microsoft.com/office/drawing/2014/main" id="{EACA320C-1D54-7FE1-EFD0-523EAC6002FD}"/>
              </a:ext>
            </a:extLst>
          </p:cNvPr>
          <p:cNvSpPr/>
          <p:nvPr/>
        </p:nvSpPr>
        <p:spPr>
          <a:xfrm>
            <a:off x="3757552" y="2316508"/>
            <a:ext cx="183325" cy="40999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 descr="PEV RDC - Programme Elargi de Vaccination">
            <a:extLst>
              <a:ext uri="{FF2B5EF4-FFF2-40B4-BE49-F238E27FC236}">
                <a16:creationId xmlns:a16="http://schemas.microsoft.com/office/drawing/2014/main" id="{5D1D0963-948F-159E-65BA-2A23A0666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851" y="3027473"/>
            <a:ext cx="1787229" cy="153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43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E480E-E9FD-AA70-9B15-D4DBE9C8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7260004-D696-5E6D-D344-5C639F179912}"/>
              </a:ext>
            </a:extLst>
          </p:cNvPr>
          <p:cNvSpPr/>
          <p:nvPr/>
        </p:nvSpPr>
        <p:spPr>
          <a:xfrm>
            <a:off x="1098199" y="475488"/>
            <a:ext cx="6597504" cy="1697775"/>
          </a:xfrm>
          <a:prstGeom prst="roundRect">
            <a:avLst>
              <a:gd name="adj" fmla="val 25810"/>
            </a:avLst>
          </a:prstGeom>
          <a:solidFill>
            <a:srgbClr val="6F575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BFA1F4-4EA1-D48F-601C-EC7A7362CD4E}"/>
              </a:ext>
            </a:extLst>
          </p:cNvPr>
          <p:cNvSpPr/>
          <p:nvPr/>
        </p:nvSpPr>
        <p:spPr>
          <a:xfrm>
            <a:off x="1525532" y="2625824"/>
            <a:ext cx="5872378" cy="2057718"/>
          </a:xfrm>
          <a:prstGeom prst="roundRect">
            <a:avLst>
              <a:gd name="adj" fmla="val 29332"/>
            </a:avLst>
          </a:prstGeom>
          <a:solidFill>
            <a:srgbClr val="00206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9BD5CE-0C20-4302-F4BA-70F926DEC43D}"/>
              </a:ext>
            </a:extLst>
          </p:cNvPr>
          <p:cNvSpPr/>
          <p:nvPr/>
        </p:nvSpPr>
        <p:spPr>
          <a:xfrm>
            <a:off x="1448297" y="566382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16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846D073-8270-3291-5A6A-42A3AF72A5FA}"/>
              </a:ext>
            </a:extLst>
          </p:cNvPr>
          <p:cNvSpPr/>
          <p:nvPr/>
        </p:nvSpPr>
        <p:spPr>
          <a:xfrm>
            <a:off x="2017194" y="560983"/>
            <a:ext cx="6074557" cy="32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2: amelioration continue du </a:t>
            </a:r>
            <a:r>
              <a:rPr lang="en-US" sz="1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</a:t>
            </a: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surveillance</a:t>
            </a:r>
            <a:endParaRPr lang="en-US" sz="16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EAEF42-348A-D17E-39F4-ECBB05BA3157}"/>
              </a:ext>
            </a:extLst>
          </p:cNvPr>
          <p:cNvSpPr/>
          <p:nvPr/>
        </p:nvSpPr>
        <p:spPr>
          <a:xfrm>
            <a:off x="1640406" y="913334"/>
            <a:ext cx="6828133" cy="1045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Retards acheminement échantillons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lente en labo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d'outils notification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taux de notification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rapportage MAPI</a:t>
            </a:r>
            <a:endParaRPr lang="en-US" sz="102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CC957D-67E7-42C0-13B1-E820D23204D0}"/>
              </a:ext>
            </a:extLst>
          </p:cNvPr>
          <p:cNvSpPr/>
          <p:nvPr/>
        </p:nvSpPr>
        <p:spPr>
          <a:xfrm>
            <a:off x="4815780" y="2708449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endParaRPr lang="en-US" sz="216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5756693-6CD6-9DC4-5CDE-2433F1BEEE2E}"/>
              </a:ext>
            </a:extLst>
          </p:cNvPr>
          <p:cNvSpPr/>
          <p:nvPr/>
        </p:nvSpPr>
        <p:spPr>
          <a:xfrm>
            <a:off x="2168828" y="2855497"/>
            <a:ext cx="5036093" cy="343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Interventions axe 2</a:t>
            </a:r>
            <a:endParaRPr lang="en-US" sz="16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70718DB-AEAD-6F0F-2791-9CBC4664B552}"/>
              </a:ext>
            </a:extLst>
          </p:cNvPr>
          <p:cNvSpPr/>
          <p:nvPr/>
        </p:nvSpPr>
        <p:spPr>
          <a:xfrm>
            <a:off x="1640406" y="3217447"/>
            <a:ext cx="5619654" cy="103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Renforcement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capacités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acteurs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communautaires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_surveillance MPV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ECZ SMIR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surveillance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Appui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surveillance MAPI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11416E1-F74B-72DE-B4D3-9D69A027530D}"/>
              </a:ext>
            </a:extLst>
          </p:cNvPr>
          <p:cNvSpPr/>
          <p:nvPr/>
        </p:nvSpPr>
        <p:spPr>
          <a:xfrm>
            <a:off x="487635" y="5184651"/>
            <a:ext cx="8168729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coordination PEV provincial</a:t>
            </a:r>
            <a:endParaRPr lang="en-US" sz="102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Organes de pilotage peu fonctionnels</a:t>
            </a:r>
            <a:endParaRPr lang="en-US" sz="102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Réunions CCI/CCPeV irrégulières</a:t>
            </a:r>
            <a:endParaRPr lang="en-US" sz="102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intégration avec autres services</a:t>
            </a:r>
            <a:endParaRPr lang="en-US" sz="1020" dirty="0"/>
          </a:p>
        </p:txBody>
      </p:sp>
      <p:sp>
        <p:nvSpPr>
          <p:cNvPr id="6" name="Google Shape;836;p38">
            <a:extLst>
              <a:ext uri="{FF2B5EF4-FFF2-40B4-BE49-F238E27FC236}">
                <a16:creationId xmlns:a16="http://schemas.microsoft.com/office/drawing/2014/main" id="{5EDC9DA7-AC08-E992-6895-D217CEA7BAB7}"/>
              </a:ext>
            </a:extLst>
          </p:cNvPr>
          <p:cNvSpPr txBox="1"/>
          <p:nvPr/>
        </p:nvSpPr>
        <p:spPr>
          <a:xfrm>
            <a:off x="147766" y="21367"/>
            <a:ext cx="8589619" cy="42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8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lang="en-GB" sz="28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Interventions majeures alignées à la SNV et </a:t>
            </a:r>
            <a:r>
              <a:rPr lang="en-GB" sz="2400" dirty="0" err="1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Mashako</a:t>
            </a:r>
            <a:r>
              <a:rPr lang="en-GB" sz="2400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3.0.</a:t>
            </a:r>
            <a:endParaRPr sz="2800" b="0" i="0" u="none" strike="noStrike" cap="none" dirty="0">
              <a:solidFill>
                <a:srgbClr val="1155CC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Flèche : double flèche verticale 24">
            <a:extLst>
              <a:ext uri="{FF2B5EF4-FFF2-40B4-BE49-F238E27FC236}">
                <a16:creationId xmlns:a16="http://schemas.microsoft.com/office/drawing/2014/main" id="{93C65980-AC27-BF2D-7376-B0275DCC96E3}"/>
              </a:ext>
            </a:extLst>
          </p:cNvPr>
          <p:cNvSpPr/>
          <p:nvPr/>
        </p:nvSpPr>
        <p:spPr>
          <a:xfrm>
            <a:off x="4185254" y="2207490"/>
            <a:ext cx="212135" cy="39993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67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400D-4667-F3AD-A86B-B778E958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F75744-C425-2D93-1479-8ECDA6FC5F98}"/>
              </a:ext>
            </a:extLst>
          </p:cNvPr>
          <p:cNvSpPr/>
          <p:nvPr/>
        </p:nvSpPr>
        <p:spPr>
          <a:xfrm>
            <a:off x="1382626" y="2687438"/>
            <a:ext cx="5003928" cy="1481074"/>
          </a:xfrm>
          <a:prstGeom prst="roundRect">
            <a:avLst>
              <a:gd name="adj" fmla="val 25810"/>
            </a:avLst>
          </a:prstGeom>
          <a:solidFill>
            <a:srgbClr val="1F4D7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7EDD40-367E-7431-A2A3-482922F5326B}"/>
              </a:ext>
            </a:extLst>
          </p:cNvPr>
          <p:cNvSpPr/>
          <p:nvPr/>
        </p:nvSpPr>
        <p:spPr>
          <a:xfrm>
            <a:off x="1025065" y="501525"/>
            <a:ext cx="5613350" cy="1784747"/>
          </a:xfrm>
          <a:prstGeom prst="roundRect">
            <a:avLst>
              <a:gd name="adj" fmla="val 29332"/>
            </a:avLst>
          </a:prstGeom>
          <a:solidFill>
            <a:srgbClr val="1F4D7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5F0DA5-9248-7316-B8B3-90AA30C9D0F5}"/>
              </a:ext>
            </a:extLst>
          </p:cNvPr>
          <p:cNvSpPr/>
          <p:nvPr/>
        </p:nvSpPr>
        <p:spPr>
          <a:xfrm>
            <a:off x="219456" y="-688777"/>
            <a:ext cx="87050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GOULOTS SPÉCIFIQUES PAR AXE STRATÉGIQUE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497BC0-6FDB-9B9E-2831-6BE911B1BED4}"/>
              </a:ext>
            </a:extLst>
          </p:cNvPr>
          <p:cNvSpPr/>
          <p:nvPr/>
        </p:nvSpPr>
        <p:spPr>
          <a:xfrm>
            <a:off x="1574735" y="2830085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</a:t>
            </a:r>
            <a:endParaRPr lang="en-US" sz="216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50949A-29E5-8004-766E-48C257A961D9}"/>
              </a:ext>
            </a:extLst>
          </p:cNvPr>
          <p:cNvSpPr/>
          <p:nvPr/>
        </p:nvSpPr>
        <p:spPr>
          <a:xfrm>
            <a:off x="2184041" y="2880356"/>
            <a:ext cx="3611650" cy="31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Interventions Axe 3</a:t>
            </a:r>
            <a:endParaRPr lang="en-US" sz="16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8F54DE-A882-6EA3-0946-441C9A4AFB92}"/>
              </a:ext>
            </a:extLst>
          </p:cNvPr>
          <p:cNvSpPr/>
          <p:nvPr/>
        </p:nvSpPr>
        <p:spPr>
          <a:xfrm>
            <a:off x="1797380" y="3216573"/>
            <a:ext cx="3998311" cy="664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endParaRPr lang="en-US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Appui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élaboration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/mise à jour Plan de  contingence  province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4924A2B-D932-294C-F2C1-CC18204BCC4C}"/>
              </a:ext>
            </a:extLst>
          </p:cNvPr>
          <p:cNvSpPr/>
          <p:nvPr/>
        </p:nvSpPr>
        <p:spPr>
          <a:xfrm>
            <a:off x="1382626" y="722217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16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9F3C6E-5AEE-54D7-15B9-3111AC733157}"/>
              </a:ext>
            </a:extLst>
          </p:cNvPr>
          <p:cNvSpPr/>
          <p:nvPr/>
        </p:nvSpPr>
        <p:spPr>
          <a:xfrm>
            <a:off x="1862578" y="682974"/>
            <a:ext cx="4589911" cy="39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3: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adéquates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aux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épidémies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5B655E5-DD08-E498-FD7F-D36CAB48A799}"/>
              </a:ext>
            </a:extLst>
          </p:cNvPr>
          <p:cNvSpPr/>
          <p:nvPr/>
        </p:nvSpPr>
        <p:spPr>
          <a:xfrm>
            <a:off x="1866064" y="1204944"/>
            <a:ext cx="3931351" cy="878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long de riposte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insuffisante</a:t>
            </a:r>
            <a:endParaRPr lang="en-US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ressources d'urgence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2D7E4B-82A6-08EF-2375-8FBD1A4539D8}"/>
              </a:ext>
            </a:extLst>
          </p:cNvPr>
          <p:cNvSpPr/>
          <p:nvPr/>
        </p:nvSpPr>
        <p:spPr>
          <a:xfrm>
            <a:off x="4815780" y="2708449"/>
            <a:ext cx="3842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44"/>
              </a:lnSpc>
              <a:buNone/>
            </a:pPr>
            <a:endParaRPr lang="en-US" sz="216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7A4AA19-314A-6A77-30C4-023FE367BA85}"/>
              </a:ext>
            </a:extLst>
          </p:cNvPr>
          <p:cNvSpPr/>
          <p:nvPr/>
        </p:nvSpPr>
        <p:spPr>
          <a:xfrm>
            <a:off x="986210" y="4786536"/>
            <a:ext cx="2964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5: Gouvernance et Coordination</a:t>
            </a:r>
            <a:endParaRPr lang="en-US" sz="132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DABD19E-D3CE-BC8F-0D10-32AEE4E22CA9}"/>
              </a:ext>
            </a:extLst>
          </p:cNvPr>
          <p:cNvSpPr/>
          <p:nvPr/>
        </p:nvSpPr>
        <p:spPr>
          <a:xfrm>
            <a:off x="487635" y="5184651"/>
            <a:ext cx="8168729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coordination PEV provincial</a:t>
            </a:r>
            <a:endParaRPr lang="en-US" sz="102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Organes de pilotage peu fonctionnels</a:t>
            </a:r>
            <a:endParaRPr lang="en-US" sz="102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Réunions CCI/CCPeV irrégulières</a:t>
            </a:r>
            <a:endParaRPr lang="en-US" sz="102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intégration avec autres services</a:t>
            </a:r>
            <a:endParaRPr lang="en-US" sz="1020" dirty="0"/>
          </a:p>
        </p:txBody>
      </p:sp>
      <p:sp>
        <p:nvSpPr>
          <p:cNvPr id="6" name="Google Shape;836;p38">
            <a:extLst>
              <a:ext uri="{FF2B5EF4-FFF2-40B4-BE49-F238E27FC236}">
                <a16:creationId xmlns:a16="http://schemas.microsoft.com/office/drawing/2014/main" id="{8339917D-4EC4-B647-F031-E67C67DF2318}"/>
              </a:ext>
            </a:extLst>
          </p:cNvPr>
          <p:cNvSpPr txBox="1"/>
          <p:nvPr/>
        </p:nvSpPr>
        <p:spPr>
          <a:xfrm>
            <a:off x="147766" y="21367"/>
            <a:ext cx="8589619" cy="42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8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lang="en-GB" sz="28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Interventions majeures alignées à la SNV et </a:t>
            </a:r>
            <a:r>
              <a:rPr lang="en-GB" sz="2400" dirty="0" err="1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Mashako</a:t>
            </a:r>
            <a:r>
              <a:rPr lang="en-GB" sz="2400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3.0.</a:t>
            </a:r>
            <a:endParaRPr sz="2800" b="0" i="0" u="none" strike="noStrike" cap="none" dirty="0">
              <a:solidFill>
                <a:srgbClr val="1155CC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lèche : double flèche verticale 7">
            <a:extLst>
              <a:ext uri="{FF2B5EF4-FFF2-40B4-BE49-F238E27FC236}">
                <a16:creationId xmlns:a16="http://schemas.microsoft.com/office/drawing/2014/main" id="{DE74D7AE-FC28-AB3C-82F7-BAF248A299EF}"/>
              </a:ext>
            </a:extLst>
          </p:cNvPr>
          <p:cNvSpPr/>
          <p:nvPr/>
        </p:nvSpPr>
        <p:spPr>
          <a:xfrm>
            <a:off x="3624253" y="2301440"/>
            <a:ext cx="172282" cy="37082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53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>
          <a:extLst>
            <a:ext uri="{FF2B5EF4-FFF2-40B4-BE49-F238E27FC236}">
              <a16:creationId xmlns:a16="http://schemas.microsoft.com/office/drawing/2014/main" id="{ACE04993-49D6-0D3D-AA6B-0B0DE501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6">
            <a:extLst>
              <a:ext uri="{FF2B5EF4-FFF2-40B4-BE49-F238E27FC236}">
                <a16:creationId xmlns:a16="http://schemas.microsoft.com/office/drawing/2014/main" id="{59659ED0-67A9-A607-5EE6-9ED9EEF43FBD}"/>
              </a:ext>
            </a:extLst>
          </p:cNvPr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8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r>
              <a:rPr lang="fr-FR" sz="28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 dirty="0" err="1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Prochaines</a:t>
            </a:r>
            <a:r>
              <a:rPr lang="en-GB" sz="2800" dirty="0">
                <a:solidFill>
                  <a:srgbClr val="1155CC"/>
                </a:solidFill>
                <a:latin typeface="Gill Sans MT" panose="020B0502020104020203" pitchFamily="34" charset="0"/>
                <a:ea typeface="Times New Roman"/>
                <a:cs typeface="Times New Roman"/>
                <a:sym typeface="Times New Roman"/>
              </a:rPr>
              <a:t> étapes</a:t>
            </a:r>
            <a:endParaRPr sz="2000" b="0" i="0" u="none" strike="noStrike" cap="none" dirty="0">
              <a:solidFill>
                <a:srgbClr val="1155CC"/>
              </a:solidFill>
              <a:latin typeface="Gill Sans MT" panose="020B05020201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36">
            <a:extLst>
              <a:ext uri="{FF2B5EF4-FFF2-40B4-BE49-F238E27FC236}">
                <a16:creationId xmlns:a16="http://schemas.microsoft.com/office/drawing/2014/main" id="{E4B40BCB-6DE7-AF78-D80A-2473C906D98C}"/>
              </a:ext>
            </a:extLst>
          </p:cNvPr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36">
            <a:extLst>
              <a:ext uri="{FF2B5EF4-FFF2-40B4-BE49-F238E27FC236}">
                <a16:creationId xmlns:a16="http://schemas.microsoft.com/office/drawing/2014/main" id="{58A9EF79-6408-B620-8CEB-2894C340B14B}"/>
              </a:ext>
            </a:extLst>
          </p:cNvPr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36">
            <a:extLst>
              <a:ext uri="{FF2B5EF4-FFF2-40B4-BE49-F238E27FC236}">
                <a16:creationId xmlns:a16="http://schemas.microsoft.com/office/drawing/2014/main" id="{26E77ACC-FB2B-A049-37FC-97C08E9C4F8E}"/>
              </a:ext>
            </a:extLst>
          </p:cNvPr>
          <p:cNvCxnSpPr/>
          <p:nvPr/>
        </p:nvCxnSpPr>
        <p:spPr>
          <a:xfrm>
            <a:off x="200775" y="47447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9" name="Google Shape;819;p36">
            <a:extLst>
              <a:ext uri="{FF2B5EF4-FFF2-40B4-BE49-F238E27FC236}">
                <a16:creationId xmlns:a16="http://schemas.microsoft.com/office/drawing/2014/main" id="{5BE64750-E0FF-CDDA-59BE-3D826EBF78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820" name="Google Shape;820;p36">
            <a:extLst>
              <a:ext uri="{FF2B5EF4-FFF2-40B4-BE49-F238E27FC236}">
                <a16:creationId xmlns:a16="http://schemas.microsoft.com/office/drawing/2014/main" id="{563BCC84-B0AC-3943-A768-99B47D600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4150" y="695580"/>
            <a:ext cx="8603550" cy="404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23850">
              <a:buSzPts val="2118"/>
              <a:buFont typeface="Times New Roman"/>
              <a:buChar char="●"/>
            </a:pPr>
            <a:endParaRPr lang="fr-BE" sz="1800" dirty="0">
              <a:effectLst/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18"/>
              <a:buNone/>
            </a:pPr>
            <a:endParaRPr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093EBB5-7723-1577-E552-F6EF96BD2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70096"/>
              </p:ext>
            </p:extLst>
          </p:nvPr>
        </p:nvGraphicFramePr>
        <p:xfrm>
          <a:off x="264150" y="1226695"/>
          <a:ext cx="8523745" cy="2839858"/>
        </p:xfrm>
        <a:graphic>
          <a:graphicData uri="http://schemas.openxmlformats.org/drawingml/2006/table">
            <a:tbl>
              <a:tblPr firstRow="1" firstCol="1" bandRow="1">
                <a:tableStyleId>{B0246E54-DA8F-4C1B-8568-53E4B6F47C6A}</a:tableStyleId>
              </a:tblPr>
              <a:tblGrid>
                <a:gridCol w="607621">
                  <a:extLst>
                    <a:ext uri="{9D8B030D-6E8A-4147-A177-3AD203B41FA5}">
                      <a16:colId xmlns:a16="http://schemas.microsoft.com/office/drawing/2014/main" val="3224386760"/>
                    </a:ext>
                  </a:extLst>
                </a:gridCol>
                <a:gridCol w="4959252">
                  <a:extLst>
                    <a:ext uri="{9D8B030D-6E8A-4147-A177-3AD203B41FA5}">
                      <a16:colId xmlns:a16="http://schemas.microsoft.com/office/drawing/2014/main" val="1168916786"/>
                    </a:ext>
                  </a:extLst>
                </a:gridCol>
                <a:gridCol w="2956872">
                  <a:extLst>
                    <a:ext uri="{9D8B030D-6E8A-4147-A177-3AD203B41FA5}">
                      <a16:colId xmlns:a16="http://schemas.microsoft.com/office/drawing/2014/main" val="1396607822"/>
                    </a:ext>
                  </a:extLst>
                </a:gridCol>
              </a:tblGrid>
              <a:tr h="3906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</a:rPr>
                        <a:t>N°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</a:rPr>
                        <a:t>Activités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>
                          <a:effectLst/>
                          <a:latin typeface="+mj-lt"/>
                        </a:rPr>
                        <a:t>Période</a:t>
                      </a:r>
                      <a:endParaRPr lang="en-US" sz="1600" kern="1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1429493"/>
                  </a:ext>
                </a:extLst>
              </a:tr>
              <a:tr h="81639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</a:rPr>
                        <a:t>1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Affectation (1)chargé de projet terrain et (1) AT </a:t>
                      </a:r>
                      <a:r>
                        <a:rPr lang="fr-CD" sz="160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MEL terrain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Semaine 2 du mois de janvier 2026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114491"/>
                  </a:ext>
                </a:extLst>
              </a:tr>
              <a:tr h="81639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>
                          <a:effectLst/>
                          <a:latin typeface="+mj-lt"/>
                        </a:rPr>
                        <a:t>2</a:t>
                      </a:r>
                      <a:endParaRPr lang="en-US" sz="1600" kern="1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Lancement activités dans les ZS de la phase I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Semaine</a:t>
                      </a:r>
                      <a:r>
                        <a:rPr lang="en-US" sz="1600" kern="1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2 du </a:t>
                      </a:r>
                      <a:r>
                        <a:rPr lang="en-US" sz="1600" kern="1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mois</a:t>
                      </a:r>
                      <a:r>
                        <a:rPr lang="en-US" sz="1600" kern="1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de Janvier 2026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9488647"/>
                  </a:ext>
                </a:extLst>
              </a:tr>
              <a:tr h="81639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</a:rPr>
                        <a:t>3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</a:rPr>
                        <a:t>Réunion du comité de pilotage du projet avec les parties prenantes nationales et provinciales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fr-CD" sz="1600" kern="100" dirty="0">
                          <a:effectLst/>
                          <a:latin typeface="+mj-lt"/>
                        </a:rPr>
                        <a:t>Semaine 1 du mois de février 2025</a:t>
                      </a:r>
                      <a:endParaRPr lang="en-US" sz="1600" kern="1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7985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0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0"/>
          <p:cNvSpPr txBox="1"/>
          <p:nvPr/>
        </p:nvSpPr>
        <p:spPr>
          <a:xfrm>
            <a:off x="556650" y="1136257"/>
            <a:ext cx="80307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8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sz="28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50"/>
          <p:cNvSpPr/>
          <p:nvPr/>
        </p:nvSpPr>
        <p:spPr>
          <a:xfrm>
            <a:off x="785100" y="4448031"/>
            <a:ext cx="3786900" cy="49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50"/>
          <p:cNvSpPr/>
          <p:nvPr/>
        </p:nvSpPr>
        <p:spPr>
          <a:xfrm>
            <a:off x="4599622" y="4448031"/>
            <a:ext cx="3786900" cy="49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" name="Google Shape;394;p27">
            <a:extLst>
              <a:ext uri="{FF2B5EF4-FFF2-40B4-BE49-F238E27FC236}">
                <a16:creationId xmlns:a16="http://schemas.microsoft.com/office/drawing/2014/main" id="{574658E8-8999-F6A1-B423-752C36B92E14}"/>
              </a:ext>
            </a:extLst>
          </p:cNvPr>
          <p:cNvGrpSpPr/>
          <p:nvPr/>
        </p:nvGrpSpPr>
        <p:grpSpPr>
          <a:xfrm>
            <a:off x="2880485" y="1967193"/>
            <a:ext cx="2775929" cy="2248382"/>
            <a:chOff x="1577975" y="1787525"/>
            <a:chExt cx="4770438" cy="4703763"/>
          </a:xfrm>
        </p:grpSpPr>
        <p:sp>
          <p:nvSpPr>
            <p:cNvPr id="6" name="Google Shape;395;p27">
              <a:extLst>
                <a:ext uri="{FF2B5EF4-FFF2-40B4-BE49-F238E27FC236}">
                  <a16:creationId xmlns:a16="http://schemas.microsoft.com/office/drawing/2014/main" id="{BF18228C-B682-F9B2-A9A8-8E2C16E0270B}"/>
                </a:ext>
              </a:extLst>
            </p:cNvPr>
            <p:cNvSpPr/>
            <p:nvPr/>
          </p:nvSpPr>
          <p:spPr>
            <a:xfrm>
              <a:off x="4424363" y="4656138"/>
              <a:ext cx="1089025" cy="1008063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96;p27">
              <a:extLst>
                <a:ext uri="{FF2B5EF4-FFF2-40B4-BE49-F238E27FC236}">
                  <a16:creationId xmlns:a16="http://schemas.microsoft.com/office/drawing/2014/main" id="{D1769B25-ED08-D017-E189-5A4D8AAB0838}"/>
                </a:ext>
              </a:extLst>
            </p:cNvPr>
            <p:cNvSpPr/>
            <p:nvPr/>
          </p:nvSpPr>
          <p:spPr>
            <a:xfrm>
              <a:off x="4252913" y="4540250"/>
              <a:ext cx="312738" cy="261937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7;p27">
              <a:extLst>
                <a:ext uri="{FF2B5EF4-FFF2-40B4-BE49-F238E27FC236}">
                  <a16:creationId xmlns:a16="http://schemas.microsoft.com/office/drawing/2014/main" id="{A5CED440-179E-A823-AAED-071EE96B162E}"/>
                </a:ext>
              </a:extLst>
            </p:cNvPr>
            <p:cNvSpPr/>
            <p:nvPr/>
          </p:nvSpPr>
          <p:spPr>
            <a:xfrm>
              <a:off x="4278313" y="4330700"/>
              <a:ext cx="811213" cy="788987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8;p27">
              <a:extLst>
                <a:ext uri="{FF2B5EF4-FFF2-40B4-BE49-F238E27FC236}">
                  <a16:creationId xmlns:a16="http://schemas.microsoft.com/office/drawing/2014/main" id="{C1F6FA76-95F5-9B20-65F4-065CDB08707F}"/>
                </a:ext>
              </a:extLst>
            </p:cNvPr>
            <p:cNvSpPr/>
            <p:nvPr/>
          </p:nvSpPr>
          <p:spPr>
            <a:xfrm>
              <a:off x="5003800" y="4362450"/>
              <a:ext cx="1169988" cy="909638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9;p27">
              <a:extLst>
                <a:ext uri="{FF2B5EF4-FFF2-40B4-BE49-F238E27FC236}">
                  <a16:creationId xmlns:a16="http://schemas.microsoft.com/office/drawing/2014/main" id="{6176F8CE-8A90-858E-C0B3-8574D48417BE}"/>
                </a:ext>
              </a:extLst>
            </p:cNvPr>
            <p:cNvSpPr/>
            <p:nvPr/>
          </p:nvSpPr>
          <p:spPr>
            <a:xfrm>
              <a:off x="5248275" y="3536950"/>
              <a:ext cx="627063" cy="846137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400;p27">
              <a:extLst>
                <a:ext uri="{FF2B5EF4-FFF2-40B4-BE49-F238E27FC236}">
                  <a16:creationId xmlns:a16="http://schemas.microsoft.com/office/drawing/2014/main" id="{44CF3B6F-EFCD-2CE1-AD8F-DB3A6E5051FC}"/>
                </a:ext>
              </a:extLst>
            </p:cNvPr>
            <p:cNvSpPr/>
            <p:nvPr/>
          </p:nvSpPr>
          <p:spPr>
            <a:xfrm>
              <a:off x="4638675" y="3136900"/>
              <a:ext cx="1081088" cy="1241424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401;p27">
              <a:extLst>
                <a:ext uri="{FF2B5EF4-FFF2-40B4-BE49-F238E27FC236}">
                  <a16:creationId xmlns:a16="http://schemas.microsoft.com/office/drawing/2014/main" id="{AE36C4D0-1132-0692-BB8E-D57314A5146F}"/>
                </a:ext>
              </a:extLst>
            </p:cNvPr>
            <p:cNvSpPr/>
            <p:nvPr/>
          </p:nvSpPr>
          <p:spPr>
            <a:xfrm>
              <a:off x="5360988" y="2881313"/>
              <a:ext cx="661988" cy="757237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2;p27">
              <a:extLst>
                <a:ext uri="{FF2B5EF4-FFF2-40B4-BE49-F238E27FC236}">
                  <a16:creationId xmlns:a16="http://schemas.microsoft.com/office/drawing/2014/main" id="{05820F0B-59BE-B3BC-7AC1-9C49FC36ADFA}"/>
                </a:ext>
              </a:extLst>
            </p:cNvPr>
            <p:cNvSpPr/>
            <p:nvPr/>
          </p:nvSpPr>
          <p:spPr>
            <a:xfrm>
              <a:off x="5375275" y="2201863"/>
              <a:ext cx="973138" cy="771525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403;p27">
              <a:extLst>
                <a:ext uri="{FF2B5EF4-FFF2-40B4-BE49-F238E27FC236}">
                  <a16:creationId xmlns:a16="http://schemas.microsoft.com/office/drawing/2014/main" id="{E6EA4813-52D4-F96C-E606-E95B4AFCAF19}"/>
                </a:ext>
              </a:extLst>
            </p:cNvPr>
            <p:cNvSpPr/>
            <p:nvPr/>
          </p:nvSpPr>
          <p:spPr>
            <a:xfrm>
              <a:off x="5237163" y="1825625"/>
              <a:ext cx="936625" cy="919162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04;p27">
              <a:extLst>
                <a:ext uri="{FF2B5EF4-FFF2-40B4-BE49-F238E27FC236}">
                  <a16:creationId xmlns:a16="http://schemas.microsoft.com/office/drawing/2014/main" id="{6BC209A7-3054-9FEC-0021-E151B9768B21}"/>
                </a:ext>
              </a:extLst>
            </p:cNvPr>
            <p:cNvSpPr/>
            <p:nvPr/>
          </p:nvSpPr>
          <p:spPr>
            <a:xfrm>
              <a:off x="4149725" y="1787525"/>
              <a:ext cx="1263650" cy="815975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05;p27">
              <a:extLst>
                <a:ext uri="{FF2B5EF4-FFF2-40B4-BE49-F238E27FC236}">
                  <a16:creationId xmlns:a16="http://schemas.microsoft.com/office/drawing/2014/main" id="{61D22810-A999-5723-99C3-8A52D1EDE216}"/>
                </a:ext>
              </a:extLst>
            </p:cNvPr>
            <p:cNvSpPr/>
            <p:nvPr/>
          </p:nvSpPr>
          <p:spPr>
            <a:xfrm>
              <a:off x="4103688" y="2508250"/>
              <a:ext cx="1450975" cy="1154113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406;p27">
              <a:extLst>
                <a:ext uri="{FF2B5EF4-FFF2-40B4-BE49-F238E27FC236}">
                  <a16:creationId xmlns:a16="http://schemas.microsoft.com/office/drawing/2014/main" id="{C4865CF3-BD22-DF2A-906F-892CC3F490F8}"/>
                </a:ext>
              </a:extLst>
            </p:cNvPr>
            <p:cNvSpPr/>
            <p:nvPr/>
          </p:nvSpPr>
          <p:spPr>
            <a:xfrm>
              <a:off x="3362325" y="2312988"/>
              <a:ext cx="1074738" cy="660400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07;p27">
              <a:extLst>
                <a:ext uri="{FF2B5EF4-FFF2-40B4-BE49-F238E27FC236}">
                  <a16:creationId xmlns:a16="http://schemas.microsoft.com/office/drawing/2014/main" id="{B145BCAC-43BA-5CD6-058D-58C52A737A42}"/>
                </a:ext>
              </a:extLst>
            </p:cNvPr>
            <p:cNvSpPr/>
            <p:nvPr/>
          </p:nvSpPr>
          <p:spPr>
            <a:xfrm>
              <a:off x="3273425" y="1844675"/>
              <a:ext cx="1143000" cy="588962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408;p27">
              <a:extLst>
                <a:ext uri="{FF2B5EF4-FFF2-40B4-BE49-F238E27FC236}">
                  <a16:creationId xmlns:a16="http://schemas.microsoft.com/office/drawing/2014/main" id="{3F63C4F2-F9BA-D100-0DA3-FE5C06ECD252}"/>
                </a:ext>
              </a:extLst>
            </p:cNvPr>
            <p:cNvSpPr/>
            <p:nvPr/>
          </p:nvSpPr>
          <p:spPr>
            <a:xfrm>
              <a:off x="3041650" y="1933575"/>
              <a:ext cx="700088" cy="765175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409;p27">
              <a:extLst>
                <a:ext uri="{FF2B5EF4-FFF2-40B4-BE49-F238E27FC236}">
                  <a16:creationId xmlns:a16="http://schemas.microsoft.com/office/drawing/2014/main" id="{2D84D5E7-0CE7-F9BF-D541-92B300CB7B02}"/>
                </a:ext>
              </a:extLst>
            </p:cNvPr>
            <p:cNvSpPr/>
            <p:nvPr/>
          </p:nvSpPr>
          <p:spPr>
            <a:xfrm>
              <a:off x="2654300" y="2633663"/>
              <a:ext cx="1065213" cy="1008062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410;p27">
              <a:extLst>
                <a:ext uri="{FF2B5EF4-FFF2-40B4-BE49-F238E27FC236}">
                  <a16:creationId xmlns:a16="http://schemas.microsoft.com/office/drawing/2014/main" id="{793E0B42-4587-075B-C6F7-294B53B939CE}"/>
                </a:ext>
              </a:extLst>
            </p:cNvPr>
            <p:cNvSpPr/>
            <p:nvPr/>
          </p:nvSpPr>
          <p:spPr>
            <a:xfrm>
              <a:off x="3384550" y="2690813"/>
              <a:ext cx="1247775" cy="1065212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411;p27">
              <a:extLst>
                <a:ext uri="{FF2B5EF4-FFF2-40B4-BE49-F238E27FC236}">
                  <a16:creationId xmlns:a16="http://schemas.microsoft.com/office/drawing/2014/main" id="{0682506A-FC3E-3457-647A-1DAF3BC6058C}"/>
                </a:ext>
              </a:extLst>
            </p:cNvPr>
            <p:cNvSpPr/>
            <p:nvPr/>
          </p:nvSpPr>
          <p:spPr>
            <a:xfrm>
              <a:off x="3990975" y="3549650"/>
              <a:ext cx="801688" cy="102552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12;p27">
              <a:extLst>
                <a:ext uri="{FF2B5EF4-FFF2-40B4-BE49-F238E27FC236}">
                  <a16:creationId xmlns:a16="http://schemas.microsoft.com/office/drawing/2014/main" id="{5DED65E5-306E-285E-855F-619904FFB4A1}"/>
                </a:ext>
              </a:extLst>
            </p:cNvPr>
            <p:cNvSpPr/>
            <p:nvPr/>
          </p:nvSpPr>
          <p:spPr>
            <a:xfrm>
              <a:off x="3930650" y="4173538"/>
              <a:ext cx="523875" cy="944562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413;p27">
              <a:extLst>
                <a:ext uri="{FF2B5EF4-FFF2-40B4-BE49-F238E27FC236}">
                  <a16:creationId xmlns:a16="http://schemas.microsoft.com/office/drawing/2014/main" id="{8BC13907-8100-397B-8FE9-AA009EF6DF86}"/>
                </a:ext>
              </a:extLst>
            </p:cNvPr>
            <p:cNvSpPr/>
            <p:nvPr/>
          </p:nvSpPr>
          <p:spPr>
            <a:xfrm>
              <a:off x="3448050" y="3709988"/>
              <a:ext cx="730250" cy="1244600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414;p27">
              <a:extLst>
                <a:ext uri="{FF2B5EF4-FFF2-40B4-BE49-F238E27FC236}">
                  <a16:creationId xmlns:a16="http://schemas.microsoft.com/office/drawing/2014/main" id="{51040EF1-4900-18A0-8D6E-8740132AF129}"/>
                </a:ext>
              </a:extLst>
            </p:cNvPr>
            <p:cNvSpPr/>
            <p:nvPr/>
          </p:nvSpPr>
          <p:spPr>
            <a:xfrm>
              <a:off x="2549525" y="4210050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415;p27">
              <a:extLst>
                <a:ext uri="{FF2B5EF4-FFF2-40B4-BE49-F238E27FC236}">
                  <a16:creationId xmlns:a16="http://schemas.microsoft.com/office/drawing/2014/main" id="{DE35FC8D-D8B4-A3D4-B335-E8A664636DC4}"/>
                </a:ext>
              </a:extLst>
            </p:cNvPr>
            <p:cNvSpPr/>
            <p:nvPr/>
          </p:nvSpPr>
          <p:spPr>
            <a:xfrm>
              <a:off x="2659063" y="3941763"/>
              <a:ext cx="909638" cy="798512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16;p27">
              <a:extLst>
                <a:ext uri="{FF2B5EF4-FFF2-40B4-BE49-F238E27FC236}">
                  <a16:creationId xmlns:a16="http://schemas.microsoft.com/office/drawing/2014/main" id="{7DD1128A-6ABC-85CF-FEE5-C6E9A4A865C5}"/>
                </a:ext>
              </a:extLst>
            </p:cNvPr>
            <p:cNvSpPr/>
            <p:nvPr/>
          </p:nvSpPr>
          <p:spPr>
            <a:xfrm>
              <a:off x="2506663" y="3324225"/>
              <a:ext cx="1279525" cy="900112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417;p27">
              <a:extLst>
                <a:ext uri="{FF2B5EF4-FFF2-40B4-BE49-F238E27FC236}">
                  <a16:creationId xmlns:a16="http://schemas.microsoft.com/office/drawing/2014/main" id="{0972404C-19F3-DCE4-371A-8DEBF8838CBB}"/>
                </a:ext>
              </a:extLst>
            </p:cNvPr>
            <p:cNvSpPr/>
            <p:nvPr/>
          </p:nvSpPr>
          <p:spPr>
            <a:xfrm>
              <a:off x="2330450" y="4111625"/>
              <a:ext cx="347663" cy="273050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418;p27">
              <a:extLst>
                <a:ext uri="{FF2B5EF4-FFF2-40B4-BE49-F238E27FC236}">
                  <a16:creationId xmlns:a16="http://schemas.microsoft.com/office/drawing/2014/main" id="{E8D8EAA6-4CA4-A8AB-B880-0BC87940D2F1}"/>
                </a:ext>
              </a:extLst>
            </p:cNvPr>
            <p:cNvSpPr/>
            <p:nvPr/>
          </p:nvSpPr>
          <p:spPr>
            <a:xfrm>
              <a:off x="1577975" y="4192588"/>
              <a:ext cx="1041400" cy="444500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419;p27">
              <a:extLst>
                <a:ext uri="{FF2B5EF4-FFF2-40B4-BE49-F238E27FC236}">
                  <a16:creationId xmlns:a16="http://schemas.microsoft.com/office/drawing/2014/main" id="{A32F85E2-D626-2DF1-1D5F-E15B5B227E27}"/>
                </a:ext>
              </a:extLst>
            </p:cNvPr>
            <p:cNvSpPr/>
            <p:nvPr/>
          </p:nvSpPr>
          <p:spPr>
            <a:xfrm>
              <a:off x="4911725" y="5053013"/>
              <a:ext cx="1069975" cy="1438275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420;p27">
              <a:extLst>
                <a:ext uri="{FF2B5EF4-FFF2-40B4-BE49-F238E27FC236}">
                  <a16:creationId xmlns:a16="http://schemas.microsoft.com/office/drawing/2014/main" id="{9B533AA0-9D29-3CF9-B116-D377738333A0}"/>
                </a:ext>
              </a:extLst>
            </p:cNvPr>
            <p:cNvSpPr/>
            <p:nvPr/>
          </p:nvSpPr>
          <p:spPr>
            <a:xfrm>
              <a:off x="3973513" y="5049838"/>
              <a:ext cx="1354139" cy="103187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1155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4505</TotalTime>
  <Words>394</Words>
  <Application>Microsoft Office PowerPoint</Application>
  <PresentationFormat>Affichage à l'écran (16:9)</PresentationFormat>
  <Paragraphs>91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Times New Roman</vt:lpstr>
      <vt:lpstr>Gill Sans MT</vt:lpstr>
      <vt:lpstr>Calibri</vt:lpstr>
      <vt:lpstr>Arial</vt:lpstr>
      <vt:lpstr>Source Serif Pro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Jean Serge NGAIMA</cp:lastModifiedBy>
  <cp:revision>2</cp:revision>
  <dcterms:modified xsi:type="dcterms:W3CDTF">2025-12-15T08:57:44Z</dcterms:modified>
</cp:coreProperties>
</file>