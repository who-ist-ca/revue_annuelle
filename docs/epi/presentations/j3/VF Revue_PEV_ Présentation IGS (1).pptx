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819" r:id="rId2"/>
  </p:sldMasterIdLst>
  <p:notesMasterIdLst>
    <p:notesMasterId r:id="rId24"/>
  </p:notesMasterIdLst>
  <p:sldIdLst>
    <p:sldId id="276" r:id="rId3"/>
    <p:sldId id="462" r:id="rId4"/>
    <p:sldId id="468" r:id="rId5"/>
    <p:sldId id="411" r:id="rId6"/>
    <p:sldId id="422" r:id="rId7"/>
    <p:sldId id="423" r:id="rId8"/>
    <p:sldId id="417" r:id="rId9"/>
    <p:sldId id="420" r:id="rId10"/>
    <p:sldId id="432" r:id="rId11"/>
    <p:sldId id="472" r:id="rId12"/>
    <p:sldId id="449" r:id="rId13"/>
    <p:sldId id="452" r:id="rId14"/>
    <p:sldId id="453" r:id="rId15"/>
    <p:sldId id="451" r:id="rId16"/>
    <p:sldId id="448" r:id="rId17"/>
    <p:sldId id="455" r:id="rId18"/>
    <p:sldId id="454" r:id="rId19"/>
    <p:sldId id="459" r:id="rId20"/>
    <p:sldId id="460" r:id="rId21"/>
    <p:sldId id="464" r:id="rId22"/>
    <p:sldId id="466" r:id="rId23"/>
  </p:sldIdLst>
  <p:sldSz cx="9144000" cy="6858000" type="screen4x3"/>
  <p:notesSz cx="6858000" cy="9144000"/>
  <p:defaultTextStyle>
    <a:defPPr>
      <a:defRPr lang="fr-BE"/>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5B9C0"/>
    <a:srgbClr val="4A76C6"/>
    <a:srgbClr val="E95D6E"/>
    <a:srgbClr val="D2CE3E"/>
    <a:srgbClr val="B755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1603" autoAdjust="0"/>
  </p:normalViewPr>
  <p:slideViewPr>
    <p:cSldViewPr>
      <p:cViewPr varScale="1">
        <p:scale>
          <a:sx n="71" d="100"/>
          <a:sy n="71" d="100"/>
        </p:scale>
        <p:origin x="105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9664AF-8BCA-413F-A421-65FE684D44F7}" type="doc">
      <dgm:prSet loTypeId="urn:microsoft.com/office/officeart/2005/8/layout/vList6" loCatId="process" qsTypeId="urn:microsoft.com/office/officeart/2005/8/quickstyle/simple1" qsCatId="simple" csTypeId="urn:microsoft.com/office/officeart/2005/8/colors/accent1_2" csCatId="accent1" phldr="1"/>
      <dgm:spPr/>
      <dgm:t>
        <a:bodyPr/>
        <a:lstStyle/>
        <a:p>
          <a:endParaRPr lang="fr-FR"/>
        </a:p>
      </dgm:t>
    </dgm:pt>
    <dgm:pt modelId="{DC55B1CB-1587-4742-9907-F45D85A3E71A}" type="pres">
      <dgm:prSet presAssocID="{549664AF-8BCA-413F-A421-65FE684D44F7}" presName="Name0" presStyleCnt="0">
        <dgm:presLayoutVars>
          <dgm:dir/>
          <dgm:animLvl val="lvl"/>
          <dgm:resizeHandles/>
        </dgm:presLayoutVars>
      </dgm:prSet>
      <dgm:spPr/>
      <dgm:t>
        <a:bodyPr/>
        <a:lstStyle/>
        <a:p>
          <a:endParaRPr lang="en-GB"/>
        </a:p>
      </dgm:t>
    </dgm:pt>
  </dgm:ptLst>
  <dgm:cxnLst>
    <dgm:cxn modelId="{8772126C-F05C-410C-A4B9-2C892E00B643}" type="presOf" srcId="{549664AF-8BCA-413F-A421-65FE684D44F7}" destId="{DC55B1CB-1587-4742-9907-F45D85A3E71A}" srcOrd="0"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xmlns="" id="{1491C6F8-4B56-A967-E997-DBAFF43EC70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fr-FR"/>
          </a:p>
        </p:txBody>
      </p:sp>
      <p:sp>
        <p:nvSpPr>
          <p:cNvPr id="3" name="Espace réservé de la date 2">
            <a:extLst>
              <a:ext uri="{FF2B5EF4-FFF2-40B4-BE49-F238E27FC236}">
                <a16:creationId xmlns:a16="http://schemas.microsoft.com/office/drawing/2014/main" xmlns="" id="{040BC8D2-7811-7F80-519B-4E5F1AC7E06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529842EF-8BAB-41DC-BB05-E0BD378092A7}" type="datetimeFigureOut">
              <a:rPr lang="fr-FR"/>
              <a:pPr>
                <a:defRPr/>
              </a:pPr>
              <a:t>18/12/2025</a:t>
            </a:fld>
            <a:endParaRPr lang="fr-FR"/>
          </a:p>
        </p:txBody>
      </p:sp>
      <p:sp>
        <p:nvSpPr>
          <p:cNvPr id="4" name="Espace réservé de l'image des diapositives 3">
            <a:extLst>
              <a:ext uri="{FF2B5EF4-FFF2-40B4-BE49-F238E27FC236}">
                <a16:creationId xmlns:a16="http://schemas.microsoft.com/office/drawing/2014/main" xmlns="" id="{D39C4032-7744-CEF6-86C4-1BB12A62A54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a:extLst>
              <a:ext uri="{FF2B5EF4-FFF2-40B4-BE49-F238E27FC236}">
                <a16:creationId xmlns:a16="http://schemas.microsoft.com/office/drawing/2014/main" xmlns="" id="{CFC4B06D-90C1-7ACF-388E-8B2E33C393B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a:extLst>
              <a:ext uri="{FF2B5EF4-FFF2-40B4-BE49-F238E27FC236}">
                <a16:creationId xmlns:a16="http://schemas.microsoft.com/office/drawing/2014/main" xmlns="" id="{D87FBFC1-EF88-35D8-FE95-B9DCA2C43DA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fr-FR"/>
          </a:p>
        </p:txBody>
      </p:sp>
      <p:sp>
        <p:nvSpPr>
          <p:cNvPr id="7" name="Espace réservé du numéro de diapositive 6">
            <a:extLst>
              <a:ext uri="{FF2B5EF4-FFF2-40B4-BE49-F238E27FC236}">
                <a16:creationId xmlns:a16="http://schemas.microsoft.com/office/drawing/2014/main" xmlns="" id="{56592BD6-636F-3749-2048-D544D0BE20A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0D68AEB-8D9B-4EAD-918E-60FAF5EEF1DD}" type="slidenum">
              <a:rPr lang="fr-BE" altLang="fr-FR"/>
              <a:pPr/>
              <a:t>‹#›</a:t>
            </a:fld>
            <a:endParaRPr lang="fr-BE" altLang="fr-FR"/>
          </a:p>
        </p:txBody>
      </p:sp>
    </p:spTree>
    <p:extLst>
      <p:ext uri="{BB962C8B-B14F-4D97-AF65-F5344CB8AC3E}">
        <p14:creationId xmlns:p14="http://schemas.microsoft.com/office/powerpoint/2010/main" val="164927246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ce réservé de l'image des diapositives 1">
            <a:extLst>
              <a:ext uri="{FF2B5EF4-FFF2-40B4-BE49-F238E27FC236}">
                <a16:creationId xmlns:a16="http://schemas.microsoft.com/office/drawing/2014/main" xmlns="" id="{EF317BAD-6D87-1AD3-48F3-BA2A0EF512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Espace réservé des commentaires 2">
            <a:extLst>
              <a:ext uri="{FF2B5EF4-FFF2-40B4-BE49-F238E27FC236}">
                <a16:creationId xmlns:a16="http://schemas.microsoft.com/office/drawing/2014/main" xmlns="" id="{170905AD-4C66-EBEA-119E-54AA85073A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dirty="0"/>
          </a:p>
        </p:txBody>
      </p:sp>
      <p:sp>
        <p:nvSpPr>
          <p:cNvPr id="70660" name="Espace réservé du numéro de diapositive 3">
            <a:extLst>
              <a:ext uri="{FF2B5EF4-FFF2-40B4-BE49-F238E27FC236}">
                <a16:creationId xmlns:a16="http://schemas.microsoft.com/office/drawing/2014/main" xmlns="" id="{C9D75B97-0A54-2A82-E651-8907A1DF095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5294492-DE37-45F3-912B-155AE19DA361}" type="slidenum">
              <a:rPr lang="fr-BE" altLang="fr-FR">
                <a:solidFill>
                  <a:srgbClr val="000000"/>
                </a:solidFill>
              </a:rPr>
              <a:pPr/>
              <a:t>1</a:t>
            </a:fld>
            <a:endParaRPr lang="fr-BE" altLang="fr-FR">
              <a:solidFill>
                <a:srgbClr val="000000"/>
              </a:solidFill>
            </a:endParaRPr>
          </a:p>
        </p:txBody>
      </p:sp>
      <p:sp>
        <p:nvSpPr>
          <p:cNvPr id="70661" name="Espace réservé du pied de page 1">
            <a:extLst>
              <a:ext uri="{FF2B5EF4-FFF2-40B4-BE49-F238E27FC236}">
                <a16:creationId xmlns:a16="http://schemas.microsoft.com/office/drawing/2014/main" xmlns="" id="{3779667B-9176-CD68-CFDF-BC3DCE9D596B}"/>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fr-BE" altLang="fr-FR">
                <a:solidFill>
                  <a:srgbClr val="000000"/>
                </a:solidFill>
              </a:rPr>
              <a:t>réalisations, progrès et défis igs hôtel béatrice octobre 2022</a:t>
            </a:r>
          </a:p>
        </p:txBody>
      </p:sp>
    </p:spTree>
    <p:extLst>
      <p:ext uri="{BB962C8B-B14F-4D97-AF65-F5344CB8AC3E}">
        <p14:creationId xmlns:p14="http://schemas.microsoft.com/office/powerpoint/2010/main" val="3090742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a:miter lim="800000"/>
            <a:headEnd/>
            <a:tailEnd/>
          </a:ln>
        </p:spPr>
      </p:sp>
      <p:sp>
        <p:nvSpPr>
          <p:cNvPr id="8195" name="Notes Placeholder 2"/>
          <p:cNvSpPr txBox="1">
            <a:spLocks noGrp="1"/>
          </p:cNvSpPr>
          <p:nvPr>
            <p:ph type="body" idx="1"/>
          </p:nvPr>
        </p:nvSpPr>
        <p:spPr>
          <a:ln/>
        </p:spPr>
        <p:txBody>
          <a:bodyPr/>
          <a:lstStyle/>
          <a:p>
            <a:endParaRPr lang="en-US" smtClean="0">
              <a:latin typeface="Arial" panose="020B0604020202020204" pitchFamily="34" charset="0"/>
              <a:cs typeface="Arial" panose="020B0604020202020204" pitchFamily="34" charset="0"/>
            </a:endParaRPr>
          </a:p>
        </p:txBody>
      </p:sp>
      <p:sp>
        <p:nvSpPr>
          <p:cNvPr id="8196" name="Slide Number Placeholder 3"/>
          <p:cNvSpPr>
            <a:spLocks noGrp="1"/>
          </p:cNvSpPr>
          <p:nvPr>
            <p:ph type="sldNum" sz="quarter" idx="12"/>
          </p:nvPr>
        </p:nvSpPr>
        <p:spPr>
          <a:noFill/>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E2C3AD1-9990-4014-A546-DFFF4FBF9ADA}" type="slidenum">
              <a:rPr lang="en-US" sz="1200" smtClean="0">
                <a:solidFill>
                  <a:schemeClr val="tx1"/>
                </a:solidFill>
                <a:sym typeface="Microsoft Yahei" panose="020B0503020204020204" pitchFamily="34" charset="-122"/>
              </a:rPr>
              <a:pPr/>
              <a:t>2</a:t>
            </a:fld>
            <a:endParaRPr lang="en-US" sz="1200" smtClean="0">
              <a:solidFill>
                <a:schemeClr val="tx1"/>
              </a:solidFill>
              <a:sym typeface="Microsoft Yahei" panose="020B0503020204020204" pitchFamily="34" charset="-122"/>
            </a:endParaRPr>
          </a:p>
        </p:txBody>
      </p:sp>
    </p:spTree>
    <p:extLst>
      <p:ext uri="{BB962C8B-B14F-4D97-AF65-F5344CB8AC3E}">
        <p14:creationId xmlns:p14="http://schemas.microsoft.com/office/powerpoint/2010/main" val="2769153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a:miter lim="800000"/>
            <a:headEnd/>
            <a:tailEnd/>
          </a:ln>
        </p:spPr>
      </p:sp>
      <p:sp>
        <p:nvSpPr>
          <p:cNvPr id="8195" name="Notes Placeholder 2"/>
          <p:cNvSpPr txBox="1">
            <a:spLocks noGrp="1"/>
          </p:cNvSpPr>
          <p:nvPr>
            <p:ph type="body" idx="1"/>
          </p:nvPr>
        </p:nvSpPr>
        <p:spPr>
          <a:ln/>
        </p:spPr>
        <p:txBody>
          <a:bodyPr/>
          <a:lstStyle/>
          <a:p>
            <a:endParaRPr lang="en-US" smtClean="0">
              <a:latin typeface="Arial" panose="020B0604020202020204" pitchFamily="34" charset="0"/>
              <a:cs typeface="Arial" panose="020B0604020202020204" pitchFamily="34" charset="0"/>
            </a:endParaRPr>
          </a:p>
        </p:txBody>
      </p:sp>
      <p:sp>
        <p:nvSpPr>
          <p:cNvPr id="8196" name="Slide Number Placeholder 3"/>
          <p:cNvSpPr>
            <a:spLocks noGrp="1"/>
          </p:cNvSpPr>
          <p:nvPr>
            <p:ph type="sldNum" sz="quarter" idx="12"/>
          </p:nvPr>
        </p:nvSpPr>
        <p:spPr>
          <a:noFill/>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E2C3AD1-9990-4014-A546-DFFF4FBF9ADA}" type="slidenum">
              <a:rPr lang="en-US" sz="1200" smtClean="0">
                <a:solidFill>
                  <a:schemeClr val="tx1"/>
                </a:solidFill>
                <a:sym typeface="Microsoft Yahei" panose="020B0503020204020204" pitchFamily="34" charset="-122"/>
              </a:rPr>
              <a:pPr/>
              <a:t>3</a:t>
            </a:fld>
            <a:endParaRPr lang="en-US" sz="1200" smtClean="0">
              <a:solidFill>
                <a:schemeClr val="tx1"/>
              </a:solidFill>
              <a:sym typeface="Microsoft Yahei" panose="020B0503020204020204" pitchFamily="34" charset="-122"/>
            </a:endParaRPr>
          </a:p>
        </p:txBody>
      </p:sp>
    </p:spTree>
    <p:extLst>
      <p:ext uri="{BB962C8B-B14F-4D97-AF65-F5344CB8AC3E}">
        <p14:creationId xmlns:p14="http://schemas.microsoft.com/office/powerpoint/2010/main" val="520826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143000" y="1122363"/>
            <a:ext cx="6858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xmlns="" id="{CCB95D31-625F-2BD0-76C6-F487A6C12A35}"/>
              </a:ext>
            </a:extLst>
          </p:cNvPr>
          <p:cNvSpPr>
            <a:spLocks noGrp="1"/>
          </p:cNvSpPr>
          <p:nvPr>
            <p:ph type="dt" sz="half" idx="10"/>
          </p:nvPr>
        </p:nvSpPr>
        <p:spPr/>
        <p:txBody>
          <a:bodyPr/>
          <a:lstStyle>
            <a:lvl1pPr>
              <a:defRPr smtClean="0"/>
            </a:lvl1pPr>
          </a:lstStyle>
          <a:p>
            <a:pPr>
              <a:defRPr/>
            </a:pPr>
            <a:fld id="{DC2C98A2-BB9E-4061-86A6-F523907822E0}" type="datetime1">
              <a:rPr lang="fr-FR" smtClean="0"/>
              <a:t>18/12/2025</a:t>
            </a:fld>
            <a:endParaRPr lang="fr-FR"/>
          </a:p>
        </p:txBody>
      </p:sp>
      <p:sp>
        <p:nvSpPr>
          <p:cNvPr id="5" name="Espace réservé du pied de page 4">
            <a:extLst>
              <a:ext uri="{FF2B5EF4-FFF2-40B4-BE49-F238E27FC236}">
                <a16:creationId xmlns:a16="http://schemas.microsoft.com/office/drawing/2014/main" xmlns="" id="{8C717D9B-ACD3-05AD-283D-0FA2DA980409}"/>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1859EBEF-19BF-E8B8-01C0-8381B243661C}"/>
              </a:ext>
            </a:extLst>
          </p:cNvPr>
          <p:cNvSpPr>
            <a:spLocks noGrp="1"/>
          </p:cNvSpPr>
          <p:nvPr>
            <p:ph type="sldNum" sz="quarter" idx="12"/>
          </p:nvPr>
        </p:nvSpPr>
        <p:spPr/>
        <p:txBody>
          <a:bodyPr/>
          <a:lstStyle>
            <a:lvl1pPr>
              <a:defRPr/>
            </a:lvl1pPr>
          </a:lstStyle>
          <a:p>
            <a:fld id="{4E9342C1-C487-4F49-9AAD-8629BACFB1EE}" type="slidenum">
              <a:rPr lang="fr-BE" altLang="fr-FR"/>
              <a:pPr/>
              <a:t>‹#›</a:t>
            </a:fld>
            <a:endParaRPr lang="fr-BE" altLang="fr-FR"/>
          </a:p>
        </p:txBody>
      </p:sp>
    </p:spTree>
    <p:extLst>
      <p:ext uri="{BB962C8B-B14F-4D97-AF65-F5344CB8AC3E}">
        <p14:creationId xmlns:p14="http://schemas.microsoft.com/office/powerpoint/2010/main" val="4110083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D3F26364-8961-4D25-B2DC-151747B861A6}"/>
              </a:ext>
            </a:extLst>
          </p:cNvPr>
          <p:cNvSpPr>
            <a:spLocks noGrp="1"/>
          </p:cNvSpPr>
          <p:nvPr>
            <p:ph type="dt" sz="half" idx="10"/>
          </p:nvPr>
        </p:nvSpPr>
        <p:spPr/>
        <p:txBody>
          <a:bodyPr/>
          <a:lstStyle>
            <a:lvl1pPr>
              <a:defRPr smtClean="0"/>
            </a:lvl1pPr>
          </a:lstStyle>
          <a:p>
            <a:pPr>
              <a:defRPr/>
            </a:pPr>
            <a:fld id="{9BDDCCCA-B046-4D71-9EEA-EADF848B1EBF}" type="datetime1">
              <a:rPr lang="fr-FR" smtClean="0"/>
              <a:t>18/12/2025</a:t>
            </a:fld>
            <a:endParaRPr lang="fr-FR"/>
          </a:p>
        </p:txBody>
      </p:sp>
      <p:sp>
        <p:nvSpPr>
          <p:cNvPr id="5" name="Espace réservé du pied de page 4">
            <a:extLst>
              <a:ext uri="{FF2B5EF4-FFF2-40B4-BE49-F238E27FC236}">
                <a16:creationId xmlns:a16="http://schemas.microsoft.com/office/drawing/2014/main" xmlns="" id="{ABCBF971-884E-4F07-499E-12BE4E72CEB0}"/>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8E93EED6-07AA-9AE0-53E2-0BBB8820B867}"/>
              </a:ext>
            </a:extLst>
          </p:cNvPr>
          <p:cNvSpPr>
            <a:spLocks noGrp="1"/>
          </p:cNvSpPr>
          <p:nvPr>
            <p:ph type="sldNum" sz="quarter" idx="12"/>
          </p:nvPr>
        </p:nvSpPr>
        <p:spPr/>
        <p:txBody>
          <a:bodyPr/>
          <a:lstStyle>
            <a:lvl1pPr>
              <a:defRPr/>
            </a:lvl1pPr>
          </a:lstStyle>
          <a:p>
            <a:fld id="{32FD63C8-66A6-4F73-AA9E-060D51E1FAAA}" type="slidenum">
              <a:rPr lang="fr-BE" altLang="fr-FR"/>
              <a:pPr/>
              <a:t>‹#›</a:t>
            </a:fld>
            <a:endParaRPr lang="fr-BE" altLang="fr-FR"/>
          </a:p>
        </p:txBody>
      </p:sp>
    </p:spTree>
    <p:extLst>
      <p:ext uri="{BB962C8B-B14F-4D97-AF65-F5344CB8AC3E}">
        <p14:creationId xmlns:p14="http://schemas.microsoft.com/office/powerpoint/2010/main" val="2366166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623888" y="1709759"/>
            <a:ext cx="78867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623888" y="458948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a:extLst>
              <a:ext uri="{FF2B5EF4-FFF2-40B4-BE49-F238E27FC236}">
                <a16:creationId xmlns:a16="http://schemas.microsoft.com/office/drawing/2014/main" xmlns="" id="{2FC1A6A8-A7FA-0F71-A608-8F0DA428D82C}"/>
              </a:ext>
            </a:extLst>
          </p:cNvPr>
          <p:cNvSpPr>
            <a:spLocks noGrp="1"/>
          </p:cNvSpPr>
          <p:nvPr>
            <p:ph type="dt" sz="half" idx="10"/>
          </p:nvPr>
        </p:nvSpPr>
        <p:spPr/>
        <p:txBody>
          <a:bodyPr/>
          <a:lstStyle>
            <a:lvl1pPr>
              <a:defRPr smtClean="0"/>
            </a:lvl1pPr>
          </a:lstStyle>
          <a:p>
            <a:pPr>
              <a:defRPr/>
            </a:pPr>
            <a:fld id="{7DBA14CA-3199-41C6-BB64-D4B94E60AB57}" type="datetime1">
              <a:rPr lang="fr-FR" smtClean="0"/>
              <a:t>18/12/2025</a:t>
            </a:fld>
            <a:endParaRPr lang="fr-FR"/>
          </a:p>
        </p:txBody>
      </p:sp>
      <p:sp>
        <p:nvSpPr>
          <p:cNvPr id="5" name="Espace réservé du pied de page 4">
            <a:extLst>
              <a:ext uri="{FF2B5EF4-FFF2-40B4-BE49-F238E27FC236}">
                <a16:creationId xmlns:a16="http://schemas.microsoft.com/office/drawing/2014/main" xmlns="" id="{4985EBB5-DC59-95E9-19C7-EC40E14FC92C}"/>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C91C054A-D21F-6BC0-7FEA-429BA052CC3C}"/>
              </a:ext>
            </a:extLst>
          </p:cNvPr>
          <p:cNvSpPr>
            <a:spLocks noGrp="1"/>
          </p:cNvSpPr>
          <p:nvPr>
            <p:ph type="sldNum" sz="quarter" idx="12"/>
          </p:nvPr>
        </p:nvSpPr>
        <p:spPr/>
        <p:txBody>
          <a:bodyPr/>
          <a:lstStyle>
            <a:lvl1pPr>
              <a:defRPr/>
            </a:lvl1pPr>
          </a:lstStyle>
          <a:p>
            <a:fld id="{DF2A9998-6F0F-4D8D-BF0C-69CDF84EF88B}" type="slidenum">
              <a:rPr lang="fr-BE" altLang="fr-FR"/>
              <a:pPr/>
              <a:t>‹#›</a:t>
            </a:fld>
            <a:endParaRPr lang="fr-BE" altLang="fr-FR"/>
          </a:p>
        </p:txBody>
      </p:sp>
    </p:spTree>
    <p:extLst>
      <p:ext uri="{BB962C8B-B14F-4D97-AF65-F5344CB8AC3E}">
        <p14:creationId xmlns:p14="http://schemas.microsoft.com/office/powerpoint/2010/main" val="2305866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6286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291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3">
            <a:extLst>
              <a:ext uri="{FF2B5EF4-FFF2-40B4-BE49-F238E27FC236}">
                <a16:creationId xmlns:a16="http://schemas.microsoft.com/office/drawing/2014/main" xmlns="" id="{5945E80F-8990-4E3C-ABCC-B149684AD014}"/>
              </a:ext>
            </a:extLst>
          </p:cNvPr>
          <p:cNvSpPr>
            <a:spLocks noGrp="1"/>
          </p:cNvSpPr>
          <p:nvPr>
            <p:ph type="dt" sz="half" idx="10"/>
          </p:nvPr>
        </p:nvSpPr>
        <p:spPr/>
        <p:txBody>
          <a:bodyPr/>
          <a:lstStyle>
            <a:lvl1pPr>
              <a:defRPr smtClean="0"/>
            </a:lvl1pPr>
          </a:lstStyle>
          <a:p>
            <a:pPr>
              <a:defRPr/>
            </a:pPr>
            <a:fld id="{DDB35000-BBB4-4825-B953-4618C070E2E3}" type="datetime1">
              <a:rPr lang="fr-FR" smtClean="0"/>
              <a:t>18/12/2025</a:t>
            </a:fld>
            <a:endParaRPr lang="fr-FR"/>
          </a:p>
        </p:txBody>
      </p:sp>
      <p:sp>
        <p:nvSpPr>
          <p:cNvPr id="6" name="Espace réservé du pied de page 4">
            <a:extLst>
              <a:ext uri="{FF2B5EF4-FFF2-40B4-BE49-F238E27FC236}">
                <a16:creationId xmlns:a16="http://schemas.microsoft.com/office/drawing/2014/main" xmlns="" id="{70EA78EB-91A1-E85B-DA41-76D2D90F697F}"/>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7" name="Espace réservé du numéro de diapositive 5">
            <a:extLst>
              <a:ext uri="{FF2B5EF4-FFF2-40B4-BE49-F238E27FC236}">
                <a16:creationId xmlns:a16="http://schemas.microsoft.com/office/drawing/2014/main" xmlns="" id="{21C512B8-6A7F-E149-1CE1-3B96DC5276A6}"/>
              </a:ext>
            </a:extLst>
          </p:cNvPr>
          <p:cNvSpPr>
            <a:spLocks noGrp="1"/>
          </p:cNvSpPr>
          <p:nvPr>
            <p:ph type="sldNum" sz="quarter" idx="12"/>
          </p:nvPr>
        </p:nvSpPr>
        <p:spPr/>
        <p:txBody>
          <a:bodyPr/>
          <a:lstStyle>
            <a:lvl1pPr>
              <a:defRPr/>
            </a:lvl1pPr>
          </a:lstStyle>
          <a:p>
            <a:fld id="{7CF9A396-91A1-4F34-B347-988864601021}" type="slidenum">
              <a:rPr lang="fr-BE" altLang="fr-FR"/>
              <a:pPr/>
              <a:t>‹#›</a:t>
            </a:fld>
            <a:endParaRPr lang="fr-BE" altLang="fr-FR"/>
          </a:p>
        </p:txBody>
      </p:sp>
    </p:spTree>
    <p:extLst>
      <p:ext uri="{BB962C8B-B14F-4D97-AF65-F5344CB8AC3E}">
        <p14:creationId xmlns:p14="http://schemas.microsoft.com/office/powerpoint/2010/main" val="2970240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29841" y="365129"/>
            <a:ext cx="7886700" cy="1325563"/>
          </a:xfrm>
        </p:spPr>
        <p:txBody>
          <a:bodyPr/>
          <a:lstStyle/>
          <a:p>
            <a:r>
              <a:rPr lang="fr-FR"/>
              <a:t>Modifiez le style du titre</a:t>
            </a:r>
          </a:p>
        </p:txBody>
      </p:sp>
      <p:sp>
        <p:nvSpPr>
          <p:cNvPr id="3" name="Espace réservé du texte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29842" y="2505075"/>
            <a:ext cx="3868340"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29152" y="2505075"/>
            <a:ext cx="3887391"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3">
            <a:extLst>
              <a:ext uri="{FF2B5EF4-FFF2-40B4-BE49-F238E27FC236}">
                <a16:creationId xmlns:a16="http://schemas.microsoft.com/office/drawing/2014/main" xmlns="" id="{48054B04-D188-132A-C5CF-1AF5E754C704}"/>
              </a:ext>
            </a:extLst>
          </p:cNvPr>
          <p:cNvSpPr>
            <a:spLocks noGrp="1"/>
          </p:cNvSpPr>
          <p:nvPr>
            <p:ph type="dt" sz="half" idx="10"/>
          </p:nvPr>
        </p:nvSpPr>
        <p:spPr/>
        <p:txBody>
          <a:bodyPr/>
          <a:lstStyle>
            <a:lvl1pPr>
              <a:defRPr smtClean="0"/>
            </a:lvl1pPr>
          </a:lstStyle>
          <a:p>
            <a:pPr>
              <a:defRPr/>
            </a:pPr>
            <a:fld id="{9C8D6991-2E45-4680-AF46-7BDA50CE6CCF}" type="datetime1">
              <a:rPr lang="fr-FR" smtClean="0"/>
              <a:t>18/12/2025</a:t>
            </a:fld>
            <a:endParaRPr lang="fr-FR"/>
          </a:p>
        </p:txBody>
      </p:sp>
      <p:sp>
        <p:nvSpPr>
          <p:cNvPr id="8" name="Espace réservé du pied de page 4">
            <a:extLst>
              <a:ext uri="{FF2B5EF4-FFF2-40B4-BE49-F238E27FC236}">
                <a16:creationId xmlns:a16="http://schemas.microsoft.com/office/drawing/2014/main" xmlns="" id="{5E1DB472-902B-149E-1739-7D58659B3750}"/>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9" name="Espace réservé du numéro de diapositive 5">
            <a:extLst>
              <a:ext uri="{FF2B5EF4-FFF2-40B4-BE49-F238E27FC236}">
                <a16:creationId xmlns:a16="http://schemas.microsoft.com/office/drawing/2014/main" xmlns="" id="{B9F73D83-F7A9-B1DB-1B33-A313BFC7B057}"/>
              </a:ext>
            </a:extLst>
          </p:cNvPr>
          <p:cNvSpPr>
            <a:spLocks noGrp="1"/>
          </p:cNvSpPr>
          <p:nvPr>
            <p:ph type="sldNum" sz="quarter" idx="12"/>
          </p:nvPr>
        </p:nvSpPr>
        <p:spPr/>
        <p:txBody>
          <a:bodyPr/>
          <a:lstStyle>
            <a:lvl1pPr>
              <a:defRPr/>
            </a:lvl1pPr>
          </a:lstStyle>
          <a:p>
            <a:fld id="{9262ACEF-F092-4A7B-B4A1-9A65A2EB81A6}" type="slidenum">
              <a:rPr lang="fr-BE" altLang="fr-FR"/>
              <a:pPr/>
              <a:t>‹#›</a:t>
            </a:fld>
            <a:endParaRPr lang="fr-BE" altLang="fr-FR"/>
          </a:p>
        </p:txBody>
      </p:sp>
    </p:spTree>
    <p:extLst>
      <p:ext uri="{BB962C8B-B14F-4D97-AF65-F5344CB8AC3E}">
        <p14:creationId xmlns:p14="http://schemas.microsoft.com/office/powerpoint/2010/main" val="4104099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3">
            <a:extLst>
              <a:ext uri="{FF2B5EF4-FFF2-40B4-BE49-F238E27FC236}">
                <a16:creationId xmlns:a16="http://schemas.microsoft.com/office/drawing/2014/main" xmlns="" id="{FD76217F-CAD4-3AD4-9DAE-B015D5BA3AD7}"/>
              </a:ext>
            </a:extLst>
          </p:cNvPr>
          <p:cNvSpPr>
            <a:spLocks noGrp="1"/>
          </p:cNvSpPr>
          <p:nvPr>
            <p:ph type="dt" sz="half" idx="10"/>
          </p:nvPr>
        </p:nvSpPr>
        <p:spPr/>
        <p:txBody>
          <a:bodyPr/>
          <a:lstStyle>
            <a:lvl1pPr>
              <a:defRPr smtClean="0"/>
            </a:lvl1pPr>
          </a:lstStyle>
          <a:p>
            <a:pPr>
              <a:defRPr/>
            </a:pPr>
            <a:fld id="{DE23857D-10EA-4E05-B414-2E20D11ECE7D}" type="datetime1">
              <a:rPr lang="fr-FR" smtClean="0"/>
              <a:t>18/12/2025</a:t>
            </a:fld>
            <a:endParaRPr lang="fr-FR"/>
          </a:p>
        </p:txBody>
      </p:sp>
      <p:sp>
        <p:nvSpPr>
          <p:cNvPr id="4" name="Espace réservé du pied de page 4">
            <a:extLst>
              <a:ext uri="{FF2B5EF4-FFF2-40B4-BE49-F238E27FC236}">
                <a16:creationId xmlns:a16="http://schemas.microsoft.com/office/drawing/2014/main" xmlns="" id="{DE6AF432-22DF-81D0-EBB1-E975988C6C43}"/>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5" name="Espace réservé du numéro de diapositive 5">
            <a:extLst>
              <a:ext uri="{FF2B5EF4-FFF2-40B4-BE49-F238E27FC236}">
                <a16:creationId xmlns:a16="http://schemas.microsoft.com/office/drawing/2014/main" xmlns="" id="{7C87E1B3-B31B-C6B1-86C5-8AA66A8A4EFA}"/>
              </a:ext>
            </a:extLst>
          </p:cNvPr>
          <p:cNvSpPr>
            <a:spLocks noGrp="1"/>
          </p:cNvSpPr>
          <p:nvPr>
            <p:ph type="sldNum" sz="quarter" idx="12"/>
          </p:nvPr>
        </p:nvSpPr>
        <p:spPr/>
        <p:txBody>
          <a:bodyPr/>
          <a:lstStyle>
            <a:lvl1pPr>
              <a:defRPr/>
            </a:lvl1pPr>
          </a:lstStyle>
          <a:p>
            <a:fld id="{74339E1D-87C9-4FCC-8AF0-C688B866A1E5}" type="slidenum">
              <a:rPr lang="fr-BE" altLang="fr-FR"/>
              <a:pPr/>
              <a:t>‹#›</a:t>
            </a:fld>
            <a:endParaRPr lang="fr-BE" altLang="fr-FR"/>
          </a:p>
        </p:txBody>
      </p:sp>
    </p:spTree>
    <p:extLst>
      <p:ext uri="{BB962C8B-B14F-4D97-AF65-F5344CB8AC3E}">
        <p14:creationId xmlns:p14="http://schemas.microsoft.com/office/powerpoint/2010/main" val="4145720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a:extLst>
              <a:ext uri="{FF2B5EF4-FFF2-40B4-BE49-F238E27FC236}">
                <a16:creationId xmlns:a16="http://schemas.microsoft.com/office/drawing/2014/main" xmlns="" id="{ED94A472-F039-F10E-67BC-26EF887AB2FF}"/>
              </a:ext>
            </a:extLst>
          </p:cNvPr>
          <p:cNvSpPr>
            <a:spLocks noGrp="1"/>
          </p:cNvSpPr>
          <p:nvPr>
            <p:ph type="dt" sz="half" idx="10"/>
          </p:nvPr>
        </p:nvSpPr>
        <p:spPr/>
        <p:txBody>
          <a:bodyPr/>
          <a:lstStyle>
            <a:lvl1pPr>
              <a:defRPr smtClean="0"/>
            </a:lvl1pPr>
          </a:lstStyle>
          <a:p>
            <a:pPr>
              <a:defRPr/>
            </a:pPr>
            <a:fld id="{E723D717-A5CF-40A0-8978-CEAEFC0A5346}" type="datetime1">
              <a:rPr lang="fr-FR" smtClean="0"/>
              <a:t>18/12/2025</a:t>
            </a:fld>
            <a:endParaRPr lang="fr-FR"/>
          </a:p>
        </p:txBody>
      </p:sp>
      <p:sp>
        <p:nvSpPr>
          <p:cNvPr id="3" name="Espace réservé du pied de page 4">
            <a:extLst>
              <a:ext uri="{FF2B5EF4-FFF2-40B4-BE49-F238E27FC236}">
                <a16:creationId xmlns:a16="http://schemas.microsoft.com/office/drawing/2014/main" xmlns="" id="{8E6BF5CA-0013-B12E-AF9B-E87E14E63F8F}"/>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4" name="Espace réservé du numéro de diapositive 5">
            <a:extLst>
              <a:ext uri="{FF2B5EF4-FFF2-40B4-BE49-F238E27FC236}">
                <a16:creationId xmlns:a16="http://schemas.microsoft.com/office/drawing/2014/main" xmlns="" id="{AB9643F3-467F-0821-C32D-F0AD63250A66}"/>
              </a:ext>
            </a:extLst>
          </p:cNvPr>
          <p:cNvSpPr>
            <a:spLocks noGrp="1"/>
          </p:cNvSpPr>
          <p:nvPr>
            <p:ph type="sldNum" sz="quarter" idx="12"/>
          </p:nvPr>
        </p:nvSpPr>
        <p:spPr/>
        <p:txBody>
          <a:bodyPr/>
          <a:lstStyle>
            <a:lvl1pPr>
              <a:defRPr/>
            </a:lvl1pPr>
          </a:lstStyle>
          <a:p>
            <a:fld id="{BB084C91-9AE5-40E3-98A2-BBD1112FDE14}" type="slidenum">
              <a:rPr lang="fr-BE" altLang="fr-FR"/>
              <a:pPr/>
              <a:t>‹#›</a:t>
            </a:fld>
            <a:endParaRPr lang="fr-BE" altLang="fr-FR"/>
          </a:p>
        </p:txBody>
      </p:sp>
    </p:spTree>
    <p:extLst>
      <p:ext uri="{BB962C8B-B14F-4D97-AF65-F5344CB8AC3E}">
        <p14:creationId xmlns:p14="http://schemas.microsoft.com/office/powerpoint/2010/main" val="521125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29841" y="457200"/>
            <a:ext cx="2949178"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3887391" y="98744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3">
            <a:extLst>
              <a:ext uri="{FF2B5EF4-FFF2-40B4-BE49-F238E27FC236}">
                <a16:creationId xmlns:a16="http://schemas.microsoft.com/office/drawing/2014/main" xmlns="" id="{A3096707-561B-2C6F-B6DC-40451CED7614}"/>
              </a:ext>
            </a:extLst>
          </p:cNvPr>
          <p:cNvSpPr>
            <a:spLocks noGrp="1"/>
          </p:cNvSpPr>
          <p:nvPr>
            <p:ph type="dt" sz="half" idx="10"/>
          </p:nvPr>
        </p:nvSpPr>
        <p:spPr/>
        <p:txBody>
          <a:bodyPr/>
          <a:lstStyle>
            <a:lvl1pPr>
              <a:defRPr smtClean="0"/>
            </a:lvl1pPr>
          </a:lstStyle>
          <a:p>
            <a:pPr>
              <a:defRPr/>
            </a:pPr>
            <a:fld id="{AF348171-B8B2-4CD0-A97A-622FADC91EE9}" type="datetime1">
              <a:rPr lang="fr-FR" smtClean="0"/>
              <a:t>18/12/2025</a:t>
            </a:fld>
            <a:endParaRPr lang="fr-FR"/>
          </a:p>
        </p:txBody>
      </p:sp>
      <p:sp>
        <p:nvSpPr>
          <p:cNvPr id="6" name="Espace réservé du pied de page 4">
            <a:extLst>
              <a:ext uri="{FF2B5EF4-FFF2-40B4-BE49-F238E27FC236}">
                <a16:creationId xmlns:a16="http://schemas.microsoft.com/office/drawing/2014/main" xmlns="" id="{71C0E8A9-B60D-1B30-3FC0-691ADD69753C}"/>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7" name="Espace réservé du numéro de diapositive 5">
            <a:extLst>
              <a:ext uri="{FF2B5EF4-FFF2-40B4-BE49-F238E27FC236}">
                <a16:creationId xmlns:a16="http://schemas.microsoft.com/office/drawing/2014/main" xmlns="" id="{350FD5A8-8E78-A0AF-2EAF-9B8BF2C9D7B9}"/>
              </a:ext>
            </a:extLst>
          </p:cNvPr>
          <p:cNvSpPr>
            <a:spLocks noGrp="1"/>
          </p:cNvSpPr>
          <p:nvPr>
            <p:ph type="sldNum" sz="quarter" idx="12"/>
          </p:nvPr>
        </p:nvSpPr>
        <p:spPr/>
        <p:txBody>
          <a:bodyPr/>
          <a:lstStyle>
            <a:lvl1pPr>
              <a:defRPr/>
            </a:lvl1pPr>
          </a:lstStyle>
          <a:p>
            <a:fld id="{926D6BDA-3F54-41FD-8CF6-6BBA33387201}" type="slidenum">
              <a:rPr lang="fr-BE" altLang="fr-FR"/>
              <a:pPr/>
              <a:t>‹#›</a:t>
            </a:fld>
            <a:endParaRPr lang="fr-BE" altLang="fr-FR"/>
          </a:p>
        </p:txBody>
      </p:sp>
    </p:spTree>
    <p:extLst>
      <p:ext uri="{BB962C8B-B14F-4D97-AF65-F5344CB8AC3E}">
        <p14:creationId xmlns:p14="http://schemas.microsoft.com/office/powerpoint/2010/main" val="1092626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29841" y="457200"/>
            <a:ext cx="2949178"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3887391" y="98744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Cliquez sur l'icône pour ajouter une image</a:t>
            </a:r>
          </a:p>
        </p:txBody>
      </p:sp>
      <p:sp>
        <p:nvSpPr>
          <p:cNvPr id="4" name="Espace réservé du texte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3">
            <a:extLst>
              <a:ext uri="{FF2B5EF4-FFF2-40B4-BE49-F238E27FC236}">
                <a16:creationId xmlns:a16="http://schemas.microsoft.com/office/drawing/2014/main" xmlns="" id="{E6E91F74-62AE-6279-66F9-743FB17B412E}"/>
              </a:ext>
            </a:extLst>
          </p:cNvPr>
          <p:cNvSpPr>
            <a:spLocks noGrp="1"/>
          </p:cNvSpPr>
          <p:nvPr>
            <p:ph type="dt" sz="half" idx="10"/>
          </p:nvPr>
        </p:nvSpPr>
        <p:spPr/>
        <p:txBody>
          <a:bodyPr/>
          <a:lstStyle>
            <a:lvl1pPr>
              <a:defRPr smtClean="0"/>
            </a:lvl1pPr>
          </a:lstStyle>
          <a:p>
            <a:pPr>
              <a:defRPr/>
            </a:pPr>
            <a:fld id="{6418C8B8-3263-44DD-A913-C2A90007B495}" type="datetime1">
              <a:rPr lang="fr-FR" smtClean="0"/>
              <a:t>18/12/2025</a:t>
            </a:fld>
            <a:endParaRPr lang="fr-FR"/>
          </a:p>
        </p:txBody>
      </p:sp>
      <p:sp>
        <p:nvSpPr>
          <p:cNvPr id="6" name="Espace réservé du pied de page 4">
            <a:extLst>
              <a:ext uri="{FF2B5EF4-FFF2-40B4-BE49-F238E27FC236}">
                <a16:creationId xmlns:a16="http://schemas.microsoft.com/office/drawing/2014/main" xmlns="" id="{B6FEFDCF-3B07-7E1C-F355-F03F27A3504E}"/>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7" name="Espace réservé du numéro de diapositive 5">
            <a:extLst>
              <a:ext uri="{FF2B5EF4-FFF2-40B4-BE49-F238E27FC236}">
                <a16:creationId xmlns:a16="http://schemas.microsoft.com/office/drawing/2014/main" xmlns="" id="{1C7191EB-968F-74E9-E7B9-70384C66C210}"/>
              </a:ext>
            </a:extLst>
          </p:cNvPr>
          <p:cNvSpPr>
            <a:spLocks noGrp="1"/>
          </p:cNvSpPr>
          <p:nvPr>
            <p:ph type="sldNum" sz="quarter" idx="12"/>
          </p:nvPr>
        </p:nvSpPr>
        <p:spPr/>
        <p:txBody>
          <a:bodyPr/>
          <a:lstStyle>
            <a:lvl1pPr>
              <a:defRPr/>
            </a:lvl1pPr>
          </a:lstStyle>
          <a:p>
            <a:fld id="{2A50728B-C2C2-4130-9CBB-7A49ADBE109E}" type="slidenum">
              <a:rPr lang="fr-BE" altLang="fr-FR"/>
              <a:pPr/>
              <a:t>‹#›</a:t>
            </a:fld>
            <a:endParaRPr lang="fr-BE" altLang="fr-FR"/>
          </a:p>
        </p:txBody>
      </p:sp>
    </p:spTree>
    <p:extLst>
      <p:ext uri="{BB962C8B-B14F-4D97-AF65-F5344CB8AC3E}">
        <p14:creationId xmlns:p14="http://schemas.microsoft.com/office/powerpoint/2010/main" val="206074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BB4A6BDB-96ED-1DF3-64D7-15F0F41DC13E}"/>
              </a:ext>
            </a:extLst>
          </p:cNvPr>
          <p:cNvSpPr>
            <a:spLocks noGrp="1"/>
          </p:cNvSpPr>
          <p:nvPr>
            <p:ph type="dt" sz="half" idx="10"/>
          </p:nvPr>
        </p:nvSpPr>
        <p:spPr/>
        <p:txBody>
          <a:bodyPr/>
          <a:lstStyle>
            <a:lvl1pPr>
              <a:defRPr smtClean="0"/>
            </a:lvl1pPr>
          </a:lstStyle>
          <a:p>
            <a:pPr>
              <a:defRPr/>
            </a:pPr>
            <a:fld id="{DEF46A6E-0A06-4EEF-BFB4-37C6966AA32C}" type="datetime1">
              <a:rPr lang="fr-FR" smtClean="0"/>
              <a:t>18/12/2025</a:t>
            </a:fld>
            <a:endParaRPr lang="fr-FR"/>
          </a:p>
        </p:txBody>
      </p:sp>
      <p:sp>
        <p:nvSpPr>
          <p:cNvPr id="5" name="Espace réservé du pied de page 4">
            <a:extLst>
              <a:ext uri="{FF2B5EF4-FFF2-40B4-BE49-F238E27FC236}">
                <a16:creationId xmlns:a16="http://schemas.microsoft.com/office/drawing/2014/main" xmlns="" id="{08D532AB-855D-B9A7-898F-3DABC58BC436}"/>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3C574773-3F18-EA87-D302-789C5720E7C6}"/>
              </a:ext>
            </a:extLst>
          </p:cNvPr>
          <p:cNvSpPr>
            <a:spLocks noGrp="1"/>
          </p:cNvSpPr>
          <p:nvPr>
            <p:ph type="sldNum" sz="quarter" idx="12"/>
          </p:nvPr>
        </p:nvSpPr>
        <p:spPr/>
        <p:txBody>
          <a:bodyPr/>
          <a:lstStyle>
            <a:lvl1pPr>
              <a:defRPr/>
            </a:lvl1pPr>
          </a:lstStyle>
          <a:p>
            <a:fld id="{B703E47E-41A3-4073-A079-5178433E2008}" type="slidenum">
              <a:rPr lang="fr-BE" altLang="fr-FR"/>
              <a:pPr/>
              <a:t>‹#›</a:t>
            </a:fld>
            <a:endParaRPr lang="fr-BE" altLang="fr-FR"/>
          </a:p>
        </p:txBody>
      </p:sp>
    </p:spTree>
    <p:extLst>
      <p:ext uri="{BB962C8B-B14F-4D97-AF65-F5344CB8AC3E}">
        <p14:creationId xmlns:p14="http://schemas.microsoft.com/office/powerpoint/2010/main" val="88496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43676" y="365125"/>
            <a:ext cx="1971675"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628652" y="365125"/>
            <a:ext cx="5800725"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335B4630-7C43-0A36-1F33-E70306854897}"/>
              </a:ext>
            </a:extLst>
          </p:cNvPr>
          <p:cNvSpPr>
            <a:spLocks noGrp="1"/>
          </p:cNvSpPr>
          <p:nvPr>
            <p:ph type="dt" sz="half" idx="10"/>
          </p:nvPr>
        </p:nvSpPr>
        <p:spPr/>
        <p:txBody>
          <a:bodyPr/>
          <a:lstStyle>
            <a:lvl1pPr>
              <a:defRPr smtClean="0"/>
            </a:lvl1pPr>
          </a:lstStyle>
          <a:p>
            <a:pPr>
              <a:defRPr/>
            </a:pPr>
            <a:fld id="{EB442636-8CDB-4359-A1B0-CC6F2086E70A}" type="datetime1">
              <a:rPr lang="fr-FR" smtClean="0"/>
              <a:t>18/12/2025</a:t>
            </a:fld>
            <a:endParaRPr lang="fr-FR"/>
          </a:p>
        </p:txBody>
      </p:sp>
      <p:sp>
        <p:nvSpPr>
          <p:cNvPr id="5" name="Espace réservé du pied de page 4">
            <a:extLst>
              <a:ext uri="{FF2B5EF4-FFF2-40B4-BE49-F238E27FC236}">
                <a16:creationId xmlns:a16="http://schemas.microsoft.com/office/drawing/2014/main" xmlns="" id="{96EFC2F0-739A-C3E6-5A2E-ABF00D2763DE}"/>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51EFAF26-DF40-88CC-8871-E5E429623BBE}"/>
              </a:ext>
            </a:extLst>
          </p:cNvPr>
          <p:cNvSpPr>
            <a:spLocks noGrp="1"/>
          </p:cNvSpPr>
          <p:nvPr>
            <p:ph type="sldNum" sz="quarter" idx="12"/>
          </p:nvPr>
        </p:nvSpPr>
        <p:spPr/>
        <p:txBody>
          <a:bodyPr/>
          <a:lstStyle>
            <a:lvl1pPr>
              <a:defRPr/>
            </a:lvl1pPr>
          </a:lstStyle>
          <a:p>
            <a:fld id="{31581729-3654-48A2-B3FB-1273C98D7581}" type="slidenum">
              <a:rPr lang="fr-BE" altLang="fr-FR"/>
              <a:pPr/>
              <a:t>‹#›</a:t>
            </a:fld>
            <a:endParaRPr lang="fr-BE" altLang="fr-FR"/>
          </a:p>
        </p:txBody>
      </p:sp>
    </p:spTree>
    <p:extLst>
      <p:ext uri="{BB962C8B-B14F-4D97-AF65-F5344CB8AC3E}">
        <p14:creationId xmlns:p14="http://schemas.microsoft.com/office/powerpoint/2010/main" val="1926336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9620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0CB60C39-865F-A528-D3D5-5138894FB7EB}"/>
              </a:ext>
            </a:extLst>
          </p:cNvPr>
          <p:cNvSpPr>
            <a:spLocks noGrp="1"/>
          </p:cNvSpPr>
          <p:nvPr>
            <p:ph type="ctrTitle"/>
          </p:nvPr>
        </p:nvSpPr>
        <p:spPr>
          <a:xfrm>
            <a:off x="1143000" y="1122363"/>
            <a:ext cx="6858000" cy="23876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xmlns="" id="{C723FC6B-CE7C-8209-7087-C9467345914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xmlns="" id="{3055D5A5-8520-3BFC-F6EE-02D9873F1F67}"/>
              </a:ext>
            </a:extLst>
          </p:cNvPr>
          <p:cNvSpPr>
            <a:spLocks noGrp="1"/>
          </p:cNvSpPr>
          <p:nvPr>
            <p:ph type="dt" sz="half" idx="10"/>
          </p:nvPr>
        </p:nvSpPr>
        <p:spPr/>
        <p:txBody>
          <a:bodyPr/>
          <a:lstStyle/>
          <a:p>
            <a:pPr>
              <a:defRPr/>
            </a:pPr>
            <a:fld id="{8D549E20-5FBB-4C40-9B30-FADE27FF624D}" type="datetime1">
              <a:rPr lang="fr-FR" smtClean="0"/>
              <a:t>18/12/2025</a:t>
            </a:fld>
            <a:endParaRPr lang="fr-FR"/>
          </a:p>
        </p:txBody>
      </p:sp>
      <p:sp>
        <p:nvSpPr>
          <p:cNvPr id="5" name="Espace réservé du pied de page 4">
            <a:extLst>
              <a:ext uri="{FF2B5EF4-FFF2-40B4-BE49-F238E27FC236}">
                <a16:creationId xmlns:a16="http://schemas.microsoft.com/office/drawing/2014/main" xmlns="" id="{25F9FD7D-0D81-9B22-DC8C-0B9CEE2016D9}"/>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94F0A274-E47A-F9E7-4B61-BDEEBA91E2E5}"/>
              </a:ext>
            </a:extLst>
          </p:cNvPr>
          <p:cNvSpPr>
            <a:spLocks noGrp="1"/>
          </p:cNvSpPr>
          <p:nvPr>
            <p:ph type="sldNum" sz="quarter" idx="12"/>
          </p:nvPr>
        </p:nvSpPr>
        <p:spPr/>
        <p:txBody>
          <a:bodyPr/>
          <a:lstStyle/>
          <a:p>
            <a:fld id="{B0F18228-CA27-4BCC-BC90-901300C53FB1}" type="slidenum">
              <a:rPr lang="fr-BE" altLang="fr-FR" smtClean="0"/>
              <a:pPr/>
              <a:t>‹#›</a:t>
            </a:fld>
            <a:endParaRPr lang="fr-BE" altLang="fr-FR"/>
          </a:p>
        </p:txBody>
      </p:sp>
    </p:spTree>
    <p:extLst>
      <p:ext uri="{BB962C8B-B14F-4D97-AF65-F5344CB8AC3E}">
        <p14:creationId xmlns:p14="http://schemas.microsoft.com/office/powerpoint/2010/main" val="2875031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655001B8-CEEA-A8F1-0C5C-6E189CDDEBD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xmlns="" id="{72E923E6-789C-3632-B089-8E30C9250C1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8CE52B94-E4AF-1FB0-6D2E-B67E106AD718}"/>
              </a:ext>
            </a:extLst>
          </p:cNvPr>
          <p:cNvSpPr>
            <a:spLocks noGrp="1"/>
          </p:cNvSpPr>
          <p:nvPr>
            <p:ph type="dt" sz="half" idx="10"/>
          </p:nvPr>
        </p:nvSpPr>
        <p:spPr/>
        <p:txBody>
          <a:bodyPr/>
          <a:lstStyle/>
          <a:p>
            <a:pPr>
              <a:defRPr/>
            </a:pPr>
            <a:fld id="{F7E2CD02-8DAF-4C73-8E89-BDC2B1C6C1F5}" type="datetime1">
              <a:rPr lang="fr-FR" smtClean="0"/>
              <a:t>18/12/2025</a:t>
            </a:fld>
            <a:endParaRPr lang="fr-FR"/>
          </a:p>
        </p:txBody>
      </p:sp>
      <p:sp>
        <p:nvSpPr>
          <p:cNvPr id="5" name="Espace réservé du pied de page 4">
            <a:extLst>
              <a:ext uri="{FF2B5EF4-FFF2-40B4-BE49-F238E27FC236}">
                <a16:creationId xmlns:a16="http://schemas.microsoft.com/office/drawing/2014/main" xmlns="" id="{8F220F67-1193-9C4A-ED07-49D2C4F1A186}"/>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3226DC44-B69D-431A-C1D6-48040F0A9DC0}"/>
              </a:ext>
            </a:extLst>
          </p:cNvPr>
          <p:cNvSpPr>
            <a:spLocks noGrp="1"/>
          </p:cNvSpPr>
          <p:nvPr>
            <p:ph type="sldNum" sz="quarter" idx="12"/>
          </p:nvPr>
        </p:nvSpPr>
        <p:spPr/>
        <p:txBody>
          <a:bodyPr/>
          <a:lstStyle/>
          <a:p>
            <a:fld id="{62F8AC48-0110-4E03-96A9-424428372C43}" type="slidenum">
              <a:rPr lang="fr-BE" altLang="fr-FR" smtClean="0"/>
              <a:pPr/>
              <a:t>‹#›</a:t>
            </a:fld>
            <a:endParaRPr lang="fr-BE" altLang="fr-FR"/>
          </a:p>
        </p:txBody>
      </p:sp>
    </p:spTree>
    <p:extLst>
      <p:ext uri="{BB962C8B-B14F-4D97-AF65-F5344CB8AC3E}">
        <p14:creationId xmlns:p14="http://schemas.microsoft.com/office/powerpoint/2010/main" val="3786508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5FE0F148-4642-2410-5390-FF66D71010C1}"/>
              </a:ext>
            </a:extLst>
          </p:cNvPr>
          <p:cNvSpPr>
            <a:spLocks noGrp="1"/>
          </p:cNvSpPr>
          <p:nvPr>
            <p:ph type="title"/>
          </p:nvPr>
        </p:nvSpPr>
        <p:spPr>
          <a:xfrm>
            <a:off x="623888" y="1709739"/>
            <a:ext cx="7886700" cy="2852737"/>
          </a:xfrm>
        </p:spPr>
        <p:txBody>
          <a:bodyPr anchor="b"/>
          <a:lstStyle>
            <a:lvl1pPr>
              <a:defRPr sz="4500"/>
            </a:lvl1pPr>
          </a:lstStyle>
          <a:p>
            <a:r>
              <a:rPr lang="fr-FR"/>
              <a:t>Modifiez le style du titre</a:t>
            </a:r>
          </a:p>
        </p:txBody>
      </p:sp>
      <p:sp>
        <p:nvSpPr>
          <p:cNvPr id="3" name="Espace réservé du texte 2">
            <a:extLst>
              <a:ext uri="{FF2B5EF4-FFF2-40B4-BE49-F238E27FC236}">
                <a16:creationId xmlns:a16="http://schemas.microsoft.com/office/drawing/2014/main" xmlns="" id="{BD65C1A2-10F9-C230-ED2B-46D3BC6EF050}"/>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xmlns="" id="{86C68247-CEAC-26A0-10F4-C58034900CD7}"/>
              </a:ext>
            </a:extLst>
          </p:cNvPr>
          <p:cNvSpPr>
            <a:spLocks noGrp="1"/>
          </p:cNvSpPr>
          <p:nvPr>
            <p:ph type="dt" sz="half" idx="10"/>
          </p:nvPr>
        </p:nvSpPr>
        <p:spPr/>
        <p:txBody>
          <a:bodyPr/>
          <a:lstStyle/>
          <a:p>
            <a:pPr>
              <a:defRPr/>
            </a:pPr>
            <a:fld id="{2F158BDE-F788-4C8E-A298-DC79DBBADFE1}" type="datetime1">
              <a:rPr lang="fr-FR" smtClean="0"/>
              <a:t>18/12/2025</a:t>
            </a:fld>
            <a:endParaRPr lang="fr-FR"/>
          </a:p>
        </p:txBody>
      </p:sp>
      <p:sp>
        <p:nvSpPr>
          <p:cNvPr id="5" name="Espace réservé du pied de page 4">
            <a:extLst>
              <a:ext uri="{FF2B5EF4-FFF2-40B4-BE49-F238E27FC236}">
                <a16:creationId xmlns:a16="http://schemas.microsoft.com/office/drawing/2014/main" xmlns="" id="{D6402B55-53EE-FA68-DE7D-B18D04C1A36C}"/>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34143B1C-483D-519D-ADDE-2BF5F7F7A9F1}"/>
              </a:ext>
            </a:extLst>
          </p:cNvPr>
          <p:cNvSpPr>
            <a:spLocks noGrp="1"/>
          </p:cNvSpPr>
          <p:nvPr>
            <p:ph type="sldNum" sz="quarter" idx="12"/>
          </p:nvPr>
        </p:nvSpPr>
        <p:spPr/>
        <p:txBody>
          <a:bodyPr/>
          <a:lstStyle/>
          <a:p>
            <a:fld id="{F74C2EB4-DD69-4289-B0F9-E53EEEDE6ABB}" type="slidenum">
              <a:rPr lang="fr-BE" altLang="fr-FR" smtClean="0"/>
              <a:pPr/>
              <a:t>‹#›</a:t>
            </a:fld>
            <a:endParaRPr lang="fr-BE" altLang="fr-FR"/>
          </a:p>
        </p:txBody>
      </p:sp>
    </p:spTree>
    <p:extLst>
      <p:ext uri="{BB962C8B-B14F-4D97-AF65-F5344CB8AC3E}">
        <p14:creationId xmlns:p14="http://schemas.microsoft.com/office/powerpoint/2010/main" val="1600315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1B6212DD-71EE-F084-2467-F053CF16DED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xmlns="" id="{9B0E5F0C-4C55-BC50-D660-B71FDD14F443}"/>
              </a:ext>
            </a:extLst>
          </p:cNvPr>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xmlns="" id="{FD071BE4-B67B-678F-69BC-2068C5809F9F}"/>
              </a:ext>
            </a:extLst>
          </p:cNvPr>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xmlns="" id="{93978696-33D7-5E54-4310-7081C334649F}"/>
              </a:ext>
            </a:extLst>
          </p:cNvPr>
          <p:cNvSpPr>
            <a:spLocks noGrp="1"/>
          </p:cNvSpPr>
          <p:nvPr>
            <p:ph type="dt" sz="half" idx="10"/>
          </p:nvPr>
        </p:nvSpPr>
        <p:spPr/>
        <p:txBody>
          <a:bodyPr/>
          <a:lstStyle/>
          <a:p>
            <a:pPr>
              <a:defRPr/>
            </a:pPr>
            <a:fld id="{4BFD0B57-7B17-481B-8602-F21DA0573685}" type="datetime1">
              <a:rPr lang="fr-FR" smtClean="0"/>
              <a:t>18/12/2025</a:t>
            </a:fld>
            <a:endParaRPr lang="fr-FR"/>
          </a:p>
        </p:txBody>
      </p:sp>
      <p:sp>
        <p:nvSpPr>
          <p:cNvPr id="6" name="Espace réservé du pied de page 5">
            <a:extLst>
              <a:ext uri="{FF2B5EF4-FFF2-40B4-BE49-F238E27FC236}">
                <a16:creationId xmlns:a16="http://schemas.microsoft.com/office/drawing/2014/main" xmlns="" id="{BD88D8C7-095D-F0AD-5830-8F47704C9B69}"/>
              </a:ext>
            </a:extLst>
          </p:cNvPr>
          <p:cNvSpPr>
            <a:spLocks noGrp="1"/>
          </p:cNvSpPr>
          <p:nvPr>
            <p:ph type="ftr" sz="quarter" idx="11"/>
          </p:nvPr>
        </p:nvSpPr>
        <p:spPr/>
        <p:txBody>
          <a:bodyPr/>
          <a:lstStyle/>
          <a:p>
            <a:pPr>
              <a:defRPr/>
            </a:pPr>
            <a:r>
              <a:rPr lang="fr-FR"/>
              <a:t>Revue_IGS_nov 2024</a:t>
            </a:r>
          </a:p>
        </p:txBody>
      </p:sp>
      <p:sp>
        <p:nvSpPr>
          <p:cNvPr id="7" name="Espace réservé du numéro de diapositive 6">
            <a:extLst>
              <a:ext uri="{FF2B5EF4-FFF2-40B4-BE49-F238E27FC236}">
                <a16:creationId xmlns:a16="http://schemas.microsoft.com/office/drawing/2014/main" xmlns="" id="{F8A977E6-26DE-AAA8-1B5C-23A7CBF6B5C4}"/>
              </a:ext>
            </a:extLst>
          </p:cNvPr>
          <p:cNvSpPr>
            <a:spLocks noGrp="1"/>
          </p:cNvSpPr>
          <p:nvPr>
            <p:ph type="sldNum" sz="quarter" idx="12"/>
          </p:nvPr>
        </p:nvSpPr>
        <p:spPr/>
        <p:txBody>
          <a:bodyPr/>
          <a:lstStyle/>
          <a:p>
            <a:fld id="{242E2756-8022-41FF-B185-BF7C3BE36561}" type="slidenum">
              <a:rPr lang="fr-BE" altLang="fr-FR" smtClean="0"/>
              <a:pPr/>
              <a:t>‹#›</a:t>
            </a:fld>
            <a:endParaRPr lang="fr-BE" altLang="fr-FR"/>
          </a:p>
        </p:txBody>
      </p:sp>
    </p:spTree>
    <p:extLst>
      <p:ext uri="{BB962C8B-B14F-4D97-AF65-F5344CB8AC3E}">
        <p14:creationId xmlns:p14="http://schemas.microsoft.com/office/powerpoint/2010/main" val="41708734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A2C7E1BC-E976-8CD8-B4E3-5A3D07563B13}"/>
              </a:ext>
            </a:extLst>
          </p:cNvPr>
          <p:cNvSpPr>
            <a:spLocks noGrp="1"/>
          </p:cNvSpPr>
          <p:nvPr>
            <p:ph type="title"/>
          </p:nvPr>
        </p:nvSpPr>
        <p:spPr>
          <a:xfrm>
            <a:off x="629841" y="365126"/>
            <a:ext cx="78867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xmlns="" id="{B80C60D7-E753-4301-5E56-A5416E519ED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xmlns="" id="{D708353C-A927-B5A7-9DEA-98943E6E0FBD}"/>
              </a:ext>
            </a:extLst>
          </p:cNvPr>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xmlns="" id="{C72D7A50-75EE-7E5C-C0E3-A07DC059E2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xmlns="" id="{CA243595-09B2-64FD-F9DB-791396DAAF15}"/>
              </a:ext>
            </a:extLst>
          </p:cNvPr>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xmlns="" id="{979BC073-A0C7-AE30-C229-FBFECD0253AA}"/>
              </a:ext>
            </a:extLst>
          </p:cNvPr>
          <p:cNvSpPr>
            <a:spLocks noGrp="1"/>
          </p:cNvSpPr>
          <p:nvPr>
            <p:ph type="dt" sz="half" idx="10"/>
          </p:nvPr>
        </p:nvSpPr>
        <p:spPr/>
        <p:txBody>
          <a:bodyPr/>
          <a:lstStyle/>
          <a:p>
            <a:pPr>
              <a:defRPr/>
            </a:pPr>
            <a:fld id="{D528C651-13EC-4B44-89F3-16E3EA098F94}" type="datetime1">
              <a:rPr lang="fr-FR" smtClean="0"/>
              <a:t>18/12/2025</a:t>
            </a:fld>
            <a:endParaRPr lang="fr-FR"/>
          </a:p>
        </p:txBody>
      </p:sp>
      <p:sp>
        <p:nvSpPr>
          <p:cNvPr id="8" name="Espace réservé du pied de page 7">
            <a:extLst>
              <a:ext uri="{FF2B5EF4-FFF2-40B4-BE49-F238E27FC236}">
                <a16:creationId xmlns:a16="http://schemas.microsoft.com/office/drawing/2014/main" xmlns="" id="{90FCCD4C-CF47-ADB2-FA58-A84FC62899DE}"/>
              </a:ext>
            </a:extLst>
          </p:cNvPr>
          <p:cNvSpPr>
            <a:spLocks noGrp="1"/>
          </p:cNvSpPr>
          <p:nvPr>
            <p:ph type="ftr" sz="quarter" idx="11"/>
          </p:nvPr>
        </p:nvSpPr>
        <p:spPr/>
        <p:txBody>
          <a:bodyPr/>
          <a:lstStyle/>
          <a:p>
            <a:pPr>
              <a:defRPr/>
            </a:pPr>
            <a:r>
              <a:rPr lang="fr-FR"/>
              <a:t>Revue_IGS_nov 2024</a:t>
            </a:r>
          </a:p>
        </p:txBody>
      </p:sp>
      <p:sp>
        <p:nvSpPr>
          <p:cNvPr id="9" name="Espace réservé du numéro de diapositive 8">
            <a:extLst>
              <a:ext uri="{FF2B5EF4-FFF2-40B4-BE49-F238E27FC236}">
                <a16:creationId xmlns:a16="http://schemas.microsoft.com/office/drawing/2014/main" xmlns="" id="{FEE444B3-88A3-4914-08C3-1D190F7DB929}"/>
              </a:ext>
            </a:extLst>
          </p:cNvPr>
          <p:cNvSpPr>
            <a:spLocks noGrp="1"/>
          </p:cNvSpPr>
          <p:nvPr>
            <p:ph type="sldNum" sz="quarter" idx="12"/>
          </p:nvPr>
        </p:nvSpPr>
        <p:spPr/>
        <p:txBody>
          <a:bodyPr/>
          <a:lstStyle/>
          <a:p>
            <a:fld id="{7884B78F-3CAB-4081-BC40-79BC8D8242A6}" type="slidenum">
              <a:rPr lang="fr-BE" altLang="fr-FR" smtClean="0"/>
              <a:pPr/>
              <a:t>‹#›</a:t>
            </a:fld>
            <a:endParaRPr lang="fr-BE" altLang="fr-FR"/>
          </a:p>
        </p:txBody>
      </p:sp>
    </p:spTree>
    <p:extLst>
      <p:ext uri="{BB962C8B-B14F-4D97-AF65-F5344CB8AC3E}">
        <p14:creationId xmlns:p14="http://schemas.microsoft.com/office/powerpoint/2010/main" val="29531509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BBC2572-6FA2-C09E-0C7C-A23280F9283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xmlns="" id="{AC326F4F-9690-E5F2-7FE3-E8F9F6FEC39C}"/>
              </a:ext>
            </a:extLst>
          </p:cNvPr>
          <p:cNvSpPr>
            <a:spLocks noGrp="1"/>
          </p:cNvSpPr>
          <p:nvPr>
            <p:ph type="dt" sz="half" idx="10"/>
          </p:nvPr>
        </p:nvSpPr>
        <p:spPr/>
        <p:txBody>
          <a:bodyPr/>
          <a:lstStyle/>
          <a:p>
            <a:pPr>
              <a:defRPr/>
            </a:pPr>
            <a:fld id="{39928D89-49B5-4548-8B5F-325FC056C163}" type="datetime1">
              <a:rPr lang="fr-FR" smtClean="0"/>
              <a:t>18/12/2025</a:t>
            </a:fld>
            <a:endParaRPr lang="fr-FR"/>
          </a:p>
        </p:txBody>
      </p:sp>
      <p:sp>
        <p:nvSpPr>
          <p:cNvPr id="4" name="Espace réservé du pied de page 3">
            <a:extLst>
              <a:ext uri="{FF2B5EF4-FFF2-40B4-BE49-F238E27FC236}">
                <a16:creationId xmlns:a16="http://schemas.microsoft.com/office/drawing/2014/main" xmlns="" id="{F48C1870-C0EF-C3EB-7E02-1513B488D96B}"/>
              </a:ext>
            </a:extLst>
          </p:cNvPr>
          <p:cNvSpPr>
            <a:spLocks noGrp="1"/>
          </p:cNvSpPr>
          <p:nvPr>
            <p:ph type="ftr" sz="quarter" idx="11"/>
          </p:nvPr>
        </p:nvSpPr>
        <p:spPr/>
        <p:txBody>
          <a:bodyPr/>
          <a:lstStyle/>
          <a:p>
            <a:pPr>
              <a:defRPr/>
            </a:pPr>
            <a:r>
              <a:rPr lang="fr-FR"/>
              <a:t>Revue_IGS_nov 2024</a:t>
            </a:r>
          </a:p>
        </p:txBody>
      </p:sp>
      <p:sp>
        <p:nvSpPr>
          <p:cNvPr id="5" name="Espace réservé du numéro de diapositive 4">
            <a:extLst>
              <a:ext uri="{FF2B5EF4-FFF2-40B4-BE49-F238E27FC236}">
                <a16:creationId xmlns:a16="http://schemas.microsoft.com/office/drawing/2014/main" xmlns="" id="{D56CF26B-3087-3625-14F8-C9453BE38581}"/>
              </a:ext>
            </a:extLst>
          </p:cNvPr>
          <p:cNvSpPr>
            <a:spLocks noGrp="1"/>
          </p:cNvSpPr>
          <p:nvPr>
            <p:ph type="sldNum" sz="quarter" idx="12"/>
          </p:nvPr>
        </p:nvSpPr>
        <p:spPr/>
        <p:txBody>
          <a:bodyPr/>
          <a:lstStyle/>
          <a:p>
            <a:fld id="{B2757681-7B38-44BA-B4F6-578541C898D0}" type="slidenum">
              <a:rPr lang="fr-BE" altLang="fr-FR" smtClean="0"/>
              <a:pPr/>
              <a:t>‹#›</a:t>
            </a:fld>
            <a:endParaRPr lang="fr-BE" altLang="fr-FR"/>
          </a:p>
        </p:txBody>
      </p:sp>
    </p:spTree>
    <p:extLst>
      <p:ext uri="{BB962C8B-B14F-4D97-AF65-F5344CB8AC3E}">
        <p14:creationId xmlns:p14="http://schemas.microsoft.com/office/powerpoint/2010/main" val="2672001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xmlns="" id="{4C6A8937-EB61-36B0-D285-CBE7FF72AD90}"/>
              </a:ext>
            </a:extLst>
          </p:cNvPr>
          <p:cNvSpPr>
            <a:spLocks noGrp="1"/>
          </p:cNvSpPr>
          <p:nvPr>
            <p:ph type="dt" sz="half" idx="10"/>
          </p:nvPr>
        </p:nvSpPr>
        <p:spPr/>
        <p:txBody>
          <a:bodyPr/>
          <a:lstStyle/>
          <a:p>
            <a:pPr>
              <a:defRPr/>
            </a:pPr>
            <a:fld id="{AA8CA646-E291-4523-94D9-2F18CAFA0978}" type="datetime1">
              <a:rPr lang="fr-FR" smtClean="0"/>
              <a:t>18/12/2025</a:t>
            </a:fld>
            <a:endParaRPr lang="fr-FR"/>
          </a:p>
        </p:txBody>
      </p:sp>
      <p:sp>
        <p:nvSpPr>
          <p:cNvPr id="3" name="Espace réservé du pied de page 2">
            <a:extLst>
              <a:ext uri="{FF2B5EF4-FFF2-40B4-BE49-F238E27FC236}">
                <a16:creationId xmlns:a16="http://schemas.microsoft.com/office/drawing/2014/main" xmlns="" id="{596EB958-4E78-EFD3-627E-C9F599B5676A}"/>
              </a:ext>
            </a:extLst>
          </p:cNvPr>
          <p:cNvSpPr>
            <a:spLocks noGrp="1"/>
          </p:cNvSpPr>
          <p:nvPr>
            <p:ph type="ftr" sz="quarter" idx="11"/>
          </p:nvPr>
        </p:nvSpPr>
        <p:spPr/>
        <p:txBody>
          <a:bodyPr/>
          <a:lstStyle/>
          <a:p>
            <a:pPr>
              <a:defRPr/>
            </a:pPr>
            <a:r>
              <a:rPr lang="fr-FR"/>
              <a:t>Revue_IGS_nov 2024</a:t>
            </a:r>
          </a:p>
        </p:txBody>
      </p:sp>
      <p:sp>
        <p:nvSpPr>
          <p:cNvPr id="4" name="Espace réservé du numéro de diapositive 3">
            <a:extLst>
              <a:ext uri="{FF2B5EF4-FFF2-40B4-BE49-F238E27FC236}">
                <a16:creationId xmlns:a16="http://schemas.microsoft.com/office/drawing/2014/main" xmlns="" id="{336AD9CC-3AAE-C067-7AC4-9C535404AC2B}"/>
              </a:ext>
            </a:extLst>
          </p:cNvPr>
          <p:cNvSpPr>
            <a:spLocks noGrp="1"/>
          </p:cNvSpPr>
          <p:nvPr>
            <p:ph type="sldNum" sz="quarter" idx="12"/>
          </p:nvPr>
        </p:nvSpPr>
        <p:spPr/>
        <p:txBody>
          <a:bodyPr/>
          <a:lstStyle/>
          <a:p>
            <a:fld id="{D762762B-EA0F-4327-834E-2B0A8FE9B1CC}" type="slidenum">
              <a:rPr lang="fr-BE" altLang="fr-FR" smtClean="0"/>
              <a:pPr/>
              <a:t>‹#›</a:t>
            </a:fld>
            <a:endParaRPr lang="fr-BE" altLang="fr-FR"/>
          </a:p>
        </p:txBody>
      </p:sp>
    </p:spTree>
    <p:extLst>
      <p:ext uri="{BB962C8B-B14F-4D97-AF65-F5344CB8AC3E}">
        <p14:creationId xmlns:p14="http://schemas.microsoft.com/office/powerpoint/2010/main" val="1393387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EB2B3850-87CD-5021-A70A-8F972ADB1ABD}"/>
              </a:ext>
            </a:extLst>
          </p:cNvPr>
          <p:cNvSpPr>
            <a:spLocks noGrp="1"/>
          </p:cNvSpPr>
          <p:nvPr>
            <p:ph type="title"/>
          </p:nvPr>
        </p:nvSpPr>
        <p:spPr>
          <a:xfrm>
            <a:off x="629841" y="457200"/>
            <a:ext cx="2949178" cy="1600200"/>
          </a:xfrm>
        </p:spPr>
        <p:txBody>
          <a:bodyPr anchor="b"/>
          <a:lstStyle>
            <a:lvl1pPr>
              <a:defRPr sz="2400"/>
            </a:lvl1pPr>
          </a:lstStyle>
          <a:p>
            <a:r>
              <a:rPr lang="fr-FR"/>
              <a:t>Modifiez le style du titre</a:t>
            </a:r>
          </a:p>
        </p:txBody>
      </p:sp>
      <p:sp>
        <p:nvSpPr>
          <p:cNvPr id="3" name="Espace réservé du contenu 2">
            <a:extLst>
              <a:ext uri="{FF2B5EF4-FFF2-40B4-BE49-F238E27FC236}">
                <a16:creationId xmlns:a16="http://schemas.microsoft.com/office/drawing/2014/main" xmlns="" id="{27C2CBDB-EE2C-B237-98D8-A759D1E9549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xmlns="" id="{29473387-3AAC-4FCA-930F-987FADFAFF5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C80A2B46-FC44-E7B6-1CF7-9B8EF6C289F2}"/>
              </a:ext>
            </a:extLst>
          </p:cNvPr>
          <p:cNvSpPr>
            <a:spLocks noGrp="1"/>
          </p:cNvSpPr>
          <p:nvPr>
            <p:ph type="dt" sz="half" idx="10"/>
          </p:nvPr>
        </p:nvSpPr>
        <p:spPr/>
        <p:txBody>
          <a:bodyPr/>
          <a:lstStyle/>
          <a:p>
            <a:pPr>
              <a:defRPr/>
            </a:pPr>
            <a:fld id="{AE6B36B4-13A9-4D36-A887-7668EB616F7C}" type="datetime1">
              <a:rPr lang="fr-FR" smtClean="0"/>
              <a:t>18/12/2025</a:t>
            </a:fld>
            <a:endParaRPr lang="fr-FR"/>
          </a:p>
        </p:txBody>
      </p:sp>
      <p:sp>
        <p:nvSpPr>
          <p:cNvPr id="6" name="Espace réservé du pied de page 5">
            <a:extLst>
              <a:ext uri="{FF2B5EF4-FFF2-40B4-BE49-F238E27FC236}">
                <a16:creationId xmlns:a16="http://schemas.microsoft.com/office/drawing/2014/main" xmlns="" id="{1BEED028-1784-A11B-3FAB-9CBCBCA51B43}"/>
              </a:ext>
            </a:extLst>
          </p:cNvPr>
          <p:cNvSpPr>
            <a:spLocks noGrp="1"/>
          </p:cNvSpPr>
          <p:nvPr>
            <p:ph type="ftr" sz="quarter" idx="11"/>
          </p:nvPr>
        </p:nvSpPr>
        <p:spPr/>
        <p:txBody>
          <a:bodyPr/>
          <a:lstStyle/>
          <a:p>
            <a:pPr>
              <a:defRPr/>
            </a:pPr>
            <a:r>
              <a:rPr lang="fr-FR"/>
              <a:t>Revue_IGS_nov 2024</a:t>
            </a:r>
          </a:p>
        </p:txBody>
      </p:sp>
      <p:sp>
        <p:nvSpPr>
          <p:cNvPr id="7" name="Espace réservé du numéro de diapositive 6">
            <a:extLst>
              <a:ext uri="{FF2B5EF4-FFF2-40B4-BE49-F238E27FC236}">
                <a16:creationId xmlns:a16="http://schemas.microsoft.com/office/drawing/2014/main" xmlns="" id="{237CDE27-87A5-2099-865C-E1231ABAA014}"/>
              </a:ext>
            </a:extLst>
          </p:cNvPr>
          <p:cNvSpPr>
            <a:spLocks noGrp="1"/>
          </p:cNvSpPr>
          <p:nvPr>
            <p:ph type="sldNum" sz="quarter" idx="12"/>
          </p:nvPr>
        </p:nvSpPr>
        <p:spPr/>
        <p:txBody>
          <a:bodyPr/>
          <a:lstStyle/>
          <a:p>
            <a:fld id="{82F1156D-8CD2-4423-BCBC-5E15DA3FE990}" type="slidenum">
              <a:rPr lang="fr-BE" altLang="fr-FR" smtClean="0"/>
              <a:pPr/>
              <a:t>‹#›</a:t>
            </a:fld>
            <a:endParaRPr lang="fr-BE" altLang="fr-FR"/>
          </a:p>
        </p:txBody>
      </p:sp>
    </p:spTree>
    <p:extLst>
      <p:ext uri="{BB962C8B-B14F-4D97-AF65-F5344CB8AC3E}">
        <p14:creationId xmlns:p14="http://schemas.microsoft.com/office/powerpoint/2010/main" val="4161688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B7C9E087-6522-C255-D25E-7F7C8C760965}"/>
              </a:ext>
            </a:extLst>
          </p:cNvPr>
          <p:cNvSpPr>
            <a:spLocks noGrp="1"/>
          </p:cNvSpPr>
          <p:nvPr>
            <p:ph type="title"/>
          </p:nvPr>
        </p:nvSpPr>
        <p:spPr>
          <a:xfrm>
            <a:off x="629841" y="457200"/>
            <a:ext cx="2949178" cy="1600200"/>
          </a:xfrm>
        </p:spPr>
        <p:txBody>
          <a:bodyPr anchor="b"/>
          <a:lstStyle>
            <a:lvl1pPr>
              <a:defRPr sz="2400"/>
            </a:lvl1pPr>
          </a:lstStyle>
          <a:p>
            <a:r>
              <a:rPr lang="fr-FR"/>
              <a:t>Modifiez le style du titre</a:t>
            </a:r>
          </a:p>
        </p:txBody>
      </p:sp>
      <p:sp>
        <p:nvSpPr>
          <p:cNvPr id="3" name="Espace réservé pour une image  2">
            <a:extLst>
              <a:ext uri="{FF2B5EF4-FFF2-40B4-BE49-F238E27FC236}">
                <a16:creationId xmlns:a16="http://schemas.microsoft.com/office/drawing/2014/main" xmlns="" id="{956E53B8-AF94-2A57-F43A-7B2ECADCB88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fr-FR"/>
          </a:p>
        </p:txBody>
      </p:sp>
      <p:sp>
        <p:nvSpPr>
          <p:cNvPr id="4" name="Espace réservé du texte 3">
            <a:extLst>
              <a:ext uri="{FF2B5EF4-FFF2-40B4-BE49-F238E27FC236}">
                <a16:creationId xmlns:a16="http://schemas.microsoft.com/office/drawing/2014/main" xmlns="" id="{742301B5-17E5-E459-A2E9-B7D49EDEC95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D89507A0-DC59-B6DD-F5B6-3C4BDF0C8078}"/>
              </a:ext>
            </a:extLst>
          </p:cNvPr>
          <p:cNvSpPr>
            <a:spLocks noGrp="1"/>
          </p:cNvSpPr>
          <p:nvPr>
            <p:ph type="dt" sz="half" idx="10"/>
          </p:nvPr>
        </p:nvSpPr>
        <p:spPr/>
        <p:txBody>
          <a:bodyPr/>
          <a:lstStyle/>
          <a:p>
            <a:pPr>
              <a:defRPr/>
            </a:pPr>
            <a:fld id="{52D7A1FF-58F6-4CB4-8F9A-4818C621C85C}" type="datetime1">
              <a:rPr lang="fr-FR" smtClean="0"/>
              <a:t>18/12/2025</a:t>
            </a:fld>
            <a:endParaRPr lang="fr-FR"/>
          </a:p>
        </p:txBody>
      </p:sp>
      <p:sp>
        <p:nvSpPr>
          <p:cNvPr id="6" name="Espace réservé du pied de page 5">
            <a:extLst>
              <a:ext uri="{FF2B5EF4-FFF2-40B4-BE49-F238E27FC236}">
                <a16:creationId xmlns:a16="http://schemas.microsoft.com/office/drawing/2014/main" xmlns="" id="{D20B9E55-2172-5116-1A5E-2F34AFBF0C44}"/>
              </a:ext>
            </a:extLst>
          </p:cNvPr>
          <p:cNvSpPr>
            <a:spLocks noGrp="1"/>
          </p:cNvSpPr>
          <p:nvPr>
            <p:ph type="ftr" sz="quarter" idx="11"/>
          </p:nvPr>
        </p:nvSpPr>
        <p:spPr/>
        <p:txBody>
          <a:bodyPr/>
          <a:lstStyle/>
          <a:p>
            <a:pPr>
              <a:defRPr/>
            </a:pPr>
            <a:r>
              <a:rPr lang="fr-FR"/>
              <a:t>Revue_IGS_nov 2024</a:t>
            </a:r>
          </a:p>
        </p:txBody>
      </p:sp>
      <p:sp>
        <p:nvSpPr>
          <p:cNvPr id="7" name="Espace réservé du numéro de diapositive 6">
            <a:extLst>
              <a:ext uri="{FF2B5EF4-FFF2-40B4-BE49-F238E27FC236}">
                <a16:creationId xmlns:a16="http://schemas.microsoft.com/office/drawing/2014/main" xmlns="" id="{7FA29078-EF26-C43A-D050-D7CE5D52601C}"/>
              </a:ext>
            </a:extLst>
          </p:cNvPr>
          <p:cNvSpPr>
            <a:spLocks noGrp="1"/>
          </p:cNvSpPr>
          <p:nvPr>
            <p:ph type="sldNum" sz="quarter" idx="12"/>
          </p:nvPr>
        </p:nvSpPr>
        <p:spPr/>
        <p:txBody>
          <a:bodyPr/>
          <a:lstStyle/>
          <a:p>
            <a:fld id="{970DA170-4D8E-4DA2-8299-A74FF00435DC}" type="slidenum">
              <a:rPr lang="fr-BE" altLang="fr-FR" smtClean="0"/>
              <a:pPr/>
              <a:t>‹#›</a:t>
            </a:fld>
            <a:endParaRPr lang="fr-BE" altLang="fr-FR"/>
          </a:p>
        </p:txBody>
      </p:sp>
    </p:spTree>
    <p:extLst>
      <p:ext uri="{BB962C8B-B14F-4D97-AF65-F5344CB8AC3E}">
        <p14:creationId xmlns:p14="http://schemas.microsoft.com/office/powerpoint/2010/main" val="33881645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62C3C08B-760F-2839-1C8B-87CB26DAFF4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xmlns="" id="{6E87B6F5-7DCA-3181-6BF2-963F6EDF3D7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EF00D569-ED55-203E-28E4-1C4DEC3F5CC9}"/>
              </a:ext>
            </a:extLst>
          </p:cNvPr>
          <p:cNvSpPr>
            <a:spLocks noGrp="1"/>
          </p:cNvSpPr>
          <p:nvPr>
            <p:ph type="dt" sz="half" idx="10"/>
          </p:nvPr>
        </p:nvSpPr>
        <p:spPr/>
        <p:txBody>
          <a:bodyPr/>
          <a:lstStyle/>
          <a:p>
            <a:pPr>
              <a:defRPr/>
            </a:pPr>
            <a:fld id="{2143A1BF-10D9-4EE7-ABB3-0ECCC8F64C52}" type="datetime1">
              <a:rPr lang="fr-FR" smtClean="0"/>
              <a:t>18/12/2025</a:t>
            </a:fld>
            <a:endParaRPr lang="fr-FR"/>
          </a:p>
        </p:txBody>
      </p:sp>
      <p:sp>
        <p:nvSpPr>
          <p:cNvPr id="5" name="Espace réservé du pied de page 4">
            <a:extLst>
              <a:ext uri="{FF2B5EF4-FFF2-40B4-BE49-F238E27FC236}">
                <a16:creationId xmlns:a16="http://schemas.microsoft.com/office/drawing/2014/main" xmlns="" id="{3A34108B-75E3-B052-2E5D-5A5C60F36FE5}"/>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84B22F14-3687-1E9D-C972-316F18247299}"/>
              </a:ext>
            </a:extLst>
          </p:cNvPr>
          <p:cNvSpPr>
            <a:spLocks noGrp="1"/>
          </p:cNvSpPr>
          <p:nvPr>
            <p:ph type="sldNum" sz="quarter" idx="12"/>
          </p:nvPr>
        </p:nvSpPr>
        <p:spPr/>
        <p:txBody>
          <a:bodyPr/>
          <a:lstStyle/>
          <a:p>
            <a:fld id="{2C2359A2-DE3A-44EC-A5EA-74CFA0F19051}" type="slidenum">
              <a:rPr lang="fr-BE" altLang="fr-FR" smtClean="0"/>
              <a:pPr/>
              <a:t>‹#›</a:t>
            </a:fld>
            <a:endParaRPr lang="fr-BE" altLang="fr-FR"/>
          </a:p>
        </p:txBody>
      </p:sp>
    </p:spTree>
    <p:extLst>
      <p:ext uri="{BB962C8B-B14F-4D97-AF65-F5344CB8AC3E}">
        <p14:creationId xmlns:p14="http://schemas.microsoft.com/office/powerpoint/2010/main" val="29264190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xmlns="" id="{1CE532E4-D402-A68F-B784-A63677671BD2}"/>
              </a:ext>
            </a:extLst>
          </p:cNvPr>
          <p:cNvSpPr>
            <a:spLocks noGrp="1"/>
          </p:cNvSpPr>
          <p:nvPr>
            <p:ph type="title" orient="vert"/>
          </p:nvPr>
        </p:nvSpPr>
        <p:spPr>
          <a:xfrm>
            <a:off x="6543675" y="365125"/>
            <a:ext cx="1971675"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xmlns="" id="{002BDB86-2967-479F-002E-5AF7156489C9}"/>
              </a:ext>
            </a:extLst>
          </p:cNvPr>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C610A2D2-F4E5-001C-55EF-31A8EDDE1238}"/>
              </a:ext>
            </a:extLst>
          </p:cNvPr>
          <p:cNvSpPr>
            <a:spLocks noGrp="1"/>
          </p:cNvSpPr>
          <p:nvPr>
            <p:ph type="dt" sz="half" idx="10"/>
          </p:nvPr>
        </p:nvSpPr>
        <p:spPr/>
        <p:txBody>
          <a:bodyPr/>
          <a:lstStyle/>
          <a:p>
            <a:pPr>
              <a:defRPr/>
            </a:pPr>
            <a:fld id="{932C84D1-C030-4461-8344-FD227603A361}" type="datetime1">
              <a:rPr lang="fr-FR" smtClean="0"/>
              <a:t>18/12/2025</a:t>
            </a:fld>
            <a:endParaRPr lang="fr-FR"/>
          </a:p>
        </p:txBody>
      </p:sp>
      <p:sp>
        <p:nvSpPr>
          <p:cNvPr id="5" name="Espace réservé du pied de page 4">
            <a:extLst>
              <a:ext uri="{FF2B5EF4-FFF2-40B4-BE49-F238E27FC236}">
                <a16:creationId xmlns:a16="http://schemas.microsoft.com/office/drawing/2014/main" xmlns="" id="{C57771BE-FFF0-9AF6-36D1-C528715D4A7D}"/>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8AC9DEAA-59F2-5533-BBC3-99C8E8C8CC50}"/>
              </a:ext>
            </a:extLst>
          </p:cNvPr>
          <p:cNvSpPr>
            <a:spLocks noGrp="1"/>
          </p:cNvSpPr>
          <p:nvPr>
            <p:ph type="sldNum" sz="quarter" idx="12"/>
          </p:nvPr>
        </p:nvSpPr>
        <p:spPr/>
        <p:txBody>
          <a:bodyPr/>
          <a:lstStyle/>
          <a:p>
            <a:fld id="{4C9D24E8-994D-4562-893D-FB4FDD9C43C7}" type="slidenum">
              <a:rPr lang="fr-BE" altLang="fr-FR" smtClean="0"/>
              <a:pPr/>
              <a:t>‹#›</a:t>
            </a:fld>
            <a:endParaRPr lang="fr-BE" altLang="fr-FR"/>
          </a:p>
        </p:txBody>
      </p:sp>
    </p:spTree>
    <p:extLst>
      <p:ext uri="{BB962C8B-B14F-4D97-AF65-F5344CB8AC3E}">
        <p14:creationId xmlns:p14="http://schemas.microsoft.com/office/powerpoint/2010/main" val="41564023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311700" y="593367"/>
            <a:ext cx="8520525" cy="763500"/>
          </a:xfrm>
          <a:prstGeom prst="rect">
            <a:avLst/>
          </a:prstGeom>
          <a:noFill/>
          <a:ln>
            <a:noFill/>
          </a:ln>
        </p:spPr>
        <p:txBody>
          <a:bodyPr spcFirstLastPara="1" lIns="121900" tIns="121900" rIns="121900" bIns="121900" anchor="t">
            <a:normAutofit/>
          </a:bodyPr>
          <a:lstStyle>
            <a:lvl1pPr lvl="0" algn="l">
              <a:lnSpc>
                <a:spcPct val="100000"/>
              </a:lnSpc>
              <a:spcBef>
                <a:spcPts val="0"/>
              </a:spcBef>
              <a:spcAft>
                <a:spcPts val="0"/>
              </a:spcAft>
              <a:buClr>
                <a:schemeClr val="dk1"/>
              </a:buClr>
              <a:buSzPts val="3700"/>
              <a:buFont typeface="Calibri"/>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3" name="Google Shape;23;p15"/>
          <p:cNvSpPr txBox="1">
            <a:spLocks noGrp="1"/>
          </p:cNvSpPr>
          <p:nvPr>
            <p:ph type="body" idx="1"/>
          </p:nvPr>
        </p:nvSpPr>
        <p:spPr>
          <a:xfrm>
            <a:off x="311700" y="1536633"/>
            <a:ext cx="8520525" cy="4555200"/>
          </a:xfrm>
          <a:prstGeom prst="rect">
            <a:avLst/>
          </a:prstGeom>
          <a:noFill/>
          <a:ln>
            <a:noFill/>
          </a:ln>
        </p:spPr>
        <p:txBody>
          <a:bodyPr spcFirstLastPara="1" lIns="121900" tIns="121900" rIns="121900" bIns="121900">
            <a:normAutofit/>
          </a:bodyPr>
          <a:lstStyle>
            <a:lvl1pPr marL="342900" lvl="0" indent="-285750" algn="l">
              <a:lnSpc>
                <a:spcPct val="115000"/>
              </a:lnSpc>
              <a:spcBef>
                <a:spcPts val="0"/>
              </a:spcBef>
              <a:spcAft>
                <a:spcPts val="0"/>
              </a:spcAft>
              <a:buClr>
                <a:schemeClr val="dk1"/>
              </a:buClr>
              <a:buSzPts val="2400"/>
              <a:buChar char="●"/>
              <a:defRPr/>
            </a:lvl1pPr>
            <a:lvl2pPr marL="685800" lvl="1" indent="-261938" algn="l">
              <a:lnSpc>
                <a:spcPct val="115000"/>
              </a:lnSpc>
              <a:spcBef>
                <a:spcPts val="0"/>
              </a:spcBef>
              <a:spcAft>
                <a:spcPts val="0"/>
              </a:spcAft>
              <a:buClr>
                <a:schemeClr val="dk1"/>
              </a:buClr>
              <a:buSzPts val="1900"/>
              <a:buChar char="○"/>
              <a:defRPr/>
            </a:lvl2pPr>
            <a:lvl3pPr marL="1028700" lvl="2" indent="-261938" algn="l">
              <a:lnSpc>
                <a:spcPct val="115000"/>
              </a:lnSpc>
              <a:spcBef>
                <a:spcPts val="0"/>
              </a:spcBef>
              <a:spcAft>
                <a:spcPts val="0"/>
              </a:spcAft>
              <a:buClr>
                <a:schemeClr val="dk1"/>
              </a:buClr>
              <a:buSzPts val="1900"/>
              <a:buChar char="■"/>
              <a:defRPr/>
            </a:lvl3pPr>
            <a:lvl4pPr marL="1371600" lvl="3" indent="-261938" algn="l">
              <a:lnSpc>
                <a:spcPct val="115000"/>
              </a:lnSpc>
              <a:spcBef>
                <a:spcPts val="0"/>
              </a:spcBef>
              <a:spcAft>
                <a:spcPts val="0"/>
              </a:spcAft>
              <a:buClr>
                <a:schemeClr val="dk1"/>
              </a:buClr>
              <a:buSzPts val="1900"/>
              <a:buChar char="●"/>
              <a:defRPr/>
            </a:lvl4pPr>
            <a:lvl5pPr marL="1714500" lvl="4" indent="-261938" algn="l">
              <a:lnSpc>
                <a:spcPct val="115000"/>
              </a:lnSpc>
              <a:spcBef>
                <a:spcPts val="0"/>
              </a:spcBef>
              <a:spcAft>
                <a:spcPts val="0"/>
              </a:spcAft>
              <a:buClr>
                <a:schemeClr val="dk1"/>
              </a:buClr>
              <a:buSzPts val="1900"/>
              <a:buChar char="○"/>
              <a:defRPr/>
            </a:lvl5pPr>
            <a:lvl6pPr marL="2057400" lvl="5" indent="-261938" algn="l">
              <a:lnSpc>
                <a:spcPct val="115000"/>
              </a:lnSpc>
              <a:spcBef>
                <a:spcPts val="0"/>
              </a:spcBef>
              <a:spcAft>
                <a:spcPts val="0"/>
              </a:spcAft>
              <a:buClr>
                <a:schemeClr val="dk1"/>
              </a:buClr>
              <a:buSzPts val="1900"/>
              <a:buChar char="■"/>
              <a:defRPr/>
            </a:lvl6pPr>
            <a:lvl7pPr marL="2400300" lvl="6" indent="-261938" algn="l">
              <a:lnSpc>
                <a:spcPct val="115000"/>
              </a:lnSpc>
              <a:spcBef>
                <a:spcPts val="0"/>
              </a:spcBef>
              <a:spcAft>
                <a:spcPts val="0"/>
              </a:spcAft>
              <a:buClr>
                <a:schemeClr val="dk1"/>
              </a:buClr>
              <a:buSzPts val="1900"/>
              <a:buChar char="●"/>
              <a:defRPr/>
            </a:lvl7pPr>
            <a:lvl8pPr marL="2743200" lvl="7" indent="-261938" algn="l">
              <a:lnSpc>
                <a:spcPct val="115000"/>
              </a:lnSpc>
              <a:spcBef>
                <a:spcPts val="0"/>
              </a:spcBef>
              <a:spcAft>
                <a:spcPts val="0"/>
              </a:spcAft>
              <a:buClr>
                <a:schemeClr val="dk1"/>
              </a:buClr>
              <a:buSzPts val="1900"/>
              <a:buChar char="○"/>
              <a:defRPr/>
            </a:lvl8pPr>
            <a:lvl9pPr marL="3086100" lvl="8" indent="-261938" algn="l">
              <a:lnSpc>
                <a:spcPct val="115000"/>
              </a:lnSpc>
              <a:spcBef>
                <a:spcPts val="0"/>
              </a:spcBef>
              <a:spcAft>
                <a:spcPts val="0"/>
              </a:spcAft>
              <a:buClr>
                <a:schemeClr val="dk1"/>
              </a:buClr>
              <a:buSzPts val="1900"/>
              <a:buChar char="■"/>
              <a:defRPr/>
            </a:lvl9pPr>
          </a:lstStyle>
          <a:p>
            <a:endParaRPr/>
          </a:p>
        </p:txBody>
      </p:sp>
      <p:sp>
        <p:nvSpPr>
          <p:cNvPr id="4" name="Google Shape;24;p15"/>
          <p:cNvSpPr txBox="1">
            <a:spLocks noGrp="1"/>
          </p:cNvSpPr>
          <p:nvPr>
            <p:ph type="sldNum" idx="10"/>
          </p:nvPr>
        </p:nvSpPr>
        <p:spPr>
          <a:xfrm>
            <a:off x="8472487" y="6218239"/>
            <a:ext cx="548879" cy="523875"/>
          </a:xfrm>
        </p:spPr>
        <p:txBody>
          <a:bodyPr lIns="121900" tIns="121900" rIns="121900" bIns="121900"/>
          <a:lstStyle>
            <a:lvl1pPr>
              <a:buSzPts val="1300"/>
              <a:defRPr sz="975">
                <a:solidFill>
                  <a:srgbClr val="44546A"/>
                </a:solidFill>
                <a:latin typeface="Arial" panose="020B0604020202020204" pitchFamily="34" charset="0"/>
                <a:cs typeface="Arial" panose="020B0604020202020204" pitchFamily="34" charset="0"/>
                <a:sym typeface="Arial" panose="020B0604020202020204" pitchFamily="34" charset="0"/>
              </a:defRPr>
            </a:lvl1pPr>
          </a:lstStyle>
          <a:p>
            <a:pPr>
              <a:defRPr/>
            </a:pPr>
            <a:fld id="{2365955F-E8DD-48AC-90B7-81B71603F0E9}" type="slidenum">
              <a:rPr lang="en-US"/>
              <a:pPr>
                <a:defRPr/>
              </a:pPr>
              <a:t>‹#›</a:t>
            </a:fld>
            <a:endParaRPr lang="en-US"/>
          </a:p>
        </p:txBody>
      </p:sp>
    </p:spTree>
    <p:extLst>
      <p:ext uri="{BB962C8B-B14F-4D97-AF65-F5344CB8AC3E}">
        <p14:creationId xmlns:p14="http://schemas.microsoft.com/office/powerpoint/2010/main" val="724048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Espace réservé du titre 1">
            <a:extLst>
              <a:ext uri="{FF2B5EF4-FFF2-40B4-BE49-F238E27FC236}">
                <a16:creationId xmlns:a16="http://schemas.microsoft.com/office/drawing/2014/main" xmlns="" id="{04A80B2C-FD02-3DBC-CB5E-EEA1D08F63C8}"/>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BE" altLang="fr-FR"/>
              <a:t>Modifiez le style du titre</a:t>
            </a:r>
          </a:p>
        </p:txBody>
      </p:sp>
      <p:sp>
        <p:nvSpPr>
          <p:cNvPr id="2051" name="Espace réservé du texte 2">
            <a:extLst>
              <a:ext uri="{FF2B5EF4-FFF2-40B4-BE49-F238E27FC236}">
                <a16:creationId xmlns:a16="http://schemas.microsoft.com/office/drawing/2014/main" xmlns="" id="{3D040445-49D2-B8F5-DD6A-742B487AD16F}"/>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BE" altLang="fr-FR"/>
              <a:t>Modifier les styles du texte du masque</a:t>
            </a:r>
          </a:p>
          <a:p>
            <a:pPr lvl="1"/>
            <a:r>
              <a:rPr lang="fr-BE" altLang="fr-FR"/>
              <a:t>Deuxième niveau</a:t>
            </a:r>
          </a:p>
          <a:p>
            <a:pPr lvl="2"/>
            <a:r>
              <a:rPr lang="fr-BE" altLang="fr-FR"/>
              <a:t>Troisième niveau</a:t>
            </a:r>
          </a:p>
          <a:p>
            <a:pPr lvl="3"/>
            <a:r>
              <a:rPr lang="fr-BE" altLang="fr-FR"/>
              <a:t>Quatrième niveau</a:t>
            </a:r>
          </a:p>
          <a:p>
            <a:pPr lvl="4"/>
            <a:r>
              <a:rPr lang="fr-BE" altLang="fr-FR"/>
              <a:t>Cinquième niveau</a:t>
            </a:r>
          </a:p>
        </p:txBody>
      </p:sp>
      <p:sp>
        <p:nvSpPr>
          <p:cNvPr id="4" name="Espace réservé de la date 3">
            <a:extLst>
              <a:ext uri="{FF2B5EF4-FFF2-40B4-BE49-F238E27FC236}">
                <a16:creationId xmlns:a16="http://schemas.microsoft.com/office/drawing/2014/main" xmlns="" id="{45F127B6-3BE6-0CF8-4CB3-BC1CC4C6500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1200" smtClean="0">
                <a:solidFill>
                  <a:prstClr val="black">
                    <a:tint val="75000"/>
                  </a:prstClr>
                </a:solidFill>
                <a:latin typeface="+mn-lt"/>
                <a:cs typeface="+mn-cs"/>
              </a:defRPr>
            </a:lvl1pPr>
          </a:lstStyle>
          <a:p>
            <a:pPr>
              <a:defRPr/>
            </a:pPr>
            <a:fld id="{5785B294-216F-4531-B128-3479DCEF07F0}" type="datetime1">
              <a:rPr lang="fr-FR" smtClean="0"/>
              <a:t>18/12/2025</a:t>
            </a:fld>
            <a:endParaRPr lang="fr-FR"/>
          </a:p>
        </p:txBody>
      </p:sp>
      <p:sp>
        <p:nvSpPr>
          <p:cNvPr id="5" name="Espace réservé du pied de page 4">
            <a:extLst>
              <a:ext uri="{FF2B5EF4-FFF2-40B4-BE49-F238E27FC236}">
                <a16:creationId xmlns:a16="http://schemas.microsoft.com/office/drawing/2014/main" xmlns="" id="{4DD771FF-5F01-111A-30C3-01AB7F8AFB8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1200" smtClean="0">
                <a:solidFill>
                  <a:prstClr val="black">
                    <a:tint val="75000"/>
                  </a:prstClr>
                </a:solidFill>
                <a:latin typeface="+mn-lt"/>
                <a:cs typeface="+mn-cs"/>
              </a:defRPr>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5469D05B-9AB4-7664-2BC5-C61952FC7F95}"/>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7C93AF97-1E84-43B6-A95E-348F66B2C4D5}" type="slidenum">
              <a:rPr lang="fr-BE" altLang="fr-FR"/>
              <a:pPr/>
              <a:t>‹#›</a:t>
            </a:fld>
            <a:endParaRPr lang="fr-BE" altLang="fr-FR"/>
          </a:p>
        </p:txBody>
      </p:sp>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831" r:id="rId12"/>
  </p:sldLayoutIdLst>
  <p:hf hdr="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xmlns="" id="{AFC89AF6-13D1-EB1E-B094-51688A53590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xmlns="" id="{869CD851-D19B-4C21-F9AC-2D987AC62B6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C6E452BB-E1EB-7E7E-0499-3FFE4845351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56A57E8F-58C7-4D61-A191-8F0051A68B0F}" type="datetime1">
              <a:rPr lang="fr-FR" smtClean="0"/>
              <a:t>18/12/2025</a:t>
            </a:fld>
            <a:endParaRPr lang="fr-FR"/>
          </a:p>
        </p:txBody>
      </p:sp>
      <p:sp>
        <p:nvSpPr>
          <p:cNvPr id="5" name="Espace réservé du pied de page 4">
            <a:extLst>
              <a:ext uri="{FF2B5EF4-FFF2-40B4-BE49-F238E27FC236}">
                <a16:creationId xmlns:a16="http://schemas.microsoft.com/office/drawing/2014/main" xmlns="" id="{9CA760B2-2FE6-9768-F825-CFA15D3B14B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8B60A6BE-AAD3-2957-E3FF-21A753AC8E4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1547B44-6F97-4DB2-92B1-EB62D7777F1A}" type="slidenum">
              <a:rPr lang="fr-BE" altLang="fr-FR" smtClean="0"/>
              <a:pPr/>
              <a:t>‹#›</a:t>
            </a:fld>
            <a:endParaRPr lang="fr-BE" altLang="fr-FR"/>
          </a:p>
        </p:txBody>
      </p:sp>
    </p:spTree>
    <p:extLst>
      <p:ext uri="{BB962C8B-B14F-4D97-AF65-F5344CB8AC3E}">
        <p14:creationId xmlns:p14="http://schemas.microsoft.com/office/powerpoint/2010/main" val="3819803212"/>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2"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4.xml"/><Relationship Id="rId6" Type="http://schemas.openxmlformats.org/officeDocument/2006/relationships/image" Target="../media/image8.emf"/><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15.png"/><Relationship Id="rId3" Type="http://schemas.openxmlformats.org/officeDocument/2006/relationships/image" Target="../media/image2.gif"/><Relationship Id="rId7" Type="http://schemas.openxmlformats.org/officeDocument/2006/relationships/diagramColors" Target="../diagrams/colors1.xml"/><Relationship Id="rId12" Type="http://schemas.openxmlformats.org/officeDocument/2006/relationships/image" Target="../media/image14.png"/><Relationship Id="rId2" Type="http://schemas.openxmlformats.org/officeDocument/2006/relationships/image" Target="../media/image5.png"/><Relationship Id="rId16" Type="http://schemas.openxmlformats.org/officeDocument/2006/relationships/image" Target="../media/image18.png"/><Relationship Id="rId1" Type="http://schemas.openxmlformats.org/officeDocument/2006/relationships/slideLayout" Target="../slideLayouts/slideLayout14.xml"/><Relationship Id="rId6" Type="http://schemas.openxmlformats.org/officeDocument/2006/relationships/diagramQuickStyle" Target="../diagrams/quickStyle1.xml"/><Relationship Id="rId11" Type="http://schemas.openxmlformats.org/officeDocument/2006/relationships/image" Target="../media/image13.png"/><Relationship Id="rId5" Type="http://schemas.openxmlformats.org/officeDocument/2006/relationships/diagramLayout" Target="../diagrams/layout1.xml"/><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diagramData" Target="../diagrams/data1.xml"/><Relationship Id="rId9" Type="http://schemas.openxmlformats.org/officeDocument/2006/relationships/image" Target="../media/image11.png"/><Relationship Id="rId1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 Id="rId4" Type="http://schemas.openxmlformats.org/officeDocument/2006/relationships/image" Target="../media/image2.gif"/></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4.xml"/><Relationship Id="rId4" Type="http://schemas.openxmlformats.org/officeDocument/2006/relationships/image" Target="../media/image2.gif"/></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4.xml"/><Relationship Id="rId4" Type="http://schemas.openxmlformats.org/officeDocument/2006/relationships/image" Target="../media/image2.gif"/></Relationships>
</file>

<file path=ppt/slides/_rels/slide1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4.xml"/><Relationship Id="rId4" Type="http://schemas.openxmlformats.org/officeDocument/2006/relationships/image" Target="../media/image2.gif"/></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gif"/><Relationship Id="rId1" Type="http://schemas.openxmlformats.org/officeDocument/2006/relationships/slideLayout" Target="../slideLayouts/slideLayout14.xml"/><Relationship Id="rId4"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18428C8D-3A1A-E8A5-03EF-768718DA7DFF}"/>
              </a:ext>
            </a:extLst>
          </p:cNvPr>
          <p:cNvSpPr>
            <a:spLocks noGrp="1"/>
          </p:cNvSpPr>
          <p:nvPr>
            <p:ph idx="1"/>
          </p:nvPr>
        </p:nvSpPr>
        <p:spPr>
          <a:xfrm>
            <a:off x="733425" y="4214964"/>
            <a:ext cx="7677150" cy="1052562"/>
          </a:xfrm>
        </p:spPr>
        <p:txBody>
          <a:bodyPr rtlCol="0">
            <a:normAutofit/>
          </a:bodyPr>
          <a:lstStyle/>
          <a:p>
            <a:pPr marL="0" indent="0" algn="ctr" fontAlgn="auto">
              <a:spcAft>
                <a:spcPts val="0"/>
              </a:spcAft>
              <a:buFont typeface="Arial" panose="020B0604020202020204" pitchFamily="34" charset="0"/>
              <a:buNone/>
              <a:defRPr/>
            </a:pPr>
            <a:r>
              <a:rPr lang="fr-FR" dirty="0">
                <a:latin typeface="Berlin Sans FB Demi" pitchFamily="34" charset="0"/>
              </a:rPr>
              <a:t>        </a:t>
            </a:r>
            <a:endParaRPr lang="fr-FR" sz="4800" b="1" dirty="0">
              <a:solidFill>
                <a:srgbClr val="0070C0"/>
              </a:solidFill>
              <a:latin typeface="Berlin Sans FB Demi" pitchFamily="34" charset="0"/>
            </a:endParaRPr>
          </a:p>
        </p:txBody>
      </p:sp>
      <p:pic>
        <p:nvPicPr>
          <p:cNvPr id="51204" name="Picture 2">
            <a:extLst>
              <a:ext uri="{FF2B5EF4-FFF2-40B4-BE49-F238E27FC236}">
                <a16:creationId xmlns:a16="http://schemas.microsoft.com/office/drawing/2014/main" xmlns="" id="{644E48CD-3C5C-726C-D626-5E287D8C87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5935" y="326771"/>
            <a:ext cx="1469115" cy="699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Image 4" descr="Description: Description: Description: drapeau-anim012">
            <a:extLst>
              <a:ext uri="{FF2B5EF4-FFF2-40B4-BE49-F238E27FC236}">
                <a16:creationId xmlns:a16="http://schemas.microsoft.com/office/drawing/2014/main" xmlns="" id="{13156971-CFF6-7F2C-4B16-FFEEFE706E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6336" y="318231"/>
            <a:ext cx="981871" cy="700527"/>
          </a:xfrm>
          <a:prstGeom prst="rect">
            <a:avLst/>
          </a:prstGeom>
          <a:solidFill>
            <a:srgbClr val="FFFFFF"/>
          </a:solidFill>
          <a:ln w="25400">
            <a:solidFill>
              <a:srgbClr val="FFFFFF"/>
            </a:solidFill>
            <a:miter lim="800000"/>
            <a:headEnd/>
            <a:tailEnd/>
          </a:ln>
        </p:spPr>
      </p:pic>
      <p:sp>
        <p:nvSpPr>
          <p:cNvPr id="10" name="Espace réservé du contenu 2">
            <a:extLst>
              <a:ext uri="{FF2B5EF4-FFF2-40B4-BE49-F238E27FC236}">
                <a16:creationId xmlns:a16="http://schemas.microsoft.com/office/drawing/2014/main" xmlns="" id="{77CDBCBE-BFCD-1B5F-FDC8-22FD14A364CC}"/>
              </a:ext>
            </a:extLst>
          </p:cNvPr>
          <p:cNvSpPr txBox="1">
            <a:spLocks/>
          </p:cNvSpPr>
          <p:nvPr/>
        </p:nvSpPr>
        <p:spPr bwMode="auto">
          <a:xfrm>
            <a:off x="571262" y="2551966"/>
            <a:ext cx="8096956" cy="756872"/>
          </a:xfrm>
          <a:prstGeom prst="rect">
            <a:avLst/>
          </a:prstGeom>
          <a:noFill/>
          <a:ln w="9525">
            <a:noFill/>
            <a:miter lim="800000"/>
            <a:headEnd/>
            <a:tailEnd/>
          </a:ln>
        </p:spPr>
        <p:txBody>
          <a:bodyPr>
            <a:normAutofit fontScale="25000" lnSpcReduction="20000"/>
          </a:bodyPr>
          <a:lst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spcAft>
                <a:spcPts val="0"/>
              </a:spcAft>
              <a:buFont typeface="Arial" charset="0"/>
              <a:buNone/>
              <a:defRPr/>
            </a:pPr>
            <a:r>
              <a:rPr lang="fr-FR" sz="176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Revue Annuelle du PEV 2025</a:t>
            </a:r>
          </a:p>
          <a:p>
            <a:pPr marL="0" indent="0" algn="ctr" fontAlgn="auto">
              <a:spcAft>
                <a:spcPts val="0"/>
              </a:spcAft>
              <a:buFont typeface="Arial" charset="0"/>
              <a:buNone/>
              <a:defRPr/>
            </a:pPr>
            <a:endParaRPr lang="fr-FR" sz="96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a:p>
            <a:pPr marL="0" indent="0" fontAlgn="auto">
              <a:spcAft>
                <a:spcPts val="0"/>
              </a:spcAft>
              <a:buFont typeface="Arial" pitchFamily="34" charset="0"/>
              <a:buNone/>
              <a:defRPr/>
            </a:pPr>
            <a:r>
              <a:rPr lang="fr-FR" sz="145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 </a:t>
            </a:r>
            <a:endParaRPr lang="fr-FR" sz="80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Espace réservé du contenu 2">
            <a:extLst>
              <a:ext uri="{FF2B5EF4-FFF2-40B4-BE49-F238E27FC236}">
                <a16:creationId xmlns:a16="http://schemas.microsoft.com/office/drawing/2014/main" xmlns="" id="{84F2E76E-81E6-F346-7D23-772DEA9A23DE}"/>
              </a:ext>
            </a:extLst>
          </p:cNvPr>
          <p:cNvSpPr txBox="1">
            <a:spLocks/>
          </p:cNvSpPr>
          <p:nvPr/>
        </p:nvSpPr>
        <p:spPr bwMode="auto">
          <a:xfrm>
            <a:off x="3095836" y="6093296"/>
            <a:ext cx="2952839" cy="437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spcAft>
                <a:spcPts val="0"/>
              </a:spcAft>
              <a:buFont typeface="Arial" panose="020B0604020202020204" pitchFamily="34" charset="0"/>
              <a:buNone/>
              <a:defRPr/>
            </a:pPr>
            <a:r>
              <a:rPr lang="fr-FR" sz="2400" dirty="0">
                <a:latin typeface="Berlin Sans FB Demi" pitchFamily="34" charset="0"/>
              </a:rPr>
              <a:t>Décembre 2025</a:t>
            </a:r>
            <a:endParaRPr lang="fr-FR" sz="4400" b="1" dirty="0">
              <a:solidFill>
                <a:srgbClr val="0070C0"/>
              </a:solidFill>
              <a:latin typeface="Berlin Sans FB Demi" pitchFamily="34" charset="0"/>
            </a:endParaRPr>
          </a:p>
        </p:txBody>
      </p:sp>
      <p:grpSp>
        <p:nvGrpSpPr>
          <p:cNvPr id="9" name="Groupe 8">
            <a:extLst>
              <a:ext uri="{FF2B5EF4-FFF2-40B4-BE49-F238E27FC236}">
                <a16:creationId xmlns:a16="http://schemas.microsoft.com/office/drawing/2014/main" xmlns="" id="{85908DF2-AA71-12B6-D4F9-9546B14A5DDA}"/>
              </a:ext>
            </a:extLst>
          </p:cNvPr>
          <p:cNvGrpSpPr/>
          <p:nvPr/>
        </p:nvGrpSpPr>
        <p:grpSpPr>
          <a:xfrm>
            <a:off x="-2" y="1"/>
            <a:ext cx="107506" cy="6829254"/>
            <a:chOff x="-2" y="-1"/>
            <a:chExt cx="45721" cy="5797731"/>
          </a:xfrm>
        </p:grpSpPr>
        <p:sp>
          <p:nvSpPr>
            <p:cNvPr id="4" name="Rectangle 3">
              <a:extLst>
                <a:ext uri="{FF2B5EF4-FFF2-40B4-BE49-F238E27FC236}">
                  <a16:creationId xmlns:a16="http://schemas.microsoft.com/office/drawing/2014/main" xmlns="" id="{D1D12989-D285-1DDE-E23F-57A820DB82F9}"/>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5" name="Rectangle 4">
              <a:extLst>
                <a:ext uri="{FF2B5EF4-FFF2-40B4-BE49-F238E27FC236}">
                  <a16:creationId xmlns:a16="http://schemas.microsoft.com/office/drawing/2014/main" xmlns="" id="{8AFC901F-289E-10E0-C8E5-8578AFA7E783}"/>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8" name="Rectangle 7">
              <a:extLst>
                <a:ext uri="{FF2B5EF4-FFF2-40B4-BE49-F238E27FC236}">
                  <a16:creationId xmlns:a16="http://schemas.microsoft.com/office/drawing/2014/main" xmlns="" id="{36B0B610-4AB4-18ED-6C5B-0A94C1D7A317}"/>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pic>
        <p:nvPicPr>
          <p:cNvPr id="11" name="Image 10">
            <a:extLst>
              <a:ext uri="{FF2B5EF4-FFF2-40B4-BE49-F238E27FC236}">
                <a16:creationId xmlns:a16="http://schemas.microsoft.com/office/drawing/2014/main" xmlns="" id="{2BB91CF8-A453-4F1D-D39E-EE09C187BA0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1921" y="175891"/>
            <a:ext cx="2550883" cy="850154"/>
          </a:xfrm>
          <a:prstGeom prst="rect">
            <a:avLst/>
          </a:prstGeom>
          <a:noFill/>
          <a:ln>
            <a:noFill/>
          </a:ln>
        </p:spPr>
      </p:pic>
      <p:sp>
        <p:nvSpPr>
          <p:cNvPr id="6" name="Espace réservé du contenu 2">
            <a:extLst>
              <a:ext uri="{FF2B5EF4-FFF2-40B4-BE49-F238E27FC236}">
                <a16:creationId xmlns:a16="http://schemas.microsoft.com/office/drawing/2014/main" xmlns="" id="{E28DEE96-EC08-8784-AC02-C8976C0AA907}"/>
              </a:ext>
            </a:extLst>
          </p:cNvPr>
          <p:cNvSpPr txBox="1">
            <a:spLocks/>
          </p:cNvSpPr>
          <p:nvPr/>
        </p:nvSpPr>
        <p:spPr bwMode="auto">
          <a:xfrm>
            <a:off x="781164" y="4372178"/>
            <a:ext cx="7677151" cy="738133"/>
          </a:xfrm>
          <a:prstGeom prst="rect">
            <a:avLst/>
          </a:prstGeom>
          <a:noFill/>
          <a:ln w="9525">
            <a:noFill/>
            <a:miter lim="800000"/>
            <a:headEnd/>
            <a:tailEnd/>
          </a:ln>
        </p:spPr>
        <p:txBody>
          <a:bodyPr>
            <a:normAutofit fontScale="25000" lnSpcReduction="20000"/>
          </a:bodyPr>
          <a:lst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spcAft>
                <a:spcPts val="0"/>
              </a:spcAft>
              <a:buFont typeface="Arial" charset="0"/>
              <a:buNone/>
              <a:defRPr/>
            </a:pPr>
            <a:r>
              <a:rPr lang="fr-FR" sz="16000" b="1" dirty="0">
                <a:solidFill>
                  <a:srgbClr val="00B0F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Présentation de l’IGS </a:t>
            </a:r>
            <a:endParaRPr lang="fr-FR" sz="160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a:p>
            <a:pPr marL="0" indent="0" fontAlgn="auto">
              <a:spcAft>
                <a:spcPts val="0"/>
              </a:spcAft>
              <a:buFont typeface="Arial" pitchFamily="34" charset="0"/>
              <a:buNone/>
              <a:defRPr/>
            </a:pPr>
            <a:r>
              <a:rPr lang="fr-FR" sz="145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 </a:t>
            </a:r>
            <a:endParaRPr lang="fr-FR" sz="80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Espace réservé du contenu 2">
            <a:extLst>
              <a:ext uri="{FF2B5EF4-FFF2-40B4-BE49-F238E27FC236}">
                <a16:creationId xmlns:a16="http://schemas.microsoft.com/office/drawing/2014/main" xmlns="" id="{A7A148DE-E14C-688B-7C9C-21334A9AC44A}"/>
              </a:ext>
            </a:extLst>
          </p:cNvPr>
          <p:cNvSpPr txBox="1">
            <a:spLocks/>
          </p:cNvSpPr>
          <p:nvPr/>
        </p:nvSpPr>
        <p:spPr bwMode="auto">
          <a:xfrm>
            <a:off x="274992" y="2870587"/>
            <a:ext cx="8689496" cy="850154"/>
          </a:xfrm>
          <a:prstGeom prst="rect">
            <a:avLst/>
          </a:prstGeom>
          <a:noFill/>
          <a:ln w="9525">
            <a:noFill/>
            <a:miter lim="800000"/>
            <a:headEnd/>
            <a:tailEnd/>
          </a:ln>
        </p:spPr>
        <p:txBody>
          <a:bodyPr>
            <a:normAutofit fontScale="47500" lnSpcReduction="20000"/>
          </a:bodyPr>
          <a:lst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Font typeface="Arial" pitchFamily="34" charset="0"/>
              <a:buNone/>
              <a:defRPr/>
            </a:pPr>
            <a:r>
              <a:rPr lang="fr-FR" sz="145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 </a:t>
            </a:r>
            <a:endParaRPr lang="fr-FR" sz="80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Connecteur droit avec flèche 30"/>
          <p:cNvCxnSpPr>
            <a:stCxn id="7173" idx="2"/>
            <a:endCxn id="30" idx="4"/>
          </p:cNvCxnSpPr>
          <p:nvPr/>
        </p:nvCxnSpPr>
        <p:spPr>
          <a:xfrm flipH="1">
            <a:off x="1600697" y="2083172"/>
            <a:ext cx="25697" cy="303783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3" name="Text 0"/>
          <p:cNvSpPr/>
          <p:nvPr/>
        </p:nvSpPr>
        <p:spPr>
          <a:xfrm>
            <a:off x="1481138" y="692696"/>
            <a:ext cx="5539134" cy="471438"/>
          </a:xfrm>
          <a:prstGeom prst="rect">
            <a:avLst/>
          </a:prstGeom>
          <a:ln/>
        </p:spPr>
        <p:style>
          <a:lnRef idx="1">
            <a:schemeClr val="accent3"/>
          </a:lnRef>
          <a:fillRef idx="2">
            <a:schemeClr val="accent3"/>
          </a:fillRef>
          <a:effectRef idx="1">
            <a:schemeClr val="accent3"/>
          </a:effectRef>
          <a:fontRef idx="minor">
            <a:schemeClr val="dk1"/>
          </a:fontRef>
        </p:style>
        <p:txBody>
          <a:bodyPr lIns="0" tIns="0" rIns="0" bIns="0"/>
          <a:lstStyle/>
          <a:p>
            <a:pPr algn="ctr">
              <a:lnSpc>
                <a:spcPts val="2494"/>
              </a:lnSpc>
              <a:defRPr/>
            </a:pPr>
            <a:r>
              <a:rPr lang="en-US" sz="1500" b="1" u="sng" dirty="0">
                <a:latin typeface="Times New Roman" pitchFamily="18" charset="0"/>
                <a:cs typeface="Times New Roman" pitchFamily="18" charset="0"/>
              </a:rPr>
              <a:t>PLAN  DE   PRESENTATION</a:t>
            </a:r>
          </a:p>
        </p:txBody>
      </p:sp>
      <p:sp>
        <p:nvSpPr>
          <p:cNvPr id="7172" name="Shape 2"/>
          <p:cNvSpPr>
            <a:spLocks noChangeArrowheads="1"/>
          </p:cNvSpPr>
          <p:nvPr/>
        </p:nvSpPr>
        <p:spPr bwMode="auto">
          <a:xfrm>
            <a:off x="1691680" y="1916832"/>
            <a:ext cx="338138" cy="14288"/>
          </a:xfrm>
          <a:prstGeom prst="roundRect">
            <a:avLst>
              <a:gd name="adj" fmla="val 135394"/>
            </a:avLst>
          </a:prstGeom>
          <a:solidFill>
            <a:srgbClr val="48446D"/>
          </a:solidFill>
          <a:ln>
            <a:noFill/>
          </a:ln>
          <a:extLst>
            <a:ext uri="{91240B29-F687-4F45-9708-019B960494DF}">
              <a14:hiddenLine xmlns:a14="http://schemas.microsoft.com/office/drawing/2010/main" w="9525">
                <a:solidFill>
                  <a:srgbClr val="000000"/>
                </a:solidFill>
                <a:round/>
                <a:headEnd/>
                <a:tailEnd/>
              </a14:hiddenLine>
            </a:ext>
          </a:extLst>
        </p:spPr>
        <p:txBody>
          <a:bodyPr lIns="48006" tIns="24003" rIns="48006" bIns="24003"/>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endParaRPr lang="en-US" sz="1050">
              <a:solidFill>
                <a:schemeClr val="tx1"/>
              </a:solidFill>
            </a:endParaRPr>
          </a:p>
        </p:txBody>
      </p:sp>
      <p:sp>
        <p:nvSpPr>
          <p:cNvPr id="7173" name="Text 4"/>
          <p:cNvSpPr>
            <a:spLocks noChangeArrowheads="1"/>
          </p:cNvSpPr>
          <p:nvPr/>
        </p:nvSpPr>
        <p:spPr bwMode="auto">
          <a:xfrm>
            <a:off x="1604962" y="1901007"/>
            <a:ext cx="42863" cy="18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ts val="1181"/>
              </a:lnSpc>
              <a:buClrTx/>
            </a:pPr>
            <a:endParaRPr lang="en-US" sz="1200">
              <a:solidFill>
                <a:schemeClr val="tx1"/>
              </a:solidFill>
            </a:endParaRPr>
          </a:p>
        </p:txBody>
      </p:sp>
      <p:sp>
        <p:nvSpPr>
          <p:cNvPr id="8" name="Text 5"/>
          <p:cNvSpPr/>
          <p:nvPr/>
        </p:nvSpPr>
        <p:spPr>
          <a:xfrm>
            <a:off x="1995488" y="1629545"/>
            <a:ext cx="3057525" cy="542925"/>
          </a:xfrm>
          <a:prstGeom prst="rect">
            <a:avLst/>
          </a:prstGeom>
          <a:ln/>
        </p:spPr>
        <p:style>
          <a:lnRef idx="1">
            <a:schemeClr val="accent6"/>
          </a:lnRef>
          <a:fillRef idx="2">
            <a:schemeClr val="accent6"/>
          </a:fillRef>
          <a:effectRef idx="1">
            <a:schemeClr val="accent6"/>
          </a:effectRef>
          <a:fontRef idx="minor">
            <a:schemeClr val="dk1"/>
          </a:fontRef>
        </p:style>
        <p:txBody>
          <a:bodyPr wrap="none" lIns="0" tIns="0" rIns="0" bIns="0"/>
          <a:lstStyle/>
          <a:p>
            <a:pPr>
              <a:lnSpc>
                <a:spcPts val="1234"/>
              </a:lnSpc>
              <a:defRPr/>
            </a:pPr>
            <a:endParaRPr lang="fr-FR" sz="1200" b="1" dirty="0" smtClean="0">
              <a:latin typeface="Helvetica" panose="020B0604020202020204" pitchFamily="34" charset="0"/>
              <a:cs typeface="Helvetica" panose="020B0604020202020204" pitchFamily="34" charset="0"/>
            </a:endParaRPr>
          </a:p>
          <a:p>
            <a:pPr>
              <a:lnSpc>
                <a:spcPts val="1234"/>
              </a:lnSpc>
              <a:defRPr/>
            </a:pPr>
            <a:r>
              <a:rPr lang="fr-FR" sz="1200" b="1" dirty="0" smtClean="0">
                <a:latin typeface="Helvetica" panose="020B0604020202020204" pitchFamily="34" charset="0"/>
                <a:cs typeface="Helvetica" panose="020B0604020202020204" pitchFamily="34" charset="0"/>
              </a:rPr>
              <a:t>IGS : QU’EST-CE ?</a:t>
            </a:r>
            <a:endParaRPr lang="fr-FR" sz="1200" b="1" dirty="0">
              <a:latin typeface="Helvetica" panose="020B0604020202020204" pitchFamily="34" charset="0"/>
              <a:cs typeface="Helvetica" panose="020B0604020202020204" pitchFamily="34" charset="0"/>
            </a:endParaRPr>
          </a:p>
        </p:txBody>
      </p:sp>
      <p:sp>
        <p:nvSpPr>
          <p:cNvPr id="7177" name="Text 9"/>
          <p:cNvSpPr>
            <a:spLocks noChangeArrowheads="1"/>
          </p:cNvSpPr>
          <p:nvPr/>
        </p:nvSpPr>
        <p:spPr bwMode="auto">
          <a:xfrm>
            <a:off x="1591867" y="3634979"/>
            <a:ext cx="69056" cy="18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ts val="1181"/>
              </a:lnSpc>
              <a:buClrTx/>
            </a:pPr>
            <a:r>
              <a:rPr lang="en-US" sz="1200">
                <a:solidFill>
                  <a:srgbClr val="D9E1FF"/>
                </a:solidFill>
                <a:latin typeface="Kanit"/>
                <a:ea typeface="Kanit"/>
                <a:cs typeface="Kanit"/>
              </a:rPr>
              <a:t>2</a:t>
            </a:r>
            <a:endParaRPr lang="en-US" sz="1200">
              <a:solidFill>
                <a:schemeClr val="tx1"/>
              </a:solidFill>
            </a:endParaRPr>
          </a:p>
        </p:txBody>
      </p:sp>
      <p:sp>
        <p:nvSpPr>
          <p:cNvPr id="13" name="Text 10"/>
          <p:cNvSpPr/>
          <p:nvPr/>
        </p:nvSpPr>
        <p:spPr>
          <a:xfrm>
            <a:off x="2000262" y="3076136"/>
            <a:ext cx="3057525" cy="594493"/>
          </a:xfrm>
          <a:prstGeom prst="rect">
            <a:avLst/>
          </a:prstGeom>
          <a:ln/>
        </p:spPr>
        <p:style>
          <a:lnRef idx="1">
            <a:schemeClr val="accent6"/>
          </a:lnRef>
          <a:fillRef idx="2">
            <a:schemeClr val="accent6"/>
          </a:fillRef>
          <a:effectRef idx="1">
            <a:schemeClr val="accent6"/>
          </a:effectRef>
          <a:fontRef idx="minor">
            <a:schemeClr val="dk1"/>
          </a:fontRef>
        </p:style>
        <p:txBody>
          <a:bodyPr wrap="none" lIns="0" tIns="0" rIns="0" bIns="0"/>
          <a:lstStyle/>
          <a:p>
            <a:pPr fontAlgn="auto">
              <a:lnSpc>
                <a:spcPct val="200000"/>
              </a:lnSpc>
              <a:spcAft>
                <a:spcPts val="0"/>
              </a:spcAft>
            </a:pPr>
            <a:r>
              <a:rPr lang="fr-FR" sz="1200" b="1" dirty="0" smtClean="0">
                <a:latin typeface="Helvetica" panose="020B0604020202020204" pitchFamily="34" charset="0"/>
                <a:cs typeface="Helvetica" panose="020B0604020202020204" pitchFamily="34" charset="0"/>
              </a:rPr>
              <a:t>ACTIVITÉS PEV EN 2025</a:t>
            </a:r>
            <a:endParaRPr lang="fr-FR" sz="1200" b="1" dirty="0">
              <a:latin typeface="Helvetica" panose="020B0604020202020204" pitchFamily="34" charset="0"/>
              <a:cs typeface="Helvetica" panose="020B0604020202020204" pitchFamily="34" charset="0"/>
            </a:endParaRPr>
          </a:p>
        </p:txBody>
      </p:sp>
      <p:sp>
        <p:nvSpPr>
          <p:cNvPr id="7180" name="Shape 12"/>
          <p:cNvSpPr>
            <a:spLocks noChangeArrowheads="1"/>
          </p:cNvSpPr>
          <p:nvPr/>
        </p:nvSpPr>
        <p:spPr bwMode="auto">
          <a:xfrm>
            <a:off x="1691680" y="3414712"/>
            <a:ext cx="338138" cy="14288"/>
          </a:xfrm>
          <a:prstGeom prst="roundRect">
            <a:avLst>
              <a:gd name="adj" fmla="val 135394"/>
            </a:avLst>
          </a:prstGeom>
          <a:solidFill>
            <a:srgbClr val="48446D"/>
          </a:solidFill>
          <a:ln>
            <a:noFill/>
          </a:ln>
          <a:extLst>
            <a:ext uri="{91240B29-F687-4F45-9708-019B960494DF}">
              <a14:hiddenLine xmlns:a14="http://schemas.microsoft.com/office/drawing/2010/main" w="9525">
                <a:solidFill>
                  <a:srgbClr val="000000"/>
                </a:solidFill>
                <a:round/>
                <a:headEnd/>
                <a:tailEnd/>
              </a14:hiddenLine>
            </a:ext>
          </a:extLst>
        </p:spPr>
        <p:txBody>
          <a:bodyPr lIns="48006" tIns="24003" rIns="48006" bIns="24003"/>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endParaRPr lang="en-US" sz="1050">
              <a:solidFill>
                <a:schemeClr val="tx1"/>
              </a:solidFill>
            </a:endParaRPr>
          </a:p>
        </p:txBody>
      </p:sp>
      <p:sp>
        <p:nvSpPr>
          <p:cNvPr id="7181" name="Text 14"/>
          <p:cNvSpPr>
            <a:spLocks noChangeArrowheads="1"/>
          </p:cNvSpPr>
          <p:nvPr/>
        </p:nvSpPr>
        <p:spPr bwMode="auto">
          <a:xfrm>
            <a:off x="1590675" y="4701779"/>
            <a:ext cx="71438" cy="18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ts val="1181"/>
              </a:lnSpc>
              <a:buClrTx/>
            </a:pPr>
            <a:r>
              <a:rPr lang="en-US" sz="1200">
                <a:solidFill>
                  <a:srgbClr val="D9E1FF"/>
                </a:solidFill>
                <a:latin typeface="Kanit"/>
                <a:ea typeface="Kanit"/>
                <a:cs typeface="Kanit"/>
              </a:rPr>
              <a:t>3</a:t>
            </a:r>
            <a:endParaRPr lang="en-US" sz="1200">
              <a:solidFill>
                <a:schemeClr val="tx1"/>
              </a:solidFill>
            </a:endParaRPr>
          </a:p>
        </p:txBody>
      </p:sp>
      <p:sp>
        <p:nvSpPr>
          <p:cNvPr id="19" name="Text 16"/>
          <p:cNvSpPr/>
          <p:nvPr/>
        </p:nvSpPr>
        <p:spPr>
          <a:xfrm>
            <a:off x="2033588" y="4683919"/>
            <a:ext cx="3019425" cy="472679"/>
          </a:xfrm>
          <a:prstGeom prst="rect">
            <a:avLst/>
          </a:prstGeom>
          <a:ln/>
        </p:spPr>
        <p:style>
          <a:lnRef idx="1">
            <a:schemeClr val="accent6"/>
          </a:lnRef>
          <a:fillRef idx="2">
            <a:schemeClr val="accent6"/>
          </a:fillRef>
          <a:effectRef idx="1">
            <a:schemeClr val="accent6"/>
          </a:effectRef>
          <a:fontRef idx="minor">
            <a:schemeClr val="dk1"/>
          </a:fontRef>
        </p:style>
        <p:txBody>
          <a:bodyPr lIns="0" tIns="0" rIns="0" bIns="0"/>
          <a:lstStyle/>
          <a:p>
            <a:pPr>
              <a:lnSpc>
                <a:spcPts val="1339"/>
              </a:lnSpc>
              <a:defRPr/>
            </a:pPr>
            <a:endParaRPr lang="en-US" sz="1400" b="1" dirty="0" smtClean="0">
              <a:solidFill>
                <a:schemeClr val="tx1"/>
              </a:solidFill>
              <a:latin typeface="Times New Roman" pitchFamily="18" charset="0"/>
              <a:ea typeface="Martel Sans Light" pitchFamily="34" charset="-122"/>
              <a:cs typeface="Times New Roman" pitchFamily="18" charset="0"/>
            </a:endParaRPr>
          </a:p>
          <a:p>
            <a:pPr>
              <a:lnSpc>
                <a:spcPts val="1339"/>
              </a:lnSpc>
              <a:defRPr/>
            </a:pPr>
            <a:r>
              <a:rPr lang="en-US" sz="1400" b="1" dirty="0" smtClean="0">
                <a:solidFill>
                  <a:schemeClr val="tx1"/>
                </a:solidFill>
                <a:latin typeface="Times New Roman" pitchFamily="18" charset="0"/>
                <a:ea typeface="Martel Sans Light" pitchFamily="34" charset="-122"/>
                <a:cs typeface="Times New Roman" pitchFamily="18" charset="0"/>
              </a:rPr>
              <a:t>CONCMLUSION</a:t>
            </a:r>
            <a:r>
              <a:rPr lang="en-US" sz="1200" b="1" dirty="0" smtClean="0">
                <a:solidFill>
                  <a:schemeClr val="tx1"/>
                </a:solidFill>
                <a:latin typeface="Times New Roman" pitchFamily="18" charset="0"/>
                <a:ea typeface="Martel Sans Light" pitchFamily="34" charset="-122"/>
                <a:cs typeface="Times New Roman" pitchFamily="18" charset="0"/>
              </a:rPr>
              <a:t>. </a:t>
            </a:r>
            <a:endParaRPr lang="en-US" sz="1200" b="1" dirty="0"/>
          </a:p>
        </p:txBody>
      </p:sp>
      <p:sp>
        <p:nvSpPr>
          <p:cNvPr id="7184" name="Shape 12"/>
          <p:cNvSpPr>
            <a:spLocks noChangeArrowheads="1"/>
          </p:cNvSpPr>
          <p:nvPr/>
        </p:nvSpPr>
        <p:spPr bwMode="auto">
          <a:xfrm flipV="1">
            <a:off x="1765698" y="4961335"/>
            <a:ext cx="267890" cy="33338"/>
          </a:xfrm>
          <a:prstGeom prst="roundRect">
            <a:avLst>
              <a:gd name="adj" fmla="val 135394"/>
            </a:avLst>
          </a:prstGeom>
          <a:solidFill>
            <a:srgbClr val="48446D"/>
          </a:solidFill>
          <a:ln>
            <a:noFill/>
          </a:ln>
          <a:extLst>
            <a:ext uri="{91240B29-F687-4F45-9708-019B960494DF}">
              <a14:hiddenLine xmlns:a14="http://schemas.microsoft.com/office/drawing/2010/main" w="9525">
                <a:solidFill>
                  <a:srgbClr val="000000"/>
                </a:solidFill>
                <a:round/>
                <a:headEnd/>
                <a:tailEnd/>
              </a14:hiddenLine>
            </a:ext>
          </a:extLst>
        </p:spPr>
        <p:txBody>
          <a:bodyPr lIns="48006" tIns="24003" rIns="48006" bIns="24003"/>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endParaRPr lang="en-US" sz="1050">
              <a:solidFill>
                <a:schemeClr val="tx1"/>
              </a:solidFill>
            </a:endParaRPr>
          </a:p>
        </p:txBody>
      </p:sp>
      <p:pic>
        <p:nvPicPr>
          <p:cNvPr id="7185" name="Image 5"/>
          <p:cNvPicPr>
            <a:picLocks noChangeAspect="1" noChangeArrowheads="1"/>
          </p:cNvPicPr>
          <p:nvPr/>
        </p:nvPicPr>
        <p:blipFill>
          <a:blip r:embed="rId3" cstate="print">
            <a:extLst>
              <a:ext uri="{28A0092B-C50C-407E-A947-70E740481C1C}">
                <a14:useLocalDpi xmlns:a14="http://schemas.microsoft.com/office/drawing/2010/main" val="0"/>
              </a:ext>
            </a:extLst>
          </a:blip>
          <a:srcRect r="-1605" b="26143"/>
          <a:stretch>
            <a:fillRect/>
          </a:stretch>
        </p:blipFill>
        <p:spPr bwMode="auto">
          <a:xfrm>
            <a:off x="5057775" y="1593057"/>
            <a:ext cx="2868216" cy="3726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3"/>
          <p:cNvSpPr/>
          <p:nvPr/>
        </p:nvSpPr>
        <p:spPr>
          <a:xfrm>
            <a:off x="5868592" y="4701779"/>
            <a:ext cx="1944290" cy="45481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1200" b="1" dirty="0">
                <a:solidFill>
                  <a:schemeClr val="tx2"/>
                </a:solidFill>
                <a:latin typeface="Times New Roman" pitchFamily="18" charset="0"/>
                <a:cs typeface="Times New Roman" pitchFamily="18" charset="0"/>
              </a:rPr>
              <a:t>Entrée principale de l’IGS</a:t>
            </a:r>
          </a:p>
        </p:txBody>
      </p:sp>
      <p:sp>
        <p:nvSpPr>
          <p:cNvPr id="27" name="Ellipse 26"/>
          <p:cNvSpPr/>
          <p:nvPr/>
        </p:nvSpPr>
        <p:spPr>
          <a:xfrm>
            <a:off x="1331640" y="1773437"/>
            <a:ext cx="394097" cy="325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1</a:t>
            </a:r>
          </a:p>
        </p:txBody>
      </p:sp>
      <p:sp>
        <p:nvSpPr>
          <p:cNvPr id="28" name="Ellipse 27"/>
          <p:cNvSpPr/>
          <p:nvPr/>
        </p:nvSpPr>
        <p:spPr>
          <a:xfrm>
            <a:off x="1331640" y="3212976"/>
            <a:ext cx="394097" cy="325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2</a:t>
            </a:r>
            <a:endParaRPr lang="fr-FR" dirty="0"/>
          </a:p>
        </p:txBody>
      </p:sp>
      <p:sp>
        <p:nvSpPr>
          <p:cNvPr id="30" name="Ellipse 29"/>
          <p:cNvSpPr/>
          <p:nvPr/>
        </p:nvSpPr>
        <p:spPr>
          <a:xfrm>
            <a:off x="1403648" y="4797152"/>
            <a:ext cx="394097"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smtClean="0"/>
              <a:t>3</a:t>
            </a:r>
            <a:endParaRPr lang="fr-FR" dirty="0"/>
          </a:p>
        </p:txBody>
      </p:sp>
      <p:pic>
        <p:nvPicPr>
          <p:cNvPr id="7192" name="Picture 4" descr="drapeau-anim012"/>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02204" y="1014413"/>
            <a:ext cx="767953"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45098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Shape 2"/>
          <p:cNvSpPr>
            <a:spLocks noChangeArrowheads="1"/>
          </p:cNvSpPr>
          <p:nvPr/>
        </p:nvSpPr>
        <p:spPr bwMode="auto">
          <a:xfrm>
            <a:off x="1691680" y="1916832"/>
            <a:ext cx="338138" cy="14288"/>
          </a:xfrm>
          <a:prstGeom prst="roundRect">
            <a:avLst>
              <a:gd name="adj" fmla="val 135394"/>
            </a:avLst>
          </a:prstGeom>
          <a:solidFill>
            <a:srgbClr val="48446D"/>
          </a:solidFill>
          <a:ln>
            <a:noFill/>
          </a:ln>
          <a:extLst>
            <a:ext uri="{91240B29-F687-4F45-9708-019B960494DF}">
              <a14:hiddenLine xmlns:a14="http://schemas.microsoft.com/office/drawing/2010/main" w="9525">
                <a:solidFill>
                  <a:srgbClr val="000000"/>
                </a:solidFill>
                <a:round/>
                <a:headEnd/>
                <a:tailEnd/>
              </a14:hiddenLine>
            </a:ext>
          </a:extLst>
        </p:spPr>
        <p:txBody>
          <a:bodyPr lIns="48006" tIns="24003" rIns="48006" bIns="24003"/>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endParaRPr lang="en-US" sz="1050">
              <a:solidFill>
                <a:schemeClr val="tx1"/>
              </a:solidFill>
            </a:endParaRPr>
          </a:p>
        </p:txBody>
      </p:sp>
      <p:sp>
        <p:nvSpPr>
          <p:cNvPr id="7173" name="Text 4"/>
          <p:cNvSpPr>
            <a:spLocks noChangeArrowheads="1"/>
          </p:cNvSpPr>
          <p:nvPr/>
        </p:nvSpPr>
        <p:spPr bwMode="auto">
          <a:xfrm>
            <a:off x="1604962" y="1901007"/>
            <a:ext cx="42863" cy="18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ts val="1181"/>
              </a:lnSpc>
              <a:buClrTx/>
            </a:pPr>
            <a:endParaRPr lang="en-US" sz="1200">
              <a:solidFill>
                <a:schemeClr val="tx1"/>
              </a:solidFill>
            </a:endParaRPr>
          </a:p>
        </p:txBody>
      </p:sp>
      <p:sp>
        <p:nvSpPr>
          <p:cNvPr id="8" name="Text 5"/>
          <p:cNvSpPr/>
          <p:nvPr/>
        </p:nvSpPr>
        <p:spPr>
          <a:xfrm>
            <a:off x="2050615" y="763191"/>
            <a:ext cx="3529497" cy="1081633"/>
          </a:xfrm>
          <a:prstGeom prst="rect">
            <a:avLst/>
          </a:prstGeom>
          <a:ln/>
        </p:spPr>
        <p:style>
          <a:lnRef idx="1">
            <a:schemeClr val="accent6"/>
          </a:lnRef>
          <a:fillRef idx="2">
            <a:schemeClr val="accent6"/>
          </a:fillRef>
          <a:effectRef idx="1">
            <a:schemeClr val="accent6"/>
          </a:effectRef>
          <a:fontRef idx="minor">
            <a:schemeClr val="dk1"/>
          </a:fontRef>
        </p:style>
        <p:txBody>
          <a:bodyPr wrap="none" lIns="0" tIns="0" rIns="0" bIns="0"/>
          <a:lstStyle/>
          <a:p>
            <a:pPr>
              <a:lnSpc>
                <a:spcPts val="1234"/>
              </a:lnSpc>
              <a:defRPr/>
            </a:pPr>
            <a:endParaRPr lang="fr-FR" sz="1200" b="1" dirty="0" smtClean="0">
              <a:latin typeface="Helvetica" panose="020B0604020202020204" pitchFamily="34" charset="0"/>
              <a:cs typeface="Helvetica" panose="020B0604020202020204" pitchFamily="34" charset="0"/>
            </a:endParaRPr>
          </a:p>
          <a:p>
            <a:pPr>
              <a:lnSpc>
                <a:spcPts val="1234"/>
              </a:lnSpc>
              <a:defRPr/>
            </a:pPr>
            <a:endParaRPr lang="fr-FR" sz="2400" b="1" dirty="0" smtClean="0">
              <a:latin typeface="Helvetica" panose="020B0604020202020204" pitchFamily="34" charset="0"/>
              <a:cs typeface="Helvetica" panose="020B0604020202020204" pitchFamily="34" charset="0"/>
            </a:endParaRPr>
          </a:p>
          <a:p>
            <a:pPr>
              <a:lnSpc>
                <a:spcPts val="1234"/>
              </a:lnSpc>
              <a:defRPr/>
            </a:pPr>
            <a:endParaRPr lang="fr-FR" sz="2400" b="1" dirty="0">
              <a:latin typeface="Helvetica" panose="020B0604020202020204" pitchFamily="34" charset="0"/>
              <a:cs typeface="Helvetica" panose="020B0604020202020204" pitchFamily="34" charset="0"/>
            </a:endParaRPr>
          </a:p>
          <a:p>
            <a:pPr>
              <a:lnSpc>
                <a:spcPts val="1234"/>
              </a:lnSpc>
              <a:defRPr/>
            </a:pPr>
            <a:r>
              <a:rPr lang="fr-FR" sz="2400" b="1" dirty="0" smtClean="0">
                <a:latin typeface="Helvetica" panose="020B0604020202020204" pitchFamily="34" charset="0"/>
                <a:cs typeface="Helvetica" panose="020B0604020202020204" pitchFamily="34" charset="0"/>
              </a:rPr>
              <a:t>    IGS : QU’EST-CE ?</a:t>
            </a:r>
            <a:endParaRPr lang="fr-FR" sz="2400" b="1" dirty="0">
              <a:latin typeface="Helvetica" panose="020B0604020202020204" pitchFamily="34" charset="0"/>
              <a:cs typeface="Helvetica" panose="020B0604020202020204" pitchFamily="34" charset="0"/>
            </a:endParaRPr>
          </a:p>
        </p:txBody>
      </p:sp>
      <p:sp>
        <p:nvSpPr>
          <p:cNvPr id="7177" name="Text 9"/>
          <p:cNvSpPr>
            <a:spLocks noChangeArrowheads="1"/>
          </p:cNvSpPr>
          <p:nvPr/>
        </p:nvSpPr>
        <p:spPr bwMode="auto">
          <a:xfrm>
            <a:off x="1591867" y="3634979"/>
            <a:ext cx="69056" cy="18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ts val="1181"/>
              </a:lnSpc>
              <a:buClrTx/>
            </a:pPr>
            <a:r>
              <a:rPr lang="en-US" sz="1200">
                <a:solidFill>
                  <a:srgbClr val="D9E1FF"/>
                </a:solidFill>
                <a:latin typeface="Kanit"/>
                <a:ea typeface="Kanit"/>
                <a:cs typeface="Kanit"/>
              </a:rPr>
              <a:t>2</a:t>
            </a:r>
            <a:endParaRPr lang="en-US" sz="1200">
              <a:solidFill>
                <a:schemeClr val="tx1"/>
              </a:solidFill>
            </a:endParaRPr>
          </a:p>
        </p:txBody>
      </p:sp>
      <p:sp>
        <p:nvSpPr>
          <p:cNvPr id="7181" name="Text 14"/>
          <p:cNvSpPr>
            <a:spLocks noChangeArrowheads="1"/>
          </p:cNvSpPr>
          <p:nvPr/>
        </p:nvSpPr>
        <p:spPr bwMode="auto">
          <a:xfrm>
            <a:off x="1590675" y="4701779"/>
            <a:ext cx="71438" cy="18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ts val="1181"/>
              </a:lnSpc>
              <a:buClrTx/>
            </a:pPr>
            <a:r>
              <a:rPr lang="en-US" sz="1200">
                <a:solidFill>
                  <a:srgbClr val="D9E1FF"/>
                </a:solidFill>
                <a:latin typeface="Kanit"/>
                <a:ea typeface="Kanit"/>
                <a:cs typeface="Kanit"/>
              </a:rPr>
              <a:t>3</a:t>
            </a:r>
            <a:endParaRPr lang="en-US" sz="1200">
              <a:solidFill>
                <a:schemeClr val="tx1"/>
              </a:solidFill>
            </a:endParaRPr>
          </a:p>
        </p:txBody>
      </p:sp>
      <p:pic>
        <p:nvPicPr>
          <p:cNvPr id="7185" name="Image 5"/>
          <p:cNvPicPr>
            <a:picLocks noChangeAspect="1" noChangeArrowheads="1"/>
          </p:cNvPicPr>
          <p:nvPr/>
        </p:nvPicPr>
        <p:blipFill>
          <a:blip r:embed="rId3" cstate="print">
            <a:extLst>
              <a:ext uri="{28A0092B-C50C-407E-A947-70E740481C1C}">
                <a14:useLocalDpi xmlns:a14="http://schemas.microsoft.com/office/drawing/2010/main" val="0"/>
              </a:ext>
            </a:extLst>
          </a:blip>
          <a:srcRect r="-1605" b="26143"/>
          <a:stretch>
            <a:fillRect/>
          </a:stretch>
        </p:blipFill>
        <p:spPr bwMode="auto">
          <a:xfrm>
            <a:off x="395536" y="2123174"/>
            <a:ext cx="7560840" cy="411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3"/>
          <p:cNvSpPr/>
          <p:nvPr/>
        </p:nvSpPr>
        <p:spPr>
          <a:xfrm>
            <a:off x="5868144" y="5847321"/>
            <a:ext cx="1944290" cy="45481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1200" b="1" dirty="0">
                <a:solidFill>
                  <a:schemeClr val="tx2"/>
                </a:solidFill>
                <a:latin typeface="Times New Roman" pitchFamily="18" charset="0"/>
                <a:cs typeface="Times New Roman" pitchFamily="18" charset="0"/>
              </a:rPr>
              <a:t>Entrée principale de l’IGS</a:t>
            </a:r>
          </a:p>
        </p:txBody>
      </p:sp>
      <p:sp>
        <p:nvSpPr>
          <p:cNvPr id="27" name="Ellipse 26"/>
          <p:cNvSpPr/>
          <p:nvPr/>
        </p:nvSpPr>
        <p:spPr>
          <a:xfrm>
            <a:off x="1331640" y="763191"/>
            <a:ext cx="698178" cy="13352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1</a:t>
            </a:r>
          </a:p>
        </p:txBody>
      </p:sp>
      <p:pic>
        <p:nvPicPr>
          <p:cNvPr id="7192" name="Picture 4" descr="drapeau-anim012"/>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02204" y="1014413"/>
            <a:ext cx="767953"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44297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AA7EDBC-C3BE-B677-C215-48BFBE4BBDD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05AC041B-7667-AB10-9FF8-9CE550927B2E}"/>
              </a:ext>
            </a:extLst>
          </p:cNvPr>
          <p:cNvSpPr>
            <a:spLocks noGrp="1"/>
          </p:cNvSpPr>
          <p:nvPr>
            <p:ph type="title"/>
          </p:nvPr>
        </p:nvSpPr>
        <p:spPr>
          <a:xfrm>
            <a:off x="634655" y="279563"/>
            <a:ext cx="7874682" cy="457610"/>
          </a:xfrm>
        </p:spPr>
        <p:txBody>
          <a:bodyPr>
            <a:normAutofit fontScale="90000"/>
          </a:bodyPr>
          <a:lstStyle/>
          <a:p>
            <a:pPr algn="ctr">
              <a:defRPr/>
            </a:pPr>
            <a:r>
              <a:rPr lang="fr-FR" sz="4000" dirty="0">
                <a:latin typeface="Berlin Sans FB Demi" pitchFamily="34" charset="0"/>
              </a:rPr>
              <a:t>Assise légale</a:t>
            </a:r>
            <a:endParaRPr lang="fr-BE" sz="4000" dirty="0">
              <a:solidFill>
                <a:srgbClr val="FF0000"/>
              </a:solidFill>
              <a:latin typeface="Berlin Sans FB Demi" pitchFamily="34" charset="0"/>
            </a:endParaRPr>
          </a:p>
        </p:txBody>
      </p:sp>
      <p:sp>
        <p:nvSpPr>
          <p:cNvPr id="4" name="Espace réservé de la date 3">
            <a:extLst>
              <a:ext uri="{FF2B5EF4-FFF2-40B4-BE49-F238E27FC236}">
                <a16:creationId xmlns:a16="http://schemas.microsoft.com/office/drawing/2014/main" xmlns="" id="{F1A0C025-41FF-5034-9513-69A12235ED93}"/>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770613B9-F0CF-39D9-B2E7-25C1FEC903DC}"/>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66B188D6-6AEC-8990-656E-72C8BE2132D7}"/>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4</a:t>
            </a:fld>
            <a:endParaRPr lang="fr-BE" altLang="fr-FR" dirty="0"/>
          </a:p>
        </p:txBody>
      </p:sp>
      <p:pic>
        <p:nvPicPr>
          <p:cNvPr id="7" name="Picture 2">
            <a:extLst>
              <a:ext uri="{FF2B5EF4-FFF2-40B4-BE49-F238E27FC236}">
                <a16:creationId xmlns:a16="http://schemas.microsoft.com/office/drawing/2014/main" xmlns="" id="{1BF5504E-7F18-166C-6A4D-9B9B35AB43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8CE6B5F2-011F-9179-7165-B3F4EC4D0F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4672" y="197651"/>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BBCA8FA6-6D8D-63D3-A785-8C7232179FBA}"/>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36A8DB72-1917-6E4B-C71F-B9DC8F0553A2}"/>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77EFCBFE-993B-6FB3-19BF-A8FE2311A4CE}"/>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43C65728-104A-EAFB-37E5-0D1D512EEC51}"/>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893EF92E-0B9B-EA5D-0FC0-AE98A207F468}"/>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26682E25-EACE-EE8C-47AF-4D906E88C10B}"/>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4A7D1312-6A94-8ECF-1B1C-26A609C1334A}"/>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3" name="Espace réservé du contenu 5">
            <a:extLst>
              <a:ext uri="{FF2B5EF4-FFF2-40B4-BE49-F238E27FC236}">
                <a16:creationId xmlns:a16="http://schemas.microsoft.com/office/drawing/2014/main" xmlns="" id="{19E0B134-4EAD-8956-3EDB-A74E6869413C}"/>
              </a:ext>
            </a:extLst>
          </p:cNvPr>
          <p:cNvSpPr txBox="1">
            <a:spLocks/>
          </p:cNvSpPr>
          <p:nvPr/>
        </p:nvSpPr>
        <p:spPr>
          <a:xfrm>
            <a:off x="180214" y="895735"/>
            <a:ext cx="8663406" cy="5304102"/>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lnSpc>
                <a:spcPct val="150000"/>
              </a:lnSpc>
              <a:spcBef>
                <a:spcPct val="0"/>
              </a:spcBef>
              <a:defRPr/>
            </a:pPr>
            <a:r>
              <a:rPr lang="fr-FR" sz="3600" b="1" dirty="0">
                <a:solidFill>
                  <a:srgbClr val="0070C0"/>
                </a:solidFill>
                <a:latin typeface="Arial Narrow" panose="020B0606020202030204" pitchFamily="34" charset="0"/>
                <a:ea typeface="Calibri" panose="020F0502020204030204" pitchFamily="34" charset="0"/>
                <a:cs typeface="Helvetica" panose="020B0604020202020204" pitchFamily="34" charset="0"/>
              </a:rPr>
              <a:t>Loi n°18/035 du 13 Décembre 2018 </a:t>
            </a:r>
            <a:r>
              <a:rPr lang="fr-FR" sz="4000" dirty="0">
                <a:latin typeface="Arial Narrow" panose="020B0606020202030204" pitchFamily="34" charset="0"/>
                <a:ea typeface="Calibri" panose="020F0502020204030204" pitchFamily="34" charset="0"/>
                <a:cs typeface="Helvetica" panose="020B0604020202020204" pitchFamily="34" charset="0"/>
              </a:rPr>
              <a:t>fixant les principes fondamentaux relatifs à l’organisation de la santé publique</a:t>
            </a:r>
          </a:p>
          <a:p>
            <a:pPr algn="just">
              <a:lnSpc>
                <a:spcPct val="150000"/>
              </a:lnSpc>
              <a:spcBef>
                <a:spcPct val="0"/>
              </a:spcBef>
              <a:defRPr/>
            </a:pPr>
            <a:r>
              <a:rPr lang="fr-FR" sz="3900" b="1" dirty="0">
                <a:solidFill>
                  <a:srgbClr val="0070C0"/>
                </a:solidFill>
                <a:latin typeface="Arial Narrow" panose="020B0606020202030204" pitchFamily="34" charset="0"/>
                <a:ea typeface="Calibri" panose="020F0502020204030204" pitchFamily="34" charset="0"/>
                <a:cs typeface="Helvetica" panose="020B0604020202020204" pitchFamily="34" charset="0"/>
              </a:rPr>
              <a:t>Ordonnance-Loi n°23/006 du 3 Mars 2023</a:t>
            </a:r>
            <a:r>
              <a:rPr lang="fr-FR" sz="3900" dirty="0">
                <a:solidFill>
                  <a:srgbClr val="0070C0"/>
                </a:solidFill>
                <a:latin typeface="Arial Narrow" panose="020B0606020202030204" pitchFamily="34" charset="0"/>
                <a:ea typeface="Calibri" panose="020F0502020204030204" pitchFamily="34" charset="0"/>
                <a:cs typeface="Helvetica" panose="020B0604020202020204" pitchFamily="34" charset="0"/>
              </a:rPr>
              <a:t> </a:t>
            </a:r>
            <a:r>
              <a:rPr lang="fr-FR" sz="3900" dirty="0">
                <a:latin typeface="Arial Narrow" panose="020B0606020202030204" pitchFamily="34" charset="0"/>
                <a:ea typeface="Calibri" panose="020F0502020204030204" pitchFamily="34" charset="0"/>
                <a:cs typeface="Helvetica" panose="020B0604020202020204" pitchFamily="34" charset="0"/>
              </a:rPr>
              <a:t>modifiant et complétant la</a:t>
            </a:r>
            <a:r>
              <a:rPr lang="fr-FR" sz="3900" b="1" dirty="0">
                <a:latin typeface="Arial Narrow" panose="020B0606020202030204" pitchFamily="34" charset="0"/>
                <a:ea typeface="Calibri" panose="020F0502020204030204" pitchFamily="34" charset="0"/>
                <a:cs typeface="Helvetica" panose="020B0604020202020204" pitchFamily="34" charset="0"/>
              </a:rPr>
              <a:t> </a:t>
            </a:r>
            <a:r>
              <a:rPr lang="fr-FR" sz="3900" dirty="0">
                <a:solidFill>
                  <a:schemeClr val="tx1">
                    <a:lumMod val="95000"/>
                    <a:lumOff val="5000"/>
                  </a:schemeClr>
                </a:solidFill>
                <a:latin typeface="Arial Narrow" panose="020B0606020202030204" pitchFamily="34" charset="0"/>
                <a:ea typeface="Calibri" panose="020F0502020204030204" pitchFamily="34" charset="0"/>
                <a:cs typeface="Helvetica" panose="020B0604020202020204" pitchFamily="34" charset="0"/>
              </a:rPr>
              <a:t>Loi n°18/035 du 13 Décembre 2018</a:t>
            </a:r>
            <a:endParaRPr lang="fr-FR" sz="5500" b="1" dirty="0">
              <a:solidFill>
                <a:srgbClr val="FF0000"/>
              </a:solidFill>
              <a:latin typeface="Arial Narrow" panose="020B0606020202030204" pitchFamily="34" charset="0"/>
              <a:cs typeface="Helvetica" panose="020B0604020202020204" pitchFamily="34" charset="0"/>
            </a:endParaRPr>
          </a:p>
          <a:p>
            <a:pPr marL="0" indent="0" algn="just">
              <a:buNone/>
            </a:pPr>
            <a:endParaRPr lang="fr-BE" altLang="fr-FR" sz="2400" b="1" dirty="0">
              <a:solidFill>
                <a:srgbClr val="00B0F0"/>
              </a:solidFill>
              <a:effectLst>
                <a:outerShdw blurRad="38100" dist="38100" dir="2700000" algn="tl">
                  <a:srgbClr val="C0C0C0"/>
                </a:outerShdw>
              </a:effectLst>
              <a:latin typeface="Helvetica" panose="020B0604020202020204" pitchFamily="34" charset="0"/>
              <a:cs typeface="Helvetica" panose="020B0604020202020204" pitchFamily="34" charset="0"/>
            </a:endParaRPr>
          </a:p>
          <a:p>
            <a:pPr marL="0" indent="0" fontAlgn="auto">
              <a:lnSpc>
                <a:spcPct val="100000"/>
              </a:lnSpc>
              <a:spcAft>
                <a:spcPts val="0"/>
              </a:spcAft>
              <a:buFont typeface="Arial" panose="020B0604020202020204" pitchFamily="34" charset="0"/>
              <a:buNone/>
            </a:pPr>
            <a:endParaRPr lang="fr-CD" altLang="fr-FR" sz="800" b="1" dirty="0">
              <a:solidFill>
                <a:srgbClr val="00B050"/>
              </a:solidFill>
              <a:latin typeface="Helvetica" panose="020B0604020202020204" pitchFamily="34" charset="0"/>
              <a:ea typeface="Cambria Math" panose="02040503050406030204" pitchFamily="18" charset="0"/>
              <a:cs typeface="Cambria Math" panose="02040503050406030204" pitchFamily="18" charset="0"/>
            </a:endParaRPr>
          </a:p>
          <a:p>
            <a:pPr marL="0" indent="0" fontAlgn="auto">
              <a:lnSpc>
                <a:spcPct val="100000"/>
              </a:lnSpc>
              <a:spcAft>
                <a:spcPts val="0"/>
              </a:spcAft>
              <a:buFont typeface="Arial" panose="020B0604020202020204" pitchFamily="34" charset="0"/>
              <a:buNone/>
            </a:pPr>
            <a:endParaRPr lang="fr-BE" altLang="fr-FR" sz="7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747471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D096000-AD73-2201-929A-D5263F70E23E}"/>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xmlns="" id="{D707A9D8-0443-2C6D-1C11-BBE337F99C84}"/>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10A645B1-1B27-83BD-6D1F-475FEF65B931}"/>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1C28944A-B5AE-72AB-D7BC-35E3216C3427}"/>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5</a:t>
            </a:fld>
            <a:endParaRPr lang="fr-BE" altLang="fr-FR" dirty="0"/>
          </a:p>
        </p:txBody>
      </p:sp>
      <p:pic>
        <p:nvPicPr>
          <p:cNvPr id="7" name="Picture 2">
            <a:extLst>
              <a:ext uri="{FF2B5EF4-FFF2-40B4-BE49-F238E27FC236}">
                <a16:creationId xmlns:a16="http://schemas.microsoft.com/office/drawing/2014/main" xmlns="" id="{14EF3825-394B-8EB5-A41D-A7BEBDC986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618C84E4-4347-2191-C1E3-89A908F55D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4672" y="108720"/>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B3E1983B-24A6-9A9E-DA03-5D4369A23D01}"/>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A8838877-4A90-5BB1-8496-068B65F15532}"/>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A10519CF-F03F-D055-D400-7398989E4BC6}"/>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B9E6C3CD-F9A7-BEBF-B559-02DE6B3B2C07}"/>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F95E703A-B3FD-04C8-B2EC-BB4EE5454D8B}"/>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DE217631-92D4-F8E6-FE9A-C8C5CE48607A}"/>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6D97FCAE-413C-7595-AB25-267BC9560580}"/>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pic>
        <p:nvPicPr>
          <p:cNvPr id="13" name="Picture 2">
            <a:extLst>
              <a:ext uri="{FF2B5EF4-FFF2-40B4-BE49-F238E27FC236}">
                <a16:creationId xmlns:a16="http://schemas.microsoft.com/office/drawing/2014/main" xmlns="" id="{96BFEBDB-B8C5-4982-2C1D-DB2CCFB5D9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019" y="1264514"/>
            <a:ext cx="5531675" cy="532979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pic>
        <p:nvPicPr>
          <p:cNvPr id="15" name="Image 14">
            <a:extLst>
              <a:ext uri="{FF2B5EF4-FFF2-40B4-BE49-F238E27FC236}">
                <a16:creationId xmlns:a16="http://schemas.microsoft.com/office/drawing/2014/main" xmlns="" id="{AFF8F244-39D9-F2CA-0518-4E7EF6491E43}"/>
              </a:ext>
            </a:extLst>
          </p:cNvPr>
          <p:cNvPicPr>
            <a:picLocks noChangeAspect="1"/>
          </p:cNvPicPr>
          <p:nvPr/>
        </p:nvPicPr>
        <p:blipFill>
          <a:blip r:embed="rId5"/>
          <a:stretch>
            <a:fillRect/>
          </a:stretch>
        </p:blipFill>
        <p:spPr>
          <a:xfrm>
            <a:off x="2164899" y="511157"/>
            <a:ext cx="4892175" cy="607036"/>
          </a:xfrm>
          <a:prstGeom prst="rect">
            <a:avLst/>
          </a:prstGeom>
        </p:spPr>
      </p:pic>
      <p:sp>
        <p:nvSpPr>
          <p:cNvPr id="18" name="Titre 4">
            <a:extLst>
              <a:ext uri="{FF2B5EF4-FFF2-40B4-BE49-F238E27FC236}">
                <a16:creationId xmlns:a16="http://schemas.microsoft.com/office/drawing/2014/main" xmlns="" id="{C19F4A02-984C-B004-FF2D-9F5E216D1AC3}"/>
              </a:ext>
            </a:extLst>
          </p:cNvPr>
          <p:cNvSpPr>
            <a:spLocks noGrp="1"/>
          </p:cNvSpPr>
          <p:nvPr>
            <p:ph type="title"/>
          </p:nvPr>
        </p:nvSpPr>
        <p:spPr>
          <a:xfrm>
            <a:off x="598996" y="30839"/>
            <a:ext cx="7874000" cy="458788"/>
          </a:xfrm>
        </p:spPr>
        <p:txBody>
          <a:bodyPr>
            <a:normAutofit fontScale="90000"/>
          </a:bodyPr>
          <a:lstStyle/>
          <a:p>
            <a:pPr algn="ctr">
              <a:defRPr/>
            </a:pPr>
            <a:r>
              <a:rPr lang="fr-FR" sz="4000" dirty="0">
                <a:solidFill>
                  <a:srgbClr val="FF0000"/>
                </a:solidFill>
                <a:latin typeface="Berlin Sans FB Demi" pitchFamily="34" charset="0"/>
              </a:rPr>
              <a:t>I</a:t>
            </a:r>
            <a:r>
              <a:rPr lang="fr-FR" sz="2400" dirty="0">
                <a:solidFill>
                  <a:srgbClr val="00B0F0"/>
                </a:solidFill>
                <a:latin typeface="Berlin Sans FB Demi" pitchFamily="34" charset="0"/>
              </a:rPr>
              <a:t>NSPECTION </a:t>
            </a:r>
            <a:r>
              <a:rPr lang="fr-FR" sz="4000" dirty="0">
                <a:solidFill>
                  <a:srgbClr val="FF0000"/>
                </a:solidFill>
                <a:latin typeface="Berlin Sans FB Demi" pitchFamily="34" charset="0"/>
              </a:rPr>
              <a:t>G</a:t>
            </a:r>
            <a:r>
              <a:rPr lang="fr-FR" sz="2400" dirty="0">
                <a:solidFill>
                  <a:srgbClr val="00B0F0"/>
                </a:solidFill>
                <a:latin typeface="Berlin Sans FB Demi" pitchFamily="34" charset="0"/>
              </a:rPr>
              <a:t>ENERALE DU </a:t>
            </a:r>
            <a:r>
              <a:rPr lang="fr-FR" sz="4000" dirty="0">
                <a:solidFill>
                  <a:srgbClr val="FF0000"/>
                </a:solidFill>
                <a:latin typeface="Berlin Sans FB Demi" pitchFamily="34" charset="0"/>
              </a:rPr>
              <a:t>S</a:t>
            </a:r>
            <a:r>
              <a:rPr lang="fr-FR" sz="2400" dirty="0">
                <a:solidFill>
                  <a:srgbClr val="00B0F0"/>
                </a:solidFill>
                <a:latin typeface="Berlin Sans FB Demi" pitchFamily="34" charset="0"/>
              </a:rPr>
              <a:t>YSTÈME DE </a:t>
            </a:r>
            <a:r>
              <a:rPr lang="fr-FR" sz="4000" dirty="0">
                <a:solidFill>
                  <a:srgbClr val="FF0000"/>
                </a:solidFill>
                <a:latin typeface="Berlin Sans FB Demi" pitchFamily="34" charset="0"/>
              </a:rPr>
              <a:t>S</a:t>
            </a:r>
            <a:r>
              <a:rPr lang="fr-FR" sz="2400" dirty="0">
                <a:solidFill>
                  <a:srgbClr val="00B0F0"/>
                </a:solidFill>
                <a:latin typeface="Berlin Sans FB Demi" pitchFamily="34" charset="0"/>
              </a:rPr>
              <a:t>ANTE</a:t>
            </a:r>
            <a:r>
              <a:rPr lang="fr-CD" sz="2400" b="1" dirty="0">
                <a:solidFill>
                  <a:srgbClr val="0070C0"/>
                </a:solidFill>
                <a:effectLst>
                  <a:outerShdw blurRad="38100" dist="38100" dir="2700000" algn="tl">
                    <a:srgbClr val="000000">
                      <a:alpha val="43137"/>
                    </a:srgbClr>
                  </a:outerShdw>
                </a:effectLst>
                <a:latin typeface="Helvetica" pitchFamily="34" charset="0"/>
                <a:cs typeface="Helvetica" pitchFamily="34" charset="0"/>
              </a:rPr>
              <a:t> </a:t>
            </a:r>
            <a:endParaRPr lang="fr-FR" sz="2400" b="1" dirty="0">
              <a:solidFill>
                <a:srgbClr val="0070C0"/>
              </a:solidFill>
              <a:effectLst>
                <a:outerShdw blurRad="38100" dist="38100" dir="2700000" algn="tl">
                  <a:srgbClr val="000000">
                    <a:alpha val="43137"/>
                  </a:srgbClr>
                </a:outerShdw>
              </a:effectLst>
              <a:latin typeface="Helvetica" pitchFamily="34" charset="0"/>
              <a:cs typeface="Helvetica" pitchFamily="34" charset="0"/>
            </a:endParaRPr>
          </a:p>
        </p:txBody>
      </p:sp>
      <p:pic>
        <p:nvPicPr>
          <p:cNvPr id="19" name="Picture 2">
            <a:extLst>
              <a:ext uri="{FF2B5EF4-FFF2-40B4-BE49-F238E27FC236}">
                <a16:creationId xmlns:a16="http://schemas.microsoft.com/office/drawing/2014/main" xmlns="" id="{B6834A89-4E01-C44F-8E20-59125B69224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48305" y="1439314"/>
            <a:ext cx="2952328" cy="2662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
            <a:extLst>
              <a:ext uri="{FF2B5EF4-FFF2-40B4-BE49-F238E27FC236}">
                <a16:creationId xmlns:a16="http://schemas.microsoft.com/office/drawing/2014/main" xmlns="" id="{96D9F92E-F5A4-0A2C-10A8-5FE165856F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8324" y="4422722"/>
            <a:ext cx="2592289"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83553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D17C93E-295D-0DF6-493E-1F8FB397CE8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154C054D-2F52-6F0C-4583-5F8A81B1C3B4}"/>
              </a:ext>
            </a:extLst>
          </p:cNvPr>
          <p:cNvSpPr>
            <a:spLocks noGrp="1"/>
          </p:cNvSpPr>
          <p:nvPr>
            <p:ph type="title"/>
          </p:nvPr>
        </p:nvSpPr>
        <p:spPr>
          <a:xfrm>
            <a:off x="796423" y="251351"/>
            <a:ext cx="7874682" cy="457610"/>
          </a:xfrm>
        </p:spPr>
        <p:txBody>
          <a:bodyPr>
            <a:normAutofit fontScale="90000"/>
          </a:bodyPr>
          <a:lstStyle/>
          <a:p>
            <a:pPr algn="ctr">
              <a:defRPr/>
            </a:pPr>
            <a:r>
              <a:rPr lang="fr-FR" sz="4000" dirty="0">
                <a:latin typeface="Berlin Sans FB Demi" pitchFamily="34" charset="0"/>
              </a:rPr>
              <a:t>Fonctionnement et mission</a:t>
            </a:r>
            <a:endParaRPr lang="fr-BE" sz="4000" dirty="0">
              <a:solidFill>
                <a:srgbClr val="FF0000"/>
              </a:solidFill>
              <a:latin typeface="Berlin Sans FB Demi" pitchFamily="34" charset="0"/>
            </a:endParaRPr>
          </a:p>
        </p:txBody>
      </p:sp>
      <p:sp>
        <p:nvSpPr>
          <p:cNvPr id="4" name="Espace réservé de la date 3">
            <a:extLst>
              <a:ext uri="{FF2B5EF4-FFF2-40B4-BE49-F238E27FC236}">
                <a16:creationId xmlns:a16="http://schemas.microsoft.com/office/drawing/2014/main" xmlns="" id="{485F9524-418C-C41E-C3C2-998E1ABC4F01}"/>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DC507DC5-66C8-F39E-C293-F12B58F2E111}"/>
              </a:ext>
            </a:extLst>
          </p:cNvPr>
          <p:cNvSpPr>
            <a:spLocks noGrp="1"/>
          </p:cNvSpPr>
          <p:nvPr>
            <p:ph type="ftr" sz="quarter" idx="11"/>
          </p:nvPr>
        </p:nvSpPr>
        <p:spPr>
          <a:xfrm>
            <a:off x="3131840" y="6517738"/>
            <a:ext cx="3559274" cy="501649"/>
          </a:xfrm>
        </p:spPr>
        <p:txBody>
          <a:bodyPr/>
          <a:lstStyle/>
          <a:p>
            <a:pPr>
              <a:defRPr/>
            </a:pPr>
            <a:r>
              <a:rPr lang="fr-FR"/>
              <a:t>Revue_IGS_nov 2024</a:t>
            </a:r>
            <a:endParaRPr lang="fr-FR" dirty="0"/>
          </a:p>
        </p:txBody>
      </p:sp>
      <p:sp>
        <p:nvSpPr>
          <p:cNvPr id="6" name="Espace réservé du numéro de diapositive 5">
            <a:extLst>
              <a:ext uri="{FF2B5EF4-FFF2-40B4-BE49-F238E27FC236}">
                <a16:creationId xmlns:a16="http://schemas.microsoft.com/office/drawing/2014/main" xmlns="" id="{800AC0EE-9283-FC05-80EF-34E82509B2DF}"/>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6</a:t>
            </a:fld>
            <a:endParaRPr lang="fr-BE" altLang="fr-FR" dirty="0"/>
          </a:p>
        </p:txBody>
      </p:sp>
      <p:pic>
        <p:nvPicPr>
          <p:cNvPr id="7" name="Picture 2">
            <a:extLst>
              <a:ext uri="{FF2B5EF4-FFF2-40B4-BE49-F238E27FC236}">
                <a16:creationId xmlns:a16="http://schemas.microsoft.com/office/drawing/2014/main" xmlns="" id="{69F76D7C-969B-B893-BFED-E70624275A1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9A1A190D-F37F-7101-866B-5FCB7BD2FB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43867" y="183089"/>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29BF1B4E-41BD-AAB6-5502-DB53EAD15758}"/>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B09BE4B2-42D7-2685-296E-C0522FE00F9D}"/>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E0655CCB-6FAE-2307-24F2-46A34768F3C7}"/>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207F3E46-84B6-06AE-52F5-74F50E58B848}"/>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C3F9BB5F-D531-6675-8F7D-778CC510F158}"/>
              </a:ext>
            </a:extLst>
          </p:cNvPr>
          <p:cNvSpPr txBox="1">
            <a:spLocks/>
          </p:cNvSpPr>
          <p:nvPr/>
        </p:nvSpPr>
        <p:spPr>
          <a:xfrm>
            <a:off x="911142" y="806450"/>
            <a:ext cx="7321716" cy="51275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F1FDE42F-97BF-F11E-2973-04C6131C0C65}"/>
              </a:ext>
            </a:extLst>
          </p:cNvPr>
          <p:cNvSpPr>
            <a:spLocks noGrp="1"/>
          </p:cNvSpPr>
          <p:nvPr>
            <p:ph idx="1"/>
          </p:nvPr>
        </p:nvSpPr>
        <p:spPr>
          <a:xfrm>
            <a:off x="323528" y="1199028"/>
            <a:ext cx="8820472" cy="5157322"/>
          </a:xfrm>
        </p:spPr>
        <p:txBody>
          <a:bodyPr>
            <a:normAutofit fontScale="40000" lnSpcReduction="20000"/>
          </a:bodyPr>
          <a:lstStyle/>
          <a:p>
            <a:pPr algn="just">
              <a:lnSpc>
                <a:spcPct val="100000"/>
              </a:lnSpc>
            </a:pPr>
            <a:r>
              <a:rPr lang="fr-BE" altLang="fr-FR" sz="9000" b="1" dirty="0">
                <a:solidFill>
                  <a:srgbClr val="FF0000"/>
                </a:solidFill>
                <a:latin typeface="Arial Narrow" panose="020B0606020202030204" pitchFamily="34" charset="0"/>
                <a:cs typeface="Helvetica" panose="020B0604020202020204" pitchFamily="34" charset="0"/>
              </a:rPr>
              <a:t>Structure d’appui à la bonne gouvernance</a:t>
            </a:r>
            <a:r>
              <a:rPr lang="fr-BE" altLang="fr-FR" sz="8000" dirty="0">
                <a:solidFill>
                  <a:srgbClr val="FF0000"/>
                </a:solidFill>
                <a:latin typeface="Arial Narrow" panose="020B0606020202030204" pitchFamily="34" charset="0"/>
                <a:cs typeface="Helvetica" panose="020B0604020202020204" pitchFamily="34" charset="0"/>
              </a:rPr>
              <a:t> </a:t>
            </a:r>
            <a:r>
              <a:rPr lang="fr-BE" altLang="fr-FR" sz="9000" dirty="0">
                <a:latin typeface="Arial Narrow" panose="020B0606020202030204" pitchFamily="34" charset="0"/>
                <a:cs typeface="Helvetica" panose="020B0604020202020204" pitchFamily="34" charset="0"/>
              </a:rPr>
              <a:t>du MSPHPS, placée  sous  </a:t>
            </a:r>
            <a:r>
              <a:rPr lang="fr-BE" altLang="fr-FR" sz="9000" b="1" dirty="0">
                <a:solidFill>
                  <a:srgbClr val="00B050"/>
                </a:solidFill>
                <a:latin typeface="Arial Narrow" panose="020B0606020202030204" pitchFamily="34" charset="0"/>
                <a:cs typeface="Helvetica" panose="020B0604020202020204" pitchFamily="34" charset="0"/>
              </a:rPr>
              <a:t>la tutelle du  Ministre </a:t>
            </a:r>
          </a:p>
          <a:p>
            <a:pPr marL="0" indent="0" algn="just">
              <a:lnSpc>
                <a:spcPct val="100000"/>
              </a:lnSpc>
              <a:buNone/>
            </a:pPr>
            <a:endParaRPr lang="fr-BE" altLang="fr-FR" sz="9000" dirty="0">
              <a:latin typeface="Arial Narrow" panose="020B0606020202030204" pitchFamily="34" charset="0"/>
              <a:cs typeface="Helvetica" panose="020B0604020202020204" pitchFamily="34" charset="0"/>
            </a:endParaRPr>
          </a:p>
          <a:p>
            <a:pPr algn="just">
              <a:lnSpc>
                <a:spcPct val="100000"/>
              </a:lnSpc>
              <a:spcBef>
                <a:spcPct val="20000"/>
              </a:spcBef>
            </a:pPr>
            <a:r>
              <a:rPr lang="fr-BE" altLang="fr-FR" sz="9000" b="1" dirty="0">
                <a:solidFill>
                  <a:srgbClr val="FF0000"/>
                </a:solidFill>
                <a:latin typeface="Arial Narrow" panose="020B0606020202030204" pitchFamily="34" charset="0"/>
                <a:cs typeface="Helvetica" panose="020B0604020202020204" pitchFamily="34" charset="0"/>
              </a:rPr>
              <a:t>Assister  le Ministre </a:t>
            </a:r>
            <a:r>
              <a:rPr lang="fr-BE" altLang="fr-FR" sz="9000" dirty="0">
                <a:latin typeface="Arial Narrow" panose="020B0606020202030204" pitchFamily="34" charset="0"/>
                <a:cs typeface="Helvetica" panose="020B0604020202020204" pitchFamily="34" charset="0"/>
              </a:rPr>
              <a:t>dans son rôle de contrôle du Fonctionnement Régulier et des Performances  des  </a:t>
            </a:r>
            <a:r>
              <a:rPr lang="fr-BE" altLang="fr-FR" sz="8000" dirty="0">
                <a:latin typeface="Arial Narrow" panose="020B0606020202030204" pitchFamily="34" charset="0"/>
                <a:cs typeface="Helvetica" panose="020B0604020202020204" pitchFamily="34" charset="0"/>
              </a:rPr>
              <a:t>Structures/organes du ministère et Organismes sous tutelle, …</a:t>
            </a:r>
          </a:p>
          <a:p>
            <a:pPr marL="0" indent="0" algn="just">
              <a:lnSpc>
                <a:spcPct val="100000"/>
              </a:lnSpc>
              <a:spcBef>
                <a:spcPct val="20000"/>
              </a:spcBef>
              <a:buNone/>
            </a:pPr>
            <a:endParaRPr lang="fr-BE" altLang="fr-FR" sz="8000" dirty="0">
              <a:latin typeface="Arial Narrow" panose="020B0606020202030204" pitchFamily="34" charset="0"/>
              <a:cs typeface="Helvetica" panose="020B0604020202020204" pitchFamily="34" charset="0"/>
            </a:endParaRPr>
          </a:p>
          <a:p>
            <a:pPr algn="just">
              <a:lnSpc>
                <a:spcPct val="100000"/>
              </a:lnSpc>
              <a:spcBef>
                <a:spcPct val="20000"/>
              </a:spcBef>
            </a:pPr>
            <a:r>
              <a:rPr lang="fr-BE" altLang="fr-FR" sz="9000" b="1" dirty="0">
                <a:solidFill>
                  <a:srgbClr val="FF0000"/>
                </a:solidFill>
                <a:latin typeface="Arial Narrow" panose="020B0606020202030204" pitchFamily="34" charset="0"/>
                <a:cs typeface="Helvetica" panose="020B0604020202020204" pitchFamily="34" charset="0"/>
              </a:rPr>
              <a:t>Rechercher et détecter les irrégularités </a:t>
            </a:r>
            <a:r>
              <a:rPr lang="fr-FR" sz="9000" b="1" dirty="0">
                <a:solidFill>
                  <a:srgbClr val="FF0000"/>
                </a:solidFill>
                <a:latin typeface="Arial Narrow" panose="020B0606020202030204" pitchFamily="34" charset="0"/>
                <a:cs typeface="Helvetica" panose="020B0604020202020204" pitchFamily="34" charset="0"/>
              </a:rPr>
              <a:t>et les infractions</a:t>
            </a:r>
            <a:r>
              <a:rPr lang="fr-FR" sz="9000" dirty="0">
                <a:latin typeface="Arial Narrow" panose="020B0606020202030204" pitchFamily="34" charset="0"/>
                <a:cs typeface="Helvetica" panose="020B0604020202020204" pitchFamily="34" charset="0"/>
              </a:rPr>
              <a:t> dans le secteur de la Santé</a:t>
            </a:r>
            <a:endParaRPr lang="fr-BE" altLang="fr-FR" sz="9000" b="1" dirty="0">
              <a:solidFill>
                <a:srgbClr val="FF0000"/>
              </a:solidFill>
              <a:latin typeface="Arial Narrow" panose="020B0606020202030204" pitchFamily="34" charset="0"/>
              <a:cs typeface="Helvetica" panose="020B0604020202020204" pitchFamily="34" charset="0"/>
            </a:endParaRPr>
          </a:p>
          <a:p>
            <a:pPr>
              <a:lnSpc>
                <a:spcPct val="100000"/>
              </a:lnSpc>
            </a:pPr>
            <a:endParaRPr lang="fr-FR"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066440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4757053-9478-5B90-B50B-185DDDEBC5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2FB8E3DC-AE14-133E-F4DF-10C4EE3E2720}"/>
              </a:ext>
            </a:extLst>
          </p:cNvPr>
          <p:cNvSpPr>
            <a:spLocks noGrp="1"/>
          </p:cNvSpPr>
          <p:nvPr>
            <p:ph type="title"/>
          </p:nvPr>
        </p:nvSpPr>
        <p:spPr>
          <a:xfrm>
            <a:off x="369726" y="265626"/>
            <a:ext cx="7874682" cy="457610"/>
          </a:xfrm>
        </p:spPr>
        <p:txBody>
          <a:bodyPr>
            <a:noAutofit/>
          </a:bodyPr>
          <a:lstStyle/>
          <a:p>
            <a:pPr algn="ctr">
              <a:defRPr/>
            </a:pPr>
            <a:r>
              <a:rPr lang="fr-FR" sz="3600" u="sng" dirty="0">
                <a:latin typeface="Arial Narrow" panose="020B0606020202030204" pitchFamily="34" charset="0"/>
              </a:rPr>
              <a:t>Place de l’IGS dans la pyramide sanitaire</a:t>
            </a:r>
            <a:endParaRPr lang="fr-BE" sz="4000" u="sng" dirty="0">
              <a:latin typeface="Arial Narrow" panose="020B0606020202030204" pitchFamily="34" charset="0"/>
            </a:endParaRPr>
          </a:p>
        </p:txBody>
      </p:sp>
      <p:sp>
        <p:nvSpPr>
          <p:cNvPr id="4" name="Espace réservé de la date 3">
            <a:extLst>
              <a:ext uri="{FF2B5EF4-FFF2-40B4-BE49-F238E27FC236}">
                <a16:creationId xmlns:a16="http://schemas.microsoft.com/office/drawing/2014/main" xmlns="" id="{8A0E7566-8DC3-E347-59B7-312A0042603F}"/>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B0075FE4-D357-FC7D-444C-C08AB8B4DB84}"/>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574C2783-1C92-BB72-058B-E0445DA6FA31}"/>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7</a:t>
            </a:fld>
            <a:endParaRPr lang="fr-BE" altLang="fr-FR" dirty="0"/>
          </a:p>
        </p:txBody>
      </p:sp>
      <p:pic>
        <p:nvPicPr>
          <p:cNvPr id="7" name="Picture 2">
            <a:extLst>
              <a:ext uri="{FF2B5EF4-FFF2-40B4-BE49-F238E27FC236}">
                <a16:creationId xmlns:a16="http://schemas.microsoft.com/office/drawing/2014/main" xmlns="" id="{E5BA5256-1D40-7E6B-B16C-39E4D75F54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637CA81C-A008-791A-A813-A383EF0B7D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0083" y="21374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3C0C2A21-F62D-D487-AE0A-CDBBCE12392F}"/>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5084B9AD-3B3B-9887-E6A4-00FD33B39EC7}"/>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D5FC2531-4095-43E7-0669-1E9F6562DC65}"/>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3592C8B2-A51E-F2B6-91B1-262A189BDDD5}"/>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E0B31035-4B6D-8CE6-6AFD-AF7058299DD9}"/>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F7E8B66A-6666-4FE3-1DEC-024DA73D78E0}"/>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BC50AD01-7570-0251-DBA1-CC4F2CAF943D}"/>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pic>
        <p:nvPicPr>
          <p:cNvPr id="15" name="Image 14">
            <a:extLst>
              <a:ext uri="{FF2B5EF4-FFF2-40B4-BE49-F238E27FC236}">
                <a16:creationId xmlns:a16="http://schemas.microsoft.com/office/drawing/2014/main" xmlns="" id="{5C9C0E7A-203F-6405-0D70-E61EF01FE35E}"/>
              </a:ext>
            </a:extLst>
          </p:cNvPr>
          <p:cNvPicPr>
            <a:picLocks noChangeAspect="1"/>
          </p:cNvPicPr>
          <p:nvPr/>
        </p:nvPicPr>
        <p:blipFill>
          <a:blip r:embed="rId4"/>
          <a:stretch>
            <a:fillRect/>
          </a:stretch>
        </p:blipFill>
        <p:spPr>
          <a:xfrm>
            <a:off x="923358" y="967191"/>
            <a:ext cx="6768265" cy="5052633"/>
          </a:xfrm>
          <a:prstGeom prst="rect">
            <a:avLst/>
          </a:prstGeom>
        </p:spPr>
      </p:pic>
    </p:spTree>
    <p:extLst>
      <p:ext uri="{BB962C8B-B14F-4D97-AF65-F5344CB8AC3E}">
        <p14:creationId xmlns:p14="http://schemas.microsoft.com/office/powerpoint/2010/main" val="40282667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C494718-6F52-63ED-DC1E-3BEAA0B069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E881FAAB-BB9F-98E9-1D38-955459D8C52E}"/>
              </a:ext>
            </a:extLst>
          </p:cNvPr>
          <p:cNvSpPr>
            <a:spLocks noGrp="1"/>
          </p:cNvSpPr>
          <p:nvPr>
            <p:ph type="title"/>
          </p:nvPr>
        </p:nvSpPr>
        <p:spPr>
          <a:xfrm>
            <a:off x="634659" y="41672"/>
            <a:ext cx="7874682" cy="457610"/>
          </a:xfrm>
        </p:spPr>
        <p:txBody>
          <a:bodyPr>
            <a:normAutofit fontScale="90000"/>
          </a:bodyPr>
          <a:lstStyle/>
          <a:p>
            <a:pPr algn="ctr">
              <a:defRPr/>
            </a:pPr>
            <a:r>
              <a:rPr lang="fr-FR" sz="4000" dirty="0">
                <a:latin typeface="Berlin Sans FB Demi" pitchFamily="34" charset="0"/>
              </a:rPr>
              <a:t>Logiques d’intervention </a:t>
            </a:r>
            <a:endParaRPr lang="fr-BE" sz="4000" dirty="0">
              <a:solidFill>
                <a:srgbClr val="FF0000"/>
              </a:solidFill>
              <a:latin typeface="Berlin Sans FB Demi" pitchFamily="34" charset="0"/>
            </a:endParaRPr>
          </a:p>
        </p:txBody>
      </p:sp>
      <p:sp>
        <p:nvSpPr>
          <p:cNvPr id="4" name="Espace réservé de la date 3">
            <a:extLst>
              <a:ext uri="{FF2B5EF4-FFF2-40B4-BE49-F238E27FC236}">
                <a16:creationId xmlns:a16="http://schemas.microsoft.com/office/drawing/2014/main" xmlns="" id="{5B26B115-3B70-5287-6D3F-5C375FCDA3C2}"/>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4DF52D38-A771-CDAB-388D-8D17FAAA8C46}"/>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696074FE-3AB4-AAFA-830C-8A7CA8033C59}"/>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8</a:t>
            </a:fld>
            <a:endParaRPr lang="fr-BE" altLang="fr-FR" dirty="0"/>
          </a:p>
        </p:txBody>
      </p:sp>
      <p:pic>
        <p:nvPicPr>
          <p:cNvPr id="7" name="Picture 2">
            <a:extLst>
              <a:ext uri="{FF2B5EF4-FFF2-40B4-BE49-F238E27FC236}">
                <a16:creationId xmlns:a16="http://schemas.microsoft.com/office/drawing/2014/main" xmlns="" id="{AFACF6A8-AD23-1347-6902-F5286CB898A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164326CE-6896-D845-05B4-08EF155AC7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35788" y="202215"/>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4047541D-E896-9C9F-45DD-5B6642333499}"/>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9E2411C0-7A84-34E1-90C0-D393690120A8}"/>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36264837-9021-140C-5372-65B0D4669E12}"/>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FBADF4D3-5DBE-BCC8-88E0-52CA969182E8}"/>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1AED2CF5-C580-92C3-0B98-1861B45DCDA2}"/>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DB97A50E-559A-F9C4-C0C5-DD2154711E31}"/>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E8767EEE-B40D-EC8E-34B9-DC32C91ACA2F}"/>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pSp>
        <p:nvGrpSpPr>
          <p:cNvPr id="13" name="Groupe 12">
            <a:extLst>
              <a:ext uri="{FF2B5EF4-FFF2-40B4-BE49-F238E27FC236}">
                <a16:creationId xmlns:a16="http://schemas.microsoft.com/office/drawing/2014/main" xmlns="" id="{FEF79E38-35FF-3BC3-8A06-45641209E113}"/>
              </a:ext>
            </a:extLst>
          </p:cNvPr>
          <p:cNvGrpSpPr/>
          <p:nvPr/>
        </p:nvGrpSpPr>
        <p:grpSpPr>
          <a:xfrm>
            <a:off x="259256" y="1043565"/>
            <a:ext cx="6992525" cy="5452520"/>
            <a:chOff x="-28478" y="21721"/>
            <a:chExt cx="7836085" cy="5065435"/>
          </a:xfrm>
        </p:grpSpPr>
        <p:grpSp>
          <p:nvGrpSpPr>
            <p:cNvPr id="14" name="Groupe 13">
              <a:extLst>
                <a:ext uri="{FF2B5EF4-FFF2-40B4-BE49-F238E27FC236}">
                  <a16:creationId xmlns:a16="http://schemas.microsoft.com/office/drawing/2014/main" xmlns="" id="{514CED9B-071D-905A-A8F7-699F00095F35}"/>
                </a:ext>
              </a:extLst>
            </p:cNvPr>
            <p:cNvGrpSpPr/>
            <p:nvPr/>
          </p:nvGrpSpPr>
          <p:grpSpPr>
            <a:xfrm>
              <a:off x="39793" y="219158"/>
              <a:ext cx="2421411" cy="821934"/>
              <a:chOff x="-1004242" y="219183"/>
              <a:chExt cx="2422133" cy="822029"/>
            </a:xfrm>
          </p:grpSpPr>
          <p:sp>
            <p:nvSpPr>
              <p:cNvPr id="39" name="Zone de texte 945663095">
                <a:extLst>
                  <a:ext uri="{FF2B5EF4-FFF2-40B4-BE49-F238E27FC236}">
                    <a16:creationId xmlns:a16="http://schemas.microsoft.com/office/drawing/2014/main" xmlns="" id="{F1AA6738-1D13-24DD-6642-45C236617B9C}"/>
                  </a:ext>
                </a:extLst>
              </p:cNvPr>
              <p:cNvSpPr txBox="1"/>
              <p:nvPr/>
            </p:nvSpPr>
            <p:spPr>
              <a:xfrm>
                <a:off x="-57954" y="219183"/>
                <a:ext cx="1475845" cy="438590"/>
              </a:xfrm>
              <a:prstGeom prst="rect">
                <a:avLst/>
              </a:prstGeom>
              <a:solidFill>
                <a:srgbClr val="FFFF00"/>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Encadrement</a:t>
                </a:r>
                <a:r>
                  <a:rPr lang="fr-FR" sz="1200" b="1" kern="100" dirty="0">
                    <a:effectLst/>
                    <a:ea typeface="Calibri" panose="020F0502020204030204" pitchFamily="34" charset="0"/>
                    <a:cs typeface="Times New Roman" panose="02020603050405020304" pitchFamily="18" charset="0"/>
                  </a:rPr>
                  <a:t> </a:t>
                </a:r>
                <a:endParaRPr lang="fr-FR" sz="1100" kern="100" dirty="0">
                  <a:effectLst/>
                  <a:ea typeface="Calibri" panose="020F0502020204030204" pitchFamily="34" charset="0"/>
                  <a:cs typeface="Times New Roman" panose="02020603050405020304" pitchFamily="18" charset="0"/>
                </a:endParaRPr>
              </a:p>
            </p:txBody>
          </p:sp>
          <p:sp>
            <p:nvSpPr>
              <p:cNvPr id="41" name="Zone de texte 603228324">
                <a:extLst>
                  <a:ext uri="{FF2B5EF4-FFF2-40B4-BE49-F238E27FC236}">
                    <a16:creationId xmlns:a16="http://schemas.microsoft.com/office/drawing/2014/main" xmlns="" id="{7382C612-D649-7F3E-C269-6B5453B7C0D4}"/>
                  </a:ext>
                </a:extLst>
              </p:cNvPr>
              <p:cNvSpPr txBox="1"/>
              <p:nvPr/>
            </p:nvSpPr>
            <p:spPr>
              <a:xfrm>
                <a:off x="-1004242" y="566677"/>
                <a:ext cx="1294981" cy="474535"/>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effectLst/>
                    <a:ea typeface="Calibri" panose="020F0502020204030204" pitchFamily="34" charset="0"/>
                    <a:cs typeface="Times New Roman" panose="02020603050405020304" pitchFamily="18" charset="0"/>
                  </a:rPr>
                  <a:t>Managéria</a:t>
                </a:r>
                <a:r>
                  <a:rPr lang="fr-FR" sz="1400" b="1" kern="100" dirty="0">
                    <a:effectLst/>
                    <a:ea typeface="Calibri" panose="020F0502020204030204" pitchFamily="34" charset="0"/>
                    <a:cs typeface="Times New Roman" panose="02020603050405020304" pitchFamily="18" charset="0"/>
                  </a:rPr>
                  <a:t>l</a:t>
                </a:r>
                <a:endParaRPr lang="fr-FR" sz="14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grpSp>
        <p:grpSp>
          <p:nvGrpSpPr>
            <p:cNvPr id="15" name="Groupe 14">
              <a:extLst>
                <a:ext uri="{FF2B5EF4-FFF2-40B4-BE49-F238E27FC236}">
                  <a16:creationId xmlns:a16="http://schemas.microsoft.com/office/drawing/2014/main" xmlns="" id="{B1794ADA-7302-2915-46EE-8395A54B9268}"/>
                </a:ext>
              </a:extLst>
            </p:cNvPr>
            <p:cNvGrpSpPr/>
            <p:nvPr/>
          </p:nvGrpSpPr>
          <p:grpSpPr>
            <a:xfrm>
              <a:off x="4598025" y="21721"/>
              <a:ext cx="2923498" cy="1038512"/>
              <a:chOff x="-1" y="-55854"/>
              <a:chExt cx="2923967" cy="1039172"/>
            </a:xfrm>
          </p:grpSpPr>
          <p:sp>
            <p:nvSpPr>
              <p:cNvPr id="35" name="Zone de texte 457658731">
                <a:extLst>
                  <a:ext uri="{FF2B5EF4-FFF2-40B4-BE49-F238E27FC236}">
                    <a16:creationId xmlns:a16="http://schemas.microsoft.com/office/drawing/2014/main" xmlns="" id="{D7B3AA89-7739-A71B-C9D8-C446557442D6}"/>
                  </a:ext>
                </a:extLst>
              </p:cNvPr>
              <p:cNvSpPr txBox="1"/>
              <p:nvPr/>
            </p:nvSpPr>
            <p:spPr>
              <a:xfrm>
                <a:off x="830577" y="308589"/>
                <a:ext cx="1095147" cy="354662"/>
              </a:xfrm>
              <a:prstGeom prst="rect">
                <a:avLst/>
              </a:prstGeom>
              <a:solidFill>
                <a:srgbClr val="FFFF00"/>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Contrôle </a:t>
                </a:r>
                <a:endParaRPr lang="fr-FR" sz="1200" kern="100" dirty="0">
                  <a:effectLst/>
                  <a:ea typeface="Calibri" panose="020F0502020204030204" pitchFamily="34" charset="0"/>
                  <a:cs typeface="Times New Roman" panose="02020603050405020304" pitchFamily="18" charset="0"/>
                </a:endParaRPr>
              </a:p>
            </p:txBody>
          </p:sp>
          <p:sp>
            <p:nvSpPr>
              <p:cNvPr id="36" name="Zone de texte 2066711744">
                <a:extLst>
                  <a:ext uri="{FF2B5EF4-FFF2-40B4-BE49-F238E27FC236}">
                    <a16:creationId xmlns:a16="http://schemas.microsoft.com/office/drawing/2014/main" xmlns="" id="{D1116877-4D2D-4D33-08C2-0CC9DEFE85EF}"/>
                  </a:ext>
                </a:extLst>
              </p:cNvPr>
              <p:cNvSpPr txBox="1"/>
              <p:nvPr/>
            </p:nvSpPr>
            <p:spPr>
              <a:xfrm>
                <a:off x="1058684" y="-55854"/>
                <a:ext cx="765810" cy="270456"/>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ea typeface="Calibri" panose="020F0502020204030204" pitchFamily="34" charset="0"/>
                    <a:cs typeface="Times New Roman" panose="02020603050405020304" pitchFamily="18" charset="0"/>
                  </a:rPr>
                  <a:t>A priori</a:t>
                </a:r>
                <a:endParaRPr lang="fr-FR" sz="1100" kern="100" dirty="0">
                  <a:effectLst/>
                  <a:ea typeface="Calibri" panose="020F0502020204030204" pitchFamily="34" charset="0"/>
                  <a:cs typeface="Times New Roman" panose="02020603050405020304" pitchFamily="18" charset="0"/>
                </a:endParaRPr>
              </a:p>
            </p:txBody>
          </p:sp>
          <p:sp>
            <p:nvSpPr>
              <p:cNvPr id="37" name="Zone de texte 607450336">
                <a:extLst>
                  <a:ext uri="{FF2B5EF4-FFF2-40B4-BE49-F238E27FC236}">
                    <a16:creationId xmlns:a16="http://schemas.microsoft.com/office/drawing/2014/main" xmlns="" id="{45E080D5-A6C0-7EAA-035A-18B347EB6F55}"/>
                  </a:ext>
                </a:extLst>
              </p:cNvPr>
              <p:cNvSpPr txBox="1"/>
              <p:nvPr/>
            </p:nvSpPr>
            <p:spPr>
              <a:xfrm>
                <a:off x="1629163" y="650547"/>
                <a:ext cx="1294803" cy="313617"/>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ea typeface="Calibri" panose="020F0502020204030204" pitchFamily="34" charset="0"/>
                    <a:cs typeface="Times New Roman" panose="02020603050405020304" pitchFamily="18" charset="0"/>
                  </a:rPr>
                  <a:t>Concomitant</a:t>
                </a:r>
                <a:endParaRPr lang="fr-FR" sz="1100" kern="100" dirty="0">
                  <a:effectLst/>
                  <a:ea typeface="Calibri" panose="020F0502020204030204" pitchFamily="34" charset="0"/>
                  <a:cs typeface="Times New Roman" panose="02020603050405020304" pitchFamily="18" charset="0"/>
                </a:endParaRPr>
              </a:p>
            </p:txBody>
          </p:sp>
          <p:sp>
            <p:nvSpPr>
              <p:cNvPr id="38" name="Zone de texte 4289967">
                <a:extLst>
                  <a:ext uri="{FF2B5EF4-FFF2-40B4-BE49-F238E27FC236}">
                    <a16:creationId xmlns:a16="http://schemas.microsoft.com/office/drawing/2014/main" xmlns="" id="{B6049BB4-A330-BE11-1A62-36C4AEC5EB5C}"/>
                  </a:ext>
                </a:extLst>
              </p:cNvPr>
              <p:cNvSpPr txBox="1"/>
              <p:nvPr/>
            </p:nvSpPr>
            <p:spPr>
              <a:xfrm>
                <a:off x="-1" y="669700"/>
                <a:ext cx="1056066" cy="313618"/>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ea typeface="Calibri" panose="020F0502020204030204" pitchFamily="34" charset="0"/>
                    <a:cs typeface="Times New Roman" panose="02020603050405020304" pitchFamily="18" charset="0"/>
                  </a:rPr>
                  <a:t>A posteriori</a:t>
                </a:r>
                <a:endParaRPr lang="fr-FR" sz="1100" kern="100" dirty="0">
                  <a:effectLst/>
                  <a:ea typeface="Calibri" panose="020F0502020204030204" pitchFamily="34" charset="0"/>
                  <a:cs typeface="Times New Roman" panose="02020603050405020304" pitchFamily="18" charset="0"/>
                </a:endParaRPr>
              </a:p>
            </p:txBody>
          </p:sp>
        </p:grpSp>
        <p:grpSp>
          <p:nvGrpSpPr>
            <p:cNvPr id="18" name="Groupe 17">
              <a:extLst>
                <a:ext uri="{FF2B5EF4-FFF2-40B4-BE49-F238E27FC236}">
                  <a16:creationId xmlns:a16="http://schemas.microsoft.com/office/drawing/2014/main" xmlns="" id="{273F5EDA-9111-9518-A5E3-9A5DE1EC37F3}"/>
                </a:ext>
              </a:extLst>
            </p:cNvPr>
            <p:cNvGrpSpPr/>
            <p:nvPr/>
          </p:nvGrpSpPr>
          <p:grpSpPr>
            <a:xfrm>
              <a:off x="-28478" y="1197736"/>
              <a:ext cx="3576830" cy="2389299"/>
              <a:chOff x="-28478" y="0"/>
              <a:chExt cx="3576830" cy="2389299"/>
            </a:xfrm>
          </p:grpSpPr>
          <p:sp>
            <p:nvSpPr>
              <p:cNvPr id="30" name="Zone de texte 474076190">
                <a:extLst>
                  <a:ext uri="{FF2B5EF4-FFF2-40B4-BE49-F238E27FC236}">
                    <a16:creationId xmlns:a16="http://schemas.microsoft.com/office/drawing/2014/main" xmlns="" id="{77C200EF-B186-F2B9-BA58-208BB09E2C7A}"/>
                  </a:ext>
                </a:extLst>
              </p:cNvPr>
              <p:cNvSpPr txBox="1"/>
              <p:nvPr/>
            </p:nvSpPr>
            <p:spPr>
              <a:xfrm>
                <a:off x="1239143" y="959182"/>
                <a:ext cx="1046284" cy="495649"/>
              </a:xfrm>
              <a:prstGeom prst="rect">
                <a:avLst/>
              </a:prstGeom>
              <a:solidFill>
                <a:srgbClr val="FFFF00"/>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Enquête</a:t>
                </a:r>
                <a:endParaRPr lang="fr-FR" sz="1200" kern="100" dirty="0">
                  <a:effectLst/>
                  <a:ea typeface="Calibri" panose="020F0502020204030204" pitchFamily="34" charset="0"/>
                  <a:cs typeface="Times New Roman" panose="02020603050405020304" pitchFamily="18" charset="0"/>
                </a:endParaRPr>
              </a:p>
            </p:txBody>
          </p:sp>
          <p:sp>
            <p:nvSpPr>
              <p:cNvPr id="31" name="Zone de texte 2028069172">
                <a:extLst>
                  <a:ext uri="{FF2B5EF4-FFF2-40B4-BE49-F238E27FC236}">
                    <a16:creationId xmlns:a16="http://schemas.microsoft.com/office/drawing/2014/main" xmlns="" id="{065597FE-3356-CC9F-4A03-448297B994FC}"/>
                  </a:ext>
                </a:extLst>
              </p:cNvPr>
              <p:cNvSpPr txBox="1"/>
              <p:nvPr/>
            </p:nvSpPr>
            <p:spPr>
              <a:xfrm>
                <a:off x="-28478" y="103989"/>
                <a:ext cx="1294596" cy="882472"/>
              </a:xfrm>
              <a:prstGeom prst="rect">
                <a:avLst/>
              </a:prstGeom>
              <a:solidFill>
                <a:schemeClr val="bg2"/>
              </a:solidFill>
              <a:ln w="381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latin typeface="Arial" panose="020B0604020202020204" pitchFamily="34" charset="0"/>
                    <a:ea typeface="Calibri" panose="020F0502020204030204" pitchFamily="34" charset="0"/>
                    <a:cs typeface="Times New Roman" panose="02020603050405020304" pitchFamily="18" charset="0"/>
                  </a:rPr>
                  <a:t>Officier Police Judiciaire (OPJ)</a:t>
                </a:r>
                <a:endParaRPr lang="fr-FR" sz="11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sp>
            <p:nvSpPr>
              <p:cNvPr id="32" name="Zone de texte 291920215">
                <a:extLst>
                  <a:ext uri="{FF2B5EF4-FFF2-40B4-BE49-F238E27FC236}">
                    <a16:creationId xmlns:a16="http://schemas.microsoft.com/office/drawing/2014/main" xmlns="" id="{1E52D12C-3642-C393-08B7-CBBB36C473C3}"/>
                  </a:ext>
                </a:extLst>
              </p:cNvPr>
              <p:cNvSpPr txBox="1"/>
              <p:nvPr/>
            </p:nvSpPr>
            <p:spPr>
              <a:xfrm>
                <a:off x="70834" y="1320084"/>
                <a:ext cx="1294596" cy="1069215"/>
              </a:xfrm>
              <a:prstGeom prst="rect">
                <a:avLst/>
              </a:prstGeom>
              <a:solidFill>
                <a:schemeClr val="bg2"/>
              </a:solidFill>
              <a:ln w="28575">
                <a:solidFill>
                  <a:srgbClr val="00206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latin typeface="Arial" panose="020B0604020202020204" pitchFamily="34" charset="0"/>
                    <a:ea typeface="Calibri" panose="020F0502020204030204" pitchFamily="34" charset="0"/>
                    <a:cs typeface="Times New Roman" panose="02020603050405020304" pitchFamily="18" charset="0"/>
                  </a:rPr>
                  <a:t>Contre-vérification </a:t>
                </a:r>
                <a:r>
                  <a:rPr lang="fr-FR" sz="1000" b="1" kern="100" dirty="0">
                    <a:effectLst/>
                    <a:latin typeface="Arial" panose="020B0604020202020204" pitchFamily="34" charset="0"/>
                    <a:ea typeface="Calibri" panose="020F0502020204030204" pitchFamily="34" charset="0"/>
                    <a:cs typeface="Times New Roman" panose="02020603050405020304" pitchFamily="18" charset="0"/>
                  </a:rPr>
                  <a:t>des actions et des résultats de </a:t>
                </a:r>
                <a:r>
                  <a:rPr lang="fr-FR" sz="900" b="1" kern="100" dirty="0">
                    <a:effectLst/>
                    <a:latin typeface="Arial" panose="020B0604020202020204" pitchFamily="34" charset="0"/>
                    <a:ea typeface="Calibri" panose="020F0502020204030204" pitchFamily="34" charset="0"/>
                    <a:cs typeface="Times New Roman" panose="02020603050405020304" pitchFamily="18" charset="0"/>
                  </a:rPr>
                  <a:t>Santé Publique</a:t>
                </a:r>
                <a:endParaRPr lang="fr-FR" sz="11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200" b="1" kern="100" dirty="0">
                    <a:solidFill>
                      <a:srgbClr val="0070C0"/>
                    </a:solidFill>
                    <a:effectLst/>
                    <a:ea typeface="Calibri" panose="020F0502020204030204" pitchFamily="34" charset="0"/>
                    <a:cs typeface="Times New Roman" panose="02020603050405020304" pitchFamily="18" charset="0"/>
                  </a:rPr>
                  <a:t> </a:t>
                </a:r>
                <a:endParaRPr lang="fr-FR" sz="11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sp>
            <p:nvSpPr>
              <p:cNvPr id="33" name="Zone de texte 1479897775">
                <a:extLst>
                  <a:ext uri="{FF2B5EF4-FFF2-40B4-BE49-F238E27FC236}">
                    <a16:creationId xmlns:a16="http://schemas.microsoft.com/office/drawing/2014/main" xmlns="" id="{8DA6D309-44FB-FF70-963D-62CD0EAC37AC}"/>
                  </a:ext>
                </a:extLst>
              </p:cNvPr>
              <p:cNvSpPr txBox="1"/>
              <p:nvPr/>
            </p:nvSpPr>
            <p:spPr>
              <a:xfrm>
                <a:off x="2118575" y="0"/>
                <a:ext cx="1368625" cy="1040074"/>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latin typeface="Arial" panose="020B0604020202020204" pitchFamily="34" charset="0"/>
                    <a:ea typeface="Calibri" panose="020F0502020204030204" pitchFamily="34" charset="0"/>
                    <a:cs typeface="Times New Roman" panose="02020603050405020304" pitchFamily="18" charset="0"/>
                  </a:rPr>
                  <a:t>Enquête administrative </a:t>
                </a:r>
                <a:r>
                  <a:rPr lang="fr-FR" sz="1000" b="1" kern="100" dirty="0">
                    <a:effectLst/>
                    <a:latin typeface="Arial" panose="020B0604020202020204" pitchFamily="34" charset="0"/>
                    <a:ea typeface="Calibri" panose="020F0502020204030204" pitchFamily="34" charset="0"/>
                    <a:cs typeface="Times New Roman" panose="02020603050405020304" pitchFamily="18" charset="0"/>
                  </a:rPr>
                  <a:t>susceptibles de déclencher les mesures </a:t>
                </a:r>
                <a:r>
                  <a:rPr lang="fr-FR" sz="900" b="1" kern="100" dirty="0">
                    <a:effectLst/>
                    <a:latin typeface="Arial" panose="020B0604020202020204" pitchFamily="34" charset="0"/>
                    <a:ea typeface="Calibri" panose="020F0502020204030204" pitchFamily="34" charset="0"/>
                    <a:cs typeface="Times New Roman" panose="02020603050405020304" pitchFamily="18" charset="0"/>
                  </a:rPr>
                  <a:t>disciplinaires</a:t>
                </a:r>
                <a:r>
                  <a:rPr lang="fr-FR" sz="1000" b="1" kern="100" dirty="0">
                    <a:effectLst/>
                    <a:latin typeface="Arial" panose="020B0604020202020204" pitchFamily="34" charset="0"/>
                    <a:ea typeface="Calibri" panose="020F0502020204030204" pitchFamily="34" charset="0"/>
                    <a:cs typeface="Times New Roman" panose="02020603050405020304" pitchFamily="18" charset="0"/>
                  </a:rPr>
                  <a:t> </a:t>
                </a:r>
                <a:endParaRPr lang="fr-FR" sz="11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sp>
            <p:nvSpPr>
              <p:cNvPr id="34" name="Zone de texte 1126772533">
                <a:extLst>
                  <a:ext uri="{FF2B5EF4-FFF2-40B4-BE49-F238E27FC236}">
                    <a16:creationId xmlns:a16="http://schemas.microsoft.com/office/drawing/2014/main" xmlns="" id="{24DBF777-47A3-7B37-D364-BEA31C33EE10}"/>
                  </a:ext>
                </a:extLst>
              </p:cNvPr>
              <p:cNvSpPr txBox="1"/>
              <p:nvPr/>
            </p:nvSpPr>
            <p:spPr>
              <a:xfrm>
                <a:off x="2112136" y="1365159"/>
                <a:ext cx="1436216" cy="965062"/>
              </a:xfrm>
              <a:prstGeom prst="rect">
                <a:avLst/>
              </a:prstGeom>
              <a:solidFill>
                <a:schemeClr val="bg2"/>
              </a:solidFill>
              <a:ln w="28575">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fr-FR" sz="1400" b="1" dirty="0">
                    <a:effectLst/>
                    <a:ea typeface="Calibri" panose="020F0502020204030204" pitchFamily="34" charset="0"/>
                    <a:cs typeface="Times New Roman" panose="02020603050405020304" pitchFamily="18" charset="0"/>
                  </a:rPr>
                  <a:t>Recherche opérationnelle </a:t>
                </a:r>
                <a:r>
                  <a:rPr lang="fr-FR" sz="1200" b="1" dirty="0">
                    <a:effectLst/>
                    <a:ea typeface="Calibri" panose="020F0502020204030204" pitchFamily="34" charset="0"/>
                    <a:cs typeface="Times New Roman" panose="02020603050405020304" pitchFamily="18" charset="0"/>
                  </a:rPr>
                  <a:t>inspection sanitaire</a:t>
                </a:r>
                <a:r>
                  <a:rPr lang="fr-FR" sz="1200" b="1" dirty="0">
                    <a:effectLst/>
                    <a:ea typeface="Calibri" panose="020F0502020204030204" pitchFamily="34" charset="0"/>
                    <a:cs typeface="Calibri" panose="020F0502020204030204" pitchFamily="34" charset="0"/>
                  </a:rPr>
                  <a:t> </a:t>
                </a:r>
                <a:endParaRPr lang="fr-FR" sz="1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grpSp>
        <p:grpSp>
          <p:nvGrpSpPr>
            <p:cNvPr id="19" name="Groupe 18">
              <a:extLst>
                <a:ext uri="{FF2B5EF4-FFF2-40B4-BE49-F238E27FC236}">
                  <a16:creationId xmlns:a16="http://schemas.microsoft.com/office/drawing/2014/main" xmlns="" id="{6AEAFC3F-3EA8-BE8E-D40A-3E4C0D43CE0B}"/>
                </a:ext>
              </a:extLst>
            </p:cNvPr>
            <p:cNvGrpSpPr/>
            <p:nvPr/>
          </p:nvGrpSpPr>
          <p:grpSpPr>
            <a:xfrm>
              <a:off x="4217878" y="1476504"/>
              <a:ext cx="3589729" cy="1466562"/>
              <a:chOff x="-347683" y="-120477"/>
              <a:chExt cx="3589729" cy="1466562"/>
            </a:xfrm>
          </p:grpSpPr>
          <p:sp>
            <p:nvSpPr>
              <p:cNvPr id="25" name="Rectangle 24">
                <a:extLst>
                  <a:ext uri="{FF2B5EF4-FFF2-40B4-BE49-F238E27FC236}">
                    <a16:creationId xmlns:a16="http://schemas.microsoft.com/office/drawing/2014/main" xmlns="" id="{F1ECC984-56E0-C5A0-772A-B1A518314FE6}"/>
                  </a:ext>
                </a:extLst>
              </p:cNvPr>
              <p:cNvSpPr/>
              <p:nvPr/>
            </p:nvSpPr>
            <p:spPr>
              <a:xfrm>
                <a:off x="948536" y="212769"/>
                <a:ext cx="977124" cy="740535"/>
              </a:xfrm>
              <a:prstGeom prst="rect">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Audit interne du SS</a:t>
                </a:r>
                <a:endParaRPr lang="fr-FR" sz="1200" kern="100" dirty="0">
                  <a:effectLst/>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xmlns="" id="{21998ED9-85FF-2551-5463-4A19A1361AA5}"/>
                  </a:ext>
                </a:extLst>
              </p:cNvPr>
              <p:cNvSpPr/>
              <p:nvPr/>
            </p:nvSpPr>
            <p:spPr>
              <a:xfrm>
                <a:off x="-225904" y="-21413"/>
                <a:ext cx="1094970" cy="507313"/>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Audit Qualité</a:t>
                </a:r>
                <a:endParaRPr lang="fr-FR" sz="1100" kern="100" dirty="0">
                  <a:effectLst/>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xmlns="" id="{2C66DCDE-19CA-FDB7-630C-443F0B2D732D}"/>
                  </a:ext>
                </a:extLst>
              </p:cNvPr>
              <p:cNvSpPr/>
              <p:nvPr/>
            </p:nvSpPr>
            <p:spPr>
              <a:xfrm>
                <a:off x="-347683" y="798465"/>
                <a:ext cx="1219111" cy="547620"/>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Audit des performances</a:t>
                </a:r>
                <a:endParaRPr lang="fr-FR" sz="1100" kern="100" dirty="0">
                  <a:effectLst/>
                  <a:ea typeface="Calibri" panose="020F050202020403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xmlns="" id="{752660F9-36E8-710D-4C9E-FCD03AF9AF1A}"/>
                  </a:ext>
                </a:extLst>
              </p:cNvPr>
              <p:cNvSpPr/>
              <p:nvPr/>
            </p:nvSpPr>
            <p:spPr>
              <a:xfrm>
                <a:off x="1835239" y="856444"/>
                <a:ext cx="1165806" cy="489640"/>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Audit financier</a:t>
                </a:r>
                <a:endParaRPr lang="fr-FR" sz="1100" kern="100" dirty="0">
                  <a:effectLst/>
                  <a:ea typeface="Calibri" panose="020F050202020403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xmlns="" id="{1140F1C3-C908-C3E8-CE53-6D30B2A05729}"/>
                  </a:ext>
                </a:extLst>
              </p:cNvPr>
              <p:cNvSpPr/>
              <p:nvPr/>
            </p:nvSpPr>
            <p:spPr>
              <a:xfrm>
                <a:off x="1784776" y="-120477"/>
                <a:ext cx="1457270" cy="502544"/>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Audit programmatique</a:t>
                </a:r>
                <a:endParaRPr lang="fr-FR" sz="1100" kern="100" dirty="0">
                  <a:effectLst/>
                  <a:ea typeface="Calibri" panose="020F0502020204030204" pitchFamily="34" charset="0"/>
                  <a:cs typeface="Times New Roman" panose="02020603050405020304" pitchFamily="18" charset="0"/>
                </a:endParaRPr>
              </a:p>
            </p:txBody>
          </p:sp>
        </p:grpSp>
        <p:grpSp>
          <p:nvGrpSpPr>
            <p:cNvPr id="20" name="Groupe 19">
              <a:extLst>
                <a:ext uri="{FF2B5EF4-FFF2-40B4-BE49-F238E27FC236}">
                  <a16:creationId xmlns:a16="http://schemas.microsoft.com/office/drawing/2014/main" xmlns="" id="{83AAFD64-3C3C-83E6-E389-2F7F78EDB833}"/>
                </a:ext>
              </a:extLst>
            </p:cNvPr>
            <p:cNvGrpSpPr/>
            <p:nvPr/>
          </p:nvGrpSpPr>
          <p:grpSpPr>
            <a:xfrm>
              <a:off x="2421228" y="4011769"/>
              <a:ext cx="3510446" cy="1075387"/>
              <a:chOff x="0" y="0"/>
              <a:chExt cx="3510446" cy="1075387"/>
            </a:xfrm>
          </p:grpSpPr>
          <p:sp>
            <p:nvSpPr>
              <p:cNvPr id="21" name="Zone de texte 562636033">
                <a:extLst>
                  <a:ext uri="{FF2B5EF4-FFF2-40B4-BE49-F238E27FC236}">
                    <a16:creationId xmlns:a16="http://schemas.microsoft.com/office/drawing/2014/main" xmlns="" id="{9053AF23-678B-427B-1154-2CBAF416A98A}"/>
                  </a:ext>
                </a:extLst>
              </p:cNvPr>
              <p:cNvSpPr txBox="1"/>
              <p:nvPr/>
            </p:nvSpPr>
            <p:spPr>
              <a:xfrm>
                <a:off x="1178685" y="418811"/>
                <a:ext cx="1127125" cy="430462"/>
              </a:xfrm>
              <a:prstGeom prst="rect">
                <a:avLst/>
              </a:prstGeom>
              <a:solidFill>
                <a:srgbClr val="FFFF00"/>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Sanctions </a:t>
                </a:r>
                <a:endParaRPr lang="fr-FR" sz="1200" kern="100" dirty="0">
                  <a:effectLst/>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xmlns="" id="{CD131C44-9CC8-FAFE-2FB3-ECD1E1F0C9C2}"/>
                  </a:ext>
                </a:extLst>
              </p:cNvPr>
              <p:cNvSpPr/>
              <p:nvPr/>
            </p:nvSpPr>
            <p:spPr>
              <a:xfrm>
                <a:off x="0" y="709955"/>
                <a:ext cx="1127125" cy="365432"/>
              </a:xfrm>
              <a:prstGeom prst="rect">
                <a:avLst/>
              </a:prstGeom>
              <a:solidFill>
                <a:schemeClr val="bg2"/>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Judiciaires </a:t>
                </a:r>
                <a:endParaRPr lang="fr-FR" sz="1100" kern="100" dirty="0">
                  <a:effectLst/>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xmlns="" id="{5FA68392-AA0C-4AD5-087E-9E9E64B05380}"/>
                  </a:ext>
                </a:extLst>
              </p:cNvPr>
              <p:cNvSpPr/>
              <p:nvPr/>
            </p:nvSpPr>
            <p:spPr>
              <a:xfrm>
                <a:off x="2383311" y="709955"/>
                <a:ext cx="1127135" cy="365432"/>
              </a:xfrm>
              <a:prstGeom prst="rect">
                <a:avLst/>
              </a:prstGeom>
              <a:solidFill>
                <a:schemeClr val="bg2"/>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Ordinales </a:t>
                </a:r>
                <a:endParaRPr lang="fr-FR" sz="1100" kern="100" dirty="0">
                  <a:effectLst/>
                  <a:ea typeface="Calibri" panose="020F050202020403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xmlns="" id="{F6E63046-3C4D-7F30-677A-C48488081C65}"/>
                  </a:ext>
                </a:extLst>
              </p:cNvPr>
              <p:cNvSpPr/>
              <p:nvPr/>
            </p:nvSpPr>
            <p:spPr>
              <a:xfrm>
                <a:off x="1056067" y="0"/>
                <a:ext cx="1327249" cy="322240"/>
              </a:xfrm>
              <a:prstGeom prst="rect">
                <a:avLst/>
              </a:prstGeom>
              <a:solidFill>
                <a:schemeClr val="bg2"/>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Administratives</a:t>
                </a:r>
                <a:endParaRPr lang="fr-FR" sz="1100" kern="100" dirty="0">
                  <a:effectLst/>
                  <a:ea typeface="Calibri" panose="020F0502020204030204" pitchFamily="34" charset="0"/>
                  <a:cs typeface="Times New Roman" panose="02020603050405020304" pitchFamily="18" charset="0"/>
                </a:endParaRPr>
              </a:p>
            </p:txBody>
          </p:sp>
        </p:grpSp>
      </p:grpSp>
      <p:sp>
        <p:nvSpPr>
          <p:cNvPr id="42" name="Accolade fermante 41">
            <a:extLst>
              <a:ext uri="{FF2B5EF4-FFF2-40B4-BE49-F238E27FC236}">
                <a16:creationId xmlns:a16="http://schemas.microsoft.com/office/drawing/2014/main" xmlns="" id="{18B5D387-E0D2-93C7-E963-1958AE7771C7}"/>
              </a:ext>
            </a:extLst>
          </p:cNvPr>
          <p:cNvSpPr/>
          <p:nvPr/>
        </p:nvSpPr>
        <p:spPr>
          <a:xfrm>
            <a:off x="6961627" y="796349"/>
            <a:ext cx="791956" cy="5789652"/>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3600" b="1" dirty="0"/>
          </a:p>
        </p:txBody>
      </p:sp>
      <p:sp>
        <p:nvSpPr>
          <p:cNvPr id="43" name="Zone de texte 460797543">
            <a:extLst>
              <a:ext uri="{FF2B5EF4-FFF2-40B4-BE49-F238E27FC236}">
                <a16:creationId xmlns:a16="http://schemas.microsoft.com/office/drawing/2014/main" xmlns="" id="{45482CAF-DF6E-DAF4-88BA-3AEC943FBCE0}"/>
              </a:ext>
            </a:extLst>
          </p:cNvPr>
          <p:cNvSpPr txBox="1"/>
          <p:nvPr/>
        </p:nvSpPr>
        <p:spPr>
          <a:xfrm>
            <a:off x="7660561" y="1941491"/>
            <a:ext cx="1389776" cy="1208406"/>
          </a:xfrm>
          <a:prstGeom prst="rect">
            <a:avLst/>
          </a:prstGeom>
          <a:noFill/>
          <a:ln w="28575">
            <a:solidFill>
              <a:srgbClr val="0070C0"/>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400" b="1" kern="100" dirty="0">
                <a:effectLst/>
                <a:latin typeface="Helvetica" panose="020B0604020202020204" pitchFamily="34" charset="0"/>
                <a:ea typeface="Calibri" panose="020F0502020204030204" pitchFamily="34" charset="0"/>
                <a:cs typeface="Helvetica" panose="020B0604020202020204" pitchFamily="34" charset="0"/>
              </a:rPr>
              <a:t>Renforcement de la gouvernance dans le SS</a:t>
            </a:r>
            <a:endParaRPr lang="fr-FR" sz="1200" kern="100" dirty="0">
              <a:effectLst/>
              <a:latin typeface="Helvetica" panose="020B0604020202020204" pitchFamily="34" charset="0"/>
              <a:ea typeface="Calibri" panose="020F0502020204030204" pitchFamily="34" charset="0"/>
              <a:cs typeface="Helvetica" panose="020B0604020202020204" pitchFamily="34" charset="0"/>
            </a:endParaRPr>
          </a:p>
        </p:txBody>
      </p:sp>
      <p:sp>
        <p:nvSpPr>
          <p:cNvPr id="44" name="Zone de texte 31">
            <a:extLst>
              <a:ext uri="{FF2B5EF4-FFF2-40B4-BE49-F238E27FC236}">
                <a16:creationId xmlns:a16="http://schemas.microsoft.com/office/drawing/2014/main" xmlns="" id="{709EFB6D-DBE3-9733-665F-DC22591D9254}"/>
              </a:ext>
            </a:extLst>
          </p:cNvPr>
          <p:cNvSpPr txBox="1"/>
          <p:nvPr/>
        </p:nvSpPr>
        <p:spPr>
          <a:xfrm>
            <a:off x="7681689" y="4207189"/>
            <a:ext cx="1349205" cy="1208406"/>
          </a:xfrm>
          <a:prstGeom prst="rect">
            <a:avLst/>
          </a:prstGeom>
          <a:noFill/>
          <a:ln w="28575">
            <a:solidFill>
              <a:srgbClr val="0070C0"/>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400" b="1" kern="100" dirty="0">
                <a:effectLst/>
                <a:latin typeface="Helvetica" panose="020B0604020202020204" pitchFamily="34" charset="0"/>
                <a:ea typeface="Calibri" panose="020F0502020204030204" pitchFamily="34" charset="0"/>
                <a:cs typeface="Helvetica" panose="020B0604020202020204" pitchFamily="34" charset="0"/>
              </a:rPr>
              <a:t>Maintien et amélioration continue de la qualité</a:t>
            </a:r>
            <a:endParaRPr lang="fr-FR" sz="1200" kern="100" dirty="0">
              <a:effectLst/>
              <a:latin typeface="Helvetica" panose="020B0604020202020204" pitchFamily="34" charset="0"/>
              <a:ea typeface="Calibri" panose="020F0502020204030204" pitchFamily="34" charset="0"/>
              <a:cs typeface="Helvetica" panose="020B0604020202020204" pitchFamily="34" charset="0"/>
            </a:endParaRPr>
          </a:p>
        </p:txBody>
      </p:sp>
      <p:sp>
        <p:nvSpPr>
          <p:cNvPr id="45" name="Zone de texte 607450336">
            <a:extLst>
              <a:ext uri="{FF2B5EF4-FFF2-40B4-BE49-F238E27FC236}">
                <a16:creationId xmlns:a16="http://schemas.microsoft.com/office/drawing/2014/main" xmlns="" id="{C11DC2E5-458F-2410-2712-766685AA173D}"/>
              </a:ext>
            </a:extLst>
          </p:cNvPr>
          <p:cNvSpPr txBox="1"/>
          <p:nvPr/>
        </p:nvSpPr>
        <p:spPr>
          <a:xfrm>
            <a:off x="2400499" y="930986"/>
            <a:ext cx="1155231" cy="337368"/>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400" b="1" kern="100" dirty="0">
                <a:effectLst/>
                <a:ea typeface="Calibri" panose="020F0502020204030204" pitchFamily="34" charset="0"/>
                <a:cs typeface="Times New Roman" panose="02020603050405020304" pitchFamily="18" charset="0"/>
              </a:rPr>
              <a:t>Normatif</a:t>
            </a:r>
            <a:endParaRPr lang="fr-FR" sz="12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45285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7BE92D-3159-D16B-A8CD-FD1F8C6BBF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6F3656B9-FA74-9F3D-9391-D93098D40E2F}"/>
              </a:ext>
            </a:extLst>
          </p:cNvPr>
          <p:cNvSpPr>
            <a:spLocks noGrp="1"/>
          </p:cNvSpPr>
          <p:nvPr>
            <p:ph type="title"/>
          </p:nvPr>
        </p:nvSpPr>
        <p:spPr>
          <a:xfrm>
            <a:off x="563900" y="309235"/>
            <a:ext cx="7874682" cy="457610"/>
          </a:xfrm>
        </p:spPr>
        <p:txBody>
          <a:bodyPr>
            <a:normAutofit fontScale="90000"/>
          </a:bodyPr>
          <a:lstStyle/>
          <a:p>
            <a:pPr algn="ctr">
              <a:defRPr/>
            </a:pPr>
            <a:r>
              <a:rPr lang="fr-FR" sz="4000" dirty="0">
                <a:latin typeface="Berlin Sans FB Demi" pitchFamily="34" charset="0"/>
              </a:rPr>
              <a:t>Domaines d’intervention </a:t>
            </a:r>
            <a:endParaRPr lang="fr-BE" sz="4000" dirty="0">
              <a:latin typeface="Berlin Sans FB Demi" pitchFamily="34" charset="0"/>
            </a:endParaRPr>
          </a:p>
        </p:txBody>
      </p:sp>
      <p:sp>
        <p:nvSpPr>
          <p:cNvPr id="4" name="Espace réservé de la date 3">
            <a:extLst>
              <a:ext uri="{FF2B5EF4-FFF2-40B4-BE49-F238E27FC236}">
                <a16:creationId xmlns:a16="http://schemas.microsoft.com/office/drawing/2014/main" xmlns="" id="{B5E19533-4A0D-C26B-BC63-078A0E652545}"/>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DEC536A7-74BA-50BE-85EC-DC829360E8C1}"/>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21554E3E-ABDF-AC7C-0055-1A58B7D1489A}"/>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9</a:t>
            </a:fld>
            <a:endParaRPr lang="fr-BE" altLang="fr-FR" dirty="0"/>
          </a:p>
        </p:txBody>
      </p:sp>
      <p:pic>
        <p:nvPicPr>
          <p:cNvPr id="7" name="Picture 2">
            <a:extLst>
              <a:ext uri="{FF2B5EF4-FFF2-40B4-BE49-F238E27FC236}">
                <a16:creationId xmlns:a16="http://schemas.microsoft.com/office/drawing/2014/main" xmlns="" id="{03F1A401-A2B1-4378-6534-D936A2289E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F8A261C0-807F-8FA6-A9C8-44691878B8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45601" y="233869"/>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FB01C068-62CD-09B6-AB00-A2F87430E601}"/>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B5ACB882-819F-DB00-24FC-DF3C25A2851F}"/>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7F8E6606-7C26-850D-5572-7613ED65EE99}"/>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A3AE01D8-1E66-4397-459B-F0B71E5D436E}"/>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D211D7D5-2A3A-1BCB-B26F-741358046C21}"/>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74551094-1A3F-5330-06AE-A10D03AECDCF}"/>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5D18D13A-999C-2185-925D-1CE80C02A2C8}"/>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Diagramme 12">
            <a:extLst>
              <a:ext uri="{FF2B5EF4-FFF2-40B4-BE49-F238E27FC236}">
                <a16:creationId xmlns:a16="http://schemas.microsoft.com/office/drawing/2014/main" xmlns="" id="{7FAE7B29-4987-ED82-4868-DCFEA67AA21C}"/>
              </a:ext>
            </a:extLst>
          </p:cNvPr>
          <p:cNvGraphicFramePr/>
          <p:nvPr>
            <p:extLst>
              <p:ext uri="{D42A27DB-BD31-4B8C-83A1-F6EECF244321}">
                <p14:modId xmlns:p14="http://schemas.microsoft.com/office/powerpoint/2010/main" val="1933266082"/>
              </p:ext>
            </p:extLst>
          </p:nvPr>
        </p:nvGraphicFramePr>
        <p:xfrm>
          <a:off x="209531" y="805949"/>
          <a:ext cx="8884320" cy="56757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5" name="Image 14">
            <a:extLst>
              <a:ext uri="{FF2B5EF4-FFF2-40B4-BE49-F238E27FC236}">
                <a16:creationId xmlns:a16="http://schemas.microsoft.com/office/drawing/2014/main" xmlns="" id="{9F56C1C1-73BA-0700-4F31-110871ED27B9}"/>
              </a:ext>
            </a:extLst>
          </p:cNvPr>
          <p:cNvPicPr>
            <a:picLocks noChangeAspect="1"/>
          </p:cNvPicPr>
          <p:nvPr/>
        </p:nvPicPr>
        <p:blipFill>
          <a:blip r:embed="rId9"/>
          <a:stretch>
            <a:fillRect/>
          </a:stretch>
        </p:blipFill>
        <p:spPr>
          <a:xfrm>
            <a:off x="2321839" y="4004622"/>
            <a:ext cx="6354616" cy="1422048"/>
          </a:xfrm>
          <a:prstGeom prst="rect">
            <a:avLst/>
          </a:prstGeom>
        </p:spPr>
      </p:pic>
      <p:pic>
        <p:nvPicPr>
          <p:cNvPr id="19" name="Image 18">
            <a:extLst>
              <a:ext uri="{FF2B5EF4-FFF2-40B4-BE49-F238E27FC236}">
                <a16:creationId xmlns:a16="http://schemas.microsoft.com/office/drawing/2014/main" xmlns="" id="{2CB4F874-6D3D-3E4B-25E5-88DB0E124765}"/>
              </a:ext>
            </a:extLst>
          </p:cNvPr>
          <p:cNvPicPr>
            <a:picLocks noChangeAspect="1"/>
          </p:cNvPicPr>
          <p:nvPr/>
        </p:nvPicPr>
        <p:blipFill>
          <a:blip r:embed="rId10"/>
          <a:stretch>
            <a:fillRect/>
          </a:stretch>
        </p:blipFill>
        <p:spPr>
          <a:xfrm>
            <a:off x="332483" y="4173912"/>
            <a:ext cx="1931064" cy="1102687"/>
          </a:xfrm>
          <a:prstGeom prst="rect">
            <a:avLst/>
          </a:prstGeom>
        </p:spPr>
      </p:pic>
      <p:pic>
        <p:nvPicPr>
          <p:cNvPr id="21" name="Image 20">
            <a:extLst>
              <a:ext uri="{FF2B5EF4-FFF2-40B4-BE49-F238E27FC236}">
                <a16:creationId xmlns:a16="http://schemas.microsoft.com/office/drawing/2014/main" xmlns="" id="{F34C4F00-AEA2-5873-4FB8-4ABB79E308D3}"/>
              </a:ext>
            </a:extLst>
          </p:cNvPr>
          <p:cNvPicPr>
            <a:picLocks noChangeAspect="1"/>
          </p:cNvPicPr>
          <p:nvPr/>
        </p:nvPicPr>
        <p:blipFill>
          <a:blip r:embed="rId11"/>
          <a:stretch>
            <a:fillRect/>
          </a:stretch>
        </p:blipFill>
        <p:spPr>
          <a:xfrm>
            <a:off x="2309646" y="5532864"/>
            <a:ext cx="6294802" cy="975445"/>
          </a:xfrm>
          <a:prstGeom prst="rect">
            <a:avLst/>
          </a:prstGeom>
        </p:spPr>
      </p:pic>
      <p:pic>
        <p:nvPicPr>
          <p:cNvPr id="23" name="Image 22">
            <a:extLst>
              <a:ext uri="{FF2B5EF4-FFF2-40B4-BE49-F238E27FC236}">
                <a16:creationId xmlns:a16="http://schemas.microsoft.com/office/drawing/2014/main" xmlns="" id="{75005B77-9A4D-1A5A-E18C-51E61B0733DB}"/>
              </a:ext>
            </a:extLst>
          </p:cNvPr>
          <p:cNvPicPr>
            <a:picLocks noChangeAspect="1"/>
          </p:cNvPicPr>
          <p:nvPr/>
        </p:nvPicPr>
        <p:blipFill>
          <a:blip r:embed="rId12"/>
          <a:stretch>
            <a:fillRect/>
          </a:stretch>
        </p:blipFill>
        <p:spPr>
          <a:xfrm>
            <a:off x="350954" y="5420245"/>
            <a:ext cx="1975275" cy="1005927"/>
          </a:xfrm>
          <a:prstGeom prst="rect">
            <a:avLst/>
          </a:prstGeom>
        </p:spPr>
      </p:pic>
      <p:pic>
        <p:nvPicPr>
          <p:cNvPr id="18" name="Image 17">
            <a:extLst>
              <a:ext uri="{FF2B5EF4-FFF2-40B4-BE49-F238E27FC236}">
                <a16:creationId xmlns:a16="http://schemas.microsoft.com/office/drawing/2014/main" xmlns="" id="{E0E6AC7C-8F61-701F-9346-ADC4D8A189DA}"/>
              </a:ext>
            </a:extLst>
          </p:cNvPr>
          <p:cNvPicPr>
            <a:picLocks noChangeAspect="1"/>
          </p:cNvPicPr>
          <p:nvPr/>
        </p:nvPicPr>
        <p:blipFill>
          <a:blip r:embed="rId13"/>
          <a:stretch>
            <a:fillRect/>
          </a:stretch>
        </p:blipFill>
        <p:spPr>
          <a:xfrm>
            <a:off x="317956" y="1268760"/>
            <a:ext cx="1871208" cy="787996"/>
          </a:xfrm>
          <a:prstGeom prst="rect">
            <a:avLst/>
          </a:prstGeom>
        </p:spPr>
      </p:pic>
      <p:pic>
        <p:nvPicPr>
          <p:cNvPr id="22" name="Image 21">
            <a:extLst>
              <a:ext uri="{FF2B5EF4-FFF2-40B4-BE49-F238E27FC236}">
                <a16:creationId xmlns:a16="http://schemas.microsoft.com/office/drawing/2014/main" xmlns="" id="{024C515B-60A9-729A-3F29-DBFD6DA4AA3A}"/>
              </a:ext>
            </a:extLst>
          </p:cNvPr>
          <p:cNvPicPr>
            <a:picLocks noChangeAspect="1"/>
          </p:cNvPicPr>
          <p:nvPr/>
        </p:nvPicPr>
        <p:blipFill>
          <a:blip r:embed="rId14"/>
          <a:stretch>
            <a:fillRect/>
          </a:stretch>
        </p:blipFill>
        <p:spPr>
          <a:xfrm>
            <a:off x="2212820" y="1124744"/>
            <a:ext cx="6431698" cy="993734"/>
          </a:xfrm>
          <a:prstGeom prst="rect">
            <a:avLst/>
          </a:prstGeom>
        </p:spPr>
      </p:pic>
      <p:pic>
        <p:nvPicPr>
          <p:cNvPr id="25" name="Image 24">
            <a:extLst>
              <a:ext uri="{FF2B5EF4-FFF2-40B4-BE49-F238E27FC236}">
                <a16:creationId xmlns:a16="http://schemas.microsoft.com/office/drawing/2014/main" xmlns="" id="{EFBD8F8D-8006-CEC0-DF3B-741899A2E8CF}"/>
              </a:ext>
            </a:extLst>
          </p:cNvPr>
          <p:cNvPicPr>
            <a:picLocks noChangeAspect="1"/>
          </p:cNvPicPr>
          <p:nvPr/>
        </p:nvPicPr>
        <p:blipFill>
          <a:blip r:embed="rId15"/>
          <a:stretch>
            <a:fillRect/>
          </a:stretch>
        </p:blipFill>
        <p:spPr>
          <a:xfrm>
            <a:off x="289202" y="2303249"/>
            <a:ext cx="1978073" cy="1392315"/>
          </a:xfrm>
          <a:prstGeom prst="rect">
            <a:avLst/>
          </a:prstGeom>
        </p:spPr>
      </p:pic>
      <p:pic>
        <p:nvPicPr>
          <p:cNvPr id="27" name="Image 26">
            <a:extLst>
              <a:ext uri="{FF2B5EF4-FFF2-40B4-BE49-F238E27FC236}">
                <a16:creationId xmlns:a16="http://schemas.microsoft.com/office/drawing/2014/main" xmlns="" id="{DBE3B028-4E90-B661-7987-A2D1680A4F76}"/>
              </a:ext>
            </a:extLst>
          </p:cNvPr>
          <p:cNvPicPr>
            <a:picLocks noChangeAspect="1"/>
          </p:cNvPicPr>
          <p:nvPr/>
        </p:nvPicPr>
        <p:blipFill>
          <a:blip r:embed="rId16"/>
          <a:stretch>
            <a:fillRect/>
          </a:stretch>
        </p:blipFill>
        <p:spPr>
          <a:xfrm>
            <a:off x="2289806" y="2056756"/>
            <a:ext cx="6386649" cy="1853345"/>
          </a:xfrm>
          <a:prstGeom prst="rect">
            <a:avLst/>
          </a:prstGeom>
        </p:spPr>
      </p:pic>
    </p:spTree>
    <p:extLst>
      <p:ext uri="{BB962C8B-B14F-4D97-AF65-F5344CB8AC3E}">
        <p14:creationId xmlns:p14="http://schemas.microsoft.com/office/powerpoint/2010/main" val="39900819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656A159-84F7-BC51-D5B5-41D3075A8F0C}"/>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xmlns="" id="{14E79021-4F10-FA24-A7AB-A53B7FF87E96}"/>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2B9473F2-F018-98BC-66A5-D18E321D484A}"/>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826D65FC-691B-F154-E426-55CAC3F7D002}"/>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10</a:t>
            </a:fld>
            <a:endParaRPr lang="fr-BE" altLang="fr-FR" dirty="0"/>
          </a:p>
        </p:txBody>
      </p:sp>
      <p:pic>
        <p:nvPicPr>
          <p:cNvPr id="7" name="Picture 2">
            <a:extLst>
              <a:ext uri="{FF2B5EF4-FFF2-40B4-BE49-F238E27FC236}">
                <a16:creationId xmlns:a16="http://schemas.microsoft.com/office/drawing/2014/main" xmlns="" id="{451F8004-1C05-2ED3-1989-8F88948C9B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AB11D16F-2418-F483-13D2-5C90D8C5B9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35788" y="276161"/>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9C1D39B5-9740-162A-2FE4-F6A9CA813559}"/>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5C5CC99D-74C9-EB73-D585-9BCFB1298409}"/>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3914710A-50EB-55E9-D133-CAF330128A63}"/>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F163BA3C-E2F2-977C-14E8-A79169BA87E8}"/>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B3D55ADA-F36F-2B77-F093-CB2ACEAAA034}"/>
              </a:ext>
            </a:extLst>
          </p:cNvPr>
          <p:cNvSpPr txBox="1">
            <a:spLocks/>
          </p:cNvSpPr>
          <p:nvPr/>
        </p:nvSpPr>
        <p:spPr>
          <a:xfrm>
            <a:off x="467544" y="1916832"/>
            <a:ext cx="8406680" cy="43204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C89946CA-6A2E-23FF-4F06-BA4C470DBBAB}"/>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3BCDC207-B03C-930A-D6D7-00EFF44420F8}"/>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pic>
        <p:nvPicPr>
          <p:cNvPr id="19" name="Google Shape;84;p1">
            <a:extLst>
              <a:ext uri="{FF2B5EF4-FFF2-40B4-BE49-F238E27FC236}">
                <a16:creationId xmlns:a16="http://schemas.microsoft.com/office/drawing/2014/main" xmlns="" id="{F7E1C86A-BF68-7FDD-3B3B-479271BD76D2}"/>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7786"/>
          <a:stretch>
            <a:fillRect/>
          </a:stretch>
        </p:blipFill>
        <p:spPr bwMode="auto">
          <a:xfrm>
            <a:off x="899592" y="1886319"/>
            <a:ext cx="5904656" cy="4350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10"/>
          <p:cNvSpPr/>
          <p:nvPr/>
        </p:nvSpPr>
        <p:spPr>
          <a:xfrm>
            <a:off x="2086012" y="548680"/>
            <a:ext cx="4371938" cy="864096"/>
          </a:xfrm>
          <a:prstGeom prst="rect">
            <a:avLst/>
          </a:prstGeom>
          <a:ln/>
        </p:spPr>
        <p:style>
          <a:lnRef idx="1">
            <a:schemeClr val="accent6"/>
          </a:lnRef>
          <a:fillRef idx="2">
            <a:schemeClr val="accent6"/>
          </a:fillRef>
          <a:effectRef idx="1">
            <a:schemeClr val="accent6"/>
          </a:effectRef>
          <a:fontRef idx="minor">
            <a:schemeClr val="dk1"/>
          </a:fontRef>
        </p:style>
        <p:txBody>
          <a:bodyPr wrap="none" lIns="0" tIns="0" rIns="0" bIns="0"/>
          <a:lstStyle/>
          <a:p>
            <a:pPr fontAlgn="auto">
              <a:lnSpc>
                <a:spcPct val="200000"/>
              </a:lnSpc>
              <a:spcAft>
                <a:spcPts val="0"/>
              </a:spcAft>
            </a:pPr>
            <a:r>
              <a:rPr lang="fr-FR" sz="2400" b="1" dirty="0" smtClean="0">
                <a:latin typeface="Helvetica" panose="020B0604020202020204" pitchFamily="34" charset="0"/>
                <a:cs typeface="Helvetica" panose="020B0604020202020204" pitchFamily="34" charset="0"/>
              </a:rPr>
              <a:t>ACTIVITÉS PEV EN 2025</a:t>
            </a:r>
            <a:endParaRPr lang="fr-FR" sz="2400" b="1" dirty="0">
              <a:latin typeface="Helvetica" panose="020B0604020202020204" pitchFamily="34" charset="0"/>
              <a:cs typeface="Helvetica" panose="020B0604020202020204" pitchFamily="34" charset="0"/>
            </a:endParaRPr>
          </a:p>
        </p:txBody>
      </p:sp>
      <p:sp>
        <p:nvSpPr>
          <p:cNvPr id="18" name="Ellipse 27"/>
          <p:cNvSpPr/>
          <p:nvPr/>
        </p:nvSpPr>
        <p:spPr>
          <a:xfrm>
            <a:off x="1417390" y="548680"/>
            <a:ext cx="563517" cy="10368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2</a:t>
            </a:r>
            <a:endParaRPr lang="fr-FR" dirty="0"/>
          </a:p>
        </p:txBody>
      </p:sp>
    </p:spTree>
    <p:extLst>
      <p:ext uri="{BB962C8B-B14F-4D97-AF65-F5344CB8AC3E}">
        <p14:creationId xmlns:p14="http://schemas.microsoft.com/office/powerpoint/2010/main" val="35761047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60DDC5E-1F34-3F65-328D-61EBA047CBC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D4CB08C4-E62D-A0D9-F848-490C762A45D9}"/>
              </a:ext>
            </a:extLst>
          </p:cNvPr>
          <p:cNvSpPr>
            <a:spLocks noGrp="1"/>
          </p:cNvSpPr>
          <p:nvPr>
            <p:ph type="title"/>
          </p:nvPr>
        </p:nvSpPr>
        <p:spPr>
          <a:xfrm>
            <a:off x="369726" y="265626"/>
            <a:ext cx="7874682" cy="457610"/>
          </a:xfrm>
        </p:spPr>
        <p:txBody>
          <a:bodyPr>
            <a:noAutofit/>
          </a:bodyPr>
          <a:lstStyle/>
          <a:p>
            <a:pPr algn="ctr">
              <a:defRPr/>
            </a:pPr>
            <a:r>
              <a:rPr lang="fr-FR" sz="3600" b="1" u="sng" dirty="0">
                <a:latin typeface="Arial Narrow" panose="020B0606020202030204" pitchFamily="34" charset="0"/>
              </a:rPr>
              <a:t>Activités sur la vaccination en 2025</a:t>
            </a:r>
            <a:endParaRPr lang="fr-BE" sz="4000" b="1" u="sng" dirty="0">
              <a:latin typeface="Arial Narrow" panose="020B0606020202030204" pitchFamily="34" charset="0"/>
            </a:endParaRPr>
          </a:p>
        </p:txBody>
      </p:sp>
      <p:sp>
        <p:nvSpPr>
          <p:cNvPr id="4" name="Espace réservé de la date 3">
            <a:extLst>
              <a:ext uri="{FF2B5EF4-FFF2-40B4-BE49-F238E27FC236}">
                <a16:creationId xmlns:a16="http://schemas.microsoft.com/office/drawing/2014/main" xmlns="" id="{DC6104A2-332E-FB46-9E49-BEF304993328}"/>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5C2467A9-509F-9BD4-0A70-C129D4F6C478}"/>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67887FA0-D99C-A38B-28AA-583845DE5D37}"/>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11</a:t>
            </a:fld>
            <a:endParaRPr lang="fr-BE" altLang="fr-FR" dirty="0"/>
          </a:p>
        </p:txBody>
      </p:sp>
      <p:pic>
        <p:nvPicPr>
          <p:cNvPr id="7" name="Picture 2">
            <a:extLst>
              <a:ext uri="{FF2B5EF4-FFF2-40B4-BE49-F238E27FC236}">
                <a16:creationId xmlns:a16="http://schemas.microsoft.com/office/drawing/2014/main" xmlns="" id="{B22B4935-1910-356C-8406-8EFEF05E3F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CBD30596-B0E5-23D2-EA39-3C3A3B5FEF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0800" y="1058110"/>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E54278B9-5E42-F0B0-4C7F-875B72CA21EC}"/>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F52EF835-0DC9-6F08-B1F9-D81DC8F483D6}"/>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5DAD2AEB-1E45-AA1F-B096-C4D28AD6E28F}"/>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2F38127C-828A-C728-34DF-6C3C7E088922}"/>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7CB238FF-E2A4-FE22-28BD-C1571F2F8C07}"/>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DD30F19D-84A6-D3DB-E046-571985303C72}"/>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3F618C51-40E6-A773-C40F-EEB6FE04DCC7}"/>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Google Shape;165;p4">
            <a:extLst>
              <a:ext uri="{FF2B5EF4-FFF2-40B4-BE49-F238E27FC236}">
                <a16:creationId xmlns:a16="http://schemas.microsoft.com/office/drawing/2014/main" xmlns="" id="{4BF72ACA-C45F-04D5-87B3-D20E5EAE7057}"/>
              </a:ext>
            </a:extLst>
          </p:cNvPr>
          <p:cNvGraphicFramePr>
            <a:graphicFrameLocks noGrp="1"/>
          </p:cNvGraphicFramePr>
          <p:nvPr>
            <p:extLst>
              <p:ext uri="{D42A27DB-BD31-4B8C-83A1-F6EECF244321}">
                <p14:modId xmlns:p14="http://schemas.microsoft.com/office/powerpoint/2010/main" val="3336824109"/>
              </p:ext>
            </p:extLst>
          </p:nvPr>
        </p:nvGraphicFramePr>
        <p:xfrm>
          <a:off x="242740" y="963675"/>
          <a:ext cx="8676896" cy="5430869"/>
        </p:xfrm>
        <a:graphic>
          <a:graphicData uri="http://schemas.openxmlformats.org/drawingml/2006/table">
            <a:tbl>
              <a:tblPr/>
              <a:tblGrid>
                <a:gridCol w="1642666">
                  <a:extLst>
                    <a:ext uri="{9D8B030D-6E8A-4147-A177-3AD203B41FA5}">
                      <a16:colId xmlns:a16="http://schemas.microsoft.com/office/drawing/2014/main" xmlns="" val="20000"/>
                    </a:ext>
                  </a:extLst>
                </a:gridCol>
                <a:gridCol w="2153693">
                  <a:extLst>
                    <a:ext uri="{9D8B030D-6E8A-4147-A177-3AD203B41FA5}">
                      <a16:colId xmlns:a16="http://schemas.microsoft.com/office/drawing/2014/main" xmlns="" val="20001"/>
                    </a:ext>
                  </a:extLst>
                </a:gridCol>
                <a:gridCol w="4880537">
                  <a:extLst>
                    <a:ext uri="{9D8B030D-6E8A-4147-A177-3AD203B41FA5}">
                      <a16:colId xmlns:a16="http://schemas.microsoft.com/office/drawing/2014/main" xmlns="" val="20002"/>
                    </a:ext>
                  </a:extLst>
                </a:gridCol>
              </a:tblGrid>
              <a:tr h="671991">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ACTIVITES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CIBLES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IRREGULARITES PHARES COMMUNES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extLst>
                  <a:ext uri="{0D108BD9-81ED-4DB2-BD59-A6C34878D82A}">
                    <a16:rowId xmlns:a16="http://schemas.microsoft.com/office/drawing/2014/main" xmlns="" val="10000"/>
                  </a:ext>
                </a:extLst>
              </a:tr>
              <a:tr h="4472630">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fr-FR" altLang="fr-FR" sz="1800" b="0" i="0" u="none" strike="noStrike" cap="none" normalizeH="0" baseline="0" dirty="0">
                          <a:ln>
                            <a:noFill/>
                          </a:ln>
                          <a:solidFill>
                            <a:srgbClr val="000000"/>
                          </a:solidFill>
                          <a:effectLst/>
                          <a:latin typeface="Arial Narrow" panose="020B0606020202030204" pitchFamily="34" charset="0"/>
                          <a:cs typeface="Calibri" panose="020F0502020204030204" pitchFamily="34" charset="0"/>
                          <a:sym typeface="Arial" panose="020B0604020202020204" pitchFamily="34" charset="0"/>
                        </a:rPr>
                        <a:t>1. Mission d’IC de la fonctionnalité des coordinations/ antennes PEV, gestion des ressources et activités de vaccination </a:t>
                      </a:r>
                      <a:endParaRPr kumimoji="0" lang="fr-FR" altLang="fr-FR" sz="1600" b="1" i="0" u="none" strike="noStrike" cap="none" normalizeH="0" baseline="0" dirty="0">
                        <a:ln>
                          <a:noFill/>
                        </a:ln>
                        <a:solidFill>
                          <a:srgbClr val="1F3CA6"/>
                        </a:solidFill>
                        <a:effectLst/>
                        <a:latin typeface="Mulish" charset="0"/>
                        <a:cs typeface="Mulish" charset="0"/>
                        <a:sym typeface="Mulish"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
                          <a:srgbClr val="2E75B6"/>
                        </a:buClr>
                        <a:buSzTx/>
                        <a:buFont typeface="Wingdings" panose="05000000000000000000" pitchFamily="2" charset="2"/>
                        <a:buNone/>
                        <a:tabLst/>
                      </a:pPr>
                      <a:r>
                        <a:rPr kumimoji="0" lang="fr-FR" altLang="fr-FR" sz="1600" b="0" i="0" u="none" strike="noStrike" cap="none" normalizeH="0" baseline="0" dirty="0">
                          <a:ln>
                            <a:noFill/>
                          </a:ln>
                          <a:solidFill>
                            <a:schemeClr val="tx1"/>
                          </a:solidFill>
                          <a:effectLst/>
                          <a:latin typeface="Arial Narrow" panose="020B0606020202030204" pitchFamily="34" charset="0"/>
                          <a:cs typeface="Calibri" panose="020F0502020204030204" pitchFamily="34" charset="0"/>
                          <a:sym typeface="Arial" panose="020B0604020202020204" pitchFamily="34" charset="0"/>
                        </a:rPr>
                        <a:t>KWILU, TANGANYIKA, LOMAMI, HAUT-LOMAMI, KWANGO et KINSHASA (6 DPS)</a:t>
                      </a:r>
                      <a:endParaRPr lang="fr-CD" sz="1200" kern="1200" dirty="0">
                        <a:solidFill>
                          <a:srgbClr val="000000"/>
                        </a:solidFill>
                        <a:effectLst/>
                        <a:latin typeface="Arial Narrow" panose="020B0606020202030204" pitchFamily="34" charset="0"/>
                        <a:ea typeface="+mn-ea"/>
                        <a:cs typeface="Arial" panose="020B0604020202020204" pitchFamily="34" charset="0"/>
                        <a:sym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
                          <a:srgbClr val="2E75B6"/>
                        </a:buClr>
                        <a:buSzTx/>
                        <a:buFont typeface="Wingdings" panose="05000000000000000000" pitchFamily="2" charset="2"/>
                        <a:buNone/>
                        <a:tabLst/>
                      </a:pPr>
                      <a:endParaRPr kumimoji="0" lang="fr-FR" altLang="fr-FR" sz="1600" b="0" i="0" u="none" strike="noStrike" cap="none" normalizeH="0" baseline="0" dirty="0">
                        <a:ln>
                          <a:noFill/>
                        </a:ln>
                        <a:solidFill>
                          <a:schemeClr val="tx1"/>
                        </a:solidFill>
                        <a:effectLst/>
                        <a:latin typeface="Arial Narrow" panose="020B0606020202030204" pitchFamily="34" charset="0"/>
                        <a:cs typeface="Calibri" panose="020F0502020204030204" pitchFamily="34" charset="0"/>
                        <a:sym typeface="Arial" panose="020B0604020202020204" pitchFamily="34"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182563" indent="-182563">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Rupture de stock en vaccin (BCG) et autres diluants dans quelques structures ; . </a:t>
                      </a:r>
                      <a:endParaRPr kumimoji="0" lang="en-GB"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Présence de </a:t>
                      </a:r>
                      <a:r>
                        <a:rPr kumimoji="0" lang="fr-CD" altLang="fr-FR" sz="1800" b="1"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1.145 doses </a:t>
                      </a:r>
                      <a:r>
                        <a:rPr kumimoji="0" lang="fr-CD"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de vaccins VPI avec Pastille de Contrôle de Vaccin (PCV) </a:t>
                      </a:r>
                      <a:r>
                        <a:rPr kumimoji="0" lang="fr-CD" altLang="fr-FR" sz="1800" b="1"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virée</a:t>
                      </a:r>
                      <a:r>
                        <a:rPr kumimoji="0" lang="fr-CD"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 (MWENE DITU)</a:t>
                      </a:r>
                      <a:endParaRPr kumimoji="0" lang="en-GB"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Inexistence de plan de maintenance des matériels de chaine de froid ;</a:t>
                      </a:r>
                      <a:endParaRPr kumimoji="0" lang="en-GB"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Discordance des données observée pour certains antigènes, sur le document des collectes et de transmission des données (DHIS2, le canevas SNIS, fiche de pointage, formulaire 1,), ce qui compromet la fiabilité des données</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lang="fr-CD" sz="1800" kern="1200" dirty="0">
                          <a:solidFill>
                            <a:schemeClr val="tx1"/>
                          </a:solidFill>
                          <a:effectLst/>
                          <a:latin typeface="Arial Narrow" panose="020B0606020202030204" pitchFamily="34" charset="0"/>
                          <a:ea typeface="+mn-ea"/>
                          <a:cs typeface="Arial" panose="020B0604020202020204" pitchFamily="34" charset="0"/>
                          <a:sym typeface="Arial" panose="020B0604020202020204" pitchFamily="34" charset="0"/>
                        </a:rPr>
                        <a:t>Absence d’espace aménagé d’entreposage pour les intrants secs/entreposés à l’extérieur</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lang="fr-CD" sz="1800" kern="1200" dirty="0">
                          <a:solidFill>
                            <a:schemeClr val="tx1"/>
                          </a:solidFill>
                          <a:effectLst/>
                          <a:latin typeface="Arial Narrow" panose="020B0606020202030204" pitchFamily="34" charset="0"/>
                          <a:ea typeface="+mn-ea"/>
                          <a:cs typeface="Arial" panose="020B0604020202020204" pitchFamily="34" charset="0"/>
                          <a:sym typeface="Arial" panose="020B0604020202020204" pitchFamily="34" charset="0"/>
                        </a:rPr>
                        <a:t>Mauvaise pratique dans l’utilisation des BI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lang="fr-CD" sz="1800" kern="1200" dirty="0">
                          <a:solidFill>
                            <a:schemeClr val="tx1"/>
                          </a:solidFill>
                          <a:effectLst/>
                          <a:latin typeface="Arial Narrow" panose="020B0606020202030204" pitchFamily="34" charset="0"/>
                          <a:ea typeface="+mn-ea"/>
                          <a:cs typeface="Arial" panose="020B0604020202020204" pitchFamily="34" charset="0"/>
                          <a:sym typeface="Arial" panose="020B0604020202020204" pitchFamily="34" charset="0"/>
                        </a:rPr>
                        <a:t>Mauvaise tenue des fiches de pointage  pendant les séances de vaccinations </a:t>
                      </a: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bl>
          </a:graphicData>
        </a:graphic>
      </p:graphicFrame>
      <p:pic>
        <p:nvPicPr>
          <p:cNvPr id="18" name="Image 4" descr="Description: Description: Description: drapeau-anim012">
            <a:extLst>
              <a:ext uri="{FF2B5EF4-FFF2-40B4-BE49-F238E27FC236}">
                <a16:creationId xmlns:a16="http://schemas.microsoft.com/office/drawing/2014/main" xmlns="" id="{AB11D16F-2418-F483-13D2-5C90D8C5B9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80920" y="170570"/>
            <a:ext cx="539552" cy="594134"/>
          </a:xfrm>
          <a:prstGeom prst="rect">
            <a:avLst/>
          </a:prstGeom>
          <a:solidFill>
            <a:srgbClr val="FFFFFF"/>
          </a:solidFill>
          <a:ln w="25400">
            <a:solidFill>
              <a:srgbClr val="FFFFFF"/>
            </a:solidFill>
            <a:miter lim="800000"/>
            <a:headEnd/>
            <a:tailEnd/>
          </a:ln>
        </p:spPr>
      </p:pic>
    </p:spTree>
    <p:extLst>
      <p:ext uri="{BB962C8B-B14F-4D97-AF65-F5344CB8AC3E}">
        <p14:creationId xmlns:p14="http://schemas.microsoft.com/office/powerpoint/2010/main" val="1270021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A86EA4D-9B69-545E-9B8F-5BEC32968200}"/>
              </a:ext>
            </a:extLst>
          </p:cNvPr>
          <p:cNvSpPr>
            <a:spLocks noGrp="1"/>
          </p:cNvSpPr>
          <p:nvPr>
            <p:ph type="title"/>
          </p:nvPr>
        </p:nvSpPr>
        <p:spPr>
          <a:xfrm>
            <a:off x="628650" y="365127"/>
            <a:ext cx="7886700" cy="1003386"/>
          </a:xfrm>
        </p:spPr>
        <p:txBody>
          <a:bodyPr>
            <a:noAutofit/>
          </a:bodyPr>
          <a:lstStyle/>
          <a:p>
            <a:r>
              <a:rPr lang="fr-FR" sz="1800" dirty="0">
                <a:latin typeface="Arial Narrow" panose="020B0606020202030204" pitchFamily="34" charset="0"/>
              </a:rPr>
              <a:t>A gauche entrepôt des intrants secs au BCZS KAMINA, à droite utilisation de la </a:t>
            </a:r>
            <a:r>
              <a:rPr lang="fr-FR" sz="1800" dirty="0" smtClean="0">
                <a:latin typeface="Arial Narrow" panose="020B0606020202030204" pitchFamily="34" charset="0"/>
              </a:rPr>
              <a:t>BI (boîte isotherme)  </a:t>
            </a:r>
            <a:r>
              <a:rPr lang="fr-FR" sz="1800" dirty="0">
                <a:latin typeface="Arial Narrow" panose="020B0606020202030204" pitchFamily="34" charset="0"/>
              </a:rPr>
              <a:t>lors de la vaccination de routine  au CS ZS de KAMINA </a:t>
            </a:r>
            <a:endParaRPr lang="fr-CD" sz="1800" dirty="0">
              <a:latin typeface="Arial Narrow" panose="020B0606020202030204" pitchFamily="34" charset="0"/>
            </a:endParaRPr>
          </a:p>
        </p:txBody>
      </p:sp>
      <p:sp>
        <p:nvSpPr>
          <p:cNvPr id="4" name="Espace réservé de la date 3">
            <a:extLst>
              <a:ext uri="{FF2B5EF4-FFF2-40B4-BE49-F238E27FC236}">
                <a16:creationId xmlns:a16="http://schemas.microsoft.com/office/drawing/2014/main" xmlns="" id="{C7339DC3-965F-D5EA-98F9-ABC8C8B3AB71}"/>
              </a:ext>
            </a:extLst>
          </p:cNvPr>
          <p:cNvSpPr>
            <a:spLocks noGrp="1"/>
          </p:cNvSpPr>
          <p:nvPr>
            <p:ph type="dt" sz="half" idx="10"/>
          </p:nvPr>
        </p:nvSpPr>
        <p:spPr/>
        <p:txBody>
          <a:bodyPr/>
          <a:lstStyle/>
          <a:p>
            <a:pPr>
              <a:defRPr/>
            </a:pPr>
            <a:fld id="{F7E2CD02-8DAF-4C73-8E89-BDC2B1C6C1F5}" type="datetime1">
              <a:rPr lang="fr-FR" smtClean="0"/>
              <a:t>18/12/2025</a:t>
            </a:fld>
            <a:endParaRPr lang="fr-FR"/>
          </a:p>
        </p:txBody>
      </p:sp>
      <p:sp>
        <p:nvSpPr>
          <p:cNvPr id="5" name="Espace réservé du pied de page 4">
            <a:extLst>
              <a:ext uri="{FF2B5EF4-FFF2-40B4-BE49-F238E27FC236}">
                <a16:creationId xmlns:a16="http://schemas.microsoft.com/office/drawing/2014/main" xmlns="" id="{700887BA-446D-6863-A598-160D9740FFE7}"/>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CA5ACF05-26EF-BDDF-EB3E-4A6AC3D891F5}"/>
              </a:ext>
            </a:extLst>
          </p:cNvPr>
          <p:cNvSpPr>
            <a:spLocks noGrp="1"/>
          </p:cNvSpPr>
          <p:nvPr>
            <p:ph type="sldNum" sz="quarter" idx="12"/>
          </p:nvPr>
        </p:nvSpPr>
        <p:spPr/>
        <p:txBody>
          <a:bodyPr/>
          <a:lstStyle/>
          <a:p>
            <a:fld id="{62F8AC48-0110-4E03-96A9-424428372C43}" type="slidenum">
              <a:rPr lang="fr-BE" altLang="fr-FR" smtClean="0"/>
              <a:pPr/>
              <a:t>12</a:t>
            </a:fld>
            <a:endParaRPr lang="fr-BE" altLang="fr-FR"/>
          </a:p>
        </p:txBody>
      </p:sp>
      <p:pic>
        <p:nvPicPr>
          <p:cNvPr id="7" name="Espace réservé du contenu 6">
            <a:extLst>
              <a:ext uri="{FF2B5EF4-FFF2-40B4-BE49-F238E27FC236}">
                <a16:creationId xmlns:a16="http://schemas.microsoft.com/office/drawing/2014/main" xmlns="" id="{AB517EB5-70D5-B33F-D971-09265B7D3B7E}"/>
              </a:ext>
            </a:extLst>
          </p:cNvPr>
          <p:cNvPicPr>
            <a:picLocks noGrp="1" noChangeAspect="1"/>
          </p:cNvPicPr>
          <p:nvPr>
            <p:ph idx="1"/>
          </p:nvPr>
        </p:nvPicPr>
        <p:blipFill>
          <a:blip r:embed="rId2"/>
          <a:stretch>
            <a:fillRect/>
          </a:stretch>
        </p:blipFill>
        <p:spPr>
          <a:xfrm>
            <a:off x="628650" y="1686763"/>
            <a:ext cx="3943350" cy="4351338"/>
          </a:xfrm>
          <a:prstGeom prst="rect">
            <a:avLst/>
          </a:prstGeom>
        </p:spPr>
      </p:pic>
      <p:pic>
        <p:nvPicPr>
          <p:cNvPr id="8" name="Image 7">
            <a:extLst>
              <a:ext uri="{FF2B5EF4-FFF2-40B4-BE49-F238E27FC236}">
                <a16:creationId xmlns:a16="http://schemas.microsoft.com/office/drawing/2014/main" xmlns="" id="{4E805AE1-1AF7-1104-F69B-97A0816CE4DC}"/>
              </a:ext>
            </a:extLst>
          </p:cNvPr>
          <p:cNvPicPr>
            <a:picLocks noChangeAspect="1"/>
          </p:cNvPicPr>
          <p:nvPr/>
        </p:nvPicPr>
        <p:blipFill>
          <a:blip r:embed="rId3"/>
          <a:stretch>
            <a:fillRect/>
          </a:stretch>
        </p:blipFill>
        <p:spPr>
          <a:xfrm>
            <a:off x="4788025" y="1686763"/>
            <a:ext cx="3762330" cy="4351338"/>
          </a:xfrm>
          <a:prstGeom prst="rect">
            <a:avLst/>
          </a:prstGeom>
        </p:spPr>
      </p:pic>
      <p:pic>
        <p:nvPicPr>
          <p:cNvPr id="9" name="Image 4" descr="Description: Description: Description: drapeau-anim012">
            <a:extLst>
              <a:ext uri="{FF2B5EF4-FFF2-40B4-BE49-F238E27FC236}">
                <a16:creationId xmlns:a16="http://schemas.microsoft.com/office/drawing/2014/main" xmlns="" id="{AB11D16F-2418-F483-13D2-5C90D8C5B91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80920" y="386594"/>
            <a:ext cx="539552" cy="594134"/>
          </a:xfrm>
          <a:prstGeom prst="rect">
            <a:avLst/>
          </a:prstGeom>
          <a:solidFill>
            <a:srgbClr val="FFFFFF"/>
          </a:solidFill>
          <a:ln w="25400">
            <a:solidFill>
              <a:srgbClr val="FFFFFF"/>
            </a:solidFill>
            <a:miter lim="800000"/>
            <a:headEnd/>
            <a:tailEnd/>
          </a:ln>
        </p:spPr>
      </p:pic>
    </p:spTree>
    <p:extLst>
      <p:ext uri="{BB962C8B-B14F-4D97-AF65-F5344CB8AC3E}">
        <p14:creationId xmlns:p14="http://schemas.microsoft.com/office/powerpoint/2010/main" val="16519380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61A7DF3A-8D1D-1E38-4F4B-FCFF1E7CC01F}"/>
              </a:ext>
            </a:extLst>
          </p:cNvPr>
          <p:cNvSpPr>
            <a:spLocks noGrp="1"/>
          </p:cNvSpPr>
          <p:nvPr>
            <p:ph type="title"/>
          </p:nvPr>
        </p:nvSpPr>
        <p:spPr>
          <a:xfrm>
            <a:off x="628650" y="365127"/>
            <a:ext cx="7886700" cy="1011238"/>
          </a:xfrm>
        </p:spPr>
        <p:txBody>
          <a:bodyPr>
            <a:noAutofit/>
          </a:bodyPr>
          <a:lstStyle/>
          <a:p>
            <a:r>
              <a:rPr lang="fr-FR" sz="1800" dirty="0">
                <a:latin typeface="Arial Narrow" panose="020B0606020202030204" pitchFamily="34" charset="0"/>
              </a:rPr>
              <a:t>A gauche, fiche de pointage rempli lors de la vaccination de routine et à droite entreposage des intrants secs à l’antenne PEV KAMINA</a:t>
            </a:r>
            <a:endParaRPr lang="fr-CD" sz="1800" dirty="0">
              <a:latin typeface="Arial Narrow" panose="020B0606020202030204" pitchFamily="34" charset="0"/>
            </a:endParaRPr>
          </a:p>
        </p:txBody>
      </p:sp>
      <p:pic>
        <p:nvPicPr>
          <p:cNvPr id="8" name="Espace réservé du contenu 7">
            <a:extLst>
              <a:ext uri="{FF2B5EF4-FFF2-40B4-BE49-F238E27FC236}">
                <a16:creationId xmlns:a16="http://schemas.microsoft.com/office/drawing/2014/main" xmlns="" id="{63A8735D-15F0-7B90-F19D-6B44BC7B5BE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55576" y="1690689"/>
            <a:ext cx="3263503" cy="4351338"/>
          </a:xfrm>
        </p:spPr>
      </p:pic>
      <p:sp>
        <p:nvSpPr>
          <p:cNvPr id="4" name="Espace réservé de la date 3">
            <a:extLst>
              <a:ext uri="{FF2B5EF4-FFF2-40B4-BE49-F238E27FC236}">
                <a16:creationId xmlns:a16="http://schemas.microsoft.com/office/drawing/2014/main" xmlns="" id="{1B1C1173-2306-E270-9D80-7D8FE76BD3F2}"/>
              </a:ext>
            </a:extLst>
          </p:cNvPr>
          <p:cNvSpPr>
            <a:spLocks noGrp="1"/>
          </p:cNvSpPr>
          <p:nvPr>
            <p:ph type="dt" sz="half" idx="10"/>
          </p:nvPr>
        </p:nvSpPr>
        <p:spPr/>
        <p:txBody>
          <a:bodyPr/>
          <a:lstStyle/>
          <a:p>
            <a:pPr>
              <a:defRPr/>
            </a:pPr>
            <a:fld id="{F7E2CD02-8DAF-4C73-8E89-BDC2B1C6C1F5}" type="datetime1">
              <a:rPr lang="fr-FR" smtClean="0"/>
              <a:t>18/12/2025</a:t>
            </a:fld>
            <a:endParaRPr lang="fr-FR"/>
          </a:p>
        </p:txBody>
      </p:sp>
      <p:sp>
        <p:nvSpPr>
          <p:cNvPr id="5" name="Espace réservé du pied de page 4">
            <a:extLst>
              <a:ext uri="{FF2B5EF4-FFF2-40B4-BE49-F238E27FC236}">
                <a16:creationId xmlns:a16="http://schemas.microsoft.com/office/drawing/2014/main" xmlns="" id="{E650A3DF-4AC2-52BA-56E8-AC264607ED19}"/>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3A277011-16D5-E5AF-9EDC-A815287D3F40}"/>
              </a:ext>
            </a:extLst>
          </p:cNvPr>
          <p:cNvSpPr>
            <a:spLocks noGrp="1"/>
          </p:cNvSpPr>
          <p:nvPr>
            <p:ph type="sldNum" sz="quarter" idx="12"/>
          </p:nvPr>
        </p:nvSpPr>
        <p:spPr/>
        <p:txBody>
          <a:bodyPr/>
          <a:lstStyle/>
          <a:p>
            <a:fld id="{62F8AC48-0110-4E03-96A9-424428372C43}" type="slidenum">
              <a:rPr lang="fr-BE" altLang="fr-FR" smtClean="0"/>
              <a:pPr/>
              <a:t>13</a:t>
            </a:fld>
            <a:endParaRPr lang="fr-BE" altLang="fr-FR"/>
          </a:p>
        </p:txBody>
      </p:sp>
      <p:pic>
        <p:nvPicPr>
          <p:cNvPr id="10" name="Image 9">
            <a:extLst>
              <a:ext uri="{FF2B5EF4-FFF2-40B4-BE49-F238E27FC236}">
                <a16:creationId xmlns:a16="http://schemas.microsoft.com/office/drawing/2014/main" xmlns="" id="{B78F6AF8-53AD-AC0F-93BD-685F65DAD1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1960" y="1690688"/>
            <a:ext cx="4303390" cy="4351339"/>
          </a:xfrm>
          <a:prstGeom prst="rect">
            <a:avLst/>
          </a:prstGeom>
        </p:spPr>
      </p:pic>
      <p:pic>
        <p:nvPicPr>
          <p:cNvPr id="9" name="Image 4" descr="Description: Description: Description: drapeau-anim012">
            <a:extLst>
              <a:ext uri="{FF2B5EF4-FFF2-40B4-BE49-F238E27FC236}">
                <a16:creationId xmlns:a16="http://schemas.microsoft.com/office/drawing/2014/main" xmlns="" id="{AB11D16F-2418-F483-13D2-5C90D8C5B91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44408" y="962658"/>
            <a:ext cx="539552" cy="594134"/>
          </a:xfrm>
          <a:prstGeom prst="rect">
            <a:avLst/>
          </a:prstGeom>
          <a:solidFill>
            <a:srgbClr val="FFFFFF"/>
          </a:solidFill>
          <a:ln w="25400">
            <a:solidFill>
              <a:srgbClr val="FFFFFF"/>
            </a:solidFill>
            <a:miter lim="800000"/>
            <a:headEnd/>
            <a:tailEnd/>
          </a:ln>
        </p:spPr>
      </p:pic>
    </p:spTree>
    <p:extLst>
      <p:ext uri="{BB962C8B-B14F-4D97-AF65-F5344CB8AC3E}">
        <p14:creationId xmlns:p14="http://schemas.microsoft.com/office/powerpoint/2010/main" val="6391713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B986BF0-035A-EEDD-40BE-AB4CE95545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7B4C2B10-70A9-F00A-BF14-D1030214B4CE}"/>
              </a:ext>
            </a:extLst>
          </p:cNvPr>
          <p:cNvSpPr>
            <a:spLocks noGrp="1"/>
          </p:cNvSpPr>
          <p:nvPr>
            <p:ph type="title"/>
          </p:nvPr>
        </p:nvSpPr>
        <p:spPr>
          <a:xfrm>
            <a:off x="369726" y="265626"/>
            <a:ext cx="7874682" cy="457610"/>
          </a:xfrm>
        </p:spPr>
        <p:txBody>
          <a:bodyPr>
            <a:noAutofit/>
          </a:bodyPr>
          <a:lstStyle/>
          <a:p>
            <a:pPr algn="ctr">
              <a:defRPr/>
            </a:pPr>
            <a:r>
              <a:rPr lang="fr-FR" sz="3600" b="1" u="sng" dirty="0">
                <a:latin typeface="Arial Narrow" panose="020B0606020202030204" pitchFamily="34" charset="0"/>
              </a:rPr>
              <a:t>Activités sur la vaccination en 2025</a:t>
            </a:r>
            <a:endParaRPr lang="fr-BE" sz="3600" b="1" u="sng" dirty="0">
              <a:latin typeface="Arial Narrow" panose="020B0606020202030204" pitchFamily="34" charset="0"/>
            </a:endParaRPr>
          </a:p>
        </p:txBody>
      </p:sp>
      <p:sp>
        <p:nvSpPr>
          <p:cNvPr id="4" name="Espace réservé de la date 3">
            <a:extLst>
              <a:ext uri="{FF2B5EF4-FFF2-40B4-BE49-F238E27FC236}">
                <a16:creationId xmlns:a16="http://schemas.microsoft.com/office/drawing/2014/main" xmlns="" id="{643F4791-0756-1AC7-9921-FCAA681709A9}"/>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6" name="Espace réservé du numéro de diapositive 5">
            <a:extLst>
              <a:ext uri="{FF2B5EF4-FFF2-40B4-BE49-F238E27FC236}">
                <a16:creationId xmlns:a16="http://schemas.microsoft.com/office/drawing/2014/main" xmlns="" id="{583324B1-3E05-39B8-AA3C-0E044FB5D644}"/>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14</a:t>
            </a:fld>
            <a:endParaRPr lang="fr-BE" altLang="fr-FR" dirty="0"/>
          </a:p>
        </p:txBody>
      </p:sp>
      <p:pic>
        <p:nvPicPr>
          <p:cNvPr id="7" name="Picture 2">
            <a:extLst>
              <a:ext uri="{FF2B5EF4-FFF2-40B4-BE49-F238E27FC236}">
                <a16:creationId xmlns:a16="http://schemas.microsoft.com/office/drawing/2014/main" xmlns="" id="{1BBE6517-A9A5-3AEB-DE72-B62EBB5A51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673CD3C2-B089-BAAF-33CF-57AE9D449A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0083" y="21374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5054B521-6612-6DB0-928B-A3A7383A74EE}"/>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5F72C8EF-A018-1162-6DA1-C1BC2AE8E917}"/>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362DF3B7-ACD2-5651-6B7D-5D80256548AD}"/>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2B77FAA9-8DE0-3130-9617-B2741EF13959}"/>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DA788E23-61C8-612B-F0D6-9BDF32425C05}"/>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EE8EFDC6-43AC-A7B9-A63F-48AF17846131}"/>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05EDDAA3-3299-2991-79FD-D34AEACBBECD}"/>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Google Shape;165;p4">
            <a:extLst>
              <a:ext uri="{FF2B5EF4-FFF2-40B4-BE49-F238E27FC236}">
                <a16:creationId xmlns:a16="http://schemas.microsoft.com/office/drawing/2014/main" xmlns="" id="{AC1A5755-CD0E-CB08-1322-7FD58D04244D}"/>
              </a:ext>
            </a:extLst>
          </p:cNvPr>
          <p:cNvGraphicFramePr>
            <a:graphicFrameLocks noGrp="1"/>
          </p:cNvGraphicFramePr>
          <p:nvPr>
            <p:extLst>
              <p:ext uri="{D42A27DB-BD31-4B8C-83A1-F6EECF244321}">
                <p14:modId xmlns:p14="http://schemas.microsoft.com/office/powerpoint/2010/main" val="3062379527"/>
              </p:ext>
            </p:extLst>
          </p:nvPr>
        </p:nvGraphicFramePr>
        <p:xfrm>
          <a:off x="539552" y="963675"/>
          <a:ext cx="8380084" cy="5057613"/>
        </p:xfrm>
        <a:graphic>
          <a:graphicData uri="http://schemas.openxmlformats.org/drawingml/2006/table">
            <a:tbl>
              <a:tblPr/>
              <a:tblGrid>
                <a:gridCol w="2581638">
                  <a:extLst>
                    <a:ext uri="{9D8B030D-6E8A-4147-A177-3AD203B41FA5}">
                      <a16:colId xmlns:a16="http://schemas.microsoft.com/office/drawing/2014/main" xmlns="" val="20000"/>
                    </a:ext>
                  </a:extLst>
                </a:gridCol>
                <a:gridCol w="1669075">
                  <a:extLst>
                    <a:ext uri="{9D8B030D-6E8A-4147-A177-3AD203B41FA5}">
                      <a16:colId xmlns:a16="http://schemas.microsoft.com/office/drawing/2014/main" xmlns="" val="20001"/>
                    </a:ext>
                  </a:extLst>
                </a:gridCol>
                <a:gridCol w="4129371">
                  <a:extLst>
                    <a:ext uri="{9D8B030D-6E8A-4147-A177-3AD203B41FA5}">
                      <a16:colId xmlns:a16="http://schemas.microsoft.com/office/drawing/2014/main" xmlns="" val="20002"/>
                    </a:ext>
                  </a:extLst>
                </a:gridCol>
              </a:tblGrid>
              <a:tr h="925423">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ACTIVITES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CIBLES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IRREGULARITES PHARES COMMUNES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extLst>
                  <a:ext uri="{0D108BD9-81ED-4DB2-BD59-A6C34878D82A}">
                    <a16:rowId xmlns:a16="http://schemas.microsoft.com/office/drawing/2014/main" xmlns="" val="10000"/>
                  </a:ext>
                </a:extLst>
              </a:tr>
              <a:tr h="4132190">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fr-FR" altLang="fr-FR" sz="1600" b="0" i="0" u="none" strike="noStrike" kern="1200" cap="none" normalizeH="0" baseline="0" dirty="0">
                          <a:ln>
                            <a:noFill/>
                          </a:ln>
                          <a:solidFill>
                            <a:schemeClr val="tx1"/>
                          </a:solidFill>
                          <a:effectLst/>
                          <a:latin typeface="Arial Narrow" panose="020B0606020202030204" pitchFamily="34" charset="0"/>
                          <a:ea typeface="+mn-ea"/>
                          <a:cs typeface="Calibri" panose="020F0502020204030204" pitchFamily="34" charset="0"/>
                          <a:sym typeface="Arial" panose="020B0604020202020204" pitchFamily="34" charset="0"/>
                        </a:rPr>
                        <a:t>2. Mission d’IC de la gestion des vaccins et autres ressources au HUB KINKOLE</a:t>
                      </a:r>
                      <a:endParaRPr kumimoji="0" lang="fr-FR" altLang="fr-FR" sz="1600" b="0" i="0" u="none" strike="noStrike" kern="1200" cap="none" normalizeH="0" baseline="0" dirty="0">
                        <a:ln>
                          <a:noFill/>
                        </a:ln>
                        <a:solidFill>
                          <a:schemeClr val="tx1"/>
                        </a:solidFill>
                        <a:effectLst/>
                        <a:latin typeface="Arial Narrow" panose="020B0606020202030204" pitchFamily="34" charset="0"/>
                        <a:ea typeface="+mn-ea"/>
                        <a:cs typeface="Calibri" panose="020F0502020204030204" pitchFamily="34" charset="0"/>
                        <a:sym typeface="Mulish"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182563" indent="-182563">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182563" marR="0" lvl="0" indent="-182563"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None/>
                        <a:tabLst/>
                      </a:pPr>
                      <a:r>
                        <a:rPr kumimoji="0" lang="fr-FR" altLang="fr-FR" sz="1600" b="0" i="0" u="none" strike="noStrike" kern="1200" cap="none" normalizeH="0" baseline="0" dirty="0">
                          <a:ln>
                            <a:noFill/>
                          </a:ln>
                          <a:solidFill>
                            <a:schemeClr val="tx1"/>
                          </a:solidFill>
                          <a:effectLst/>
                          <a:latin typeface="Arial Narrow" panose="020B0606020202030204" pitchFamily="34" charset="0"/>
                          <a:ea typeface="+mn-ea"/>
                          <a:cs typeface="Calibri" panose="020F0502020204030204" pitchFamily="34" charset="0"/>
                          <a:sym typeface="Arial" panose="020B0604020202020204" pitchFamily="34" charset="0"/>
                        </a:rPr>
                        <a:t>HUB KINKOLE</a:t>
                      </a:r>
                      <a:endParaRPr kumimoji="0" lang="en-GB" altLang="fr-FR" sz="1600" b="0" i="0" u="none" strike="noStrike" kern="1200" cap="none" normalizeH="0" baseline="0" dirty="0">
                        <a:ln>
                          <a:noFill/>
                        </a:ln>
                        <a:solidFill>
                          <a:schemeClr val="tx1"/>
                        </a:solidFill>
                        <a:effectLst/>
                        <a:latin typeface="Arial Narrow" panose="020B0606020202030204" pitchFamily="34" charset="0"/>
                        <a:ea typeface="+mn-ea"/>
                        <a:cs typeface="Calibri" panose="020F0502020204030204" pitchFamily="34" charset="0"/>
                        <a:sym typeface="Arial" panose="020B0604020202020204" pitchFamily="34"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182563" indent="-182563">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Absence de bons de livraison du carburant par ENGEN (09, 20 et 23 juin 2025) ;</a:t>
                      </a:r>
                      <a:endParaRPr kumimoji="0" lang="en-GB" alt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Incohérences entre les approvisionnements, les consommations et les stocks des carburants restant du 01 janvier au 30 juin 2025. </a:t>
                      </a:r>
                      <a:endParaRPr kumimoji="0" lang="en-GB" alt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Mauvaise tenue de certains outils (bon livraison, bon de sortie, fiches de stock), des fiches non à jour, </a:t>
                      </a:r>
                      <a:endParaRPr kumimoji="0" lang="en-GB" alt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Non-respect de principe PEPS dans les sorties des vaccins.</a:t>
                      </a:r>
                      <a:endParaRPr kumimoji="0" lang="en-GB" alt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9862373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9B98DF1-077D-BFAF-3C28-BF40812AB12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34A25F8E-8345-C5D2-B50C-20BFF9BB3211}"/>
              </a:ext>
            </a:extLst>
          </p:cNvPr>
          <p:cNvSpPr>
            <a:spLocks noGrp="1"/>
          </p:cNvSpPr>
          <p:nvPr>
            <p:ph type="title"/>
          </p:nvPr>
        </p:nvSpPr>
        <p:spPr>
          <a:xfrm>
            <a:off x="369726" y="265626"/>
            <a:ext cx="7874682" cy="457610"/>
          </a:xfrm>
        </p:spPr>
        <p:txBody>
          <a:bodyPr>
            <a:noAutofit/>
          </a:bodyPr>
          <a:lstStyle/>
          <a:p>
            <a:pPr algn="ctr">
              <a:defRPr/>
            </a:pPr>
            <a:r>
              <a:rPr lang="fr-FR" sz="3600" b="1" u="sng" dirty="0">
                <a:latin typeface="Arial Narrow" panose="020B0606020202030204" pitchFamily="34" charset="0"/>
              </a:rPr>
              <a:t>Activités sur la vaccination en 2025</a:t>
            </a:r>
            <a:endParaRPr lang="fr-BE" sz="4000" b="1" u="sng" dirty="0">
              <a:latin typeface="Arial Narrow" panose="020B0606020202030204" pitchFamily="34" charset="0"/>
            </a:endParaRPr>
          </a:p>
        </p:txBody>
      </p:sp>
      <p:sp>
        <p:nvSpPr>
          <p:cNvPr id="4" name="Espace réservé de la date 3">
            <a:extLst>
              <a:ext uri="{FF2B5EF4-FFF2-40B4-BE49-F238E27FC236}">
                <a16:creationId xmlns:a16="http://schemas.microsoft.com/office/drawing/2014/main" xmlns="" id="{DD341ABD-9765-B40A-9DDE-805E8F925326}"/>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F82BFFB8-3BC1-654D-3F89-140718E56EA9}"/>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93253B23-30AD-7B43-0496-ADB316476F0E}"/>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15</a:t>
            </a:fld>
            <a:endParaRPr lang="fr-BE" altLang="fr-FR" dirty="0"/>
          </a:p>
        </p:txBody>
      </p:sp>
      <p:pic>
        <p:nvPicPr>
          <p:cNvPr id="7" name="Picture 2">
            <a:extLst>
              <a:ext uri="{FF2B5EF4-FFF2-40B4-BE49-F238E27FC236}">
                <a16:creationId xmlns:a16="http://schemas.microsoft.com/office/drawing/2014/main" xmlns="" id="{3261C085-03BE-E30C-3236-149D99FABD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368B8A64-3657-BC4A-35CC-2D1D2C9669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0083" y="21374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9D358DF2-23A0-2AC9-22C3-3E6510CD529D}"/>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A998A024-64E0-F176-6235-58FE016162E4}"/>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E2169CBC-DD85-716E-2403-DA82B7D73C69}"/>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0A5355E4-A1F0-F3C9-6CA5-F301021DD401}"/>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FB2B4CEA-26EE-6133-24AD-8CEAF8E207F5}"/>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D1CCE6B9-9544-3243-6C3C-5B79FE065BFE}"/>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D5C36004-9BAB-860D-10FB-1028A94D1EE3}"/>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Google Shape;165;p4">
            <a:extLst>
              <a:ext uri="{FF2B5EF4-FFF2-40B4-BE49-F238E27FC236}">
                <a16:creationId xmlns:a16="http://schemas.microsoft.com/office/drawing/2014/main" xmlns="" id="{49B43BBB-ED4E-24B9-88E6-D060B5401500}"/>
              </a:ext>
            </a:extLst>
          </p:cNvPr>
          <p:cNvGraphicFramePr>
            <a:graphicFrameLocks noGrp="1"/>
          </p:cNvGraphicFramePr>
          <p:nvPr>
            <p:extLst>
              <p:ext uri="{D42A27DB-BD31-4B8C-83A1-F6EECF244321}">
                <p14:modId xmlns:p14="http://schemas.microsoft.com/office/powerpoint/2010/main" val="763774524"/>
              </p:ext>
            </p:extLst>
          </p:nvPr>
        </p:nvGraphicFramePr>
        <p:xfrm>
          <a:off x="611561" y="907864"/>
          <a:ext cx="8298883" cy="4298028"/>
        </p:xfrm>
        <a:graphic>
          <a:graphicData uri="http://schemas.openxmlformats.org/drawingml/2006/table">
            <a:tbl>
              <a:tblPr/>
              <a:tblGrid>
                <a:gridCol w="2014446">
                  <a:extLst>
                    <a:ext uri="{9D8B030D-6E8A-4147-A177-3AD203B41FA5}">
                      <a16:colId xmlns:a16="http://schemas.microsoft.com/office/drawing/2014/main" xmlns="" val="20000"/>
                    </a:ext>
                  </a:extLst>
                </a:gridCol>
                <a:gridCol w="2066128">
                  <a:extLst>
                    <a:ext uri="{9D8B030D-6E8A-4147-A177-3AD203B41FA5}">
                      <a16:colId xmlns:a16="http://schemas.microsoft.com/office/drawing/2014/main" xmlns="" val="20001"/>
                    </a:ext>
                  </a:extLst>
                </a:gridCol>
                <a:gridCol w="4218309">
                  <a:extLst>
                    <a:ext uri="{9D8B030D-6E8A-4147-A177-3AD203B41FA5}">
                      <a16:colId xmlns:a16="http://schemas.microsoft.com/office/drawing/2014/main" xmlns="" val="20002"/>
                    </a:ext>
                  </a:extLst>
                </a:gridCol>
              </a:tblGrid>
              <a:tr h="788848">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ACTIVITES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CIBLES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IRREGULARITES PHARES COMMUNES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extLst>
                  <a:ext uri="{0D108BD9-81ED-4DB2-BD59-A6C34878D82A}">
                    <a16:rowId xmlns:a16="http://schemas.microsoft.com/office/drawing/2014/main" xmlns="" val="10000"/>
                  </a:ext>
                </a:extLst>
              </a:tr>
              <a:tr h="3388472">
                <a:tc>
                  <a:txBody>
                    <a:bodyPr/>
                    <a:lstStyle/>
                    <a:p>
                      <a:pPr marL="0" marR="0" lvl="0" indent="0" algn="just" rtl="0">
                        <a:spcBef>
                          <a:spcPts val="0"/>
                        </a:spcBef>
                        <a:spcAft>
                          <a:spcPts val="0"/>
                        </a:spcAft>
                        <a:buClr>
                          <a:schemeClr val="dk1"/>
                        </a:buClr>
                        <a:buSzPts val="1800"/>
                        <a:buFont typeface="Calibri"/>
                        <a:buNone/>
                      </a:pPr>
                      <a:r>
                        <a:rPr lang="fr-FR" sz="1600" dirty="0">
                          <a:solidFill>
                            <a:schemeClr val="tx1"/>
                          </a:solidFill>
                          <a:latin typeface="Arial Narrow" panose="020B0606020202030204" pitchFamily="34" charset="0"/>
                        </a:rPr>
                        <a:t>3.</a:t>
                      </a:r>
                      <a:r>
                        <a:rPr lang="fr-FR" sz="1600" baseline="0" dirty="0">
                          <a:solidFill>
                            <a:schemeClr val="tx1"/>
                          </a:solidFill>
                          <a:latin typeface="Arial Narrow" panose="020B0606020202030204" pitchFamily="34" charset="0"/>
                        </a:rPr>
                        <a:t> </a:t>
                      </a:r>
                      <a:r>
                        <a:rPr lang="fr-FR" sz="1600" dirty="0">
                          <a:solidFill>
                            <a:schemeClr val="tx1"/>
                          </a:solidFill>
                          <a:latin typeface="Arial Narrow" panose="020B0606020202030204" pitchFamily="34" charset="0"/>
                        </a:rPr>
                        <a:t>Mission d’</a:t>
                      </a:r>
                      <a:r>
                        <a:rPr lang="fr-FR" sz="1600" dirty="0" err="1">
                          <a:solidFill>
                            <a:schemeClr val="tx1"/>
                          </a:solidFill>
                          <a:latin typeface="Arial Narrow" panose="020B0606020202030204" pitchFamily="34" charset="0"/>
                        </a:rPr>
                        <a:t>iIC</a:t>
                      </a:r>
                      <a:r>
                        <a:rPr lang="fr-FR" sz="1600" dirty="0">
                          <a:solidFill>
                            <a:schemeClr val="tx1"/>
                          </a:solidFill>
                          <a:latin typeface="Arial Narrow" panose="020B0606020202030204" pitchFamily="34" charset="0"/>
                        </a:rPr>
                        <a:t> des activités de vaccination contre la fièvre jaune</a:t>
                      </a: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685800" rtl="0" eaLnBrk="1" fontAlgn="auto" latinLnBrk="0" hangingPunct="1">
                        <a:lnSpc>
                          <a:spcPct val="100000"/>
                        </a:lnSpc>
                        <a:spcBef>
                          <a:spcPts val="0"/>
                        </a:spcBef>
                        <a:spcAft>
                          <a:spcPts val="0"/>
                        </a:spcAft>
                        <a:buClr>
                          <a:schemeClr val="accent1">
                            <a:lumMod val="75000"/>
                          </a:schemeClr>
                        </a:buClr>
                        <a:buSzTx/>
                        <a:buFont typeface="Wingdings" panose="05000000000000000000" pitchFamily="2" charset="2"/>
                        <a:buNone/>
                        <a:tabLst/>
                        <a:defRPr/>
                      </a:pPr>
                      <a:r>
                        <a:rPr lang="fr-FR" sz="1600" dirty="0">
                          <a:solidFill>
                            <a:schemeClr val="tx1"/>
                          </a:solidFill>
                          <a:latin typeface="Arial Narrow" panose="020B0606020202030204" pitchFamily="34" charset="0"/>
                        </a:rPr>
                        <a:t>LUALABA, HAUT-KATANGA, HAUT-LOMAMI et TANGANYIKA  (</a:t>
                      </a:r>
                      <a:r>
                        <a:rPr lang="fr-FR" sz="1600" dirty="0" smtClean="0">
                          <a:solidFill>
                            <a:schemeClr val="tx1"/>
                          </a:solidFill>
                          <a:latin typeface="Arial Narrow" panose="020B0606020202030204" pitchFamily="34" charset="0"/>
                        </a:rPr>
                        <a:t>4 DPS</a:t>
                      </a:r>
                      <a:r>
                        <a:rPr lang="fr-FR" sz="1600" dirty="0">
                          <a:solidFill>
                            <a:schemeClr val="tx1"/>
                          </a:solidFill>
                          <a:latin typeface="Arial Narrow" panose="020B0606020202030204" pitchFamily="34" charset="0"/>
                        </a:rPr>
                        <a:t>)</a:t>
                      </a:r>
                    </a:p>
                    <a:p>
                      <a:pPr marL="0" indent="0" fontAlgn="auto">
                        <a:spcAft>
                          <a:spcPts val="0"/>
                        </a:spcAft>
                        <a:buClr>
                          <a:schemeClr val="accent1">
                            <a:lumMod val="75000"/>
                          </a:schemeClr>
                        </a:buClr>
                        <a:buFont typeface="Wingdings" panose="05000000000000000000" pitchFamily="2" charset="2"/>
                        <a:buNone/>
                        <a:defRPr/>
                      </a:pPr>
                      <a:endParaRPr lang="fr-FR" sz="1600" dirty="0">
                        <a:solidFill>
                          <a:schemeClr val="tx1"/>
                        </a:solidFill>
                        <a:latin typeface="Arial Narrow" panose="020B0606020202030204" pitchFamily="34" charset="0"/>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Livraison insuffisante en vaccin par rapport à la cible attendue </a:t>
                      </a:r>
                      <a:endParaRPr kumimoji="0" lang="en-GB"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Absence de fiches de stock des intrants ainsi que de l’inventaire actualisé </a:t>
                      </a:r>
                      <a:endParaRPr kumimoji="0" lang="en-GB"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Fonds non disponibles jusqu’à la fin de la campagne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Existence d’un lot de plus de 200 doses VAA sans diluants (antenne Kalemie)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rPr>
                        <a:t>Absence des fiches de relevés de T° sur certains réfrigérateurs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rPr>
                        <a:t>Entreposage de certains intrants secs et réfrigérateurs aux vérandas du BCZS ou à même le sol dans les CS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endParaRPr kumimoji="0" lang="en-GB" sz="16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14866758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94326913-3968-8240-D225-C5A237ADE1F5}"/>
              </a:ext>
            </a:extLst>
          </p:cNvPr>
          <p:cNvSpPr>
            <a:spLocks noGrp="1"/>
          </p:cNvSpPr>
          <p:nvPr>
            <p:ph type="title"/>
          </p:nvPr>
        </p:nvSpPr>
        <p:spPr>
          <a:xfrm>
            <a:off x="628650" y="365127"/>
            <a:ext cx="7886700" cy="1099558"/>
          </a:xfrm>
        </p:spPr>
        <p:txBody>
          <a:bodyPr>
            <a:noAutofit/>
          </a:bodyPr>
          <a:lstStyle/>
          <a:p>
            <a:r>
              <a:rPr lang="fr-FR" sz="2000" dirty="0">
                <a:latin typeface="Arial Narrow" panose="020B0606020202030204" pitchFamily="34" charset="0"/>
              </a:rPr>
              <a:t>A gauche traitement des déchets de la campagne FJ 2 semaine après au CS ZS KABALO, à droite 2 réfrigérateurs </a:t>
            </a:r>
            <a:r>
              <a:rPr lang="fr-FR" sz="2000" dirty="0" smtClean="0">
                <a:latin typeface="Arial Narrow" panose="020B0606020202030204" pitchFamily="34" charset="0"/>
              </a:rPr>
              <a:t>installés </a:t>
            </a:r>
            <a:r>
              <a:rPr lang="fr-FR" sz="2000" dirty="0">
                <a:latin typeface="Arial Narrow" panose="020B0606020202030204" pitchFamily="34" charset="0"/>
              </a:rPr>
              <a:t>à la véranda du BCZS KABALO</a:t>
            </a:r>
            <a:endParaRPr lang="fr-CD" sz="2000" dirty="0">
              <a:latin typeface="Arial Narrow" panose="020B0606020202030204" pitchFamily="34" charset="0"/>
            </a:endParaRPr>
          </a:p>
        </p:txBody>
      </p:sp>
      <p:pic>
        <p:nvPicPr>
          <p:cNvPr id="8" name="Espace réservé du contenu 7">
            <a:extLst>
              <a:ext uri="{FF2B5EF4-FFF2-40B4-BE49-F238E27FC236}">
                <a16:creationId xmlns:a16="http://schemas.microsoft.com/office/drawing/2014/main" xmlns="" id="{410DB19B-8B54-582D-0B40-824FC630137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28650" y="1696881"/>
            <a:ext cx="3655318" cy="4351338"/>
          </a:xfrm>
        </p:spPr>
      </p:pic>
      <p:sp>
        <p:nvSpPr>
          <p:cNvPr id="4" name="Espace réservé de la date 3">
            <a:extLst>
              <a:ext uri="{FF2B5EF4-FFF2-40B4-BE49-F238E27FC236}">
                <a16:creationId xmlns:a16="http://schemas.microsoft.com/office/drawing/2014/main" xmlns="" id="{93782D8D-9881-11C8-1E47-B29A3CAEB399}"/>
              </a:ext>
            </a:extLst>
          </p:cNvPr>
          <p:cNvSpPr>
            <a:spLocks noGrp="1"/>
          </p:cNvSpPr>
          <p:nvPr>
            <p:ph type="dt" sz="half" idx="10"/>
          </p:nvPr>
        </p:nvSpPr>
        <p:spPr/>
        <p:txBody>
          <a:bodyPr/>
          <a:lstStyle/>
          <a:p>
            <a:pPr>
              <a:defRPr/>
            </a:pPr>
            <a:fld id="{F7E2CD02-8DAF-4C73-8E89-BDC2B1C6C1F5}" type="datetime1">
              <a:rPr lang="fr-FR" smtClean="0"/>
              <a:t>18/12/2025</a:t>
            </a:fld>
            <a:endParaRPr lang="fr-FR"/>
          </a:p>
        </p:txBody>
      </p:sp>
      <p:sp>
        <p:nvSpPr>
          <p:cNvPr id="5" name="Espace réservé du pied de page 4">
            <a:extLst>
              <a:ext uri="{FF2B5EF4-FFF2-40B4-BE49-F238E27FC236}">
                <a16:creationId xmlns:a16="http://schemas.microsoft.com/office/drawing/2014/main" xmlns="" id="{21DA9164-7C2F-7EE3-CDB1-16E23D74BFF1}"/>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86148697-1406-4F02-555E-2EBD70D5467C}"/>
              </a:ext>
            </a:extLst>
          </p:cNvPr>
          <p:cNvSpPr>
            <a:spLocks noGrp="1"/>
          </p:cNvSpPr>
          <p:nvPr>
            <p:ph type="sldNum" sz="quarter" idx="12"/>
          </p:nvPr>
        </p:nvSpPr>
        <p:spPr/>
        <p:txBody>
          <a:bodyPr/>
          <a:lstStyle/>
          <a:p>
            <a:fld id="{62F8AC48-0110-4E03-96A9-424428372C43}" type="slidenum">
              <a:rPr lang="fr-BE" altLang="fr-FR" smtClean="0"/>
              <a:pPr/>
              <a:t>16</a:t>
            </a:fld>
            <a:endParaRPr lang="fr-BE" altLang="fr-FR"/>
          </a:p>
        </p:txBody>
      </p:sp>
      <p:pic>
        <p:nvPicPr>
          <p:cNvPr id="10" name="Image 9">
            <a:extLst>
              <a:ext uri="{FF2B5EF4-FFF2-40B4-BE49-F238E27FC236}">
                <a16:creationId xmlns:a16="http://schemas.microsoft.com/office/drawing/2014/main" xmlns="" id="{BE9555F5-8741-256B-3CE8-E0BCA20915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1696881"/>
            <a:ext cx="3727326" cy="4351338"/>
          </a:xfrm>
          <a:prstGeom prst="rect">
            <a:avLst/>
          </a:prstGeom>
        </p:spPr>
      </p:pic>
      <p:pic>
        <p:nvPicPr>
          <p:cNvPr id="9" name="Image 4" descr="Description: Description: Description: drapeau-anim012">
            <a:extLst>
              <a:ext uri="{FF2B5EF4-FFF2-40B4-BE49-F238E27FC236}">
                <a16:creationId xmlns:a16="http://schemas.microsoft.com/office/drawing/2014/main" xmlns="" id="{AB11D16F-2418-F483-13D2-5C90D8C5B91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2400" y="962658"/>
            <a:ext cx="539552" cy="594134"/>
          </a:xfrm>
          <a:prstGeom prst="rect">
            <a:avLst/>
          </a:prstGeom>
          <a:solidFill>
            <a:srgbClr val="FFFFFF"/>
          </a:solidFill>
          <a:ln w="25400">
            <a:solidFill>
              <a:srgbClr val="FFFFFF"/>
            </a:solidFill>
            <a:miter lim="800000"/>
            <a:headEnd/>
            <a:tailEnd/>
          </a:ln>
        </p:spPr>
      </p:pic>
    </p:spTree>
    <p:extLst>
      <p:ext uri="{BB962C8B-B14F-4D97-AF65-F5344CB8AC3E}">
        <p14:creationId xmlns:p14="http://schemas.microsoft.com/office/powerpoint/2010/main" val="4088870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13D2D8-CC1C-CDCD-C3AD-A0D6DF2C7B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18671759-B3D7-B062-D377-C8809268C5D6}"/>
              </a:ext>
            </a:extLst>
          </p:cNvPr>
          <p:cNvSpPr>
            <a:spLocks noGrp="1"/>
          </p:cNvSpPr>
          <p:nvPr>
            <p:ph type="title"/>
          </p:nvPr>
        </p:nvSpPr>
        <p:spPr>
          <a:xfrm>
            <a:off x="369726" y="265626"/>
            <a:ext cx="7874682" cy="457610"/>
          </a:xfrm>
        </p:spPr>
        <p:txBody>
          <a:bodyPr>
            <a:noAutofit/>
          </a:bodyPr>
          <a:lstStyle/>
          <a:p>
            <a:pPr algn="ctr">
              <a:defRPr/>
            </a:pPr>
            <a:r>
              <a:rPr lang="fr-FR" sz="3600" u="sng" dirty="0">
                <a:latin typeface="Berlin Sans FB Demi" pitchFamily="34" charset="0"/>
              </a:rPr>
              <a:t>Activités sur la vaccination en 2025</a:t>
            </a:r>
            <a:endParaRPr lang="fr-BE" sz="4000" u="sng" dirty="0">
              <a:latin typeface="Berlin Sans FB Demi" pitchFamily="34" charset="0"/>
            </a:endParaRPr>
          </a:p>
        </p:txBody>
      </p:sp>
      <p:sp>
        <p:nvSpPr>
          <p:cNvPr id="4" name="Espace réservé de la date 3">
            <a:extLst>
              <a:ext uri="{FF2B5EF4-FFF2-40B4-BE49-F238E27FC236}">
                <a16:creationId xmlns:a16="http://schemas.microsoft.com/office/drawing/2014/main" xmlns="" id="{50631D7A-43F8-10E6-F492-2311D0A7F08B}"/>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18/12/2025</a:t>
            </a:fld>
            <a:endParaRPr lang="fr-FR" dirty="0"/>
          </a:p>
        </p:txBody>
      </p:sp>
      <p:sp>
        <p:nvSpPr>
          <p:cNvPr id="5" name="Espace réservé du pied de page 4">
            <a:extLst>
              <a:ext uri="{FF2B5EF4-FFF2-40B4-BE49-F238E27FC236}">
                <a16:creationId xmlns:a16="http://schemas.microsoft.com/office/drawing/2014/main" xmlns="" id="{9A3388B0-E8F2-2CEC-B30B-AFE420DCCFB4}"/>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xmlns="" id="{D9E515C7-9010-D4C7-D1E5-B68DC872897F}"/>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17</a:t>
            </a:fld>
            <a:endParaRPr lang="fr-BE" altLang="fr-FR" dirty="0"/>
          </a:p>
        </p:txBody>
      </p:sp>
      <p:pic>
        <p:nvPicPr>
          <p:cNvPr id="7" name="Picture 2">
            <a:extLst>
              <a:ext uri="{FF2B5EF4-FFF2-40B4-BE49-F238E27FC236}">
                <a16:creationId xmlns:a16="http://schemas.microsoft.com/office/drawing/2014/main" xmlns="" id="{2C55D6FF-660B-0337-E627-8BF5DEC7A9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xmlns="" id="{B41F567E-6662-8302-4EC4-6D97AB6BF0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0083" y="21374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xmlns="" id="{4673A4C2-B142-B749-A0FF-89E691A28A55}"/>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xmlns="" id="{1A073FD6-0F63-3AF1-7ED7-ECAC734E3CF4}"/>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xmlns="" id="{C438AB10-A796-7403-8BA5-35B024B24CAA}"/>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xmlns="" id="{2D2D4899-D9E2-9616-A3D3-5CF2AAD664F4}"/>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xmlns="" id="{C22EA44A-2319-B038-3592-2FCAB4CBE37F}"/>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xmlns="" id="{0F8D8295-D229-829A-32A0-9819AA6CC56B}"/>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xmlns="" id="{C5BDA6E6-A719-7483-2E7F-315FF60FD89B}"/>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Google Shape;165;p4">
            <a:extLst>
              <a:ext uri="{FF2B5EF4-FFF2-40B4-BE49-F238E27FC236}">
                <a16:creationId xmlns:a16="http://schemas.microsoft.com/office/drawing/2014/main" xmlns="" id="{0063C4EA-4122-3016-A181-399DD63D9F76}"/>
              </a:ext>
            </a:extLst>
          </p:cNvPr>
          <p:cNvGraphicFramePr>
            <a:graphicFrameLocks noGrp="1"/>
          </p:cNvGraphicFramePr>
          <p:nvPr>
            <p:extLst>
              <p:ext uri="{D42A27DB-BD31-4B8C-83A1-F6EECF244321}">
                <p14:modId xmlns:p14="http://schemas.microsoft.com/office/powerpoint/2010/main" val="2964094578"/>
              </p:ext>
            </p:extLst>
          </p:nvPr>
        </p:nvGraphicFramePr>
        <p:xfrm>
          <a:off x="233548" y="1207451"/>
          <a:ext cx="8676896" cy="4708656"/>
        </p:xfrm>
        <a:graphic>
          <a:graphicData uri="http://schemas.openxmlformats.org/drawingml/2006/table">
            <a:tbl>
              <a:tblPr/>
              <a:tblGrid>
                <a:gridCol w="2106204">
                  <a:extLst>
                    <a:ext uri="{9D8B030D-6E8A-4147-A177-3AD203B41FA5}">
                      <a16:colId xmlns:a16="http://schemas.microsoft.com/office/drawing/2014/main" xmlns="" val="20000"/>
                    </a:ext>
                  </a:extLst>
                </a:gridCol>
                <a:gridCol w="2160240">
                  <a:extLst>
                    <a:ext uri="{9D8B030D-6E8A-4147-A177-3AD203B41FA5}">
                      <a16:colId xmlns:a16="http://schemas.microsoft.com/office/drawing/2014/main" xmlns="" val="20001"/>
                    </a:ext>
                  </a:extLst>
                </a:gridCol>
                <a:gridCol w="4410452">
                  <a:extLst>
                    <a:ext uri="{9D8B030D-6E8A-4147-A177-3AD203B41FA5}">
                      <a16:colId xmlns:a16="http://schemas.microsoft.com/office/drawing/2014/main" xmlns="" val="20002"/>
                    </a:ext>
                  </a:extLst>
                </a:gridCol>
              </a:tblGrid>
              <a:tr h="518081">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ACTIVITES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CIBLES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IRREGULARITES PHARES COMMUNES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extLst>
                  <a:ext uri="{0D108BD9-81ED-4DB2-BD59-A6C34878D82A}">
                    <a16:rowId xmlns:a16="http://schemas.microsoft.com/office/drawing/2014/main" xmlns="" val="10000"/>
                  </a:ext>
                </a:extLst>
              </a:tr>
              <a:tr h="1351955">
                <a:tc>
                  <a:txBody>
                    <a:bodyPr/>
                    <a:lstStyle/>
                    <a:p>
                      <a:pPr marL="0" marR="0" lvl="0" indent="0" algn="just" rtl="0">
                        <a:spcBef>
                          <a:spcPts val="0"/>
                        </a:spcBef>
                        <a:spcAft>
                          <a:spcPts val="0"/>
                        </a:spcAft>
                        <a:buClr>
                          <a:schemeClr val="dk1"/>
                        </a:buClr>
                        <a:buSzPts val="1800"/>
                        <a:buFont typeface="Calibri"/>
                        <a:buNone/>
                      </a:pPr>
                      <a:r>
                        <a:rPr lang="fr-FR" sz="1600" dirty="0">
                          <a:solidFill>
                            <a:schemeClr val="tx1"/>
                          </a:solidFill>
                          <a:latin typeface="Arial Narrow" panose="020B0606020202030204" pitchFamily="34" charset="0"/>
                        </a:rPr>
                        <a:t>4.</a:t>
                      </a:r>
                      <a:r>
                        <a:rPr lang="fr-FR" sz="1600" kern="1200" dirty="0">
                          <a:solidFill>
                            <a:schemeClr val="tx1"/>
                          </a:solidFill>
                          <a:latin typeface="Arial Narrow" panose="020B0606020202030204" pitchFamily="34" charset="0"/>
                          <a:ea typeface="+mn-ea"/>
                          <a:cs typeface="+mn-cs"/>
                        </a:rPr>
                        <a:t>Mission d’IC des activités de vaccination contre la rougeole et la rubéole</a:t>
                      </a:r>
                      <a:endParaRPr sz="1600" kern="1200" dirty="0">
                        <a:solidFill>
                          <a:schemeClr val="tx1"/>
                        </a:solidFill>
                        <a:latin typeface="Arial Narrow" panose="020B0606020202030204" pitchFamily="34" charset="0"/>
                        <a:ea typeface="+mn-ea"/>
                        <a:cs typeface="+mn-cs"/>
                        <a:sym typeface="Mulish"/>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685800" rtl="0" eaLnBrk="1" fontAlgn="auto" latinLnBrk="0" hangingPunct="1">
                        <a:lnSpc>
                          <a:spcPct val="100000"/>
                        </a:lnSpc>
                        <a:spcBef>
                          <a:spcPts val="0"/>
                        </a:spcBef>
                        <a:spcAft>
                          <a:spcPts val="0"/>
                        </a:spcAft>
                        <a:buClr>
                          <a:schemeClr val="accent1">
                            <a:lumMod val="75000"/>
                          </a:schemeClr>
                        </a:buClr>
                        <a:buSzTx/>
                        <a:buFont typeface="Wingdings" panose="05000000000000000000" pitchFamily="2" charset="2"/>
                        <a:buNone/>
                        <a:tabLst/>
                        <a:defRPr/>
                      </a:pPr>
                      <a:r>
                        <a:rPr lang="fr-CD" sz="1600" dirty="0">
                          <a:solidFill>
                            <a:schemeClr val="tx1"/>
                          </a:solidFill>
                          <a:latin typeface="Arial Narrow" panose="020B0606020202030204" pitchFamily="34" charset="0"/>
                        </a:rPr>
                        <a:t>LUALABA, HAUT-KATANGA, HAUT-LOMAMI, ITURI, BAS-UELE, HAUT-UELE et TANGANYIKA (7DPS)</a:t>
                      </a: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a:spcBef>
                          <a:spcPts val="0"/>
                        </a:spcBef>
                        <a:spcAft>
                          <a:spcPts val="0"/>
                        </a:spcAft>
                        <a:buClr>
                          <a:schemeClr val="dk1"/>
                        </a:buClr>
                        <a:buSzPts val="1800"/>
                        <a:buFont typeface="Calibri"/>
                        <a:buNone/>
                      </a:pPr>
                      <a:endParaRPr lang="en-US" sz="1600" kern="1200" dirty="0">
                        <a:solidFill>
                          <a:schemeClr val="tx1"/>
                        </a:solidFill>
                        <a:latin typeface="Arial Narrow" panose="020B0606020202030204" pitchFamily="34" charset="0"/>
                        <a:ea typeface="+mn-ea"/>
                        <a:cs typeface="+mn-cs"/>
                        <a:sym typeface="Mulish"/>
                      </a:endParaRPr>
                    </a:p>
                    <a:p>
                      <a:pPr marL="0" marR="0" lvl="0" indent="0" algn="l" rtl="0">
                        <a:spcBef>
                          <a:spcPts val="0"/>
                        </a:spcBef>
                        <a:spcAft>
                          <a:spcPts val="0"/>
                        </a:spcAft>
                        <a:buClr>
                          <a:schemeClr val="dk1"/>
                        </a:buClr>
                        <a:buSzPts val="1800"/>
                        <a:buFont typeface="Calibri"/>
                        <a:buNone/>
                      </a:pPr>
                      <a:endParaRPr lang="en-US" sz="1600" kern="1200" dirty="0">
                        <a:solidFill>
                          <a:schemeClr val="tx1"/>
                        </a:solidFill>
                        <a:latin typeface="Arial Narrow" panose="020B0606020202030204" pitchFamily="34" charset="0"/>
                        <a:ea typeface="+mn-ea"/>
                        <a:cs typeface="+mn-cs"/>
                        <a:sym typeface="Mulish"/>
                      </a:endParaRPr>
                    </a:p>
                    <a:p>
                      <a:pPr marL="0" marR="0" lvl="0" indent="0" algn="ctr" rtl="0">
                        <a:spcBef>
                          <a:spcPts val="0"/>
                        </a:spcBef>
                        <a:spcAft>
                          <a:spcPts val="0"/>
                        </a:spcAft>
                        <a:buClr>
                          <a:schemeClr val="dk1"/>
                        </a:buClr>
                        <a:buSzPts val="1800"/>
                        <a:buFont typeface="Calibri"/>
                        <a:buNone/>
                      </a:pPr>
                      <a:r>
                        <a:rPr lang="en-US" sz="1600" kern="1200" dirty="0">
                          <a:solidFill>
                            <a:schemeClr val="tx1"/>
                          </a:solidFill>
                          <a:latin typeface="Arial Narrow" panose="020B0606020202030204" pitchFamily="34" charset="0"/>
                          <a:ea typeface="+mn-ea"/>
                          <a:cs typeface="+mn-cs"/>
                          <a:sym typeface="Mulish"/>
                        </a:rPr>
                        <a:t>Mission en </a:t>
                      </a:r>
                      <a:r>
                        <a:rPr lang="en-US" sz="1600" kern="1200" dirty="0" err="1">
                          <a:solidFill>
                            <a:schemeClr val="tx1"/>
                          </a:solidFill>
                          <a:latin typeface="Arial Narrow" panose="020B0606020202030204" pitchFamily="34" charset="0"/>
                          <a:ea typeface="+mn-ea"/>
                          <a:cs typeface="+mn-cs"/>
                          <a:sym typeface="Mulish"/>
                        </a:rPr>
                        <a:t>cours</a:t>
                      </a:r>
                      <a:endParaRPr sz="1600" kern="1200" dirty="0">
                        <a:solidFill>
                          <a:schemeClr val="tx1"/>
                        </a:solidFill>
                        <a:latin typeface="Arial Narrow" panose="020B0606020202030204" pitchFamily="34" charset="0"/>
                        <a:ea typeface="+mn-ea"/>
                        <a:cs typeface="+mn-cs"/>
                        <a:sym typeface="Mulish"/>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351955">
                <a:tc>
                  <a:txBody>
                    <a:bodyPr/>
                    <a:lstStyle/>
                    <a:p>
                      <a:r>
                        <a:rPr lang="fr-FR" sz="1600" kern="1200" dirty="0">
                          <a:solidFill>
                            <a:schemeClr val="tx1"/>
                          </a:solidFill>
                          <a:latin typeface="Arial Narrow" panose="020B0606020202030204" pitchFamily="34" charset="0"/>
                          <a:ea typeface="+mn-ea"/>
                          <a:cs typeface="+mn-cs"/>
                        </a:rPr>
                        <a:t>5. Mission de recouvrement des pièces</a:t>
                      </a:r>
                    </a:p>
                    <a:p>
                      <a:r>
                        <a:rPr lang="fr-FR" sz="1600" kern="1200" dirty="0">
                          <a:solidFill>
                            <a:schemeClr val="tx1"/>
                          </a:solidFill>
                          <a:latin typeface="Arial Narrow" panose="020B0606020202030204" pitchFamily="34" charset="0"/>
                          <a:ea typeface="+mn-ea"/>
                          <a:cs typeface="+mn-cs"/>
                        </a:rPr>
                        <a:t>justificatives </a:t>
                      </a:r>
                      <a:r>
                        <a:rPr lang="fr-FR" sz="1600" kern="1200" dirty="0" err="1">
                          <a:solidFill>
                            <a:schemeClr val="tx1"/>
                          </a:solidFill>
                          <a:latin typeface="Arial Narrow" panose="020B0606020202030204" pitchFamily="34" charset="0"/>
                          <a:ea typeface="+mn-ea"/>
                          <a:cs typeface="+mn-cs"/>
                        </a:rPr>
                        <a:t>agées_GAVI</a:t>
                      </a:r>
                      <a:r>
                        <a:rPr lang="fr-FR" sz="1600" kern="1200" dirty="0">
                          <a:solidFill>
                            <a:schemeClr val="tx1"/>
                          </a:solidFill>
                          <a:latin typeface="Arial Narrow" panose="020B0606020202030204" pitchFamily="34" charset="0"/>
                          <a:ea typeface="+mn-ea"/>
                          <a:cs typeface="+mn-cs"/>
                        </a:rPr>
                        <a:t> 2023-2024 auprès des entités de mise en œuvre du Ministère de la Santé Publique, Hygiène. et  Prévoyance Sociale</a:t>
                      </a:r>
                      <a:endParaRPr sz="1600" kern="1200" dirty="0">
                        <a:solidFill>
                          <a:schemeClr val="tx1"/>
                        </a:solidFill>
                        <a:latin typeface="Arial Narrow" panose="020B0606020202030204" pitchFamily="34" charset="0"/>
                        <a:ea typeface="+mn-ea"/>
                        <a:cs typeface="+mn-cs"/>
                        <a:sym typeface="Mulish"/>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indent="0" fontAlgn="auto">
                        <a:spcAft>
                          <a:spcPts val="0"/>
                        </a:spcAft>
                        <a:buClr>
                          <a:schemeClr val="accent1">
                            <a:lumMod val="75000"/>
                          </a:schemeClr>
                        </a:buClr>
                        <a:buFont typeface="Wingdings" panose="05000000000000000000" pitchFamily="2" charset="2"/>
                        <a:buNone/>
                        <a:defRPr/>
                      </a:pPr>
                      <a:r>
                        <a:rPr lang="fr-CD" sz="1600" dirty="0">
                          <a:solidFill>
                            <a:schemeClr val="tx1"/>
                          </a:solidFill>
                          <a:latin typeface="Arial Narrow" panose="020B0606020202030204" pitchFamily="34" charset="0"/>
                        </a:rPr>
                        <a:t>19 DPS et 6 Services du niveau Central</a:t>
                      </a: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rPr>
                        <a:t>Pièces justificatives incomplètes (absence des états de besoin, TDR, OM, ,rapports de mission de maintenance (Cas de la maintenance de la chaine de froid)</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rPr>
                        <a:t>Paiement sans preuve de participation aux réunions (CPC)</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FR" sz="2000" b="0" i="0" u="none" strike="noStrike" kern="1200" cap="none" normalizeH="0" baseline="0" dirty="0">
                          <a:ln>
                            <a:noFill/>
                          </a:ln>
                          <a:solidFill>
                            <a:schemeClr val="tx1"/>
                          </a:solidFill>
                          <a:effectLst/>
                          <a:latin typeface="Arial Narrow" panose="020B0606020202030204" pitchFamily="34" charset="0"/>
                          <a:ea typeface="Cambria" panose="02040503050406030204" pitchFamily="18" charset="0"/>
                          <a:cs typeface="Calibri" panose="020F0502020204030204" pitchFamily="34" charset="0"/>
                        </a:rPr>
                        <a:t>Non-respect de la fiche technique sur la répartition des fonds des activités (Cas de la collation du personnel PEV)</a:t>
                      </a: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112950945"/>
                  </a:ext>
                </a:extLst>
              </a:tr>
            </a:tbl>
          </a:graphicData>
        </a:graphic>
      </p:graphicFrame>
    </p:spTree>
    <p:extLst>
      <p:ext uri="{BB962C8B-B14F-4D97-AF65-F5344CB8AC3E}">
        <p14:creationId xmlns:p14="http://schemas.microsoft.com/office/powerpoint/2010/main" val="26665961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925DD2FB-BDE2-9E42-139D-F4D22E033605}"/>
              </a:ext>
            </a:extLst>
          </p:cNvPr>
          <p:cNvSpPr>
            <a:spLocks noGrp="1"/>
          </p:cNvSpPr>
          <p:nvPr>
            <p:ph type="title"/>
          </p:nvPr>
        </p:nvSpPr>
        <p:spPr>
          <a:xfrm>
            <a:off x="628650" y="365127"/>
            <a:ext cx="6463630" cy="687610"/>
          </a:xfrm>
        </p:spPr>
        <p:txBody>
          <a:bodyPr>
            <a:normAutofit/>
          </a:bodyPr>
          <a:lstStyle/>
          <a:p>
            <a:pPr algn="ctr"/>
            <a:endParaRPr lang="fr-FR" sz="3600" u="sng" dirty="0">
              <a:latin typeface="Arial Narrow" panose="020B0606020202030204" pitchFamily="34" charset="0"/>
            </a:endParaRPr>
          </a:p>
        </p:txBody>
      </p:sp>
      <p:sp>
        <p:nvSpPr>
          <p:cNvPr id="3" name="Espace réservé du contenu 2">
            <a:extLst>
              <a:ext uri="{FF2B5EF4-FFF2-40B4-BE49-F238E27FC236}">
                <a16:creationId xmlns:a16="http://schemas.microsoft.com/office/drawing/2014/main" xmlns="" id="{E939EC1A-CFBA-49E0-0C62-CDDAF9BBAE4B}"/>
              </a:ext>
            </a:extLst>
          </p:cNvPr>
          <p:cNvSpPr>
            <a:spLocks noGrp="1"/>
          </p:cNvSpPr>
          <p:nvPr>
            <p:ph idx="1"/>
          </p:nvPr>
        </p:nvSpPr>
        <p:spPr>
          <a:xfrm>
            <a:off x="628650" y="1196752"/>
            <a:ext cx="7886700" cy="4980211"/>
          </a:xfrm>
        </p:spPr>
        <p:txBody>
          <a:bodyPr>
            <a:normAutofit fontScale="32500" lnSpcReduction="20000"/>
          </a:bodyPr>
          <a:lstStyle/>
          <a:p>
            <a:pPr marL="427038" indent="-342900" algn="just"/>
            <a:endParaRPr lang="fr-FR" sz="2700" dirty="0"/>
          </a:p>
          <a:p>
            <a:pPr marL="427038" indent="-342900" algn="just"/>
            <a:r>
              <a:rPr lang="fr-FR" sz="9800" dirty="0">
                <a:latin typeface="Arial Narrow" panose="020B0606020202030204" pitchFamily="34" charset="0"/>
              </a:rPr>
              <a:t>La mission de  la fonctionnalité a montré que : </a:t>
            </a:r>
          </a:p>
          <a:p>
            <a:pPr marL="769938" lvl="2" indent="-342900" algn="just"/>
            <a:r>
              <a:rPr lang="fr-FR" sz="9800" dirty="0">
                <a:latin typeface="Arial Narrow" panose="020B0606020202030204" pitchFamily="34" charset="0"/>
              </a:rPr>
              <a:t>La fonctionnalité des différentes structures est globalement insuffisante et inadéquate. </a:t>
            </a:r>
          </a:p>
          <a:p>
            <a:pPr marL="769938" lvl="2" indent="-342900" algn="just"/>
            <a:r>
              <a:rPr lang="fr-FR" sz="9800" dirty="0">
                <a:latin typeface="Arial Narrow" panose="020B0606020202030204" pitchFamily="34" charset="0"/>
              </a:rPr>
              <a:t>Des incohérence entre les données collectées par les missionnaires, enregistrés et encodées ; Cette discordance met en doute la fiabilité des données rapportées</a:t>
            </a:r>
          </a:p>
          <a:p>
            <a:pPr marL="444500" indent="-360363" algn="just"/>
            <a:r>
              <a:rPr lang="fr-FR" sz="9800" dirty="0">
                <a:latin typeface="Arial Narrow" panose="020B0606020202030204" pitchFamily="34" charset="0"/>
              </a:rPr>
              <a:t>Pour la campagne contre la fièvre jaune : </a:t>
            </a:r>
          </a:p>
          <a:p>
            <a:pPr marL="769938" lvl="2" indent="-342900" algn="just"/>
            <a:r>
              <a:rPr lang="fr-FR" sz="9800" dirty="0">
                <a:latin typeface="Arial Narrow" panose="020B0606020202030204" pitchFamily="34" charset="0"/>
              </a:rPr>
              <a:t>Activité étant préfinancé, le taux de satisfaction en vaccins étant faible donc l’objectif de la campagne </a:t>
            </a:r>
            <a:r>
              <a:rPr lang="fr-FR" sz="9800" dirty="0" err="1">
                <a:latin typeface="Arial Narrow" panose="020B0606020202030204" pitchFamily="34" charset="0"/>
              </a:rPr>
              <a:t>risua</a:t>
            </a:r>
            <a:r>
              <a:rPr lang="fr-FR" sz="9800" dirty="0">
                <a:latin typeface="Arial Narrow" panose="020B0606020202030204" pitchFamily="34" charset="0"/>
              </a:rPr>
              <a:t> de ne pas être atteint en rapport avec la couverture vaccinale</a:t>
            </a:r>
          </a:p>
          <a:p>
            <a:endParaRPr lang="fr-FR" dirty="0"/>
          </a:p>
        </p:txBody>
      </p:sp>
      <p:sp>
        <p:nvSpPr>
          <p:cNvPr id="4" name="Espace réservé de la date 3">
            <a:extLst>
              <a:ext uri="{FF2B5EF4-FFF2-40B4-BE49-F238E27FC236}">
                <a16:creationId xmlns:a16="http://schemas.microsoft.com/office/drawing/2014/main" xmlns="" id="{BA9BDABF-5239-4645-28A1-FEE51C2FC34B}"/>
              </a:ext>
            </a:extLst>
          </p:cNvPr>
          <p:cNvSpPr>
            <a:spLocks noGrp="1"/>
          </p:cNvSpPr>
          <p:nvPr>
            <p:ph type="dt" sz="half" idx="10"/>
          </p:nvPr>
        </p:nvSpPr>
        <p:spPr/>
        <p:txBody>
          <a:bodyPr/>
          <a:lstStyle/>
          <a:p>
            <a:pPr>
              <a:defRPr/>
            </a:pPr>
            <a:fld id="{F7E2CD02-8DAF-4C73-8E89-BDC2B1C6C1F5}" type="datetime1">
              <a:rPr lang="fr-FR" smtClean="0"/>
              <a:t>18/12/2025</a:t>
            </a:fld>
            <a:endParaRPr lang="fr-FR"/>
          </a:p>
        </p:txBody>
      </p:sp>
      <p:sp>
        <p:nvSpPr>
          <p:cNvPr id="5" name="Espace réservé du pied de page 4">
            <a:extLst>
              <a:ext uri="{FF2B5EF4-FFF2-40B4-BE49-F238E27FC236}">
                <a16:creationId xmlns:a16="http://schemas.microsoft.com/office/drawing/2014/main" xmlns="" id="{30877B10-9459-D2F9-0C2D-567030CD5222}"/>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00DF1691-5558-D6BD-0A26-1BBB23E657FC}"/>
              </a:ext>
            </a:extLst>
          </p:cNvPr>
          <p:cNvSpPr>
            <a:spLocks noGrp="1"/>
          </p:cNvSpPr>
          <p:nvPr>
            <p:ph type="sldNum" sz="quarter" idx="12"/>
          </p:nvPr>
        </p:nvSpPr>
        <p:spPr/>
        <p:txBody>
          <a:bodyPr/>
          <a:lstStyle/>
          <a:p>
            <a:fld id="{62F8AC48-0110-4E03-96A9-424428372C43}" type="slidenum">
              <a:rPr lang="fr-BE" altLang="fr-FR" smtClean="0"/>
              <a:pPr/>
              <a:t>18</a:t>
            </a:fld>
            <a:endParaRPr lang="fr-BE" altLang="fr-FR"/>
          </a:p>
        </p:txBody>
      </p:sp>
      <p:pic>
        <p:nvPicPr>
          <p:cNvPr id="7" name="Image 4" descr="Description: Description: Description: drapeau-anim012">
            <a:extLst>
              <a:ext uri="{FF2B5EF4-FFF2-40B4-BE49-F238E27FC236}">
                <a16:creationId xmlns:a16="http://schemas.microsoft.com/office/drawing/2014/main" xmlns="" id="{BF616288-C06B-78AD-F67B-469378E9E7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75798" y="264866"/>
            <a:ext cx="539552" cy="594134"/>
          </a:xfrm>
          <a:prstGeom prst="rect">
            <a:avLst/>
          </a:prstGeom>
          <a:solidFill>
            <a:srgbClr val="FFFFFF"/>
          </a:solidFill>
          <a:ln w="25400">
            <a:solidFill>
              <a:srgbClr val="FFFFFF"/>
            </a:solidFill>
            <a:miter lim="800000"/>
            <a:headEnd/>
            <a:tailEnd/>
          </a:ln>
        </p:spPr>
      </p:pic>
      <p:sp>
        <p:nvSpPr>
          <p:cNvPr id="10" name="Text 16"/>
          <p:cNvSpPr/>
          <p:nvPr/>
        </p:nvSpPr>
        <p:spPr>
          <a:xfrm>
            <a:off x="2350752" y="452863"/>
            <a:ext cx="3877432" cy="472679"/>
          </a:xfrm>
          <a:prstGeom prst="rect">
            <a:avLst/>
          </a:prstGeom>
          <a:ln/>
        </p:spPr>
        <p:style>
          <a:lnRef idx="1">
            <a:schemeClr val="accent6"/>
          </a:lnRef>
          <a:fillRef idx="2">
            <a:schemeClr val="accent6"/>
          </a:fillRef>
          <a:effectRef idx="1">
            <a:schemeClr val="accent6"/>
          </a:effectRef>
          <a:fontRef idx="minor">
            <a:schemeClr val="dk1"/>
          </a:fontRef>
        </p:style>
        <p:txBody>
          <a:bodyPr lIns="0" tIns="0" rIns="0" bIns="0"/>
          <a:lstStyle/>
          <a:p>
            <a:pPr>
              <a:lnSpc>
                <a:spcPts val="1339"/>
              </a:lnSpc>
              <a:defRPr/>
            </a:pPr>
            <a:endParaRPr lang="en-US" sz="1400" b="1" dirty="0" smtClean="0">
              <a:solidFill>
                <a:schemeClr val="tx1"/>
              </a:solidFill>
              <a:latin typeface="Times New Roman" pitchFamily="18" charset="0"/>
              <a:ea typeface="Martel Sans Light" pitchFamily="34" charset="-122"/>
              <a:cs typeface="Times New Roman" pitchFamily="18" charset="0"/>
            </a:endParaRPr>
          </a:p>
          <a:p>
            <a:pPr>
              <a:lnSpc>
                <a:spcPts val="1339"/>
              </a:lnSpc>
              <a:defRPr/>
            </a:pPr>
            <a:r>
              <a:rPr lang="en-US" sz="3600" b="1" dirty="0" smtClean="0">
                <a:solidFill>
                  <a:schemeClr val="tx1"/>
                </a:solidFill>
                <a:latin typeface="Times New Roman" pitchFamily="18" charset="0"/>
                <a:ea typeface="Martel Sans Light" pitchFamily="34" charset="-122"/>
                <a:cs typeface="Times New Roman" pitchFamily="18" charset="0"/>
              </a:rPr>
              <a:t>CONCLUSION</a:t>
            </a:r>
            <a:r>
              <a:rPr lang="en-US" sz="3200" b="1" dirty="0" smtClean="0">
                <a:solidFill>
                  <a:schemeClr val="tx1"/>
                </a:solidFill>
                <a:latin typeface="Times New Roman" pitchFamily="18" charset="0"/>
                <a:ea typeface="Martel Sans Light" pitchFamily="34" charset="-122"/>
                <a:cs typeface="Times New Roman" pitchFamily="18" charset="0"/>
              </a:rPr>
              <a:t>. </a:t>
            </a:r>
            <a:endParaRPr lang="en-US" sz="3200" b="1" dirty="0"/>
          </a:p>
        </p:txBody>
      </p:sp>
      <p:sp>
        <p:nvSpPr>
          <p:cNvPr id="11" name="Ellipse 29"/>
          <p:cNvSpPr/>
          <p:nvPr/>
        </p:nvSpPr>
        <p:spPr>
          <a:xfrm>
            <a:off x="1490608" y="365127"/>
            <a:ext cx="542980" cy="687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smtClean="0"/>
              <a:t>3</a:t>
            </a:r>
            <a:endParaRPr lang="fr-FR" dirty="0"/>
          </a:p>
        </p:txBody>
      </p:sp>
    </p:spTree>
    <p:extLst>
      <p:ext uri="{BB962C8B-B14F-4D97-AF65-F5344CB8AC3E}">
        <p14:creationId xmlns:p14="http://schemas.microsoft.com/office/powerpoint/2010/main" val="9683710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21514E-26A0-C6C9-674C-B08FA87AF4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2CFDB1E5-ED86-708A-C577-5824282E95BC}"/>
              </a:ext>
            </a:extLst>
          </p:cNvPr>
          <p:cNvSpPr>
            <a:spLocks noGrp="1"/>
          </p:cNvSpPr>
          <p:nvPr>
            <p:ph type="title"/>
          </p:nvPr>
        </p:nvSpPr>
        <p:spPr>
          <a:xfrm>
            <a:off x="628650" y="365127"/>
            <a:ext cx="6463630" cy="687610"/>
          </a:xfrm>
        </p:spPr>
        <p:txBody>
          <a:bodyPr/>
          <a:lstStyle/>
          <a:p>
            <a:pPr algn="ctr"/>
            <a:r>
              <a:rPr lang="fr-CD" sz="3200" b="1" u="sng" dirty="0" smtClean="0">
                <a:latin typeface="Berlin Sans FB Demi" pitchFamily="34" charset="0"/>
              </a:rPr>
              <a:t>CONCLUSION</a:t>
            </a:r>
            <a:endParaRPr lang="fr-FR" b="1" u="sng" dirty="0"/>
          </a:p>
        </p:txBody>
      </p:sp>
      <p:sp>
        <p:nvSpPr>
          <p:cNvPr id="3" name="Espace réservé du contenu 2">
            <a:extLst>
              <a:ext uri="{FF2B5EF4-FFF2-40B4-BE49-F238E27FC236}">
                <a16:creationId xmlns:a16="http://schemas.microsoft.com/office/drawing/2014/main" xmlns="" id="{959D0D58-32EF-ADD1-15F2-2A79826B5CC7}"/>
              </a:ext>
            </a:extLst>
          </p:cNvPr>
          <p:cNvSpPr>
            <a:spLocks noGrp="1"/>
          </p:cNvSpPr>
          <p:nvPr>
            <p:ph idx="1"/>
          </p:nvPr>
        </p:nvSpPr>
        <p:spPr>
          <a:xfrm>
            <a:off x="628650" y="1196752"/>
            <a:ext cx="7886700" cy="4980211"/>
          </a:xfrm>
        </p:spPr>
        <p:txBody>
          <a:bodyPr>
            <a:normAutofit fontScale="85000" lnSpcReduction="20000"/>
          </a:bodyPr>
          <a:lstStyle/>
          <a:p>
            <a:endParaRPr lang="fr-FR" sz="2700" dirty="0"/>
          </a:p>
          <a:p>
            <a:pPr algn="just"/>
            <a:r>
              <a:rPr lang="fr-FR" sz="3600" dirty="0">
                <a:latin typeface="Arial Narrow" panose="020B0606020202030204" pitchFamily="34" charset="0"/>
              </a:rPr>
              <a:t>Au niveau du HUB KINKOLE les faiblesses constatées ne garantissent pas la bonne gestion des vaccins, autres intrants, carburants et les immobilisions : </a:t>
            </a:r>
            <a:endParaRPr lang="fr-CD" sz="3600" dirty="0">
              <a:latin typeface="Arial Narrow" panose="020B0606020202030204" pitchFamily="34" charset="0"/>
            </a:endParaRPr>
          </a:p>
          <a:p>
            <a:pPr marL="1255713" lvl="1" indent="-358775">
              <a:buFont typeface="+mj-lt"/>
              <a:buAutoNum type="alphaLcParenR"/>
            </a:pPr>
            <a:r>
              <a:rPr lang="fr-FR" sz="3600" dirty="0">
                <a:latin typeface="Arial Narrow" panose="020B0606020202030204" pitchFamily="34" charset="0"/>
              </a:rPr>
              <a:t>Mauvaise tenue des outils de gestion ;</a:t>
            </a:r>
            <a:endParaRPr lang="fr-CD" sz="3600" dirty="0">
              <a:latin typeface="Arial Narrow" panose="020B0606020202030204" pitchFamily="34" charset="0"/>
            </a:endParaRPr>
          </a:p>
          <a:p>
            <a:pPr marL="1255713" lvl="1" indent="-358775">
              <a:buFont typeface="+mj-lt"/>
              <a:buAutoNum type="alphaLcParenR"/>
            </a:pPr>
            <a:r>
              <a:rPr lang="fr-FR" sz="3600" dirty="0">
                <a:latin typeface="Arial Narrow" panose="020B0606020202030204" pitchFamily="34" charset="0"/>
              </a:rPr>
              <a:t>Des incohérences entre des expéditions et les quantités reçues dans les antennes ;</a:t>
            </a:r>
            <a:endParaRPr lang="fr-CD" sz="3600" dirty="0">
              <a:latin typeface="Arial Narrow" panose="020B0606020202030204" pitchFamily="34" charset="0"/>
            </a:endParaRPr>
          </a:p>
          <a:p>
            <a:pPr marL="1255713" lvl="1" indent="-358775">
              <a:buFont typeface="+mj-lt"/>
              <a:buAutoNum type="alphaLcParenR"/>
            </a:pPr>
            <a:r>
              <a:rPr lang="fr-FR" sz="3600" dirty="0">
                <a:latin typeface="Arial Narrow" panose="020B0606020202030204" pitchFamily="34" charset="0"/>
              </a:rPr>
              <a:t>Des incohérences et écarts non justifiées dans la gestion du carburant ;</a:t>
            </a:r>
            <a:endParaRPr lang="fr-CD" sz="3600" dirty="0">
              <a:latin typeface="Arial Narrow" panose="020B0606020202030204" pitchFamily="34" charset="0"/>
            </a:endParaRPr>
          </a:p>
          <a:p>
            <a:pPr marL="1255713" lvl="1" indent="-358775">
              <a:buFont typeface="+mj-lt"/>
              <a:buAutoNum type="alphaLcParenR"/>
            </a:pPr>
            <a:r>
              <a:rPr lang="fr-FR" sz="3600" dirty="0">
                <a:latin typeface="Arial Narrow" panose="020B0606020202030204" pitchFamily="34" charset="0"/>
              </a:rPr>
              <a:t>La non réalisation des inventaires des intrants sec, matériels de la chaine froide et les immobilisations.</a:t>
            </a:r>
          </a:p>
          <a:p>
            <a:endParaRPr lang="fr-FR" dirty="0"/>
          </a:p>
        </p:txBody>
      </p:sp>
      <p:sp>
        <p:nvSpPr>
          <p:cNvPr id="4" name="Espace réservé de la date 3">
            <a:extLst>
              <a:ext uri="{FF2B5EF4-FFF2-40B4-BE49-F238E27FC236}">
                <a16:creationId xmlns:a16="http://schemas.microsoft.com/office/drawing/2014/main" xmlns="" id="{E8A5F6EB-B9C0-BAB4-BAF7-BCCB527B227F}"/>
              </a:ext>
            </a:extLst>
          </p:cNvPr>
          <p:cNvSpPr>
            <a:spLocks noGrp="1"/>
          </p:cNvSpPr>
          <p:nvPr>
            <p:ph type="dt" sz="half" idx="10"/>
          </p:nvPr>
        </p:nvSpPr>
        <p:spPr/>
        <p:txBody>
          <a:bodyPr/>
          <a:lstStyle/>
          <a:p>
            <a:pPr>
              <a:defRPr/>
            </a:pPr>
            <a:fld id="{F7E2CD02-8DAF-4C73-8E89-BDC2B1C6C1F5}" type="datetime1">
              <a:rPr lang="fr-FR" smtClean="0"/>
              <a:t>18/12/2025</a:t>
            </a:fld>
            <a:endParaRPr lang="fr-FR"/>
          </a:p>
        </p:txBody>
      </p:sp>
      <p:sp>
        <p:nvSpPr>
          <p:cNvPr id="5" name="Espace réservé du pied de page 4">
            <a:extLst>
              <a:ext uri="{FF2B5EF4-FFF2-40B4-BE49-F238E27FC236}">
                <a16:creationId xmlns:a16="http://schemas.microsoft.com/office/drawing/2014/main" xmlns="" id="{695CB903-1395-1B25-1BB4-D3DE09C91AD5}"/>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xmlns="" id="{44ACB4C9-E0D8-E33B-86F8-496B8BF4BD62}"/>
              </a:ext>
            </a:extLst>
          </p:cNvPr>
          <p:cNvSpPr>
            <a:spLocks noGrp="1"/>
          </p:cNvSpPr>
          <p:nvPr>
            <p:ph type="sldNum" sz="quarter" idx="12"/>
          </p:nvPr>
        </p:nvSpPr>
        <p:spPr/>
        <p:txBody>
          <a:bodyPr/>
          <a:lstStyle/>
          <a:p>
            <a:fld id="{62F8AC48-0110-4E03-96A9-424428372C43}" type="slidenum">
              <a:rPr lang="fr-BE" altLang="fr-FR" smtClean="0"/>
              <a:pPr/>
              <a:t>19</a:t>
            </a:fld>
            <a:endParaRPr lang="fr-BE" altLang="fr-FR"/>
          </a:p>
        </p:txBody>
      </p:sp>
      <p:pic>
        <p:nvPicPr>
          <p:cNvPr id="7" name="Image 4" descr="Description: Description: Description: drapeau-anim012">
            <a:extLst>
              <a:ext uri="{FF2B5EF4-FFF2-40B4-BE49-F238E27FC236}">
                <a16:creationId xmlns:a16="http://schemas.microsoft.com/office/drawing/2014/main" xmlns="" id="{658BCA36-9567-9DBA-E752-C1FAD0FAB1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75798" y="264866"/>
            <a:ext cx="539552" cy="594134"/>
          </a:xfrm>
          <a:prstGeom prst="rect">
            <a:avLst/>
          </a:prstGeom>
          <a:solidFill>
            <a:srgbClr val="FFFFFF"/>
          </a:solidFill>
          <a:ln w="25400">
            <a:solidFill>
              <a:srgbClr val="FFFFFF"/>
            </a:solidFill>
            <a:miter lim="800000"/>
            <a:headEnd/>
            <a:tailEnd/>
          </a:ln>
        </p:spPr>
      </p:pic>
      <p:sp>
        <p:nvSpPr>
          <p:cNvPr id="8" name="Text 16"/>
          <p:cNvSpPr/>
          <p:nvPr/>
        </p:nvSpPr>
        <p:spPr>
          <a:xfrm>
            <a:off x="2350752" y="452863"/>
            <a:ext cx="3877432" cy="472679"/>
          </a:xfrm>
          <a:prstGeom prst="rect">
            <a:avLst/>
          </a:prstGeom>
          <a:ln/>
        </p:spPr>
        <p:style>
          <a:lnRef idx="1">
            <a:schemeClr val="accent6"/>
          </a:lnRef>
          <a:fillRef idx="2">
            <a:schemeClr val="accent6"/>
          </a:fillRef>
          <a:effectRef idx="1">
            <a:schemeClr val="accent6"/>
          </a:effectRef>
          <a:fontRef idx="minor">
            <a:schemeClr val="dk1"/>
          </a:fontRef>
        </p:style>
        <p:txBody>
          <a:bodyPr lIns="0" tIns="0" rIns="0" bIns="0"/>
          <a:lstStyle/>
          <a:p>
            <a:pPr>
              <a:lnSpc>
                <a:spcPts val="1339"/>
              </a:lnSpc>
              <a:defRPr/>
            </a:pPr>
            <a:endParaRPr lang="en-US" sz="1400" b="1" dirty="0" smtClean="0">
              <a:solidFill>
                <a:schemeClr val="tx1"/>
              </a:solidFill>
              <a:latin typeface="Times New Roman" pitchFamily="18" charset="0"/>
              <a:ea typeface="Martel Sans Light" pitchFamily="34" charset="-122"/>
              <a:cs typeface="Times New Roman" pitchFamily="18" charset="0"/>
            </a:endParaRPr>
          </a:p>
          <a:p>
            <a:pPr>
              <a:lnSpc>
                <a:spcPts val="1339"/>
              </a:lnSpc>
              <a:defRPr/>
            </a:pPr>
            <a:r>
              <a:rPr lang="en-US" sz="3600" b="1" dirty="0" smtClean="0">
                <a:solidFill>
                  <a:schemeClr val="tx1"/>
                </a:solidFill>
                <a:latin typeface="Times New Roman" pitchFamily="18" charset="0"/>
                <a:ea typeface="Martel Sans Light" pitchFamily="34" charset="-122"/>
                <a:cs typeface="Times New Roman" pitchFamily="18" charset="0"/>
              </a:rPr>
              <a:t>CONCLUSION</a:t>
            </a:r>
            <a:r>
              <a:rPr lang="en-US" sz="3200" b="1" dirty="0" smtClean="0">
                <a:solidFill>
                  <a:schemeClr val="tx1"/>
                </a:solidFill>
                <a:latin typeface="Times New Roman" pitchFamily="18" charset="0"/>
                <a:ea typeface="Martel Sans Light" pitchFamily="34" charset="-122"/>
                <a:cs typeface="Times New Roman" pitchFamily="18" charset="0"/>
              </a:rPr>
              <a:t>. </a:t>
            </a:r>
            <a:endParaRPr lang="en-US" sz="3200" b="1" dirty="0"/>
          </a:p>
        </p:txBody>
      </p:sp>
      <p:sp>
        <p:nvSpPr>
          <p:cNvPr id="9" name="Ellipse 29"/>
          <p:cNvSpPr/>
          <p:nvPr/>
        </p:nvSpPr>
        <p:spPr>
          <a:xfrm>
            <a:off x="1490608" y="365127"/>
            <a:ext cx="542980" cy="687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smtClean="0"/>
              <a:t>3</a:t>
            </a:r>
            <a:endParaRPr lang="fr-FR" dirty="0"/>
          </a:p>
        </p:txBody>
      </p:sp>
    </p:spTree>
    <p:extLst>
      <p:ext uri="{BB962C8B-B14F-4D97-AF65-F5344CB8AC3E}">
        <p14:creationId xmlns:p14="http://schemas.microsoft.com/office/powerpoint/2010/main" val="21722137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txBox="1">
            <a:spLocks noGrp="1"/>
          </p:cNvSpPr>
          <p:nvPr>
            <p:ph type="title"/>
          </p:nvPr>
        </p:nvSpPr>
        <p:spPr>
          <a:xfrm>
            <a:off x="311944" y="1302544"/>
            <a:ext cx="8520113" cy="572691"/>
          </a:xfrm>
        </p:spPr>
        <p:txBody>
          <a:bodyPr>
            <a:normAutofit fontScale="90000"/>
          </a:bodyPr>
          <a:lstStyle/>
          <a:p>
            <a:pPr>
              <a:spcBef>
                <a:spcPct val="0"/>
              </a:spcBef>
              <a:spcAft>
                <a:spcPct val="0"/>
              </a:spcAft>
              <a:buClr>
                <a:srgbClr val="000000"/>
              </a:buClr>
              <a:buFont typeface="Calibri" panose="020F0502020204030204" pitchFamily="34" charset="0"/>
              <a:buNone/>
            </a:pPr>
            <a:r>
              <a:rPr lang="fr-FR" smtClean="0">
                <a:latin typeface="Arial" panose="020B0604020202020204" pitchFamily="34" charset="0"/>
                <a:cs typeface="Arial" panose="020B0604020202020204" pitchFamily="34" charset="0"/>
              </a:rPr>
              <a:t>     </a:t>
            </a:r>
            <a:endParaRPr lang="en-GB" smtClean="0">
              <a:latin typeface="Arial" panose="020B0604020202020204" pitchFamily="34" charset="0"/>
              <a:cs typeface="Arial" panose="020B0604020202020204" pitchFamily="34" charset="0"/>
            </a:endParaRPr>
          </a:p>
        </p:txBody>
      </p:sp>
      <p:pic>
        <p:nvPicPr>
          <p:cNvPr id="19459" name="Picture 1" descr="Description: C:\Users\User8\Desktop\MISSION KWANGO JANVIER 2025\IMG_20250116_154110_39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9947" y="2009775"/>
            <a:ext cx="2603897"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Imag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83856" y="2009775"/>
            <a:ext cx="2596754"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 4" descr="Description: Description: Description: drapeau-anim012">
            <a:extLst>
              <a:ext uri="{FF2B5EF4-FFF2-40B4-BE49-F238E27FC236}">
                <a16:creationId xmlns:a16="http://schemas.microsoft.com/office/drawing/2014/main" xmlns="" id="{AB11D16F-2418-F483-13D2-5C90D8C5B91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35788" y="276161"/>
            <a:ext cx="539552" cy="594134"/>
          </a:xfrm>
          <a:prstGeom prst="rect">
            <a:avLst/>
          </a:prstGeom>
          <a:solidFill>
            <a:srgbClr val="FFFFFF"/>
          </a:solidFill>
          <a:ln w="25400">
            <a:solidFill>
              <a:srgbClr val="FFFFFF"/>
            </a:solidFill>
            <a:miter lim="800000"/>
            <a:headEnd/>
            <a:tailEnd/>
          </a:ln>
        </p:spPr>
      </p:pic>
    </p:spTree>
    <p:extLst>
      <p:ext uri="{BB962C8B-B14F-4D97-AF65-F5344CB8AC3E}">
        <p14:creationId xmlns:p14="http://schemas.microsoft.com/office/powerpoint/2010/main" val="31959119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txBox="1">
            <a:spLocks noGrp="1"/>
          </p:cNvSpPr>
          <p:nvPr>
            <p:ph type="title"/>
          </p:nvPr>
        </p:nvSpPr>
        <p:spPr>
          <a:xfrm>
            <a:off x="1485900" y="1269207"/>
            <a:ext cx="5657850" cy="1079897"/>
          </a:xfrm>
        </p:spPr>
        <p:txBody>
          <a:bodyPr>
            <a:noAutofit/>
          </a:bodyPr>
          <a:lstStyle/>
          <a:p>
            <a:pPr algn="ctr">
              <a:spcBef>
                <a:spcPct val="0"/>
              </a:spcBef>
              <a:spcAft>
                <a:spcPct val="0"/>
              </a:spcAft>
              <a:buClr>
                <a:srgbClr val="000000"/>
              </a:buClr>
              <a:buFont typeface="Calibri" panose="020F0502020204030204" pitchFamily="34" charset="0"/>
              <a:buNone/>
            </a:pPr>
            <a:r>
              <a:rPr lang="fr-FR" sz="4400" b="1" dirty="0" smtClean="0">
                <a:latin typeface="Calibri" panose="020F0502020204030204" pitchFamily="34" charset="0"/>
                <a:cs typeface="Calibri" panose="020F0502020204030204" pitchFamily="34" charset="0"/>
                <a:sym typeface="Calibri" panose="020F0502020204030204" pitchFamily="34" charset="0"/>
              </a:rPr>
              <a:t>MERCI   POUR VOTRE ATTENTION</a:t>
            </a:r>
          </a:p>
        </p:txBody>
      </p:sp>
      <p:grpSp>
        <p:nvGrpSpPr>
          <p:cNvPr id="20483" name="Group 2"/>
          <p:cNvGrpSpPr>
            <a:grpSpLocks/>
          </p:cNvGrpSpPr>
          <p:nvPr/>
        </p:nvGrpSpPr>
        <p:grpSpPr bwMode="auto">
          <a:xfrm>
            <a:off x="1997869" y="3103960"/>
            <a:ext cx="4810125" cy="1999059"/>
            <a:chOff x="864" y="1056"/>
            <a:chExt cx="3888" cy="2226"/>
          </a:xfrm>
        </p:grpSpPr>
        <p:pic>
          <p:nvPicPr>
            <p:cNvPr id="20486" name="Picture 3" descr="AG00373_"/>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200" y="1056"/>
              <a:ext cx="816"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4" descr="AG00373_"/>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936" y="1200"/>
              <a:ext cx="816"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Picture 5" descr="AG00373_"/>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64" y="2592"/>
              <a:ext cx="816"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9" name="Picture 6" descr="AG00373_"/>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888" y="2736"/>
              <a:ext cx="816"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0484" name="Image 3" descr="EMBLE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3769" y="3614738"/>
            <a:ext cx="2114550" cy="1056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4" descr="drapeau-anim01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163991" y="831056"/>
            <a:ext cx="767953"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5341036"/>
      </p:ext>
    </p:extLst>
  </p:cSld>
  <p:clrMapOvr>
    <a:masterClrMapping/>
  </p:clrMapOvr>
  <p:timing>
    <p:tnLst>
      <p:par>
        <p:cTn id="1" dur="indefinite" restart="never" nodeType="tmRoot"/>
      </p:par>
    </p:tnLst>
  </p:timing>
</p:sld>
</file>

<file path=ppt/theme/theme1.xml><?xml version="1.0" encoding="utf-8"?>
<a:theme xmlns:a="http://schemas.openxmlformats.org/drawingml/2006/main" name="Présentation chef ok">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 DE L’IGS_Revue annuelle 2021 VF</Template>
  <TotalTime>34409</TotalTime>
  <Words>798</Words>
  <Application>Microsoft Office PowerPoint</Application>
  <PresentationFormat>On-screen Show (4:3)</PresentationFormat>
  <Paragraphs>364</Paragraphs>
  <Slides>21</Slides>
  <Notes>3</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21</vt:i4>
      </vt:variant>
    </vt:vector>
  </HeadingPairs>
  <TitlesOfParts>
    <vt:vector size="37" baseType="lpstr">
      <vt:lpstr>Microsoft Yahei</vt:lpstr>
      <vt:lpstr>Arial</vt:lpstr>
      <vt:lpstr>Arial Narrow</vt:lpstr>
      <vt:lpstr>Berlin Sans FB Demi</vt:lpstr>
      <vt:lpstr>Calibri</vt:lpstr>
      <vt:lpstr>Calibri Light</vt:lpstr>
      <vt:lpstr>Cambria</vt:lpstr>
      <vt:lpstr>Cambria Math</vt:lpstr>
      <vt:lpstr>Helvetica</vt:lpstr>
      <vt:lpstr>Kanit</vt:lpstr>
      <vt:lpstr>Martel Sans Light</vt:lpstr>
      <vt:lpstr>Mulish</vt:lpstr>
      <vt:lpstr>Times New Roman</vt:lpstr>
      <vt:lpstr>Wingdings</vt:lpstr>
      <vt:lpstr>Présentation chef ok</vt:lpstr>
      <vt:lpstr>1_Thème Office</vt:lpstr>
      <vt:lpstr>PowerPoint Presentation</vt:lpstr>
      <vt:lpstr>PowerPoint Presentation</vt:lpstr>
      <vt:lpstr>PowerPoint Presentation</vt:lpstr>
      <vt:lpstr>Assise légale</vt:lpstr>
      <vt:lpstr>INSPECTION GENERALE DU SYSTÈME DE SANTE </vt:lpstr>
      <vt:lpstr>Fonctionnement et mission</vt:lpstr>
      <vt:lpstr>Place de l’IGS dans la pyramide sanitaire</vt:lpstr>
      <vt:lpstr>Logiques d’intervention </vt:lpstr>
      <vt:lpstr>Domaines d’intervention </vt:lpstr>
      <vt:lpstr>PowerPoint Presentation</vt:lpstr>
      <vt:lpstr>Activités sur la vaccination en 2025</vt:lpstr>
      <vt:lpstr>A gauche entrepôt des intrants secs au BCZS KAMINA, à droite utilisation de la BI (boîte isotherme)  lors de la vaccination de routine  au CS ZS de KAMINA </vt:lpstr>
      <vt:lpstr>A gauche, fiche de pointage rempli lors de la vaccination de routine et à droite entreposage des intrants secs à l’antenne PEV KAMINA</vt:lpstr>
      <vt:lpstr>Activités sur la vaccination en 2025</vt:lpstr>
      <vt:lpstr>Activités sur la vaccination en 2025</vt:lpstr>
      <vt:lpstr>A gauche traitement des déchets de la campagne FJ 2 semaine après au CS ZS KABALO, à droite 2 réfrigérateurs installés à la véranda du BCZS KABALO</vt:lpstr>
      <vt:lpstr>Activités sur la vaccination en 2025</vt:lpstr>
      <vt:lpstr>PowerPoint Presentation</vt:lpstr>
      <vt:lpstr>CONCLUSION</vt:lpstr>
      <vt:lpstr>     </vt:lpstr>
      <vt:lpstr>MERCI   POUR VOTRE ATTENTION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REPUBLIQUE DEMOCRATIQUE DU CONGO                                                                                            MINISTERE DE LA SANTE PUBLIQUE, HYGIENE ET PREVENTION     INSPECTION GÉNÉRALE DE LA SANTÉ</dc:title>
  <dc:creator>Agnes</dc:creator>
  <cp:lastModifiedBy>PC</cp:lastModifiedBy>
  <cp:revision>374</cp:revision>
  <dcterms:created xsi:type="dcterms:W3CDTF">2022-11-17T09:12:40Z</dcterms:created>
  <dcterms:modified xsi:type="dcterms:W3CDTF">2025-12-18T11:49:53Z</dcterms:modified>
</cp:coreProperties>
</file>