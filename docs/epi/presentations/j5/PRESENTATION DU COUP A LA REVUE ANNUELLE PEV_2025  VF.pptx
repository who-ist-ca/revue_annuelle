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71" r:id="rId3"/>
  </p:sldMasterIdLst>
  <p:notesMasterIdLst>
    <p:notesMasterId r:id="rId27"/>
  </p:notesMasterIdLst>
  <p:handoutMasterIdLst>
    <p:handoutMasterId r:id="rId28"/>
  </p:handoutMasterIdLst>
  <p:sldIdLst>
    <p:sldId id="2147472488" r:id="rId4"/>
    <p:sldId id="3339" r:id="rId5"/>
    <p:sldId id="16768424" r:id="rId6"/>
    <p:sldId id="2147474825" r:id="rId7"/>
    <p:sldId id="2147481547" r:id="rId8"/>
    <p:sldId id="258" r:id="rId9"/>
    <p:sldId id="2147483647" r:id="rId10"/>
    <p:sldId id="262" r:id="rId11"/>
    <p:sldId id="260" r:id="rId12"/>
    <p:sldId id="315" r:id="rId13"/>
    <p:sldId id="268" r:id="rId14"/>
    <p:sldId id="264" r:id="rId15"/>
    <p:sldId id="2147473039" r:id="rId16"/>
    <p:sldId id="265" r:id="rId17"/>
    <p:sldId id="266" r:id="rId18"/>
    <p:sldId id="267" r:id="rId19"/>
    <p:sldId id="2147483646" r:id="rId20"/>
    <p:sldId id="259" r:id="rId21"/>
    <p:sldId id="256" r:id="rId22"/>
    <p:sldId id="261" r:id="rId23"/>
    <p:sldId id="2147483645" r:id="rId24"/>
    <p:sldId id="2147481551" r:id="rId25"/>
    <p:sldId id="296" r:id="rId26"/>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na Seminara" initials="NS" lastIdx="0" clrIdx="0"/>
  <p:cmAuthor id="2" name="Ashley Hartz" initials="AH" lastIdx="0" clrIdx="1"/>
  <p:cmAuthor id="3" name="Samera Zaidi" initials="SZ" lastIdx="0" clrIdx="2"/>
  <p:cmAuthor id="4" name="Kaitlin Love" initials="KL" lastIdx="0" clrIdx="3"/>
  <p:cmAuthor id="5" name="Jordan Freeman" initials="JF" lastIdx="0" clrIdx="4"/>
  <p:cmAuthor id="6" name="Leila Scott" initials="LS" lastIdx="0" clrIdx="5"/>
  <p:cmAuthor id="7" name="Mona Korsgard" initials="MK" lastIdx="0" clrIdx="6"/>
  <p:cmAuthor id="8" name="Emma Vincent" initials="EV" lastIdx="0" clrIdx="7"/>
  <p:cmAuthor id="9" name="Juan Andres Gil" initials="JAG" lastIdx="0" clrIdx="8"/>
  <p:cmAuthor id="10" name="Catherine Muller" initials="CM" lastIdx="0" clrIdx="9"/>
  <p:cmAuthor id="11" name="Cairn Verhulst" initials="CV" lastIdx="0" clrIdx="10"/>
  <p:cmAuthor id="12" name="Daniel Murphy" initials="DM" lastIdx="0" clrIdx="11"/>
  <p:cmAuthor id="13" name="Megan Bellinger" initials="MB" lastIdx="0" clrIdx="12"/>
  <p:cmAuthor id="14" name="Massimiliano Sani" initials="MS" lastIdx="0" clrIdx="13"/>
  <p:cmAuthor id="15" name="Jeremiah Chinodya" initials="JC" lastIdx="0" clrIdx="14"/>
  <p:cmAuthor id="16" name="Loveness Chimombe" initials="LC" lastIdx="0" clrIdx="15"/>
  <p:cmAuthor id="17" name="Hollis Henry" initials="HH" lastIdx="0" clrIdx="16"/>
  <p:cmAuthor id="18" name="UNICEF ESARO" initials="UNICEF" lastIdx="0" clrIdx="17"/>
  <p:cmAuthor id="19" name="Sanya Batra" initials="SB" lastIdx="0" clrIdx="18"/>
  <p:cmAuthor id="20" name="Marika Klein" initials="MK" lastIdx="0" clrIdx="19"/>
  <p:cmAuthor id="21" name="Seth Messinger" initials="SM" lastIdx="0" clrIdx="20"/>
  <p:cmAuthor id="22" name="Sandra Sonia Dupuy" initials="SSD" lastIdx="0" clrIdx="2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00"/>
    <a:srgbClr val="FF8D41"/>
    <a:srgbClr val="B2B2B2"/>
    <a:srgbClr val="202020"/>
    <a:srgbClr val="323232"/>
    <a:srgbClr val="CC3300"/>
    <a:srgbClr val="CC0000"/>
    <a:srgbClr val="FF3300"/>
    <a:srgbClr val="9900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E237BD-C636-49B8-A734-002BD7F7E7C8}" v="32" dt="2025-12-18T22:28:30.181"/>
    <p1510:client id="{5A8EDC42-E6C2-4BD6-A4F1-122FE64146EF}" v="19" dt="2025-12-17T23:57:22.56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94789"/>
  </p:normalViewPr>
  <p:slideViewPr>
    <p:cSldViewPr snapToGrid="0" showGuides="1">
      <p:cViewPr varScale="1">
        <p:scale>
          <a:sx n="72" d="100"/>
          <a:sy n="72" d="100"/>
        </p:scale>
        <p:origin x="735" y="264"/>
      </p:cViewPr>
      <p:guideLst>
        <p:guide orient="horz" pos="2160"/>
        <p:guide pos="3835"/>
      </p:guideLst>
    </p:cSldViewPr>
  </p:slideViewPr>
  <p:notesTextViewPr>
    <p:cViewPr>
      <p:scale>
        <a:sx n="95" d="100"/>
        <a:sy n="95" d="100"/>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microsoft.com/office/2016/11/relationships/changesInfo" Target="changesInfos/changesInfo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lard Madika" userId="87fd811fd9ff64c1" providerId="LiveId" clId="{D178A262-A6EC-4041-9188-4C245756E457}"/>
    <pc:docChg chg="undo custSel addSld delSld modSld sldOrd">
      <pc:chgData name="Collard Madika" userId="87fd811fd9ff64c1" providerId="LiveId" clId="{D178A262-A6EC-4041-9188-4C245756E457}" dt="2025-12-18T22:41:54.582" v="2377" actId="20577"/>
      <pc:docMkLst>
        <pc:docMk/>
      </pc:docMkLst>
      <pc:sldChg chg="modSp mod">
        <pc:chgData name="Collard Madika" userId="87fd811fd9ff64c1" providerId="LiveId" clId="{D178A262-A6EC-4041-9188-4C245756E457}" dt="2025-12-18T19:26:48.979" v="2047" actId="20577"/>
        <pc:sldMkLst>
          <pc:docMk/>
          <pc:sldMk cId="43651345" sldId="256"/>
        </pc:sldMkLst>
        <pc:spChg chg="mod">
          <ac:chgData name="Collard Madika" userId="87fd811fd9ff64c1" providerId="LiveId" clId="{D178A262-A6EC-4041-9188-4C245756E457}" dt="2025-12-18T19:26:48.979" v="2047" actId="20577"/>
          <ac:spMkLst>
            <pc:docMk/>
            <pc:sldMk cId="43651345" sldId="256"/>
            <ac:spMk id="2" creationId="{2C1BB556-F328-5FF5-A206-733CD07F5691}"/>
          </ac:spMkLst>
        </pc:spChg>
      </pc:sldChg>
      <pc:sldChg chg="modSp del mod ord">
        <pc:chgData name="Collard Madika" userId="87fd811fd9ff64c1" providerId="LiveId" clId="{D178A262-A6EC-4041-9188-4C245756E457}" dt="2025-12-18T22:28:37.127" v="2352" actId="47"/>
        <pc:sldMkLst>
          <pc:docMk/>
          <pc:sldMk cId="677133167" sldId="257"/>
        </pc:sldMkLst>
        <pc:spChg chg="mod">
          <ac:chgData name="Collard Madika" userId="87fd811fd9ff64c1" providerId="LiveId" clId="{D178A262-A6EC-4041-9188-4C245756E457}" dt="2025-12-18T18:33:34.255" v="1452" actId="20577"/>
          <ac:spMkLst>
            <pc:docMk/>
            <pc:sldMk cId="677133167" sldId="257"/>
            <ac:spMk id="4" creationId="{4A7B0364-996C-CD1A-9A7F-C2D46AC841E9}"/>
          </ac:spMkLst>
        </pc:spChg>
        <pc:graphicFrameChg chg="mod modGraphic">
          <ac:chgData name="Collard Madika" userId="87fd811fd9ff64c1" providerId="LiveId" clId="{D178A262-A6EC-4041-9188-4C245756E457}" dt="2025-12-18T22:26:21.328" v="2334"/>
          <ac:graphicFrameMkLst>
            <pc:docMk/>
            <pc:sldMk cId="677133167" sldId="257"/>
            <ac:graphicFrameMk id="6" creationId="{0D0377AA-ED84-45DE-DBE0-2DB82C9DD4A3}"/>
          </ac:graphicFrameMkLst>
        </pc:graphicFrameChg>
      </pc:sldChg>
      <pc:sldChg chg="modSp mod ord">
        <pc:chgData name="Collard Madika" userId="87fd811fd9ff64c1" providerId="LiveId" clId="{D178A262-A6EC-4041-9188-4C245756E457}" dt="2025-12-18T18:33:06.766" v="1422" actId="20577"/>
        <pc:sldMkLst>
          <pc:docMk/>
          <pc:sldMk cId="199942234" sldId="258"/>
        </pc:sldMkLst>
        <pc:spChg chg="mod">
          <ac:chgData name="Collard Madika" userId="87fd811fd9ff64c1" providerId="LiveId" clId="{D178A262-A6EC-4041-9188-4C245756E457}" dt="2025-12-18T18:33:06.766" v="1422" actId="20577"/>
          <ac:spMkLst>
            <pc:docMk/>
            <pc:sldMk cId="199942234" sldId="258"/>
            <ac:spMk id="4" creationId="{71213885-CB81-53C0-0DCF-86FB98CC2782}"/>
          </ac:spMkLst>
        </pc:spChg>
      </pc:sldChg>
      <pc:sldChg chg="modSp mod">
        <pc:chgData name="Collard Madika" userId="87fd811fd9ff64c1" providerId="LiveId" clId="{D178A262-A6EC-4041-9188-4C245756E457}" dt="2025-12-18T19:27:02.233" v="2050" actId="20577"/>
        <pc:sldMkLst>
          <pc:docMk/>
          <pc:sldMk cId="1787408314" sldId="259"/>
        </pc:sldMkLst>
        <pc:spChg chg="mod">
          <ac:chgData name="Collard Madika" userId="87fd811fd9ff64c1" providerId="LiveId" clId="{D178A262-A6EC-4041-9188-4C245756E457}" dt="2025-12-18T19:27:02.233" v="2050" actId="20577"/>
          <ac:spMkLst>
            <pc:docMk/>
            <pc:sldMk cId="1787408314" sldId="259"/>
            <ac:spMk id="2" creationId="{F21EDD30-E8CF-65AB-D1F2-BF225E74B158}"/>
          </ac:spMkLst>
        </pc:spChg>
      </pc:sldChg>
      <pc:sldChg chg="modSp add mod">
        <pc:chgData name="Collard Madika" userId="87fd811fd9ff64c1" providerId="LiveId" clId="{D178A262-A6EC-4041-9188-4C245756E457}" dt="2025-12-18T18:35:10.553" v="1469" actId="20577"/>
        <pc:sldMkLst>
          <pc:docMk/>
          <pc:sldMk cId="768764418" sldId="260"/>
        </pc:sldMkLst>
        <pc:spChg chg="mod">
          <ac:chgData name="Collard Madika" userId="87fd811fd9ff64c1" providerId="LiveId" clId="{D178A262-A6EC-4041-9188-4C245756E457}" dt="2025-12-18T17:57:20.301" v="1246" actId="12"/>
          <ac:spMkLst>
            <pc:docMk/>
            <pc:sldMk cId="768764418" sldId="260"/>
            <ac:spMk id="3" creationId="{D85F99B8-E689-51FB-B872-BF626E8EF0A8}"/>
          </ac:spMkLst>
        </pc:spChg>
        <pc:spChg chg="mod">
          <ac:chgData name="Collard Madika" userId="87fd811fd9ff64c1" providerId="LiveId" clId="{D178A262-A6EC-4041-9188-4C245756E457}" dt="2025-12-18T18:35:10.553" v="1469" actId="20577"/>
          <ac:spMkLst>
            <pc:docMk/>
            <pc:sldMk cId="768764418" sldId="260"/>
            <ac:spMk id="4" creationId="{5136B397-E122-DF51-2558-9CC2F3347A32}"/>
          </ac:spMkLst>
        </pc:spChg>
        <pc:graphicFrameChg chg="mod modGraphic">
          <ac:chgData name="Collard Madika" userId="87fd811fd9ff64c1" providerId="LiveId" clId="{D178A262-A6EC-4041-9188-4C245756E457}" dt="2025-12-18T17:55:02.511" v="1230"/>
          <ac:graphicFrameMkLst>
            <pc:docMk/>
            <pc:sldMk cId="768764418" sldId="260"/>
            <ac:graphicFrameMk id="2" creationId="{EBF7ED64-40B5-6E07-2FFC-93D1666C5AD0}"/>
          </ac:graphicFrameMkLst>
        </pc:graphicFrameChg>
      </pc:sldChg>
      <pc:sldChg chg="del ord">
        <pc:chgData name="Collard Madika" userId="87fd811fd9ff64c1" providerId="LiveId" clId="{D178A262-A6EC-4041-9188-4C245756E457}" dt="2025-12-18T17:36:52.375" v="763" actId="47"/>
        <pc:sldMkLst>
          <pc:docMk/>
          <pc:sldMk cId="3177887677" sldId="260"/>
        </pc:sldMkLst>
      </pc:sldChg>
      <pc:sldChg chg="addSp delSp modSp new mod setBg">
        <pc:chgData name="Collard Madika" userId="87fd811fd9ff64c1" providerId="LiveId" clId="{D178A262-A6EC-4041-9188-4C245756E457}" dt="2025-12-18T19:26:39.801" v="2045" actId="20577"/>
        <pc:sldMkLst>
          <pc:docMk/>
          <pc:sldMk cId="3874986565" sldId="261"/>
        </pc:sldMkLst>
        <pc:spChg chg="del">
          <ac:chgData name="Collard Madika" userId="87fd811fd9ff64c1" providerId="LiveId" clId="{D178A262-A6EC-4041-9188-4C245756E457}" dt="2025-12-17T12:06:09.365" v="42"/>
          <ac:spMkLst>
            <pc:docMk/>
            <pc:sldMk cId="3874986565" sldId="261"/>
            <ac:spMk id="2" creationId="{75448FA4-6B5C-093E-02F7-D03D8C165D22}"/>
          </ac:spMkLst>
        </pc:spChg>
        <pc:spChg chg="del mod ord">
          <ac:chgData name="Collard Madika" userId="87fd811fd9ff64c1" providerId="LiveId" clId="{D178A262-A6EC-4041-9188-4C245756E457}" dt="2025-12-17T12:08:18.429" v="47" actId="26606"/>
          <ac:spMkLst>
            <pc:docMk/>
            <pc:sldMk cId="3874986565" sldId="261"/>
            <ac:spMk id="3" creationId="{BBFDA46F-4FF5-6BB4-87B6-1E82A0A5EABC}"/>
          </ac:spMkLst>
        </pc:spChg>
        <pc:spChg chg="add mod">
          <ac:chgData name="Collard Madika" userId="87fd811fd9ff64c1" providerId="LiveId" clId="{D178A262-A6EC-4041-9188-4C245756E457}" dt="2025-12-18T19:26:39.801" v="2045" actId="20577"/>
          <ac:spMkLst>
            <pc:docMk/>
            <pc:sldMk cId="3874986565" sldId="261"/>
            <ac:spMk id="4" creationId="{09AB6CB7-8056-E131-4AD4-71E844BD3E7A}"/>
          </ac:spMkLst>
        </pc:spChg>
        <pc:spChg chg="add del">
          <ac:chgData name="Collard Madika" userId="87fd811fd9ff64c1" providerId="LiveId" clId="{D178A262-A6EC-4041-9188-4C245756E457}" dt="2025-12-17T12:07:51.718" v="44" actId="26606"/>
          <ac:spMkLst>
            <pc:docMk/>
            <pc:sldMk cId="3874986565" sldId="261"/>
            <ac:spMk id="9" creationId="{907EF6B7-1338-4443-8C46-6A318D952DFD}"/>
          </ac:spMkLst>
        </pc:spChg>
        <pc:spChg chg="add del">
          <ac:chgData name="Collard Madika" userId="87fd811fd9ff64c1" providerId="LiveId" clId="{D178A262-A6EC-4041-9188-4C245756E457}" dt="2025-12-17T12:07:51.718" v="44" actId="26606"/>
          <ac:spMkLst>
            <pc:docMk/>
            <pc:sldMk cId="3874986565" sldId="261"/>
            <ac:spMk id="11" creationId="{DAAE4CDD-124C-4DCF-9584-B6033B545DD5}"/>
          </ac:spMkLst>
        </pc:spChg>
        <pc:spChg chg="add del">
          <ac:chgData name="Collard Madika" userId="87fd811fd9ff64c1" providerId="LiveId" clId="{D178A262-A6EC-4041-9188-4C245756E457}" dt="2025-12-17T12:07:51.718" v="44" actId="26606"/>
          <ac:spMkLst>
            <pc:docMk/>
            <pc:sldMk cId="3874986565" sldId="261"/>
            <ac:spMk id="13" creationId="{081E4A58-353D-44AE-B2FC-2A74E2E400F7}"/>
          </ac:spMkLst>
        </pc:spChg>
        <pc:spChg chg="add del">
          <ac:chgData name="Collard Madika" userId="87fd811fd9ff64c1" providerId="LiveId" clId="{D178A262-A6EC-4041-9188-4C245756E457}" dt="2025-12-17T12:08:18.429" v="47" actId="26606"/>
          <ac:spMkLst>
            <pc:docMk/>
            <pc:sldMk cId="3874986565" sldId="261"/>
            <ac:spMk id="15" creationId="{4300840D-0A0B-4512-BACA-B439D5B9C57C}"/>
          </ac:spMkLst>
        </pc:spChg>
        <pc:spChg chg="add del">
          <ac:chgData name="Collard Madika" userId="87fd811fd9ff64c1" providerId="LiveId" clId="{D178A262-A6EC-4041-9188-4C245756E457}" dt="2025-12-17T12:08:18.429" v="47" actId="26606"/>
          <ac:spMkLst>
            <pc:docMk/>
            <pc:sldMk cId="3874986565" sldId="261"/>
            <ac:spMk id="16" creationId="{09588DA8-065E-4F6F-8EFD-43104AB2E0CF}"/>
          </ac:spMkLst>
        </pc:spChg>
        <pc:spChg chg="add del">
          <ac:chgData name="Collard Madika" userId="87fd811fd9ff64c1" providerId="LiveId" clId="{D178A262-A6EC-4041-9188-4C245756E457}" dt="2025-12-17T12:08:18.429" v="47" actId="26606"/>
          <ac:spMkLst>
            <pc:docMk/>
            <pc:sldMk cId="3874986565" sldId="261"/>
            <ac:spMk id="17" creationId="{D2B78728-A580-49A7-84F9-6EF6F583ADE0}"/>
          </ac:spMkLst>
        </pc:spChg>
        <pc:spChg chg="add del">
          <ac:chgData name="Collard Madika" userId="87fd811fd9ff64c1" providerId="LiveId" clId="{D178A262-A6EC-4041-9188-4C245756E457}" dt="2025-12-17T12:08:18.429" v="47" actId="26606"/>
          <ac:spMkLst>
            <pc:docMk/>
            <pc:sldMk cId="3874986565" sldId="261"/>
            <ac:spMk id="18" creationId="{C4285719-470E-454C-AF62-8323075F1F5B}"/>
          </ac:spMkLst>
        </pc:spChg>
        <pc:spChg chg="add del">
          <ac:chgData name="Collard Madika" userId="87fd811fd9ff64c1" providerId="LiveId" clId="{D178A262-A6EC-4041-9188-4C245756E457}" dt="2025-12-17T12:08:18.429" v="47" actId="26606"/>
          <ac:spMkLst>
            <pc:docMk/>
            <pc:sldMk cId="3874986565" sldId="261"/>
            <ac:spMk id="19" creationId="{38FAA1A1-D861-433F-88FA-1E9D6FD31D11}"/>
          </ac:spMkLst>
        </pc:spChg>
        <pc:spChg chg="add del">
          <ac:chgData name="Collard Madika" userId="87fd811fd9ff64c1" providerId="LiveId" clId="{D178A262-A6EC-4041-9188-4C245756E457}" dt="2025-12-17T12:08:18.429" v="47" actId="26606"/>
          <ac:spMkLst>
            <pc:docMk/>
            <pc:sldMk cId="3874986565" sldId="261"/>
            <ac:spMk id="20" creationId="{CD9FE4EF-C4D8-49A0-B2FF-81D8DB7D8A24}"/>
          </ac:spMkLst>
        </pc:spChg>
        <pc:spChg chg="add del">
          <ac:chgData name="Collard Madika" userId="87fd811fd9ff64c1" providerId="LiveId" clId="{D178A262-A6EC-4041-9188-4C245756E457}" dt="2025-12-17T12:08:18.429" v="47" actId="26606"/>
          <ac:spMkLst>
            <pc:docMk/>
            <pc:sldMk cId="3874986565" sldId="261"/>
            <ac:spMk id="21" creationId="{8D71EDA1-87BF-4D5D-AB79-F346FD19278A}"/>
          </ac:spMkLst>
        </pc:spChg>
        <pc:spChg chg="add">
          <ac:chgData name="Collard Madika" userId="87fd811fd9ff64c1" providerId="LiveId" clId="{D178A262-A6EC-4041-9188-4C245756E457}" dt="2025-12-17T12:08:18.429" v="47" actId="26606"/>
          <ac:spMkLst>
            <pc:docMk/>
            <pc:sldMk cId="3874986565" sldId="261"/>
            <ac:spMk id="27" creationId="{2E442304-DDBD-4F7B-8017-36BCC863FB40}"/>
          </ac:spMkLst>
        </pc:spChg>
        <pc:graphicFrameChg chg="mod modGraphic">
          <ac:chgData name="Collard Madika" userId="87fd811fd9ff64c1" providerId="LiveId" clId="{D178A262-A6EC-4041-9188-4C245756E457}" dt="2025-12-18T19:21:56.369" v="1969" actId="20577"/>
          <ac:graphicFrameMkLst>
            <pc:docMk/>
            <pc:sldMk cId="3874986565" sldId="261"/>
            <ac:graphicFrameMk id="23" creationId="{5FD92C92-E680-D06E-2B8B-6D31230F14A0}"/>
          </ac:graphicFrameMkLst>
        </pc:graphicFrameChg>
      </pc:sldChg>
      <pc:sldChg chg="modSp add mod">
        <pc:chgData name="Collard Madika" userId="87fd811fd9ff64c1" providerId="LiveId" clId="{D178A262-A6EC-4041-9188-4C245756E457}" dt="2025-12-18T18:34:59.722" v="1466" actId="20577"/>
        <pc:sldMkLst>
          <pc:docMk/>
          <pc:sldMk cId="1345296888" sldId="262"/>
        </pc:sldMkLst>
        <pc:spChg chg="mod">
          <ac:chgData name="Collard Madika" userId="87fd811fd9ff64c1" providerId="LiveId" clId="{D178A262-A6EC-4041-9188-4C245756E457}" dt="2025-12-18T18:34:59.722" v="1466" actId="20577"/>
          <ac:spMkLst>
            <pc:docMk/>
            <pc:sldMk cId="1345296888" sldId="262"/>
            <ac:spMk id="4" creationId="{D9C842E2-70F7-68B9-CB6F-D623F6569FAD}"/>
          </ac:spMkLst>
        </pc:spChg>
        <pc:graphicFrameChg chg="modGraphic">
          <ac:chgData name="Collard Madika" userId="87fd811fd9ff64c1" providerId="LiveId" clId="{D178A262-A6EC-4041-9188-4C245756E457}" dt="2025-12-18T17:42:46.316" v="781" actId="207"/>
          <ac:graphicFrameMkLst>
            <pc:docMk/>
            <pc:sldMk cId="1345296888" sldId="262"/>
            <ac:graphicFrameMk id="2" creationId="{7F63EE70-0C92-A6DA-98DF-870534A2F84C}"/>
          </ac:graphicFrameMkLst>
        </pc:graphicFrameChg>
      </pc:sldChg>
      <pc:sldChg chg="addSp delSp modSp new del mod">
        <pc:chgData name="Collard Madika" userId="87fd811fd9ff64c1" providerId="LiveId" clId="{D178A262-A6EC-4041-9188-4C245756E457}" dt="2025-12-17T12:34:35.457" v="193" actId="47"/>
        <pc:sldMkLst>
          <pc:docMk/>
          <pc:sldMk cId="3069591099" sldId="262"/>
        </pc:sldMkLst>
        <pc:spChg chg="del mod">
          <ac:chgData name="Collard Madika" userId="87fd811fd9ff64c1" providerId="LiveId" clId="{D178A262-A6EC-4041-9188-4C245756E457}" dt="2025-12-17T12:32:16.245" v="189" actId="1032"/>
          <ac:spMkLst>
            <pc:docMk/>
            <pc:sldMk cId="3069591099" sldId="262"/>
            <ac:spMk id="3" creationId="{FA8B0A35-F206-5CB3-A7C0-AFEABB3B6749}"/>
          </ac:spMkLst>
        </pc:spChg>
        <pc:graphicFrameChg chg="add modGraphic">
          <ac:chgData name="Collard Madika" userId="87fd811fd9ff64c1" providerId="LiveId" clId="{D178A262-A6EC-4041-9188-4C245756E457}" dt="2025-12-17T12:32:16.245" v="189" actId="1032"/>
          <ac:graphicFrameMkLst>
            <pc:docMk/>
            <pc:sldMk cId="3069591099" sldId="262"/>
            <ac:graphicFrameMk id="4" creationId="{528E5CF7-03D7-5839-ACB5-C7D391AF2F0B}"/>
          </ac:graphicFrameMkLst>
        </pc:graphicFrameChg>
      </pc:sldChg>
      <pc:sldChg chg="addSp delSp modSp new del mod setBg">
        <pc:chgData name="Collard Madika" userId="87fd811fd9ff64c1" providerId="LiveId" clId="{D178A262-A6EC-4041-9188-4C245756E457}" dt="2025-12-18T19:01:04.025" v="1597" actId="47"/>
        <pc:sldMkLst>
          <pc:docMk/>
          <pc:sldMk cId="1499539882" sldId="263"/>
        </pc:sldMkLst>
        <pc:spChg chg="mod">
          <ac:chgData name="Collard Madika" userId="87fd811fd9ff64c1" providerId="LiveId" clId="{D178A262-A6EC-4041-9188-4C245756E457}" dt="2025-12-18T18:57:40.335" v="1534" actId="26606"/>
          <ac:spMkLst>
            <pc:docMk/>
            <pc:sldMk cId="1499539882" sldId="263"/>
            <ac:spMk id="2" creationId="{7FD1A840-7320-66B1-E60A-AB835D20AD62}"/>
          </ac:spMkLst>
        </pc:spChg>
        <pc:spChg chg="del">
          <ac:chgData name="Collard Madika" userId="87fd811fd9ff64c1" providerId="LiveId" clId="{D178A262-A6EC-4041-9188-4C245756E457}" dt="2025-12-18T18:56:44.686" v="1517" actId="478"/>
          <ac:spMkLst>
            <pc:docMk/>
            <pc:sldMk cId="1499539882" sldId="263"/>
            <ac:spMk id="3" creationId="{E61F6E28-A726-7DC1-BCEE-CE0D54A9F439}"/>
          </ac:spMkLst>
        </pc:spChg>
        <pc:spChg chg="add del">
          <ac:chgData name="Collard Madika" userId="87fd811fd9ff64c1" providerId="LiveId" clId="{D178A262-A6EC-4041-9188-4C245756E457}" dt="2025-12-18T18:57:40.327" v="1533" actId="26606"/>
          <ac:spMkLst>
            <pc:docMk/>
            <pc:sldMk cId="1499539882" sldId="263"/>
            <ac:spMk id="9" creationId="{A8384FB5-9ADC-4DDC-881B-597D56F5B15D}"/>
          </ac:spMkLst>
        </pc:spChg>
        <pc:spChg chg="add del">
          <ac:chgData name="Collard Madika" userId="87fd811fd9ff64c1" providerId="LiveId" clId="{D178A262-A6EC-4041-9188-4C245756E457}" dt="2025-12-18T18:57:40.327" v="1533" actId="26606"/>
          <ac:spMkLst>
            <pc:docMk/>
            <pc:sldMk cId="1499539882" sldId="263"/>
            <ac:spMk id="11" creationId="{91E5A9A7-95C6-4F4F-B00E-C82E07FE62EF}"/>
          </ac:spMkLst>
        </pc:spChg>
        <pc:spChg chg="add del">
          <ac:chgData name="Collard Madika" userId="87fd811fd9ff64c1" providerId="LiveId" clId="{D178A262-A6EC-4041-9188-4C245756E457}" dt="2025-12-18T18:57:40.327" v="1533" actId="26606"/>
          <ac:spMkLst>
            <pc:docMk/>
            <pc:sldMk cId="1499539882" sldId="263"/>
            <ac:spMk id="13" creationId="{D07DD2DE-F619-49DD-B5E7-03A290FF4ED1}"/>
          </ac:spMkLst>
        </pc:spChg>
        <pc:spChg chg="add del">
          <ac:chgData name="Collard Madika" userId="87fd811fd9ff64c1" providerId="LiveId" clId="{D178A262-A6EC-4041-9188-4C245756E457}" dt="2025-12-18T18:57:40.327" v="1533" actId="26606"/>
          <ac:spMkLst>
            <pc:docMk/>
            <pc:sldMk cId="1499539882" sldId="263"/>
            <ac:spMk id="15" creationId="{85149191-5F60-4A28-AAFF-039F96B0F3EC}"/>
          </ac:spMkLst>
        </pc:spChg>
        <pc:spChg chg="add del">
          <ac:chgData name="Collard Madika" userId="87fd811fd9ff64c1" providerId="LiveId" clId="{D178A262-A6EC-4041-9188-4C245756E457}" dt="2025-12-18T18:57:40.327" v="1533" actId="26606"/>
          <ac:spMkLst>
            <pc:docMk/>
            <pc:sldMk cId="1499539882" sldId="263"/>
            <ac:spMk id="17" creationId="{F8260ED5-17F7-4158-B241-D51DD4CF1B7E}"/>
          </ac:spMkLst>
        </pc:spChg>
        <pc:spChg chg="add">
          <ac:chgData name="Collard Madika" userId="87fd811fd9ff64c1" providerId="LiveId" clId="{D178A262-A6EC-4041-9188-4C245756E457}" dt="2025-12-18T18:57:40.335" v="1534" actId="26606"/>
          <ac:spMkLst>
            <pc:docMk/>
            <pc:sldMk cId="1499539882" sldId="263"/>
            <ac:spMk id="19" creationId="{D4771268-CB57-404A-9271-370EB28F6090}"/>
          </ac:spMkLst>
        </pc:spChg>
        <pc:picChg chg="add del mod">
          <ac:chgData name="Collard Madika" userId="87fd811fd9ff64c1" providerId="LiveId" clId="{D178A262-A6EC-4041-9188-4C245756E457}" dt="2025-12-18T18:58:21.744" v="1595" actId="478"/>
          <ac:picMkLst>
            <pc:docMk/>
            <pc:sldMk cId="1499539882" sldId="263"/>
            <ac:picMk id="4" creationId="{8D286276-0C56-D8EF-B6DF-B599BF85D053}"/>
          </ac:picMkLst>
        </pc:picChg>
      </pc:sldChg>
      <pc:sldChg chg="modSp add del mod">
        <pc:chgData name="Collard Madika" userId="87fd811fd9ff64c1" providerId="LiveId" clId="{D178A262-A6EC-4041-9188-4C245756E457}" dt="2025-12-18T18:55:09.602" v="1515" actId="47"/>
        <pc:sldMkLst>
          <pc:docMk/>
          <pc:sldMk cId="1594266236" sldId="263"/>
        </pc:sldMkLst>
        <pc:graphicFrameChg chg="modGraphic">
          <ac:chgData name="Collard Madika" userId="87fd811fd9ff64c1" providerId="LiveId" clId="{D178A262-A6EC-4041-9188-4C245756E457}" dt="2025-12-18T18:53:19.969" v="1514" actId="207"/>
          <ac:graphicFrameMkLst>
            <pc:docMk/>
            <pc:sldMk cId="1594266236" sldId="263"/>
            <ac:graphicFrameMk id="3" creationId="{31E454A3-9046-CAEF-DC84-E69C2483B19B}"/>
          </ac:graphicFrameMkLst>
        </pc:graphicFrameChg>
      </pc:sldChg>
      <pc:sldChg chg="addSp modSp add mod setBg">
        <pc:chgData name="Collard Madika" userId="87fd811fd9ff64c1" providerId="LiveId" clId="{D178A262-A6EC-4041-9188-4C245756E457}" dt="2025-12-18T19:09:30.139" v="1747" actId="20577"/>
        <pc:sldMkLst>
          <pc:docMk/>
          <pc:sldMk cId="3931913429" sldId="264"/>
        </pc:sldMkLst>
        <pc:spChg chg="mod">
          <ac:chgData name="Collard Madika" userId="87fd811fd9ff64c1" providerId="LiveId" clId="{D178A262-A6EC-4041-9188-4C245756E457}" dt="2025-12-18T19:09:30.139" v="1747" actId="20577"/>
          <ac:spMkLst>
            <pc:docMk/>
            <pc:sldMk cId="3931913429" sldId="264"/>
            <ac:spMk id="6" creationId="{183D0975-87C0-CF3E-C1F7-9487B9096BB6}"/>
          </ac:spMkLst>
        </pc:spChg>
        <pc:spChg chg="add">
          <ac:chgData name="Collard Madika" userId="87fd811fd9ff64c1" providerId="LiveId" clId="{D178A262-A6EC-4041-9188-4C245756E457}" dt="2025-12-18T19:07:10.163" v="1703" actId="26606"/>
          <ac:spMkLst>
            <pc:docMk/>
            <pc:sldMk cId="3931913429" sldId="264"/>
            <ac:spMk id="11" creationId="{A4AC5506-6312-4701-8D3C-40187889A947}"/>
          </ac:spMkLst>
        </pc:spChg>
        <pc:graphicFrameChg chg="mod modGraphic">
          <ac:chgData name="Collard Madika" userId="87fd811fd9ff64c1" providerId="LiveId" clId="{D178A262-A6EC-4041-9188-4C245756E457}" dt="2025-12-18T19:08:04.929" v="1715" actId="404"/>
          <ac:graphicFrameMkLst>
            <pc:docMk/>
            <pc:sldMk cId="3931913429" sldId="264"/>
            <ac:graphicFrameMk id="2" creationId="{5B91650A-A12F-5506-BC77-86233CAE25CB}"/>
          </ac:graphicFrameMkLst>
        </pc:graphicFrameChg>
      </pc:sldChg>
      <pc:sldChg chg="addSp modSp mod">
        <pc:chgData name="Collard Madika" userId="87fd811fd9ff64c1" providerId="LiveId" clId="{D178A262-A6EC-4041-9188-4C245756E457}" dt="2025-12-18T19:11:56.469" v="1799" actId="403"/>
        <pc:sldMkLst>
          <pc:docMk/>
          <pc:sldMk cId="1440229782" sldId="265"/>
        </pc:sldMkLst>
        <pc:spChg chg="add mod">
          <ac:chgData name="Collard Madika" userId="87fd811fd9ff64c1" providerId="LiveId" clId="{D178A262-A6EC-4041-9188-4C245756E457}" dt="2025-12-18T19:11:56.469" v="1799" actId="403"/>
          <ac:spMkLst>
            <pc:docMk/>
            <pc:sldMk cId="1440229782" sldId="265"/>
            <ac:spMk id="3" creationId="{0AD2A7C4-6511-4540-C7BE-010DBD4341C9}"/>
          </ac:spMkLst>
        </pc:spChg>
      </pc:sldChg>
      <pc:sldChg chg="addSp delSp modSp mod setBg">
        <pc:chgData name="Collard Madika" userId="87fd811fd9ff64c1" providerId="LiveId" clId="{D178A262-A6EC-4041-9188-4C245756E457}" dt="2025-12-18T19:12:26.553" v="1807" actId="14100"/>
        <pc:sldMkLst>
          <pc:docMk/>
          <pc:sldMk cId="2800175779" sldId="266"/>
        </pc:sldMkLst>
        <pc:spChg chg="mod">
          <ac:chgData name="Collard Madika" userId="87fd811fd9ff64c1" providerId="LiveId" clId="{D178A262-A6EC-4041-9188-4C245756E457}" dt="2025-12-18T19:12:26.553" v="1807" actId="14100"/>
          <ac:spMkLst>
            <pc:docMk/>
            <pc:sldMk cId="2800175779" sldId="266"/>
            <ac:spMk id="2" creationId="{C3EDCABF-2784-EDDF-F6D7-79F18E6800A2}"/>
          </ac:spMkLst>
        </pc:spChg>
        <pc:spChg chg="del">
          <ac:chgData name="Collard Madika" userId="87fd811fd9ff64c1" providerId="LiveId" clId="{D178A262-A6EC-4041-9188-4C245756E457}" dt="2025-12-17T11:51:45.925" v="5" actId="26606"/>
          <ac:spMkLst>
            <pc:docMk/>
            <pc:sldMk cId="2800175779" sldId="266"/>
            <ac:spMk id="3" creationId="{AB42BDBB-D8EC-49E7-6E6A-56C485C185C9}"/>
          </ac:spMkLst>
        </pc:spChg>
        <pc:spChg chg="add">
          <ac:chgData name="Collard Madika" userId="87fd811fd9ff64c1" providerId="LiveId" clId="{D178A262-A6EC-4041-9188-4C245756E457}" dt="2025-12-17T11:51:45.925" v="5" actId="26606"/>
          <ac:spMkLst>
            <pc:docMk/>
            <pc:sldMk cId="2800175779" sldId="266"/>
            <ac:spMk id="9" creationId="{BACC6370-2D7E-4714-9D71-7542949D7D5D}"/>
          </ac:spMkLst>
        </pc:spChg>
        <pc:spChg chg="add">
          <ac:chgData name="Collard Madika" userId="87fd811fd9ff64c1" providerId="LiveId" clId="{D178A262-A6EC-4041-9188-4C245756E457}" dt="2025-12-17T11:51:45.925" v="5" actId="26606"/>
          <ac:spMkLst>
            <pc:docMk/>
            <pc:sldMk cId="2800175779" sldId="266"/>
            <ac:spMk id="11" creationId="{256B2C21-A230-48C0-8DF1-C46611373C44}"/>
          </ac:spMkLst>
        </pc:spChg>
        <pc:spChg chg="add">
          <ac:chgData name="Collard Madika" userId="87fd811fd9ff64c1" providerId="LiveId" clId="{D178A262-A6EC-4041-9188-4C245756E457}" dt="2025-12-17T11:51:45.925" v="5" actId="26606"/>
          <ac:spMkLst>
            <pc:docMk/>
            <pc:sldMk cId="2800175779" sldId="266"/>
            <ac:spMk id="13" creationId="{3847E18C-932D-4C95-AABA-FEC7C9499AD7}"/>
          </ac:spMkLst>
        </pc:spChg>
        <pc:spChg chg="add">
          <ac:chgData name="Collard Madika" userId="87fd811fd9ff64c1" providerId="LiveId" clId="{D178A262-A6EC-4041-9188-4C245756E457}" dt="2025-12-17T11:51:45.925" v="5" actId="26606"/>
          <ac:spMkLst>
            <pc:docMk/>
            <pc:sldMk cId="2800175779" sldId="266"/>
            <ac:spMk id="15" creationId="{3150CB11-0C61-439E-910F-5787759E72A0}"/>
          </ac:spMkLst>
        </pc:spChg>
        <pc:spChg chg="add">
          <ac:chgData name="Collard Madika" userId="87fd811fd9ff64c1" providerId="LiveId" clId="{D178A262-A6EC-4041-9188-4C245756E457}" dt="2025-12-17T11:51:45.925" v="5" actId="26606"/>
          <ac:spMkLst>
            <pc:docMk/>
            <pc:sldMk cId="2800175779" sldId="266"/>
            <ac:spMk id="17" creationId="{43F8A58B-5155-44CE-A5FF-7647B47D0A7A}"/>
          </ac:spMkLst>
        </pc:spChg>
        <pc:spChg chg="add">
          <ac:chgData name="Collard Madika" userId="87fd811fd9ff64c1" providerId="LiveId" clId="{D178A262-A6EC-4041-9188-4C245756E457}" dt="2025-12-17T11:51:45.925" v="5" actId="26606"/>
          <ac:spMkLst>
            <pc:docMk/>
            <pc:sldMk cId="2800175779" sldId="266"/>
            <ac:spMk id="19" creationId="{443F2ACA-E6D6-4028-82DD-F03C262D5DE6}"/>
          </ac:spMkLst>
        </pc:spChg>
        <pc:graphicFrameChg chg="add mod">
          <ac:chgData name="Collard Madika" userId="87fd811fd9ff64c1" providerId="LiveId" clId="{D178A262-A6EC-4041-9188-4C245756E457}" dt="2025-12-17T11:52:42.107" v="7" actId="14100"/>
          <ac:graphicFrameMkLst>
            <pc:docMk/>
            <pc:sldMk cId="2800175779" sldId="266"/>
            <ac:graphicFrameMk id="5" creationId="{92761406-E0B5-2996-B450-97B2C4B7DE49}"/>
          </ac:graphicFrameMkLst>
        </pc:graphicFrameChg>
      </pc:sldChg>
      <pc:sldChg chg="modSp mod">
        <pc:chgData name="Collard Madika" userId="87fd811fd9ff64c1" providerId="LiveId" clId="{D178A262-A6EC-4041-9188-4C245756E457}" dt="2025-12-18T19:31:05.865" v="2078" actId="27636"/>
        <pc:sldMkLst>
          <pc:docMk/>
          <pc:sldMk cId="3865629164" sldId="267"/>
        </pc:sldMkLst>
        <pc:spChg chg="mod">
          <ac:chgData name="Collard Madika" userId="87fd811fd9ff64c1" providerId="LiveId" clId="{D178A262-A6EC-4041-9188-4C245756E457}" dt="2025-12-18T19:30:08.192" v="2069" actId="20577"/>
          <ac:spMkLst>
            <pc:docMk/>
            <pc:sldMk cId="3865629164" sldId="267"/>
            <ac:spMk id="2" creationId="{753C3F7D-3937-3259-36E2-2007AE091C1B}"/>
          </ac:spMkLst>
        </pc:spChg>
        <pc:spChg chg="mod">
          <ac:chgData name="Collard Madika" userId="87fd811fd9ff64c1" providerId="LiveId" clId="{D178A262-A6EC-4041-9188-4C245756E457}" dt="2025-12-18T19:31:05.865" v="2078" actId="27636"/>
          <ac:spMkLst>
            <pc:docMk/>
            <pc:sldMk cId="3865629164" sldId="267"/>
            <ac:spMk id="3" creationId="{AF0DDCA9-1977-BA31-250D-1815713E48B2}"/>
          </ac:spMkLst>
        </pc:spChg>
        <pc:spChg chg="mod">
          <ac:chgData name="Collard Madika" userId="87fd811fd9ff64c1" providerId="LiveId" clId="{D178A262-A6EC-4041-9188-4C245756E457}" dt="2025-12-18T18:30:25.458" v="1408" actId="403"/>
          <ac:spMkLst>
            <pc:docMk/>
            <pc:sldMk cId="3865629164" sldId="267"/>
            <ac:spMk id="5" creationId="{AFFB5A6C-8F91-6925-1360-6714C226263D}"/>
          </ac:spMkLst>
        </pc:spChg>
      </pc:sldChg>
      <pc:sldChg chg="modSp add mod">
        <pc:chgData name="Collard Madika" userId="87fd811fd9ff64c1" providerId="LiveId" clId="{D178A262-A6EC-4041-9188-4C245756E457}" dt="2025-12-18T19:09:19.822" v="1743" actId="20577"/>
        <pc:sldMkLst>
          <pc:docMk/>
          <pc:sldMk cId="3352742402" sldId="268"/>
        </pc:sldMkLst>
        <pc:spChg chg="mod">
          <ac:chgData name="Collard Madika" userId="87fd811fd9ff64c1" providerId="LiveId" clId="{D178A262-A6EC-4041-9188-4C245756E457}" dt="2025-12-18T19:09:13.751" v="1740" actId="20577"/>
          <ac:spMkLst>
            <pc:docMk/>
            <pc:sldMk cId="3352742402" sldId="268"/>
            <ac:spMk id="7" creationId="{9E462964-14CB-D3AF-04B6-7E309410D026}"/>
          </ac:spMkLst>
        </pc:spChg>
        <pc:spChg chg="mod">
          <ac:chgData name="Collard Madika" userId="87fd811fd9ff64c1" providerId="LiveId" clId="{D178A262-A6EC-4041-9188-4C245756E457}" dt="2025-12-18T19:09:19.822" v="1743" actId="20577"/>
          <ac:spMkLst>
            <pc:docMk/>
            <pc:sldMk cId="3352742402" sldId="268"/>
            <ac:spMk id="8" creationId="{687F4591-9920-7474-BAC4-BF5148129DE7}"/>
          </ac:spMkLst>
        </pc:spChg>
        <pc:spChg chg="mod">
          <ac:chgData name="Collard Madika" userId="87fd811fd9ff64c1" providerId="LiveId" clId="{D178A262-A6EC-4041-9188-4C245756E457}" dt="2025-12-17T23:38:53.779" v="280" actId="207"/>
          <ac:spMkLst>
            <pc:docMk/>
            <pc:sldMk cId="3352742402" sldId="268"/>
            <ac:spMk id="9" creationId="{9A7792AB-2417-9435-48A4-5928DB622EAC}"/>
          </ac:spMkLst>
        </pc:spChg>
      </pc:sldChg>
      <pc:sldChg chg="modSp add del mod">
        <pc:chgData name="Collard Madika" userId="87fd811fd9ff64c1" providerId="LiveId" clId="{D178A262-A6EC-4041-9188-4C245756E457}" dt="2025-12-18T19:01:09.084" v="1598" actId="47"/>
        <pc:sldMkLst>
          <pc:docMk/>
          <pc:sldMk cId="860130024" sldId="269"/>
        </pc:sldMkLst>
        <pc:graphicFrameChg chg="mod modGraphic">
          <ac:chgData name="Collard Madika" userId="87fd811fd9ff64c1" providerId="LiveId" clId="{D178A262-A6EC-4041-9188-4C245756E457}" dt="2025-12-18T18:41:35.073" v="1491" actId="207"/>
          <ac:graphicFrameMkLst>
            <pc:docMk/>
            <pc:sldMk cId="860130024" sldId="269"/>
            <ac:graphicFrameMk id="9" creationId="{403BBAD9-A538-5723-E41D-89EC4BE59E1A}"/>
          </ac:graphicFrameMkLst>
        </pc:graphicFrameChg>
        <pc:picChg chg="mod">
          <ac:chgData name="Collard Madika" userId="87fd811fd9ff64c1" providerId="LiveId" clId="{D178A262-A6EC-4041-9188-4C245756E457}" dt="2025-12-18T18:39:33.944" v="1485" actId="1076"/>
          <ac:picMkLst>
            <pc:docMk/>
            <pc:sldMk cId="860130024" sldId="269"/>
            <ac:picMk id="12" creationId="{7828D228-D1CA-46FE-0E21-CD1F4026B3F4}"/>
          </ac:picMkLst>
        </pc:picChg>
      </pc:sldChg>
      <pc:sldChg chg="modSp del mod">
        <pc:chgData name="Collard Madika" userId="87fd811fd9ff64c1" providerId="LiveId" clId="{D178A262-A6EC-4041-9188-4C245756E457}" dt="2025-12-17T12:38:19.626" v="202" actId="47"/>
        <pc:sldMkLst>
          <pc:docMk/>
          <pc:sldMk cId="0" sldId="279"/>
        </pc:sldMkLst>
        <pc:spChg chg="mod">
          <ac:chgData name="Collard Madika" userId="87fd811fd9ff64c1" providerId="LiveId" clId="{D178A262-A6EC-4041-9188-4C245756E457}" dt="2025-12-17T11:59:33.746" v="38" actId="20577"/>
          <ac:spMkLst>
            <pc:docMk/>
            <pc:sldMk cId="0" sldId="279"/>
            <ac:spMk id="12" creationId="{00000000-0000-0000-0000-000000000000}"/>
          </ac:spMkLst>
        </pc:spChg>
      </pc:sldChg>
      <pc:sldChg chg="modSp mod">
        <pc:chgData name="Collard Madika" userId="87fd811fd9ff64c1" providerId="LiveId" clId="{D178A262-A6EC-4041-9188-4C245756E457}" dt="2025-12-18T18:35:31.750" v="1474" actId="14100"/>
        <pc:sldMkLst>
          <pc:docMk/>
          <pc:sldMk cId="0" sldId="315"/>
        </pc:sldMkLst>
        <pc:spChg chg="mod">
          <ac:chgData name="Collard Madika" userId="87fd811fd9ff64c1" providerId="LiveId" clId="{D178A262-A6EC-4041-9188-4C245756E457}" dt="2025-12-18T18:35:31.750" v="1474" actId="14100"/>
          <ac:spMkLst>
            <pc:docMk/>
            <pc:sldMk cId="0" sldId="315"/>
            <ac:spMk id="1291" creationId="{00000000-0000-0000-0000-000000000000}"/>
          </ac:spMkLst>
        </pc:spChg>
      </pc:sldChg>
      <pc:sldChg chg="del ord">
        <pc:chgData name="Collard Madika" userId="87fd811fd9ff64c1" providerId="LiveId" clId="{D178A262-A6EC-4041-9188-4C245756E457}" dt="2025-12-18T15:07:21.237" v="286" actId="47"/>
        <pc:sldMkLst>
          <pc:docMk/>
          <pc:sldMk cId="0" sldId="316"/>
        </pc:sldMkLst>
      </pc:sldChg>
      <pc:sldChg chg="addSp modSp mod setBg">
        <pc:chgData name="Collard Madika" userId="87fd811fd9ff64c1" providerId="LiveId" clId="{D178A262-A6EC-4041-9188-4C245756E457}" dt="2025-12-18T22:37:30.264" v="2364" actId="26606"/>
        <pc:sldMkLst>
          <pc:docMk/>
          <pc:sldMk cId="2903943772" sldId="3339"/>
        </pc:sldMkLst>
        <pc:spChg chg="mod">
          <ac:chgData name="Collard Madika" userId="87fd811fd9ff64c1" providerId="LiveId" clId="{D178A262-A6EC-4041-9188-4C245756E457}" dt="2025-12-18T22:37:30.264" v="2364" actId="26606"/>
          <ac:spMkLst>
            <pc:docMk/>
            <pc:sldMk cId="2903943772" sldId="3339"/>
            <ac:spMk id="2" creationId="{0B3090C6-8B56-BC47-8DF6-C8D3780C3958}"/>
          </ac:spMkLst>
        </pc:spChg>
        <pc:spChg chg="mod">
          <ac:chgData name="Collard Madika" userId="87fd811fd9ff64c1" providerId="LiveId" clId="{D178A262-A6EC-4041-9188-4C245756E457}" dt="2025-12-18T22:37:30.264" v="2364" actId="26606"/>
          <ac:spMkLst>
            <pc:docMk/>
            <pc:sldMk cId="2903943772" sldId="3339"/>
            <ac:spMk id="23" creationId="{6E7C3FF0-1D06-6652-AE36-5C1C52010FC2}"/>
          </ac:spMkLst>
        </pc:spChg>
        <pc:spChg chg="add">
          <ac:chgData name="Collard Madika" userId="87fd811fd9ff64c1" providerId="LiveId" clId="{D178A262-A6EC-4041-9188-4C245756E457}" dt="2025-12-18T22:37:30.264" v="2364" actId="26606"/>
          <ac:spMkLst>
            <pc:docMk/>
            <pc:sldMk cId="2903943772" sldId="3339"/>
            <ac:spMk id="28" creationId="{F837543A-6020-4505-A233-C9DB4BF74011}"/>
          </ac:spMkLst>
        </pc:spChg>
        <pc:spChg chg="add">
          <ac:chgData name="Collard Madika" userId="87fd811fd9ff64c1" providerId="LiveId" clId="{D178A262-A6EC-4041-9188-4C245756E457}" dt="2025-12-18T22:37:30.264" v="2364" actId="26606"/>
          <ac:spMkLst>
            <pc:docMk/>
            <pc:sldMk cId="2903943772" sldId="3339"/>
            <ac:spMk id="30" creationId="{35B16301-FB18-48BA-A6DD-C37CAF6F9A18}"/>
          </ac:spMkLst>
        </pc:spChg>
        <pc:spChg chg="add">
          <ac:chgData name="Collard Madika" userId="87fd811fd9ff64c1" providerId="LiveId" clId="{D178A262-A6EC-4041-9188-4C245756E457}" dt="2025-12-18T22:37:30.264" v="2364" actId="26606"/>
          <ac:spMkLst>
            <pc:docMk/>
            <pc:sldMk cId="2903943772" sldId="3339"/>
            <ac:spMk id="32" creationId="{C3C0D90E-074A-4F52-9B11-B52BEF4BCBE5}"/>
          </ac:spMkLst>
        </pc:spChg>
        <pc:spChg chg="add">
          <ac:chgData name="Collard Madika" userId="87fd811fd9ff64c1" providerId="LiveId" clId="{D178A262-A6EC-4041-9188-4C245756E457}" dt="2025-12-18T22:37:30.264" v="2364" actId="26606"/>
          <ac:spMkLst>
            <pc:docMk/>
            <pc:sldMk cId="2903943772" sldId="3339"/>
            <ac:spMk id="34" creationId="{CABBD4C1-E6F8-46F6-8152-A8A97490BF4D}"/>
          </ac:spMkLst>
        </pc:spChg>
        <pc:spChg chg="add">
          <ac:chgData name="Collard Madika" userId="87fd811fd9ff64c1" providerId="LiveId" clId="{D178A262-A6EC-4041-9188-4C245756E457}" dt="2025-12-18T22:37:30.264" v="2364" actId="26606"/>
          <ac:spMkLst>
            <pc:docMk/>
            <pc:sldMk cId="2903943772" sldId="3339"/>
            <ac:spMk id="36" creationId="{83BA5EF5-1FE9-4BF9-83BB-269BCDDF6156}"/>
          </ac:spMkLst>
        </pc:spChg>
        <pc:spChg chg="add">
          <ac:chgData name="Collard Madika" userId="87fd811fd9ff64c1" providerId="LiveId" clId="{D178A262-A6EC-4041-9188-4C245756E457}" dt="2025-12-18T22:37:30.264" v="2364" actId="26606"/>
          <ac:spMkLst>
            <pc:docMk/>
            <pc:sldMk cId="2903943772" sldId="3339"/>
            <ac:spMk id="40" creationId="{88853921-7BC9-4BDE-ACAB-133C683C82D6}"/>
          </ac:spMkLst>
        </pc:spChg>
        <pc:spChg chg="add">
          <ac:chgData name="Collard Madika" userId="87fd811fd9ff64c1" providerId="LiveId" clId="{D178A262-A6EC-4041-9188-4C245756E457}" dt="2025-12-18T22:37:30.264" v="2364" actId="26606"/>
          <ac:spMkLst>
            <pc:docMk/>
            <pc:sldMk cId="2903943772" sldId="3339"/>
            <ac:spMk id="42" creationId="{09192968-3AE7-4470-A61C-97294BB92731}"/>
          </ac:spMkLst>
        </pc:spChg>
        <pc:spChg chg="add">
          <ac:chgData name="Collard Madika" userId="87fd811fd9ff64c1" providerId="LiveId" clId="{D178A262-A6EC-4041-9188-4C245756E457}" dt="2025-12-18T22:37:30.264" v="2364" actId="26606"/>
          <ac:spMkLst>
            <pc:docMk/>
            <pc:sldMk cId="2903943772" sldId="3339"/>
            <ac:spMk id="44" creationId="{3AB72E55-43E4-4356-BFE8-E2102CB0B505}"/>
          </ac:spMkLst>
        </pc:spChg>
      </pc:sldChg>
      <pc:sldChg chg="addSp modSp mod setBg">
        <pc:chgData name="Collard Madika" userId="87fd811fd9ff64c1" providerId="LiveId" clId="{D178A262-A6EC-4041-9188-4C245756E457}" dt="2025-12-18T22:41:54.582" v="2377" actId="20577"/>
        <pc:sldMkLst>
          <pc:docMk/>
          <pc:sldMk cId="2612003547" sldId="16768424"/>
        </pc:sldMkLst>
        <pc:spChg chg="mod">
          <ac:chgData name="Collard Madika" userId="87fd811fd9ff64c1" providerId="LiveId" clId="{D178A262-A6EC-4041-9188-4C245756E457}" dt="2025-12-18T22:39:35.360" v="2365" actId="26606"/>
          <ac:spMkLst>
            <pc:docMk/>
            <pc:sldMk cId="2612003547" sldId="16768424"/>
            <ac:spMk id="2" creationId="{90168938-1963-B92F-9C36-03E04B331390}"/>
          </ac:spMkLst>
        </pc:spChg>
        <pc:spChg chg="mod ord">
          <ac:chgData name="Collard Madika" userId="87fd811fd9ff64c1" providerId="LiveId" clId="{D178A262-A6EC-4041-9188-4C245756E457}" dt="2025-12-18T22:41:54.582" v="2377" actId="20577"/>
          <ac:spMkLst>
            <pc:docMk/>
            <pc:sldMk cId="2612003547" sldId="16768424"/>
            <ac:spMk id="4" creationId="{20EEDA63-007F-CF34-C41A-C110374C6C8F}"/>
          </ac:spMkLst>
        </pc:spChg>
        <pc:grpChg chg="add">
          <ac:chgData name="Collard Madika" userId="87fd811fd9ff64c1" providerId="LiveId" clId="{D178A262-A6EC-4041-9188-4C245756E457}" dt="2025-12-18T22:39:35.360" v="2365" actId="26606"/>
          <ac:grpSpMkLst>
            <pc:docMk/>
            <pc:sldMk cId="2612003547" sldId="16768424"/>
            <ac:grpSpMk id="13" creationId="{5EFBDE31-BB3E-6CFC-23CD-B5976DA38438}"/>
          </ac:grpSpMkLst>
        </pc:grpChg>
        <pc:picChg chg="add">
          <ac:chgData name="Collard Madika" userId="87fd811fd9ff64c1" providerId="LiveId" clId="{D178A262-A6EC-4041-9188-4C245756E457}" dt="2025-12-18T22:39:35.360" v="2365" actId="26606"/>
          <ac:picMkLst>
            <pc:docMk/>
            <pc:sldMk cId="2612003547" sldId="16768424"/>
            <ac:picMk id="9" creationId="{20C2F855-8530-21E4-93A1-85BA0314A2EC}"/>
          </ac:picMkLst>
        </pc:picChg>
      </pc:sldChg>
      <pc:sldChg chg="addSp modSp mod setBg">
        <pc:chgData name="Collard Madika" userId="87fd811fd9ff64c1" providerId="LiveId" clId="{D178A262-A6EC-4041-9188-4C245756E457}" dt="2025-12-18T22:36:35.130" v="2363" actId="26606"/>
        <pc:sldMkLst>
          <pc:docMk/>
          <pc:sldMk cId="1272579350" sldId="2147473039"/>
        </pc:sldMkLst>
        <pc:spChg chg="mod">
          <ac:chgData name="Collard Madika" userId="87fd811fd9ff64c1" providerId="LiveId" clId="{D178A262-A6EC-4041-9188-4C245756E457}" dt="2025-12-18T22:36:35.130" v="2363" actId="26606"/>
          <ac:spMkLst>
            <pc:docMk/>
            <pc:sldMk cId="1272579350" sldId="2147473039"/>
            <ac:spMk id="5" creationId="{6951652E-45F0-8384-7523-9A25C1C2853F}"/>
          </ac:spMkLst>
        </pc:spChg>
        <pc:spChg chg="add">
          <ac:chgData name="Collard Madika" userId="87fd811fd9ff64c1" providerId="LiveId" clId="{D178A262-A6EC-4041-9188-4C245756E457}" dt="2025-12-18T22:36:35.130" v="2363" actId="26606"/>
          <ac:spMkLst>
            <pc:docMk/>
            <pc:sldMk cId="1272579350" sldId="2147473039"/>
            <ac:spMk id="11" creationId="{A4AC5506-6312-4701-8D3C-40187889A947}"/>
          </ac:spMkLst>
        </pc:spChg>
        <pc:graphicFrameChg chg="add mod modGraphic">
          <ac:chgData name="Collard Madika" userId="87fd811fd9ff64c1" providerId="LiveId" clId="{D178A262-A6EC-4041-9188-4C245756E457}" dt="2025-12-18T22:36:35.130" v="2363" actId="26606"/>
          <ac:graphicFrameMkLst>
            <pc:docMk/>
            <pc:sldMk cId="1272579350" sldId="2147473039"/>
            <ac:graphicFrameMk id="6" creationId="{4A765AA7-588B-5104-22C1-DCFD4A53081E}"/>
          </ac:graphicFrameMkLst>
        </pc:graphicFrameChg>
      </pc:sldChg>
      <pc:sldChg chg="modSp mod">
        <pc:chgData name="Collard Madika" userId="87fd811fd9ff64c1" providerId="LiveId" clId="{D178A262-A6EC-4041-9188-4C245756E457}" dt="2025-12-18T18:32:41.897" v="1415" actId="207"/>
        <pc:sldMkLst>
          <pc:docMk/>
          <pc:sldMk cId="3316435583" sldId="2147474825"/>
        </pc:sldMkLst>
        <pc:spChg chg="mod">
          <ac:chgData name="Collard Madika" userId="87fd811fd9ff64c1" providerId="LiveId" clId="{D178A262-A6EC-4041-9188-4C245756E457}" dt="2025-12-18T15:25:31.398" v="506" actId="14100"/>
          <ac:spMkLst>
            <pc:docMk/>
            <pc:sldMk cId="3316435583" sldId="2147474825"/>
            <ac:spMk id="4" creationId="{DB6DB9F1-137C-40D1-97F7-9098EAA96274}"/>
          </ac:spMkLst>
        </pc:spChg>
        <pc:spChg chg="mod">
          <ac:chgData name="Collard Madika" userId="87fd811fd9ff64c1" providerId="LiveId" clId="{D178A262-A6EC-4041-9188-4C245756E457}" dt="2025-12-18T18:32:41.897" v="1415" actId="207"/>
          <ac:spMkLst>
            <pc:docMk/>
            <pc:sldMk cId="3316435583" sldId="2147474825"/>
            <ac:spMk id="8" creationId="{C2B8CA3B-B1E2-B619-E6FD-E46E6E34113B}"/>
          </ac:spMkLst>
        </pc:spChg>
        <pc:spChg chg="mod">
          <ac:chgData name="Collard Madika" userId="87fd811fd9ff64c1" providerId="LiveId" clId="{D178A262-A6EC-4041-9188-4C245756E457}" dt="2025-12-18T15:25:52.987" v="554" actId="1076"/>
          <ac:spMkLst>
            <pc:docMk/>
            <pc:sldMk cId="3316435583" sldId="2147474825"/>
            <ac:spMk id="18" creationId="{A2413A8C-DB9B-7F94-7D99-88E752F1477C}"/>
          </ac:spMkLst>
        </pc:spChg>
        <pc:picChg chg="mod">
          <ac:chgData name="Collard Madika" userId="87fd811fd9ff64c1" providerId="LiveId" clId="{D178A262-A6EC-4041-9188-4C245756E457}" dt="2025-12-18T15:25:56.998" v="571" actId="1038"/>
          <ac:picMkLst>
            <pc:docMk/>
            <pc:sldMk cId="3316435583" sldId="2147474825"/>
            <ac:picMk id="15" creationId="{F75C9E67-AC1E-D1F9-A946-F15C6548C805}"/>
          </ac:picMkLst>
        </pc:picChg>
        <pc:picChg chg="mod">
          <ac:chgData name="Collard Madika" userId="87fd811fd9ff64c1" providerId="LiveId" clId="{D178A262-A6EC-4041-9188-4C245756E457}" dt="2025-12-18T15:26:02.631" v="572" actId="14100"/>
          <ac:picMkLst>
            <pc:docMk/>
            <pc:sldMk cId="3316435583" sldId="2147474825"/>
            <ac:picMk id="21" creationId="{8276993C-43ED-FA5F-1E01-8D3B4CC70244}"/>
          </ac:picMkLst>
        </pc:picChg>
      </pc:sldChg>
      <pc:sldChg chg="modSp add mod">
        <pc:chgData name="Collard Madika" userId="87fd811fd9ff64c1" providerId="LiveId" clId="{D178A262-A6EC-4041-9188-4C245756E457}" dt="2025-12-18T17:03:10.103" v="578" actId="207"/>
        <pc:sldMkLst>
          <pc:docMk/>
          <pc:sldMk cId="352384084" sldId="2147481547"/>
        </pc:sldMkLst>
        <pc:spChg chg="mod">
          <ac:chgData name="Collard Madika" userId="87fd811fd9ff64c1" providerId="LiveId" clId="{D178A262-A6EC-4041-9188-4C245756E457}" dt="2025-12-18T17:03:10.103" v="578" actId="207"/>
          <ac:spMkLst>
            <pc:docMk/>
            <pc:sldMk cId="352384084" sldId="2147481547"/>
            <ac:spMk id="18" creationId="{6FF67D52-A628-286D-E0BE-09A230BEF0D1}"/>
          </ac:spMkLst>
        </pc:spChg>
      </pc:sldChg>
      <pc:sldChg chg="addSp delSp modSp mod">
        <pc:chgData name="Collard Madika" userId="87fd811fd9ff64c1" providerId="LiveId" clId="{D178A262-A6EC-4041-9188-4C245756E457}" dt="2025-12-18T19:35:15.047" v="2196" actId="1036"/>
        <pc:sldMkLst>
          <pc:docMk/>
          <pc:sldMk cId="2434110552" sldId="2147481551"/>
        </pc:sldMkLst>
        <pc:spChg chg="mod">
          <ac:chgData name="Collard Madika" userId="87fd811fd9ff64c1" providerId="LiveId" clId="{D178A262-A6EC-4041-9188-4C245756E457}" dt="2025-12-18T19:26:24.997" v="2040" actId="20577"/>
          <ac:spMkLst>
            <pc:docMk/>
            <pc:sldMk cId="2434110552" sldId="2147481551"/>
            <ac:spMk id="3" creationId="{A89556C5-16A1-D07B-6395-E278D9204E61}"/>
          </ac:spMkLst>
        </pc:spChg>
        <pc:spChg chg="mod">
          <ac:chgData name="Collard Madika" userId="87fd811fd9ff64c1" providerId="LiveId" clId="{D178A262-A6EC-4041-9188-4C245756E457}" dt="2025-12-18T19:35:04.362" v="2163" actId="1035"/>
          <ac:spMkLst>
            <pc:docMk/>
            <pc:sldMk cId="2434110552" sldId="2147481551"/>
            <ac:spMk id="22" creationId="{B04070C6-474E-B9F3-49EB-96EA02B235B5}"/>
          </ac:spMkLst>
        </pc:spChg>
        <pc:spChg chg="mod">
          <ac:chgData name="Collard Madika" userId="87fd811fd9ff64c1" providerId="LiveId" clId="{D178A262-A6EC-4041-9188-4C245756E457}" dt="2025-12-18T19:35:15.047" v="2196" actId="1036"/>
          <ac:spMkLst>
            <pc:docMk/>
            <pc:sldMk cId="2434110552" sldId="2147481551"/>
            <ac:spMk id="24" creationId="{B1539C8E-D1F0-8E35-5DAA-2DA18D53F7CB}"/>
          </ac:spMkLst>
        </pc:spChg>
        <pc:graphicFrameChg chg="add del modGraphic">
          <ac:chgData name="Collard Madika" userId="87fd811fd9ff64c1" providerId="LiveId" clId="{D178A262-A6EC-4041-9188-4C245756E457}" dt="2025-12-17T12:24:58.404" v="187" actId="1032"/>
          <ac:graphicFrameMkLst>
            <pc:docMk/>
            <pc:sldMk cId="2434110552" sldId="2147481551"/>
            <ac:graphicFrameMk id="2" creationId="{B5B8C891-5E77-7176-783B-675B0D483239}"/>
          </ac:graphicFrameMkLst>
        </pc:graphicFrameChg>
        <pc:graphicFrameChg chg="mod modGraphic">
          <ac:chgData name="Collard Madika" userId="87fd811fd9ff64c1" providerId="LiveId" clId="{D178A262-A6EC-4041-9188-4C245756E457}" dt="2025-12-17T12:38:00.188" v="201" actId="12"/>
          <ac:graphicFrameMkLst>
            <pc:docMk/>
            <pc:sldMk cId="2434110552" sldId="2147481551"/>
            <ac:graphicFrameMk id="20" creationId="{1774FEEF-3947-E32B-0632-21F05E1DE692}"/>
          </ac:graphicFrameMkLst>
        </pc:graphicFrameChg>
      </pc:sldChg>
      <pc:sldChg chg="modSp mod">
        <pc:chgData name="Collard Madika" userId="87fd811fd9ff64c1" providerId="LiveId" clId="{D178A262-A6EC-4041-9188-4C245756E457}" dt="2025-12-18T19:26:31.094" v="2042" actId="20577"/>
        <pc:sldMkLst>
          <pc:docMk/>
          <pc:sldMk cId="98220391" sldId="2147483645"/>
        </pc:sldMkLst>
        <pc:spChg chg="mod">
          <ac:chgData name="Collard Madika" userId="87fd811fd9ff64c1" providerId="LiveId" clId="{D178A262-A6EC-4041-9188-4C245756E457}" dt="2025-12-18T19:24:05.230" v="2007" actId="403"/>
          <ac:spMkLst>
            <pc:docMk/>
            <pc:sldMk cId="98220391" sldId="2147483645"/>
            <ac:spMk id="4" creationId="{799D527A-3E1B-1113-FEED-7B5BE4E52AAB}"/>
          </ac:spMkLst>
        </pc:spChg>
        <pc:spChg chg="mod">
          <ac:chgData name="Collard Madika" userId="87fd811fd9ff64c1" providerId="LiveId" clId="{D178A262-A6EC-4041-9188-4C245756E457}" dt="2025-12-18T19:23:11.708" v="2005" actId="1037"/>
          <ac:spMkLst>
            <pc:docMk/>
            <pc:sldMk cId="98220391" sldId="2147483645"/>
            <ac:spMk id="9" creationId="{0EF9268A-E83C-FD11-7CD6-EEAE1612ECA3}"/>
          </ac:spMkLst>
        </pc:spChg>
        <pc:spChg chg="mod">
          <ac:chgData name="Collard Madika" userId="87fd811fd9ff64c1" providerId="LiveId" clId="{D178A262-A6EC-4041-9188-4C245756E457}" dt="2025-12-18T19:24:32.110" v="2008" actId="207"/>
          <ac:spMkLst>
            <pc:docMk/>
            <pc:sldMk cId="98220391" sldId="2147483645"/>
            <ac:spMk id="10" creationId="{ADB8EA3B-BC8B-8624-0B98-CD33FF2317AB}"/>
          </ac:spMkLst>
        </pc:spChg>
        <pc:spChg chg="mod">
          <ac:chgData name="Collard Madika" userId="87fd811fd9ff64c1" providerId="LiveId" clId="{D178A262-A6EC-4041-9188-4C245756E457}" dt="2025-12-18T19:22:47.283" v="1984" actId="403"/>
          <ac:spMkLst>
            <pc:docMk/>
            <pc:sldMk cId="98220391" sldId="2147483645"/>
            <ac:spMk id="18" creationId="{FFC371F9-A146-86F5-382A-A6A8867AC196}"/>
          </ac:spMkLst>
        </pc:spChg>
        <pc:spChg chg="mod">
          <ac:chgData name="Collard Madika" userId="87fd811fd9ff64c1" providerId="LiveId" clId="{D178A262-A6EC-4041-9188-4C245756E457}" dt="2025-12-18T19:22:54.616" v="1985" actId="403"/>
          <ac:spMkLst>
            <pc:docMk/>
            <pc:sldMk cId="98220391" sldId="2147483645"/>
            <ac:spMk id="128" creationId="{08BBD05B-08A9-24F0-ACE3-B47280C6BC63}"/>
          </ac:spMkLst>
        </pc:spChg>
        <pc:spChg chg="mod">
          <ac:chgData name="Collard Madika" userId="87fd811fd9ff64c1" providerId="LiveId" clId="{D178A262-A6EC-4041-9188-4C245756E457}" dt="2025-12-18T19:22:58.913" v="1986" actId="403"/>
          <ac:spMkLst>
            <pc:docMk/>
            <pc:sldMk cId="98220391" sldId="2147483645"/>
            <ac:spMk id="129" creationId="{5A2CB3E3-D03F-7A47-FEF7-180CE4C5B02A}"/>
          </ac:spMkLst>
        </pc:spChg>
        <pc:spChg chg="mod">
          <ac:chgData name="Collard Madika" userId="87fd811fd9ff64c1" providerId="LiveId" clId="{D178A262-A6EC-4041-9188-4C245756E457}" dt="2025-12-18T19:26:31.094" v="2042" actId="20577"/>
          <ac:spMkLst>
            <pc:docMk/>
            <pc:sldMk cId="98220391" sldId="2147483645"/>
            <ac:spMk id="130" creationId="{87C66041-D652-084A-8A4E-71D45E92DBD9}"/>
          </ac:spMkLst>
        </pc:spChg>
      </pc:sldChg>
      <pc:sldChg chg="addSp delSp modSp mod">
        <pc:chgData name="Collard Madika" userId="87fd811fd9ff64c1" providerId="LiveId" clId="{D178A262-A6EC-4041-9188-4C245756E457}" dt="2025-12-18T19:33:03.635" v="2150" actId="14100"/>
        <pc:sldMkLst>
          <pc:docMk/>
          <pc:sldMk cId="2036224573" sldId="2147483646"/>
        </pc:sldMkLst>
        <pc:spChg chg="add mod">
          <ac:chgData name="Collard Madika" userId="87fd811fd9ff64c1" providerId="LiveId" clId="{D178A262-A6EC-4041-9188-4C245756E457}" dt="2025-12-18T19:33:03.635" v="2150" actId="14100"/>
          <ac:spMkLst>
            <pc:docMk/>
            <pc:sldMk cId="2036224573" sldId="2147483646"/>
            <ac:spMk id="2" creationId="{93764FE3-D4C3-0138-6415-52F5C08A7910}"/>
          </ac:spMkLst>
        </pc:spChg>
        <pc:spChg chg="add del">
          <ac:chgData name="Collard Madika" userId="87fd811fd9ff64c1" providerId="LiveId" clId="{D178A262-A6EC-4041-9188-4C245756E457}" dt="2025-12-17T11:50:56.656" v="4" actId="26606"/>
          <ac:spMkLst>
            <pc:docMk/>
            <pc:sldMk cId="2036224573" sldId="2147483646"/>
            <ac:spMk id="4" creationId="{889434FD-815D-5406-7EE9-944F2098749B}"/>
          </ac:spMkLst>
        </pc:spChg>
        <pc:spChg chg="mod">
          <ac:chgData name="Collard Madika" userId="87fd811fd9ff64c1" providerId="LiveId" clId="{D178A262-A6EC-4041-9188-4C245756E457}" dt="2025-12-18T19:32:26.520" v="2138" actId="14100"/>
          <ac:spMkLst>
            <pc:docMk/>
            <pc:sldMk cId="2036224573" sldId="2147483646"/>
            <ac:spMk id="5" creationId="{62E16BBA-FB49-E2B0-30D4-402814B11D25}"/>
          </ac:spMkLst>
        </pc:spChg>
        <pc:spChg chg="mod">
          <ac:chgData name="Collard Madika" userId="87fd811fd9ff64c1" providerId="LiveId" clId="{D178A262-A6EC-4041-9188-4C245756E457}" dt="2025-12-18T19:15:44.449" v="1906" actId="1038"/>
          <ac:spMkLst>
            <pc:docMk/>
            <pc:sldMk cId="2036224573" sldId="2147483646"/>
            <ac:spMk id="6" creationId="{FA024791-9763-1673-FCF3-FA7F17890690}"/>
          </ac:spMkLst>
        </pc:spChg>
        <pc:graphicFrameChg chg="add del">
          <ac:chgData name="Collard Madika" userId="87fd811fd9ff64c1" providerId="LiveId" clId="{D178A262-A6EC-4041-9188-4C245756E457}" dt="2025-12-17T11:50:31.760" v="1" actId="26606"/>
          <ac:graphicFrameMkLst>
            <pc:docMk/>
            <pc:sldMk cId="2036224573" sldId="2147483646"/>
            <ac:graphicFrameMk id="8" creationId="{CA42F297-F18A-189F-7C62-E530EFF0B6D1}"/>
          </ac:graphicFrameMkLst>
        </pc:graphicFrameChg>
        <pc:graphicFrameChg chg="add del">
          <ac:chgData name="Collard Madika" userId="87fd811fd9ff64c1" providerId="LiveId" clId="{D178A262-A6EC-4041-9188-4C245756E457}" dt="2025-12-17T11:50:56.601" v="3" actId="26606"/>
          <ac:graphicFrameMkLst>
            <pc:docMk/>
            <pc:sldMk cId="2036224573" sldId="2147483646"/>
            <ac:graphicFrameMk id="10" creationId="{00D7C304-B25E-C43B-C4B2-A0B4C37FC821}"/>
          </ac:graphicFrameMkLst>
        </pc:graphicFrameChg>
        <pc:graphicFrameChg chg="add">
          <ac:chgData name="Collard Madika" userId="87fd811fd9ff64c1" providerId="LiveId" clId="{D178A262-A6EC-4041-9188-4C245756E457}" dt="2025-12-17T11:50:56.656" v="4" actId="26606"/>
          <ac:graphicFrameMkLst>
            <pc:docMk/>
            <pc:sldMk cId="2036224573" sldId="2147483646"/>
            <ac:graphicFrameMk id="12" creationId="{CA42F297-F18A-189F-7C62-E530EFF0B6D1}"/>
          </ac:graphicFrameMkLst>
        </pc:graphicFrameChg>
      </pc:sldChg>
      <pc:sldChg chg="modSp del mod ord">
        <pc:chgData name="Collard Madika" userId="87fd811fd9ff64c1" providerId="LiveId" clId="{D178A262-A6EC-4041-9188-4C245756E457}" dt="2025-12-18T19:11:06.704" v="1769" actId="47"/>
        <pc:sldMkLst>
          <pc:docMk/>
          <pc:sldMk cId="3264024217" sldId="2147483647"/>
        </pc:sldMkLst>
        <pc:spChg chg="mod">
          <ac:chgData name="Collard Madika" userId="87fd811fd9ff64c1" providerId="LiveId" clId="{D178A262-A6EC-4041-9188-4C245756E457}" dt="2025-12-18T19:10:47.199" v="1765" actId="207"/>
          <ac:spMkLst>
            <pc:docMk/>
            <pc:sldMk cId="3264024217" sldId="2147483647"/>
            <ac:spMk id="3" creationId="{C339693D-1D7B-9587-6FF2-5C581918528C}"/>
          </ac:spMkLst>
        </pc:spChg>
      </pc:sldChg>
      <pc:sldChg chg="addSp delSp modSp new mod">
        <pc:chgData name="Collard Madika" userId="87fd811fd9ff64c1" providerId="LiveId" clId="{D178A262-A6EC-4041-9188-4C245756E457}" dt="2025-12-18T22:34:25.551" v="2362" actId="26606"/>
        <pc:sldMkLst>
          <pc:docMk/>
          <pc:sldMk cId="3689461980" sldId="2147483647"/>
        </pc:sldMkLst>
        <pc:spChg chg="del">
          <ac:chgData name="Collard Madika" userId="87fd811fd9ff64c1" providerId="LiveId" clId="{D178A262-A6EC-4041-9188-4C245756E457}" dt="2025-12-18T22:28:30.181" v="2351"/>
          <ac:spMkLst>
            <pc:docMk/>
            <pc:sldMk cId="3689461980" sldId="2147483647"/>
            <ac:spMk id="2" creationId="{5E449EC6-2F5C-6410-D2F3-B70A29AA0F19}"/>
          </ac:spMkLst>
        </pc:spChg>
        <pc:spChg chg="add del mod">
          <ac:chgData name="Collard Madika" userId="87fd811fd9ff64c1" providerId="LiveId" clId="{D178A262-A6EC-4041-9188-4C245756E457}" dt="2025-12-18T22:30:51.754" v="2361" actId="26606"/>
          <ac:spMkLst>
            <pc:docMk/>
            <pc:sldMk cId="3689461980" sldId="2147483647"/>
            <ac:spMk id="3" creationId="{824480E1-EE8B-F433-1682-EDD93EDFD558}"/>
          </ac:spMkLst>
        </pc:spChg>
        <pc:spChg chg="add mod">
          <ac:chgData name="Collard Madika" userId="87fd811fd9ff64c1" providerId="LiveId" clId="{D178A262-A6EC-4041-9188-4C245756E457}" dt="2025-12-18T22:28:30.181" v="2351"/>
          <ac:spMkLst>
            <pc:docMk/>
            <pc:sldMk cId="3689461980" sldId="2147483647"/>
            <ac:spMk id="4" creationId="{4F425AAF-ADCC-7497-FCEE-7083486D68AB}"/>
          </ac:spMkLst>
        </pc:spChg>
        <pc:graphicFrameChg chg="add del">
          <ac:chgData name="Collard Madika" userId="87fd811fd9ff64c1" providerId="LiveId" clId="{D178A262-A6EC-4041-9188-4C245756E457}" dt="2025-12-18T22:30:11.167" v="2356" actId="26606"/>
          <ac:graphicFrameMkLst>
            <pc:docMk/>
            <pc:sldMk cId="3689461980" sldId="2147483647"/>
            <ac:graphicFrameMk id="6" creationId="{422962ED-7983-638F-CB0B-5597DD5A348B}"/>
          </ac:graphicFrameMkLst>
        </pc:graphicFrameChg>
        <pc:graphicFrameChg chg="add del">
          <ac:chgData name="Collard Madika" userId="87fd811fd9ff64c1" providerId="LiveId" clId="{D178A262-A6EC-4041-9188-4C245756E457}" dt="2025-12-18T22:30:43.564" v="2358" actId="26606"/>
          <ac:graphicFrameMkLst>
            <pc:docMk/>
            <pc:sldMk cId="3689461980" sldId="2147483647"/>
            <ac:graphicFrameMk id="8" creationId="{4BBBAE2E-12D1-BBC8-5CD9-2BD1F8F050EC}"/>
          </ac:graphicFrameMkLst>
        </pc:graphicFrameChg>
        <pc:graphicFrameChg chg="add del">
          <ac:chgData name="Collard Madika" userId="87fd811fd9ff64c1" providerId="LiveId" clId="{D178A262-A6EC-4041-9188-4C245756E457}" dt="2025-12-18T22:30:51.727" v="2360" actId="26606"/>
          <ac:graphicFrameMkLst>
            <pc:docMk/>
            <pc:sldMk cId="3689461980" sldId="2147483647"/>
            <ac:graphicFrameMk id="10" creationId="{422962ED-7983-638F-CB0B-5597DD5A348B}"/>
          </ac:graphicFrameMkLst>
        </pc:graphicFrameChg>
        <pc:graphicFrameChg chg="add modGraphic">
          <ac:chgData name="Collard Madika" userId="87fd811fd9ff64c1" providerId="LiveId" clId="{D178A262-A6EC-4041-9188-4C245756E457}" dt="2025-12-18T22:34:25.551" v="2362" actId="26606"/>
          <ac:graphicFrameMkLst>
            <pc:docMk/>
            <pc:sldMk cId="3689461980" sldId="2147483647"/>
            <ac:graphicFrameMk id="12" creationId="{CA955057-2E8A-5597-1C57-D5D911F30EF5}"/>
          </ac:graphicFrameMkLst>
        </pc:graphicFrameChg>
      </pc:sldChg>
      <pc:sldMasterChg chg="delSldLayout">
        <pc:chgData name="Collard Madika" userId="87fd811fd9ff64c1" providerId="LiveId" clId="{D178A262-A6EC-4041-9188-4C245756E457}" dt="2025-12-18T19:01:09.084" v="1598" actId="47"/>
        <pc:sldMasterMkLst>
          <pc:docMk/>
          <pc:sldMasterMk cId="0" sldId="2147483671"/>
        </pc:sldMasterMkLst>
        <pc:sldLayoutChg chg="del">
          <pc:chgData name="Collard Madika" userId="87fd811fd9ff64c1" providerId="LiveId" clId="{D178A262-A6EC-4041-9188-4C245756E457}" dt="2025-12-18T18:55:09.602" v="1515" actId="47"/>
          <pc:sldLayoutMkLst>
            <pc:docMk/>
            <pc:sldMasterMk cId="0" sldId="2147483671"/>
            <pc:sldLayoutMk cId="0" sldId="2147483672"/>
          </pc:sldLayoutMkLst>
        </pc:sldLayoutChg>
        <pc:sldLayoutChg chg="del">
          <pc:chgData name="Collard Madika" userId="87fd811fd9ff64c1" providerId="LiveId" clId="{D178A262-A6EC-4041-9188-4C245756E457}" dt="2025-12-18T19:01:09.084" v="1598" actId="47"/>
          <pc:sldLayoutMkLst>
            <pc:docMk/>
            <pc:sldMasterMk cId="0" sldId="2147483671"/>
            <pc:sldLayoutMk cId="1651047627" sldId="2147483686"/>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Feuil1!$F$3</c:f>
              <c:strCache>
                <c:ptCount val="1"/>
                <c:pt idx="0">
                  <c:v>% AS sans données récupération</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Feuil1!$E$4:$E$30</c:f>
              <c:strCache>
                <c:ptCount val="27"/>
                <c:pt idx="0">
                  <c:v>NORD UBANGI</c:v>
                </c:pt>
                <c:pt idx="1">
                  <c:v>LUALABA</c:v>
                </c:pt>
                <c:pt idx="2">
                  <c:v>SUD-KIVU</c:v>
                </c:pt>
                <c:pt idx="3">
                  <c:v>KASAI CENTRAL</c:v>
                </c:pt>
                <c:pt idx="4">
                  <c:v>KWANGO</c:v>
                </c:pt>
                <c:pt idx="5">
                  <c:v>KASAI</c:v>
                </c:pt>
                <c:pt idx="6">
                  <c:v>KWILU</c:v>
                </c:pt>
                <c:pt idx="7">
                  <c:v>TSHUAPA</c:v>
                </c:pt>
                <c:pt idx="8">
                  <c:v>KINSHASA</c:v>
                </c:pt>
                <c:pt idx="9">
                  <c:v>EQUATEUR</c:v>
                </c:pt>
                <c:pt idx="10">
                  <c:v>BAS UELE</c:v>
                </c:pt>
                <c:pt idx="11">
                  <c:v>ITURI</c:v>
                </c:pt>
                <c:pt idx="12">
                  <c:v>MONGALA</c:v>
                </c:pt>
                <c:pt idx="13">
                  <c:v>NORD KIVU</c:v>
                </c:pt>
                <c:pt idx="14">
                  <c:v>HAUT LOMAMI</c:v>
                </c:pt>
                <c:pt idx="15">
                  <c:v>SUD-UBANGI</c:v>
                </c:pt>
                <c:pt idx="16">
                  <c:v>HAUT KATANGA</c:v>
                </c:pt>
                <c:pt idx="17">
                  <c:v>MAI NDOMBE</c:v>
                </c:pt>
                <c:pt idx="18">
                  <c:v>KONGO CENTRAL</c:v>
                </c:pt>
                <c:pt idx="19">
                  <c:v>TSHOPO</c:v>
                </c:pt>
                <c:pt idx="20">
                  <c:v>KASAI ORIENTAL</c:v>
                </c:pt>
                <c:pt idx="21">
                  <c:v>HAUT UELE</c:v>
                </c:pt>
                <c:pt idx="22">
                  <c:v>LOMAMI</c:v>
                </c:pt>
                <c:pt idx="23">
                  <c:v>SANKURU</c:v>
                </c:pt>
                <c:pt idx="24">
                  <c:v>MANIEMA</c:v>
                </c:pt>
                <c:pt idx="25">
                  <c:v>TANGANYIKA</c:v>
                </c:pt>
                <c:pt idx="26">
                  <c:v>RDC</c:v>
                </c:pt>
              </c:strCache>
            </c:strRef>
          </c:cat>
          <c:val>
            <c:numRef>
              <c:f>Feuil1!$F$4:$F$30</c:f>
              <c:numCache>
                <c:formatCode>0%</c:formatCode>
                <c:ptCount val="27"/>
                <c:pt idx="0">
                  <c:v>0.59</c:v>
                </c:pt>
                <c:pt idx="1">
                  <c:v>0.56999999999999995</c:v>
                </c:pt>
                <c:pt idx="2">
                  <c:v>0.48</c:v>
                </c:pt>
                <c:pt idx="3">
                  <c:v>0.39</c:v>
                </c:pt>
                <c:pt idx="4">
                  <c:v>0.38</c:v>
                </c:pt>
                <c:pt idx="5">
                  <c:v>0.3</c:v>
                </c:pt>
                <c:pt idx="6">
                  <c:v>0.28000000000000003</c:v>
                </c:pt>
                <c:pt idx="7">
                  <c:v>0.26</c:v>
                </c:pt>
                <c:pt idx="8">
                  <c:v>0.26</c:v>
                </c:pt>
                <c:pt idx="9">
                  <c:v>0.19</c:v>
                </c:pt>
                <c:pt idx="10">
                  <c:v>0.19</c:v>
                </c:pt>
                <c:pt idx="11">
                  <c:v>0.18</c:v>
                </c:pt>
                <c:pt idx="12">
                  <c:v>0.15</c:v>
                </c:pt>
                <c:pt idx="13">
                  <c:v>0.15</c:v>
                </c:pt>
                <c:pt idx="14">
                  <c:v>0.14000000000000001</c:v>
                </c:pt>
                <c:pt idx="15">
                  <c:v>0.13</c:v>
                </c:pt>
                <c:pt idx="16">
                  <c:v>0.13</c:v>
                </c:pt>
                <c:pt idx="17">
                  <c:v>0.11</c:v>
                </c:pt>
                <c:pt idx="18">
                  <c:v>0.09</c:v>
                </c:pt>
                <c:pt idx="19">
                  <c:v>0.09</c:v>
                </c:pt>
                <c:pt idx="20">
                  <c:v>0.06</c:v>
                </c:pt>
                <c:pt idx="21">
                  <c:v>0.05</c:v>
                </c:pt>
                <c:pt idx="22">
                  <c:v>0.04</c:v>
                </c:pt>
                <c:pt idx="23">
                  <c:v>0.04</c:v>
                </c:pt>
                <c:pt idx="24">
                  <c:v>0.04</c:v>
                </c:pt>
                <c:pt idx="25">
                  <c:v>0.03</c:v>
                </c:pt>
                <c:pt idx="26">
                  <c:v>0.21</c:v>
                </c:pt>
              </c:numCache>
            </c:numRef>
          </c:val>
          <c:extLst>
            <c:ext xmlns:c16="http://schemas.microsoft.com/office/drawing/2014/chart" uri="{C3380CC4-5D6E-409C-BE32-E72D297353CC}">
              <c16:uniqueId val="{00000000-FC73-496F-BE8D-B0B2F4C04BCA}"/>
            </c:ext>
          </c:extLst>
        </c:ser>
        <c:dLbls>
          <c:showLegendKey val="0"/>
          <c:showVal val="0"/>
          <c:showCatName val="0"/>
          <c:showSerName val="0"/>
          <c:showPercent val="0"/>
          <c:showBubbleSize val="0"/>
        </c:dLbls>
        <c:gapWidth val="219"/>
        <c:overlap val="-27"/>
        <c:axId val="212157696"/>
        <c:axId val="212154816"/>
      </c:barChart>
      <c:catAx>
        <c:axId val="212157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fr-FR"/>
          </a:p>
        </c:txPr>
        <c:crossAx val="212154816"/>
        <c:crosses val="autoZero"/>
        <c:auto val="1"/>
        <c:lblAlgn val="ctr"/>
        <c:lblOffset val="100"/>
        <c:noMultiLvlLbl val="0"/>
      </c:catAx>
      <c:valAx>
        <c:axId val="212154816"/>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2121576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accent1"/>
      </a:solidFill>
      <a:round/>
    </a:ln>
    <a:effectLst/>
  </c:spPr>
  <c:txPr>
    <a:bodyPr/>
    <a:lstStyle/>
    <a:p>
      <a:pPr>
        <a:defRPr sz="1200"/>
      </a:pPr>
      <a:endParaRPr lang="fr-F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Feuil12!$F$2</c:f>
              <c:strCache>
                <c:ptCount val="1"/>
                <c:pt idx="0">
                  <c:v>JNV Aout 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2060"/>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Feuil12!$B$3:$B$20</c:f>
              <c:strCache>
                <c:ptCount val="18"/>
                <c:pt idx="0">
                  <c:v>KWILU</c:v>
                </c:pt>
                <c:pt idx="1">
                  <c:v>KONGO CENTRAL</c:v>
                </c:pt>
                <c:pt idx="2">
                  <c:v>SUD UBANGI</c:v>
                </c:pt>
                <c:pt idx="3">
                  <c:v>KASAI CENTRAL</c:v>
                </c:pt>
                <c:pt idx="4">
                  <c:v>KINSHASA</c:v>
                </c:pt>
                <c:pt idx="5">
                  <c:v>TSHUAPA</c:v>
                </c:pt>
                <c:pt idx="6">
                  <c:v>KASAI</c:v>
                </c:pt>
                <c:pt idx="7">
                  <c:v>KWANGO</c:v>
                </c:pt>
                <c:pt idx="8">
                  <c:v>MAINDOMBE</c:v>
                </c:pt>
                <c:pt idx="9">
                  <c:v>TSHOPO</c:v>
                </c:pt>
                <c:pt idx="10">
                  <c:v>EQUATEUR</c:v>
                </c:pt>
                <c:pt idx="11">
                  <c:v>LOMAMI</c:v>
                </c:pt>
                <c:pt idx="12">
                  <c:v>NORD UBANGI</c:v>
                </c:pt>
                <c:pt idx="13">
                  <c:v>SANKURU</c:v>
                </c:pt>
                <c:pt idx="14">
                  <c:v>MANIEMA</c:v>
                </c:pt>
                <c:pt idx="15">
                  <c:v>KASAI ORIENTAL</c:v>
                </c:pt>
                <c:pt idx="16">
                  <c:v>MONGALA</c:v>
                </c:pt>
                <c:pt idx="17">
                  <c:v>Total 17 Provinces</c:v>
                </c:pt>
              </c:strCache>
            </c:strRef>
          </c:cat>
          <c:val>
            <c:numRef>
              <c:f>Feuil12!$F$3:$F$20</c:f>
              <c:numCache>
                <c:formatCode>0%</c:formatCode>
                <c:ptCount val="18"/>
                <c:pt idx="0">
                  <c:v>0.58490566037735847</c:v>
                </c:pt>
                <c:pt idx="1">
                  <c:v>0.47560975609756095</c:v>
                </c:pt>
                <c:pt idx="2">
                  <c:v>0.36290322580645162</c:v>
                </c:pt>
                <c:pt idx="3">
                  <c:v>0.35251798561151076</c:v>
                </c:pt>
                <c:pt idx="4">
                  <c:v>0.33450704225352113</c:v>
                </c:pt>
                <c:pt idx="5">
                  <c:v>0.33220338983050846</c:v>
                </c:pt>
                <c:pt idx="6">
                  <c:v>0.29192546583850931</c:v>
                </c:pt>
                <c:pt idx="7">
                  <c:v>0.25356125356125359</c:v>
                </c:pt>
                <c:pt idx="8">
                  <c:v>0.23200000000000001</c:v>
                </c:pt>
                <c:pt idx="9">
                  <c:v>0.21908127208480566</c:v>
                </c:pt>
                <c:pt idx="10">
                  <c:v>0.20813397129186603</c:v>
                </c:pt>
                <c:pt idx="11">
                  <c:v>0.10652173913043478</c:v>
                </c:pt>
                <c:pt idx="12">
                  <c:v>7.9185520361990946E-2</c:v>
                </c:pt>
                <c:pt idx="13">
                  <c:v>6.6246056782334389E-2</c:v>
                </c:pt>
                <c:pt idx="14">
                  <c:v>4.6875E-2</c:v>
                </c:pt>
                <c:pt idx="15">
                  <c:v>4.0843214756258232E-2</c:v>
                </c:pt>
                <c:pt idx="16">
                  <c:v>9.4936708860759497E-3</c:v>
                </c:pt>
                <c:pt idx="17">
                  <c:v>0.22213286150876629</c:v>
                </c:pt>
              </c:numCache>
            </c:numRef>
          </c:val>
          <c:extLst>
            <c:ext xmlns:c16="http://schemas.microsoft.com/office/drawing/2014/chart" uri="{C3380CC4-5D6E-409C-BE32-E72D297353CC}">
              <c16:uniqueId val="{00000000-18FE-45E8-B9C9-C80B00A884F9}"/>
            </c:ext>
          </c:extLst>
        </c:ser>
        <c:ser>
          <c:idx val="1"/>
          <c:order val="1"/>
          <c:tx>
            <c:strRef>
              <c:f>Feuil12!$G$2</c:f>
              <c:strCache>
                <c:ptCount val="1"/>
                <c:pt idx="0">
                  <c:v>JNV Novembre 2025</c:v>
                </c:pt>
              </c:strCache>
            </c:strRef>
          </c:tx>
          <c:spPr>
            <a:solidFill>
              <a:schemeClr val="accent2"/>
            </a:solidFill>
            <a:ln>
              <a:noFill/>
            </a:ln>
            <a:effectLst/>
          </c:spPr>
          <c:invertIfNegative val="0"/>
          <c:dLbls>
            <c:dLbl>
              <c:idx val="5"/>
              <c:layout>
                <c:manualLayout>
                  <c:x val="1.6936105209219204E-2"/>
                  <c:y val="-2.33491399656841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8FE-45E8-B9C9-C80B00A884F9}"/>
                </c:ext>
              </c:extLst>
            </c:dLbl>
            <c:spPr>
              <a:no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rgbClr val="002060"/>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Feuil12!$B$3:$B$20</c:f>
              <c:strCache>
                <c:ptCount val="18"/>
                <c:pt idx="0">
                  <c:v>KWILU</c:v>
                </c:pt>
                <c:pt idx="1">
                  <c:v>KONGO CENTRAL</c:v>
                </c:pt>
                <c:pt idx="2">
                  <c:v>SUD UBANGI</c:v>
                </c:pt>
                <c:pt idx="3">
                  <c:v>KASAI CENTRAL</c:v>
                </c:pt>
                <c:pt idx="4">
                  <c:v>KINSHASA</c:v>
                </c:pt>
                <c:pt idx="5">
                  <c:v>TSHUAPA</c:v>
                </c:pt>
                <c:pt idx="6">
                  <c:v>KASAI</c:v>
                </c:pt>
                <c:pt idx="7">
                  <c:v>KWANGO</c:v>
                </c:pt>
                <c:pt idx="8">
                  <c:v>MAINDOMBE</c:v>
                </c:pt>
                <c:pt idx="9">
                  <c:v>TSHOPO</c:v>
                </c:pt>
                <c:pt idx="10">
                  <c:v>EQUATEUR</c:v>
                </c:pt>
                <c:pt idx="11">
                  <c:v>LOMAMI</c:v>
                </c:pt>
                <c:pt idx="12">
                  <c:v>NORD UBANGI</c:v>
                </c:pt>
                <c:pt idx="13">
                  <c:v>SANKURU</c:v>
                </c:pt>
                <c:pt idx="14">
                  <c:v>MANIEMA</c:v>
                </c:pt>
                <c:pt idx="15">
                  <c:v>KASAI ORIENTAL</c:v>
                </c:pt>
                <c:pt idx="16">
                  <c:v>MONGALA</c:v>
                </c:pt>
                <c:pt idx="17">
                  <c:v>Total 17 Provinces</c:v>
                </c:pt>
              </c:strCache>
            </c:strRef>
          </c:cat>
          <c:val>
            <c:numRef>
              <c:f>Feuil12!$G$3:$G$20</c:f>
              <c:numCache>
                <c:formatCode>0%</c:formatCode>
                <c:ptCount val="18"/>
                <c:pt idx="0">
                  <c:v>0.53773584905660377</c:v>
                </c:pt>
                <c:pt idx="1">
                  <c:v>0.13109756097560976</c:v>
                </c:pt>
                <c:pt idx="2">
                  <c:v>0.24193548387096775</c:v>
                </c:pt>
                <c:pt idx="3">
                  <c:v>0.58992805755395683</c:v>
                </c:pt>
                <c:pt idx="4">
                  <c:v>0.46126760563380281</c:v>
                </c:pt>
                <c:pt idx="5">
                  <c:v>0.33559322033898303</c:v>
                </c:pt>
                <c:pt idx="6">
                  <c:v>0.41304347826086957</c:v>
                </c:pt>
                <c:pt idx="7">
                  <c:v>0.4131054131054131</c:v>
                </c:pt>
                <c:pt idx="8">
                  <c:v>7.1999999999999995E-2</c:v>
                </c:pt>
                <c:pt idx="9">
                  <c:v>0.26148409893992935</c:v>
                </c:pt>
                <c:pt idx="10">
                  <c:v>0.13157894736842105</c:v>
                </c:pt>
                <c:pt idx="11">
                  <c:v>3.0434782608695653E-2</c:v>
                </c:pt>
                <c:pt idx="12">
                  <c:v>0.25791855203619912</c:v>
                </c:pt>
                <c:pt idx="13">
                  <c:v>3.4700315457413249E-2</c:v>
                </c:pt>
                <c:pt idx="14">
                  <c:v>5.7291666666666664E-2</c:v>
                </c:pt>
                <c:pt idx="15">
                  <c:v>2.5032938076416336E-2</c:v>
                </c:pt>
                <c:pt idx="16">
                  <c:v>0.24050632911392406</c:v>
                </c:pt>
                <c:pt idx="17">
                  <c:v>0.2272800386038282</c:v>
                </c:pt>
              </c:numCache>
            </c:numRef>
          </c:val>
          <c:extLst>
            <c:ext xmlns:c16="http://schemas.microsoft.com/office/drawing/2014/chart" uri="{C3380CC4-5D6E-409C-BE32-E72D297353CC}">
              <c16:uniqueId val="{00000002-18FE-45E8-B9C9-C80B00A884F9}"/>
            </c:ext>
          </c:extLst>
        </c:ser>
        <c:dLbls>
          <c:showLegendKey val="0"/>
          <c:showVal val="0"/>
          <c:showCatName val="0"/>
          <c:showSerName val="0"/>
          <c:showPercent val="0"/>
          <c:showBubbleSize val="0"/>
        </c:dLbls>
        <c:gapWidth val="219"/>
        <c:overlap val="-27"/>
        <c:axId val="484781343"/>
        <c:axId val="484786623"/>
      </c:barChart>
      <c:catAx>
        <c:axId val="484781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rgbClr val="002060"/>
                </a:solidFill>
                <a:latin typeface="+mn-lt"/>
                <a:ea typeface="+mn-ea"/>
                <a:cs typeface="+mn-cs"/>
              </a:defRPr>
            </a:pPr>
            <a:endParaRPr lang="fr-FR"/>
          </a:p>
        </c:txPr>
        <c:crossAx val="484786623"/>
        <c:crosses val="autoZero"/>
        <c:auto val="1"/>
        <c:lblAlgn val="ctr"/>
        <c:lblOffset val="100"/>
        <c:noMultiLvlLbl val="0"/>
      </c:catAx>
      <c:valAx>
        <c:axId val="484786623"/>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4847813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rgbClr val="002060"/>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accent1"/>
      </a:solidFill>
      <a:round/>
    </a:ln>
    <a:effectLst/>
  </c:spPr>
  <c:txPr>
    <a:bodyPr/>
    <a:lstStyle/>
    <a:p>
      <a:pPr>
        <a:defRPr/>
      </a:pPr>
      <a:endParaRPr lang="fr-F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012397-0031-43CE-9059-310158667F76}"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A5A795D2-41FC-401E-8C7C-33695983ACAF}">
      <dgm:prSet/>
      <dgm:spPr/>
      <dgm:t>
        <a:bodyPr/>
        <a:lstStyle/>
        <a:p>
          <a:r>
            <a:rPr lang="fr-FR"/>
            <a:t>Organisation des ripostes rapides dans les 14 jours (Kafubu, Lotumbe, Boende, Kibambare-Samba); </a:t>
          </a:r>
          <a:endParaRPr lang="en-US"/>
        </a:p>
      </dgm:t>
    </dgm:pt>
    <dgm:pt modelId="{A3C6C820-D73A-49AF-BDE9-205DF76E6D76}" type="parTrans" cxnId="{626AB1DF-4FC9-4FC6-84B5-4E36F0B138C8}">
      <dgm:prSet/>
      <dgm:spPr/>
      <dgm:t>
        <a:bodyPr/>
        <a:lstStyle/>
        <a:p>
          <a:endParaRPr lang="en-US"/>
        </a:p>
      </dgm:t>
    </dgm:pt>
    <dgm:pt modelId="{DFE60B1F-666F-46B5-913B-F5726B75B9EF}" type="sibTrans" cxnId="{626AB1DF-4FC9-4FC6-84B5-4E36F0B138C8}">
      <dgm:prSet/>
      <dgm:spPr/>
      <dgm:t>
        <a:bodyPr/>
        <a:lstStyle/>
        <a:p>
          <a:endParaRPr lang="en-US"/>
        </a:p>
      </dgm:t>
    </dgm:pt>
    <dgm:pt modelId="{E154D326-FF2D-4063-A9D9-6BC217BC444C}">
      <dgm:prSet/>
      <dgm:spPr/>
      <dgm:t>
        <a:bodyPr/>
        <a:lstStyle/>
        <a:p>
          <a:r>
            <a:rPr lang="fr-FR"/>
            <a:t>Utilisation de GTS lors de la riposte rapide  dans toutes les zones de santé épicentre de poliovariant;</a:t>
          </a:r>
          <a:endParaRPr lang="en-US"/>
        </a:p>
      </dgm:t>
    </dgm:pt>
    <dgm:pt modelId="{0FD50722-5F2E-469E-BD27-FFB0B59BE984}" type="parTrans" cxnId="{2BC9ED34-CA46-4A67-B2F2-6D208F02D12C}">
      <dgm:prSet/>
      <dgm:spPr/>
      <dgm:t>
        <a:bodyPr/>
        <a:lstStyle/>
        <a:p>
          <a:endParaRPr lang="en-US"/>
        </a:p>
      </dgm:t>
    </dgm:pt>
    <dgm:pt modelId="{204E5281-F781-4FE0-9899-7F5498ACEA09}" type="sibTrans" cxnId="{2BC9ED34-CA46-4A67-B2F2-6D208F02D12C}">
      <dgm:prSet/>
      <dgm:spPr/>
      <dgm:t>
        <a:bodyPr/>
        <a:lstStyle/>
        <a:p>
          <a:endParaRPr lang="en-US"/>
        </a:p>
      </dgm:t>
    </dgm:pt>
    <dgm:pt modelId="{A7DD1EC3-CF53-4116-AE32-D0D928543774}">
      <dgm:prSet/>
      <dgm:spPr/>
      <dgm:t>
        <a:bodyPr/>
        <a:lstStyle/>
        <a:p>
          <a:r>
            <a:rPr lang="fr-FR"/>
            <a:t>Formation sur le processus de récupération des enfants zéro dose et sous vaccinés dans la ville province de Kinshasa;</a:t>
          </a:r>
          <a:endParaRPr lang="en-US"/>
        </a:p>
      </dgm:t>
    </dgm:pt>
    <dgm:pt modelId="{26724CA5-B073-40EA-ABE2-6EB7E138C9E2}" type="parTrans" cxnId="{B697478C-16C7-4671-9E1A-4FF8B4E479CC}">
      <dgm:prSet/>
      <dgm:spPr/>
      <dgm:t>
        <a:bodyPr/>
        <a:lstStyle/>
        <a:p>
          <a:endParaRPr lang="en-US"/>
        </a:p>
      </dgm:t>
    </dgm:pt>
    <dgm:pt modelId="{E4080590-F2A4-41B5-A4CA-F07E0D72B7E7}" type="sibTrans" cxnId="{B697478C-16C7-4671-9E1A-4FF8B4E479CC}">
      <dgm:prSet/>
      <dgm:spPr/>
      <dgm:t>
        <a:bodyPr/>
        <a:lstStyle/>
        <a:p>
          <a:endParaRPr lang="en-US"/>
        </a:p>
      </dgm:t>
    </dgm:pt>
    <dgm:pt modelId="{FAAB2FD1-0C2A-4A6E-A5AD-9656348AD6E3}">
      <dgm:prSet/>
      <dgm:spPr/>
      <dgm:t>
        <a:bodyPr/>
        <a:lstStyle/>
        <a:p>
          <a:r>
            <a:rPr lang="fr-FR"/>
            <a:t>Organisation de la micro-planification centrée sur l’approche village semi-digitalisée dans les provinces du Tanganyika et Haut-Katanga.</a:t>
          </a:r>
          <a:endParaRPr lang="en-US"/>
        </a:p>
      </dgm:t>
    </dgm:pt>
    <dgm:pt modelId="{9A107C42-8B0B-4BBF-A7FC-EDA0F733AAB1}" type="parTrans" cxnId="{54F81813-907A-414B-8946-16825D50EE27}">
      <dgm:prSet/>
      <dgm:spPr/>
      <dgm:t>
        <a:bodyPr/>
        <a:lstStyle/>
        <a:p>
          <a:endParaRPr lang="en-US"/>
        </a:p>
      </dgm:t>
    </dgm:pt>
    <dgm:pt modelId="{DA497CCC-F75A-4355-BC73-E5323B29D770}" type="sibTrans" cxnId="{54F81813-907A-414B-8946-16825D50EE27}">
      <dgm:prSet/>
      <dgm:spPr/>
      <dgm:t>
        <a:bodyPr/>
        <a:lstStyle/>
        <a:p>
          <a:endParaRPr lang="en-US"/>
        </a:p>
      </dgm:t>
    </dgm:pt>
    <dgm:pt modelId="{4DF0B9B4-19AE-479B-BD2A-D75D85DBA4FB}" type="pres">
      <dgm:prSet presAssocID="{5B012397-0031-43CE-9059-310158667F76}" presName="diagram" presStyleCnt="0">
        <dgm:presLayoutVars>
          <dgm:dir/>
          <dgm:resizeHandles val="exact"/>
        </dgm:presLayoutVars>
      </dgm:prSet>
      <dgm:spPr/>
    </dgm:pt>
    <dgm:pt modelId="{B7ACBA5C-E76F-4A0A-866E-3F0A7B7EBD27}" type="pres">
      <dgm:prSet presAssocID="{A5A795D2-41FC-401E-8C7C-33695983ACAF}" presName="node" presStyleLbl="node1" presStyleIdx="0" presStyleCnt="4">
        <dgm:presLayoutVars>
          <dgm:bulletEnabled val="1"/>
        </dgm:presLayoutVars>
      </dgm:prSet>
      <dgm:spPr/>
    </dgm:pt>
    <dgm:pt modelId="{1665232F-B9E1-458F-A0C1-12A0BB06A28B}" type="pres">
      <dgm:prSet presAssocID="{DFE60B1F-666F-46B5-913B-F5726B75B9EF}" presName="sibTrans" presStyleCnt="0"/>
      <dgm:spPr/>
    </dgm:pt>
    <dgm:pt modelId="{475F3E87-4101-4771-9BF4-7FBDB4C788A2}" type="pres">
      <dgm:prSet presAssocID="{E154D326-FF2D-4063-A9D9-6BC217BC444C}" presName="node" presStyleLbl="node1" presStyleIdx="1" presStyleCnt="4">
        <dgm:presLayoutVars>
          <dgm:bulletEnabled val="1"/>
        </dgm:presLayoutVars>
      </dgm:prSet>
      <dgm:spPr/>
    </dgm:pt>
    <dgm:pt modelId="{98BF8376-FFD5-4C69-9BFE-A150F3811C83}" type="pres">
      <dgm:prSet presAssocID="{204E5281-F781-4FE0-9899-7F5498ACEA09}" presName="sibTrans" presStyleCnt="0"/>
      <dgm:spPr/>
    </dgm:pt>
    <dgm:pt modelId="{BB4FDE0F-F599-46CE-A888-817E7E373742}" type="pres">
      <dgm:prSet presAssocID="{A7DD1EC3-CF53-4116-AE32-D0D928543774}" presName="node" presStyleLbl="node1" presStyleIdx="2" presStyleCnt="4">
        <dgm:presLayoutVars>
          <dgm:bulletEnabled val="1"/>
        </dgm:presLayoutVars>
      </dgm:prSet>
      <dgm:spPr/>
    </dgm:pt>
    <dgm:pt modelId="{208DD047-393E-4923-A472-5C71F4409A11}" type="pres">
      <dgm:prSet presAssocID="{E4080590-F2A4-41B5-A4CA-F07E0D72B7E7}" presName="sibTrans" presStyleCnt="0"/>
      <dgm:spPr/>
    </dgm:pt>
    <dgm:pt modelId="{BFCAA250-3E14-4701-920B-B0AC0DC304A9}" type="pres">
      <dgm:prSet presAssocID="{FAAB2FD1-0C2A-4A6E-A5AD-9656348AD6E3}" presName="node" presStyleLbl="node1" presStyleIdx="3" presStyleCnt="4">
        <dgm:presLayoutVars>
          <dgm:bulletEnabled val="1"/>
        </dgm:presLayoutVars>
      </dgm:prSet>
      <dgm:spPr/>
    </dgm:pt>
  </dgm:ptLst>
  <dgm:cxnLst>
    <dgm:cxn modelId="{54F81813-907A-414B-8946-16825D50EE27}" srcId="{5B012397-0031-43CE-9059-310158667F76}" destId="{FAAB2FD1-0C2A-4A6E-A5AD-9656348AD6E3}" srcOrd="3" destOrd="0" parTransId="{9A107C42-8B0B-4BBF-A7FC-EDA0F733AAB1}" sibTransId="{DA497CCC-F75A-4355-BC73-E5323B29D770}"/>
    <dgm:cxn modelId="{2BC9ED34-CA46-4A67-B2F2-6D208F02D12C}" srcId="{5B012397-0031-43CE-9059-310158667F76}" destId="{E154D326-FF2D-4063-A9D9-6BC217BC444C}" srcOrd="1" destOrd="0" parTransId="{0FD50722-5F2E-469E-BD27-FFB0B59BE984}" sibTransId="{204E5281-F781-4FE0-9899-7F5498ACEA09}"/>
    <dgm:cxn modelId="{5CE36A4E-4739-4BEF-8AE1-0ED6E5C40536}" type="presOf" srcId="{FAAB2FD1-0C2A-4A6E-A5AD-9656348AD6E3}" destId="{BFCAA250-3E14-4701-920B-B0AC0DC304A9}" srcOrd="0" destOrd="0" presId="urn:microsoft.com/office/officeart/2005/8/layout/default"/>
    <dgm:cxn modelId="{56CA1658-194F-4048-994F-EC2743B38846}" type="presOf" srcId="{A5A795D2-41FC-401E-8C7C-33695983ACAF}" destId="{B7ACBA5C-E76F-4A0A-866E-3F0A7B7EBD27}" srcOrd="0" destOrd="0" presId="urn:microsoft.com/office/officeart/2005/8/layout/default"/>
    <dgm:cxn modelId="{B697478C-16C7-4671-9E1A-4FF8B4E479CC}" srcId="{5B012397-0031-43CE-9059-310158667F76}" destId="{A7DD1EC3-CF53-4116-AE32-D0D928543774}" srcOrd="2" destOrd="0" parTransId="{26724CA5-B073-40EA-ABE2-6EB7E138C9E2}" sibTransId="{E4080590-F2A4-41B5-A4CA-F07E0D72B7E7}"/>
    <dgm:cxn modelId="{A670E394-F6CE-46D6-AE85-9F42EAD83567}" type="presOf" srcId="{5B012397-0031-43CE-9059-310158667F76}" destId="{4DF0B9B4-19AE-479B-BD2A-D75D85DBA4FB}" srcOrd="0" destOrd="0" presId="urn:microsoft.com/office/officeart/2005/8/layout/default"/>
    <dgm:cxn modelId="{2056DCBA-E2A0-4282-82A7-0960DBD7119D}" type="presOf" srcId="{E154D326-FF2D-4063-A9D9-6BC217BC444C}" destId="{475F3E87-4101-4771-9BF4-7FBDB4C788A2}" srcOrd="0" destOrd="0" presId="urn:microsoft.com/office/officeart/2005/8/layout/default"/>
    <dgm:cxn modelId="{74C332DE-11F9-4501-8068-FB48022376E0}" type="presOf" srcId="{A7DD1EC3-CF53-4116-AE32-D0D928543774}" destId="{BB4FDE0F-F599-46CE-A888-817E7E373742}" srcOrd="0" destOrd="0" presId="urn:microsoft.com/office/officeart/2005/8/layout/default"/>
    <dgm:cxn modelId="{626AB1DF-4FC9-4FC6-84B5-4E36F0B138C8}" srcId="{5B012397-0031-43CE-9059-310158667F76}" destId="{A5A795D2-41FC-401E-8C7C-33695983ACAF}" srcOrd="0" destOrd="0" parTransId="{A3C6C820-D73A-49AF-BDE9-205DF76E6D76}" sibTransId="{DFE60B1F-666F-46B5-913B-F5726B75B9EF}"/>
    <dgm:cxn modelId="{76D114CA-EAF2-4186-B10D-D2099E82D547}" type="presParOf" srcId="{4DF0B9B4-19AE-479B-BD2A-D75D85DBA4FB}" destId="{B7ACBA5C-E76F-4A0A-866E-3F0A7B7EBD27}" srcOrd="0" destOrd="0" presId="urn:microsoft.com/office/officeart/2005/8/layout/default"/>
    <dgm:cxn modelId="{4626D578-39EA-4F38-84DF-B32E6D0AE875}" type="presParOf" srcId="{4DF0B9B4-19AE-479B-BD2A-D75D85DBA4FB}" destId="{1665232F-B9E1-458F-A0C1-12A0BB06A28B}" srcOrd="1" destOrd="0" presId="urn:microsoft.com/office/officeart/2005/8/layout/default"/>
    <dgm:cxn modelId="{63626C77-E88F-40D0-9948-EF6B43F0ADFD}" type="presParOf" srcId="{4DF0B9B4-19AE-479B-BD2A-D75D85DBA4FB}" destId="{475F3E87-4101-4771-9BF4-7FBDB4C788A2}" srcOrd="2" destOrd="0" presId="urn:microsoft.com/office/officeart/2005/8/layout/default"/>
    <dgm:cxn modelId="{A9A6DC81-4E00-406B-A3D0-9025C9EB17D4}" type="presParOf" srcId="{4DF0B9B4-19AE-479B-BD2A-D75D85DBA4FB}" destId="{98BF8376-FFD5-4C69-9BFE-A150F3811C83}" srcOrd="3" destOrd="0" presId="urn:microsoft.com/office/officeart/2005/8/layout/default"/>
    <dgm:cxn modelId="{120565CA-0D15-4068-A90D-9562BBE8F637}" type="presParOf" srcId="{4DF0B9B4-19AE-479B-BD2A-D75D85DBA4FB}" destId="{BB4FDE0F-F599-46CE-A888-817E7E373742}" srcOrd="4" destOrd="0" presId="urn:microsoft.com/office/officeart/2005/8/layout/default"/>
    <dgm:cxn modelId="{C9528B7A-5EC0-49D3-8BD2-36C9E7E4EA65}" type="presParOf" srcId="{4DF0B9B4-19AE-479B-BD2A-D75D85DBA4FB}" destId="{208DD047-393E-4923-A472-5C71F4409A11}" srcOrd="5" destOrd="0" presId="urn:microsoft.com/office/officeart/2005/8/layout/default"/>
    <dgm:cxn modelId="{6A872870-0D35-4338-A2B4-32F647B74B80}" type="presParOf" srcId="{4DF0B9B4-19AE-479B-BD2A-D75D85DBA4FB}" destId="{BFCAA250-3E14-4701-920B-B0AC0DC304A9}"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A1D541-8148-4F5F-A646-A1BD14978117}"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CB54DC1C-1B4A-477D-A4B1-E84701468313}">
      <dgm:prSet/>
      <dgm:spPr/>
      <dgm:t>
        <a:bodyPr/>
        <a:lstStyle/>
        <a:p>
          <a:r>
            <a:rPr lang="pt-AO" b="1"/>
            <a:t>1. Analyse des tendances 2025</a:t>
          </a:r>
          <a:endParaRPr lang="en-US"/>
        </a:p>
      </dgm:t>
    </dgm:pt>
    <dgm:pt modelId="{E3BCDB8C-6FFC-4828-A4C8-285E6F898E27}" type="parTrans" cxnId="{51F8010D-5E90-486B-AC56-F3F01A08C3B3}">
      <dgm:prSet/>
      <dgm:spPr/>
      <dgm:t>
        <a:bodyPr/>
        <a:lstStyle/>
        <a:p>
          <a:endParaRPr lang="en-US"/>
        </a:p>
      </dgm:t>
    </dgm:pt>
    <dgm:pt modelId="{C76F99D3-A966-456F-A887-17BEF869FD13}" type="sibTrans" cxnId="{51F8010D-5E90-486B-AC56-F3F01A08C3B3}">
      <dgm:prSet/>
      <dgm:spPr/>
      <dgm:t>
        <a:bodyPr/>
        <a:lstStyle/>
        <a:p>
          <a:endParaRPr lang="en-US"/>
        </a:p>
      </dgm:t>
    </dgm:pt>
    <dgm:pt modelId="{FCB17284-FDE9-47AC-92A9-284174869464}">
      <dgm:prSet/>
      <dgm:spPr/>
      <dgm:t>
        <a:bodyPr/>
        <a:lstStyle/>
        <a:p>
          <a:r>
            <a:rPr lang="pt-AO" b="1" baseline="0"/>
            <a:t>Cas cumulés à SE44 2025</a:t>
          </a:r>
          <a:r>
            <a:rPr lang="pt-AO" baseline="0"/>
            <a:t> : 10 poliovirus variants (dont 3 cVDPV2 PFA, 1 cVDPV1 PFA, 3 VDPV2 PFA, 1 aVDPV2 ENV, 2 cVDPV2 communautaires)</a:t>
          </a:r>
          <a:endParaRPr lang="en-US"/>
        </a:p>
      </dgm:t>
    </dgm:pt>
    <dgm:pt modelId="{F9426CFC-D5E5-45DA-ABF9-0E42258BF9C7}" type="parTrans" cxnId="{62C07E4F-F1AC-4143-A1E5-A8CB25C1DF89}">
      <dgm:prSet/>
      <dgm:spPr/>
      <dgm:t>
        <a:bodyPr/>
        <a:lstStyle/>
        <a:p>
          <a:endParaRPr lang="en-US"/>
        </a:p>
      </dgm:t>
    </dgm:pt>
    <dgm:pt modelId="{69B93442-B775-45E6-B3F7-528EA6E1805D}" type="sibTrans" cxnId="{62C07E4F-F1AC-4143-A1E5-A8CB25C1DF89}">
      <dgm:prSet/>
      <dgm:spPr/>
      <dgm:t>
        <a:bodyPr/>
        <a:lstStyle/>
        <a:p>
          <a:endParaRPr lang="en-US"/>
        </a:p>
      </dgm:t>
    </dgm:pt>
    <dgm:pt modelId="{842E2D50-6039-48D4-B8CA-F37BAFC27161}">
      <dgm:prSet/>
      <dgm:spPr/>
      <dgm:t>
        <a:bodyPr/>
        <a:lstStyle/>
        <a:p>
          <a:r>
            <a:rPr lang="pt-AO" b="1" baseline="0"/>
            <a:t>Répartition géographique</a:t>
          </a:r>
          <a:r>
            <a:rPr lang="pt-AO" baseline="0"/>
            <a:t> : 5 provinces et 8 ZS affectées, avec concentration en Maniema, Kongo Central, Tshopo, Kinshasa</a:t>
          </a:r>
          <a:endParaRPr lang="en-US"/>
        </a:p>
      </dgm:t>
    </dgm:pt>
    <dgm:pt modelId="{CD0BDF0B-E399-47BB-94AA-FB8126025AF8}" type="parTrans" cxnId="{40CBB5C5-A1BF-4669-B5A0-7866D90EA779}">
      <dgm:prSet/>
      <dgm:spPr/>
      <dgm:t>
        <a:bodyPr/>
        <a:lstStyle/>
        <a:p>
          <a:endParaRPr lang="en-US"/>
        </a:p>
      </dgm:t>
    </dgm:pt>
    <dgm:pt modelId="{07C03AED-1A3D-4DC4-9EFE-6D4A6EA1D140}" type="sibTrans" cxnId="{40CBB5C5-A1BF-4669-B5A0-7866D90EA779}">
      <dgm:prSet/>
      <dgm:spPr/>
      <dgm:t>
        <a:bodyPr/>
        <a:lstStyle/>
        <a:p>
          <a:endParaRPr lang="en-US"/>
        </a:p>
      </dgm:t>
    </dgm:pt>
    <dgm:pt modelId="{7FB51792-9324-4A49-99DB-D0B974ACAFA3}">
      <dgm:prSet/>
      <dgm:spPr/>
      <dgm:t>
        <a:bodyPr/>
        <a:lstStyle/>
        <a:p>
          <a:r>
            <a:rPr lang="pt-AO" b="1" baseline="0"/>
            <a:t>Comparaison avec SE44 2024</a:t>
          </a:r>
          <a:r>
            <a:rPr lang="pt-AO" baseline="0"/>
            <a:t> : baisse significative (24 variants en 2024 vs 10 en 2025), mais avec une réduction des AVS et des collectes ENV (488 → 241)</a:t>
          </a:r>
          <a:endParaRPr lang="en-US"/>
        </a:p>
      </dgm:t>
    </dgm:pt>
    <dgm:pt modelId="{D5CDFAA5-7090-44A2-BF18-9F7CD89F92F9}" type="parTrans" cxnId="{AAFA52E4-DBD5-4898-BA6D-EB37BB9803D5}">
      <dgm:prSet/>
      <dgm:spPr/>
      <dgm:t>
        <a:bodyPr/>
        <a:lstStyle/>
        <a:p>
          <a:endParaRPr lang="en-US"/>
        </a:p>
      </dgm:t>
    </dgm:pt>
    <dgm:pt modelId="{7DD412A7-7742-49A9-AB99-2DF964F3D6A4}" type="sibTrans" cxnId="{AAFA52E4-DBD5-4898-BA6D-EB37BB9803D5}">
      <dgm:prSet/>
      <dgm:spPr/>
      <dgm:t>
        <a:bodyPr/>
        <a:lstStyle/>
        <a:p>
          <a:endParaRPr lang="en-US"/>
        </a:p>
      </dgm:t>
    </dgm:pt>
    <dgm:pt modelId="{77852562-A862-43CD-ACB3-2168F315B70B}">
      <dgm:prSet/>
      <dgm:spPr/>
      <dgm:t>
        <a:bodyPr/>
        <a:lstStyle/>
        <a:p>
          <a:r>
            <a:rPr lang="pt-AO" b="1"/>
            <a:t>2. Facteurs aggravants</a:t>
          </a:r>
          <a:endParaRPr lang="en-US"/>
        </a:p>
      </dgm:t>
    </dgm:pt>
    <dgm:pt modelId="{4A8A5076-1F22-4EDD-A510-16D8264ADB5E}" type="parTrans" cxnId="{8C637639-A4BA-4EA2-9EDC-0B43555460C0}">
      <dgm:prSet/>
      <dgm:spPr/>
      <dgm:t>
        <a:bodyPr/>
        <a:lstStyle/>
        <a:p>
          <a:endParaRPr lang="en-US"/>
        </a:p>
      </dgm:t>
    </dgm:pt>
    <dgm:pt modelId="{DC4131CE-D45A-4989-94A5-7DB58B55AC2D}" type="sibTrans" cxnId="{8C637639-A4BA-4EA2-9EDC-0B43555460C0}">
      <dgm:prSet/>
      <dgm:spPr/>
      <dgm:t>
        <a:bodyPr/>
        <a:lstStyle/>
        <a:p>
          <a:endParaRPr lang="en-US"/>
        </a:p>
      </dgm:t>
    </dgm:pt>
    <dgm:pt modelId="{F49C6281-F7FF-4D0E-B281-4F34046642CF}">
      <dgm:prSet/>
      <dgm:spPr/>
      <dgm:t>
        <a:bodyPr/>
        <a:lstStyle/>
        <a:p>
          <a:r>
            <a:rPr lang="pt-AO" b="1" baseline="0"/>
            <a:t>ZS silencieuses</a:t>
          </a:r>
          <a:r>
            <a:rPr lang="pt-AO" baseline="0"/>
            <a:t> : 43 ZS &gt;6 mois sans notification, dont 67% dans les provinces à sécurité compromise (Nord/Sud-Kivu, Ituri)</a:t>
          </a:r>
          <a:endParaRPr lang="en-US"/>
        </a:p>
      </dgm:t>
    </dgm:pt>
    <dgm:pt modelId="{75FD8AD3-1698-482A-B217-848917891357}" type="parTrans" cxnId="{E2210144-AFFA-4C72-B1BE-270BA4C7825E}">
      <dgm:prSet/>
      <dgm:spPr/>
      <dgm:t>
        <a:bodyPr/>
        <a:lstStyle/>
        <a:p>
          <a:endParaRPr lang="en-US"/>
        </a:p>
      </dgm:t>
    </dgm:pt>
    <dgm:pt modelId="{D5F89390-E86A-4313-937B-A747F96E7FCF}" type="sibTrans" cxnId="{E2210144-AFFA-4C72-B1BE-270BA4C7825E}">
      <dgm:prSet/>
      <dgm:spPr/>
      <dgm:t>
        <a:bodyPr/>
        <a:lstStyle/>
        <a:p>
          <a:endParaRPr lang="en-US"/>
        </a:p>
      </dgm:t>
    </dgm:pt>
    <dgm:pt modelId="{344C311B-417F-4A20-A8BD-9AAF2B0974BD}">
      <dgm:prSet/>
      <dgm:spPr/>
      <dgm:t>
        <a:bodyPr/>
        <a:lstStyle/>
        <a:p>
          <a:r>
            <a:rPr lang="pt-AO" b="1" baseline="0"/>
            <a:t>142 ZS avec PFANP &lt;3/100.000</a:t>
          </a:r>
          <a:r>
            <a:rPr lang="pt-AO" baseline="0"/>
            <a:t> : surveillance insuffisante, risque de sous-détection</a:t>
          </a:r>
          <a:endParaRPr lang="en-US"/>
        </a:p>
      </dgm:t>
    </dgm:pt>
    <dgm:pt modelId="{59C04C24-BDF0-4D1E-BA2D-79EAB54789EF}" type="parTrans" cxnId="{D8EA3909-77EC-4EF7-8B97-43D3C2F27BC7}">
      <dgm:prSet/>
      <dgm:spPr/>
      <dgm:t>
        <a:bodyPr/>
        <a:lstStyle/>
        <a:p>
          <a:endParaRPr lang="en-US"/>
        </a:p>
      </dgm:t>
    </dgm:pt>
    <dgm:pt modelId="{F1EDC65D-C63D-49B1-B321-28CF14041148}" type="sibTrans" cxnId="{D8EA3909-77EC-4EF7-8B97-43D3C2F27BC7}">
      <dgm:prSet/>
      <dgm:spPr/>
      <dgm:t>
        <a:bodyPr/>
        <a:lstStyle/>
        <a:p>
          <a:endParaRPr lang="en-US"/>
        </a:p>
      </dgm:t>
    </dgm:pt>
    <dgm:pt modelId="{33669201-C7C0-4374-92F0-C093641A57DA}">
      <dgm:prSet/>
      <dgm:spPr/>
      <dgm:t>
        <a:bodyPr/>
        <a:lstStyle/>
        <a:p>
          <a:r>
            <a:rPr lang="pt-AO" b="1" baseline="0"/>
            <a:t>Diminution des AVS</a:t>
          </a:r>
          <a:r>
            <a:rPr lang="pt-AO" baseline="0"/>
            <a:t> : baisse des activités de riposte dans certaines provinces</a:t>
          </a:r>
          <a:endParaRPr lang="en-US"/>
        </a:p>
      </dgm:t>
    </dgm:pt>
    <dgm:pt modelId="{5C2DDD52-F60F-4160-AEC6-46CF7430B5E1}" type="parTrans" cxnId="{1189268C-B8BC-4C80-965B-C3DDB52F287B}">
      <dgm:prSet/>
      <dgm:spPr/>
      <dgm:t>
        <a:bodyPr/>
        <a:lstStyle/>
        <a:p>
          <a:endParaRPr lang="en-US"/>
        </a:p>
      </dgm:t>
    </dgm:pt>
    <dgm:pt modelId="{189EBD46-7FD0-47FA-B4EA-87C3FBD71522}" type="sibTrans" cxnId="{1189268C-B8BC-4C80-965B-C3DDB52F287B}">
      <dgm:prSet/>
      <dgm:spPr/>
      <dgm:t>
        <a:bodyPr/>
        <a:lstStyle/>
        <a:p>
          <a:endParaRPr lang="en-US"/>
        </a:p>
      </dgm:t>
    </dgm:pt>
    <dgm:pt modelId="{6636113C-4640-48BA-98B6-CDB053970050}">
      <dgm:prSet/>
      <dgm:spPr/>
      <dgm:t>
        <a:bodyPr/>
        <a:lstStyle/>
        <a:p>
          <a:r>
            <a:rPr lang="pt-PT" b="1"/>
            <a:t>3. </a:t>
          </a:r>
          <a:r>
            <a:rPr lang="pt-AO" b="1"/>
            <a:t>Facteurs atténuants</a:t>
          </a:r>
          <a:endParaRPr lang="en-US"/>
        </a:p>
      </dgm:t>
    </dgm:pt>
    <dgm:pt modelId="{BCDCF450-2C98-4B8D-A075-0AB1C01A50BD}" type="parTrans" cxnId="{F87DA5DF-D105-4F25-BC02-3C665D5C881D}">
      <dgm:prSet/>
      <dgm:spPr/>
      <dgm:t>
        <a:bodyPr/>
        <a:lstStyle/>
        <a:p>
          <a:endParaRPr lang="en-US"/>
        </a:p>
      </dgm:t>
    </dgm:pt>
    <dgm:pt modelId="{09BA5249-9D29-4DDA-8251-C6F63A66F295}" type="sibTrans" cxnId="{F87DA5DF-D105-4F25-BC02-3C665D5C881D}">
      <dgm:prSet/>
      <dgm:spPr/>
      <dgm:t>
        <a:bodyPr/>
        <a:lstStyle/>
        <a:p>
          <a:endParaRPr lang="en-US"/>
        </a:p>
      </dgm:t>
    </dgm:pt>
    <dgm:pt modelId="{0B81E151-7BEC-4947-9FF9-DA983A3A4F71}">
      <dgm:prSet/>
      <dgm:spPr/>
      <dgm:t>
        <a:bodyPr/>
        <a:lstStyle/>
        <a:p>
          <a:r>
            <a:rPr lang="pt-AO" b="1" baseline="0"/>
            <a:t>Riposte en cours</a:t>
          </a:r>
          <a:r>
            <a:rPr lang="pt-AO" baseline="0"/>
            <a:t> : AVS ciblées en Maniema, Kongo Central, Tshopo</a:t>
          </a:r>
          <a:endParaRPr lang="en-US"/>
        </a:p>
      </dgm:t>
    </dgm:pt>
    <dgm:pt modelId="{A2782680-6672-43FC-ADB2-8FB197E1029D}" type="parTrans" cxnId="{9FEB787A-9CE7-4C62-A008-71D81A5CBD8C}">
      <dgm:prSet/>
      <dgm:spPr/>
      <dgm:t>
        <a:bodyPr/>
        <a:lstStyle/>
        <a:p>
          <a:endParaRPr lang="en-US"/>
        </a:p>
      </dgm:t>
    </dgm:pt>
    <dgm:pt modelId="{3BF84089-AD79-42BF-BB74-1A558603DD42}" type="sibTrans" cxnId="{9FEB787A-9CE7-4C62-A008-71D81A5CBD8C}">
      <dgm:prSet/>
      <dgm:spPr/>
      <dgm:t>
        <a:bodyPr/>
        <a:lstStyle/>
        <a:p>
          <a:endParaRPr lang="en-US"/>
        </a:p>
      </dgm:t>
    </dgm:pt>
    <dgm:pt modelId="{FFA11676-A5C4-4F86-9182-EA5F1A1D9C97}">
      <dgm:prSet/>
      <dgm:spPr/>
      <dgm:t>
        <a:bodyPr/>
        <a:lstStyle/>
        <a:p>
          <a:r>
            <a:rPr lang="pt-AO" b="1" baseline="0" dirty="0"/>
            <a:t>ZS sorties du silence</a:t>
          </a:r>
          <a:r>
            <a:rPr lang="pt-AO" baseline="0" dirty="0"/>
            <a:t> : 4 ZS récemment réactivées (Mulungu, Bunia, Lubunga2, Vanga-Kete)</a:t>
          </a:r>
          <a:endParaRPr lang="en-US" dirty="0"/>
        </a:p>
      </dgm:t>
    </dgm:pt>
    <dgm:pt modelId="{FCC190B5-722A-424A-97C6-7CF5541CAA62}" type="parTrans" cxnId="{FE3FDF17-39EC-4D2F-878B-15506C38683F}">
      <dgm:prSet/>
      <dgm:spPr/>
      <dgm:t>
        <a:bodyPr/>
        <a:lstStyle/>
        <a:p>
          <a:endParaRPr lang="en-US"/>
        </a:p>
      </dgm:t>
    </dgm:pt>
    <dgm:pt modelId="{FD5BB5AC-391C-4FEA-A551-ECD1AEB88EE9}" type="sibTrans" cxnId="{FE3FDF17-39EC-4D2F-878B-15506C38683F}">
      <dgm:prSet/>
      <dgm:spPr/>
      <dgm:t>
        <a:bodyPr/>
        <a:lstStyle/>
        <a:p>
          <a:endParaRPr lang="en-US"/>
        </a:p>
      </dgm:t>
    </dgm:pt>
    <dgm:pt modelId="{EB8F0D9A-89C8-415E-99C9-5DA26883CB5E}">
      <dgm:prSet/>
      <dgm:spPr/>
      <dgm:t>
        <a:bodyPr/>
        <a:lstStyle/>
        <a:p>
          <a:r>
            <a:rPr lang="pt-AO" b="1" baseline="0"/>
            <a:t>Renforcement de la surveillance dans certaines provinces</a:t>
          </a:r>
          <a:r>
            <a:rPr lang="pt-AO" baseline="0"/>
            <a:t> : Ex. Haut Lomami, Equateur, Kasai</a:t>
          </a:r>
          <a:endParaRPr lang="en-US"/>
        </a:p>
      </dgm:t>
    </dgm:pt>
    <dgm:pt modelId="{C4A6DD17-E258-4CDD-A8BD-402BA6D1B1AD}" type="parTrans" cxnId="{333DF9A1-E3B0-40CB-96AD-D9750B06A2D3}">
      <dgm:prSet/>
      <dgm:spPr/>
      <dgm:t>
        <a:bodyPr/>
        <a:lstStyle/>
        <a:p>
          <a:endParaRPr lang="en-US"/>
        </a:p>
      </dgm:t>
    </dgm:pt>
    <dgm:pt modelId="{8BFEA47B-3189-4603-B27A-5E4867928146}" type="sibTrans" cxnId="{333DF9A1-E3B0-40CB-96AD-D9750B06A2D3}">
      <dgm:prSet/>
      <dgm:spPr/>
      <dgm:t>
        <a:bodyPr/>
        <a:lstStyle/>
        <a:p>
          <a:endParaRPr lang="en-US"/>
        </a:p>
      </dgm:t>
    </dgm:pt>
    <dgm:pt modelId="{27CB4CB6-6126-4248-8D19-7A4D252BD44D}" type="pres">
      <dgm:prSet presAssocID="{71A1D541-8148-4F5F-A646-A1BD14978117}" presName="linear" presStyleCnt="0">
        <dgm:presLayoutVars>
          <dgm:animLvl val="lvl"/>
          <dgm:resizeHandles val="exact"/>
        </dgm:presLayoutVars>
      </dgm:prSet>
      <dgm:spPr/>
    </dgm:pt>
    <dgm:pt modelId="{C6DFE948-9E77-44FF-9482-D32D110CE9AB}" type="pres">
      <dgm:prSet presAssocID="{CB54DC1C-1B4A-477D-A4B1-E84701468313}" presName="parentText" presStyleLbl="node1" presStyleIdx="0" presStyleCnt="3">
        <dgm:presLayoutVars>
          <dgm:chMax val="0"/>
          <dgm:bulletEnabled val="1"/>
        </dgm:presLayoutVars>
      </dgm:prSet>
      <dgm:spPr/>
    </dgm:pt>
    <dgm:pt modelId="{4CE6CB86-533A-432B-A789-D05CD0B069ED}" type="pres">
      <dgm:prSet presAssocID="{CB54DC1C-1B4A-477D-A4B1-E84701468313}" presName="childText" presStyleLbl="revTx" presStyleIdx="0" presStyleCnt="3">
        <dgm:presLayoutVars>
          <dgm:bulletEnabled val="1"/>
        </dgm:presLayoutVars>
      </dgm:prSet>
      <dgm:spPr/>
    </dgm:pt>
    <dgm:pt modelId="{6B35A726-9195-4ED3-A02E-BA43FF4AE5B3}" type="pres">
      <dgm:prSet presAssocID="{77852562-A862-43CD-ACB3-2168F315B70B}" presName="parentText" presStyleLbl="node1" presStyleIdx="1" presStyleCnt="3">
        <dgm:presLayoutVars>
          <dgm:chMax val="0"/>
          <dgm:bulletEnabled val="1"/>
        </dgm:presLayoutVars>
      </dgm:prSet>
      <dgm:spPr/>
    </dgm:pt>
    <dgm:pt modelId="{576549AA-6D35-47B5-AF29-7E22A76A5B07}" type="pres">
      <dgm:prSet presAssocID="{77852562-A862-43CD-ACB3-2168F315B70B}" presName="childText" presStyleLbl="revTx" presStyleIdx="1" presStyleCnt="3">
        <dgm:presLayoutVars>
          <dgm:bulletEnabled val="1"/>
        </dgm:presLayoutVars>
      </dgm:prSet>
      <dgm:spPr/>
    </dgm:pt>
    <dgm:pt modelId="{19B01230-3F1D-452B-BE6B-F3459629EFBA}" type="pres">
      <dgm:prSet presAssocID="{6636113C-4640-48BA-98B6-CDB053970050}" presName="parentText" presStyleLbl="node1" presStyleIdx="2" presStyleCnt="3">
        <dgm:presLayoutVars>
          <dgm:chMax val="0"/>
          <dgm:bulletEnabled val="1"/>
        </dgm:presLayoutVars>
      </dgm:prSet>
      <dgm:spPr/>
    </dgm:pt>
    <dgm:pt modelId="{EC0A4F3D-0224-46D6-9789-A43CB7A10129}" type="pres">
      <dgm:prSet presAssocID="{6636113C-4640-48BA-98B6-CDB053970050}" presName="childText" presStyleLbl="revTx" presStyleIdx="2" presStyleCnt="3">
        <dgm:presLayoutVars>
          <dgm:bulletEnabled val="1"/>
        </dgm:presLayoutVars>
      </dgm:prSet>
      <dgm:spPr/>
    </dgm:pt>
  </dgm:ptLst>
  <dgm:cxnLst>
    <dgm:cxn modelId="{9BB6BB04-9628-44C3-91D3-50EAFD0917C1}" type="presOf" srcId="{842E2D50-6039-48D4-B8CA-F37BAFC27161}" destId="{4CE6CB86-533A-432B-A789-D05CD0B069ED}" srcOrd="0" destOrd="1" presId="urn:microsoft.com/office/officeart/2005/8/layout/vList2"/>
    <dgm:cxn modelId="{98D33C07-C7D8-48CA-966C-1E6ECD79F97D}" type="presOf" srcId="{71A1D541-8148-4F5F-A646-A1BD14978117}" destId="{27CB4CB6-6126-4248-8D19-7A4D252BD44D}" srcOrd="0" destOrd="0" presId="urn:microsoft.com/office/officeart/2005/8/layout/vList2"/>
    <dgm:cxn modelId="{D8EA3909-77EC-4EF7-8B97-43D3C2F27BC7}" srcId="{77852562-A862-43CD-ACB3-2168F315B70B}" destId="{344C311B-417F-4A20-A8BD-9AAF2B0974BD}" srcOrd="1" destOrd="0" parTransId="{59C04C24-BDF0-4D1E-BA2D-79EAB54789EF}" sibTransId="{F1EDC65D-C63D-49B1-B321-28CF14041148}"/>
    <dgm:cxn modelId="{51F8010D-5E90-486B-AC56-F3F01A08C3B3}" srcId="{71A1D541-8148-4F5F-A646-A1BD14978117}" destId="{CB54DC1C-1B4A-477D-A4B1-E84701468313}" srcOrd="0" destOrd="0" parTransId="{E3BCDB8C-6FFC-4828-A4C8-285E6F898E27}" sibTransId="{C76F99D3-A966-456F-A887-17BEF869FD13}"/>
    <dgm:cxn modelId="{FE3FDF17-39EC-4D2F-878B-15506C38683F}" srcId="{6636113C-4640-48BA-98B6-CDB053970050}" destId="{FFA11676-A5C4-4F86-9182-EA5F1A1D9C97}" srcOrd="1" destOrd="0" parTransId="{FCC190B5-722A-424A-97C6-7CF5541CAA62}" sibTransId="{FD5BB5AC-391C-4FEA-A551-ECD1AEB88EE9}"/>
    <dgm:cxn modelId="{52A79D35-6E26-43F4-8E70-B82AA40317F6}" type="presOf" srcId="{7FB51792-9324-4A49-99DB-D0B974ACAFA3}" destId="{4CE6CB86-533A-432B-A789-D05CD0B069ED}" srcOrd="0" destOrd="2" presId="urn:microsoft.com/office/officeart/2005/8/layout/vList2"/>
    <dgm:cxn modelId="{8C637639-A4BA-4EA2-9EDC-0B43555460C0}" srcId="{71A1D541-8148-4F5F-A646-A1BD14978117}" destId="{77852562-A862-43CD-ACB3-2168F315B70B}" srcOrd="1" destOrd="0" parTransId="{4A8A5076-1F22-4EDD-A510-16D8264ADB5E}" sibTransId="{DC4131CE-D45A-4989-94A5-7DB58B55AC2D}"/>
    <dgm:cxn modelId="{5F675141-FC0D-4A87-93C6-0EB10B64D2CA}" type="presOf" srcId="{33669201-C7C0-4374-92F0-C093641A57DA}" destId="{576549AA-6D35-47B5-AF29-7E22A76A5B07}" srcOrd="0" destOrd="2" presId="urn:microsoft.com/office/officeart/2005/8/layout/vList2"/>
    <dgm:cxn modelId="{E2210144-AFFA-4C72-B1BE-270BA4C7825E}" srcId="{77852562-A862-43CD-ACB3-2168F315B70B}" destId="{F49C6281-F7FF-4D0E-B281-4F34046642CF}" srcOrd="0" destOrd="0" parTransId="{75FD8AD3-1698-482A-B217-848917891357}" sibTransId="{D5F89390-E86A-4313-937B-A747F96E7FCF}"/>
    <dgm:cxn modelId="{62C07E4F-F1AC-4143-A1E5-A8CB25C1DF89}" srcId="{CB54DC1C-1B4A-477D-A4B1-E84701468313}" destId="{FCB17284-FDE9-47AC-92A9-284174869464}" srcOrd="0" destOrd="0" parTransId="{F9426CFC-D5E5-45DA-ABF9-0E42258BF9C7}" sibTransId="{69B93442-B775-45E6-B3F7-528EA6E1805D}"/>
    <dgm:cxn modelId="{4574FB50-F93D-4485-9319-6BAB403EF1BF}" type="presOf" srcId="{FFA11676-A5C4-4F86-9182-EA5F1A1D9C97}" destId="{EC0A4F3D-0224-46D6-9789-A43CB7A10129}" srcOrd="0" destOrd="1" presId="urn:microsoft.com/office/officeart/2005/8/layout/vList2"/>
    <dgm:cxn modelId="{D8DA6354-A2AB-4BE3-8D3F-C91D4741E1BE}" type="presOf" srcId="{F49C6281-F7FF-4D0E-B281-4F34046642CF}" destId="{576549AA-6D35-47B5-AF29-7E22A76A5B07}" srcOrd="0" destOrd="0" presId="urn:microsoft.com/office/officeart/2005/8/layout/vList2"/>
    <dgm:cxn modelId="{9FEB787A-9CE7-4C62-A008-71D81A5CBD8C}" srcId="{6636113C-4640-48BA-98B6-CDB053970050}" destId="{0B81E151-7BEC-4947-9FF9-DA983A3A4F71}" srcOrd="0" destOrd="0" parTransId="{A2782680-6672-43FC-ADB2-8FB197E1029D}" sibTransId="{3BF84089-AD79-42BF-BB74-1A558603DD42}"/>
    <dgm:cxn modelId="{21E70C82-EBBC-43FD-9183-E9F66ABD028B}" type="presOf" srcId="{344C311B-417F-4A20-A8BD-9AAF2B0974BD}" destId="{576549AA-6D35-47B5-AF29-7E22A76A5B07}" srcOrd="0" destOrd="1" presId="urn:microsoft.com/office/officeart/2005/8/layout/vList2"/>
    <dgm:cxn modelId="{1189268C-B8BC-4C80-965B-C3DDB52F287B}" srcId="{77852562-A862-43CD-ACB3-2168F315B70B}" destId="{33669201-C7C0-4374-92F0-C093641A57DA}" srcOrd="2" destOrd="0" parTransId="{5C2DDD52-F60F-4160-AEC6-46CF7430B5E1}" sibTransId="{189EBD46-7FD0-47FA-B4EA-87C3FBD71522}"/>
    <dgm:cxn modelId="{BCECCE8D-5BE1-4E31-A3AE-CE53B88BF9C0}" type="presOf" srcId="{CB54DC1C-1B4A-477D-A4B1-E84701468313}" destId="{C6DFE948-9E77-44FF-9482-D32D110CE9AB}" srcOrd="0" destOrd="0" presId="urn:microsoft.com/office/officeart/2005/8/layout/vList2"/>
    <dgm:cxn modelId="{F795E28F-DD93-45B3-9CCA-6736F482D19D}" type="presOf" srcId="{6636113C-4640-48BA-98B6-CDB053970050}" destId="{19B01230-3F1D-452B-BE6B-F3459629EFBA}" srcOrd="0" destOrd="0" presId="urn:microsoft.com/office/officeart/2005/8/layout/vList2"/>
    <dgm:cxn modelId="{7BC6D593-6D4D-406C-A265-2C56C3A85E15}" type="presOf" srcId="{FCB17284-FDE9-47AC-92A9-284174869464}" destId="{4CE6CB86-533A-432B-A789-D05CD0B069ED}" srcOrd="0" destOrd="0" presId="urn:microsoft.com/office/officeart/2005/8/layout/vList2"/>
    <dgm:cxn modelId="{338EA798-3B4C-4EB4-A39E-DD3640821107}" type="presOf" srcId="{0B81E151-7BEC-4947-9FF9-DA983A3A4F71}" destId="{EC0A4F3D-0224-46D6-9789-A43CB7A10129}" srcOrd="0" destOrd="0" presId="urn:microsoft.com/office/officeart/2005/8/layout/vList2"/>
    <dgm:cxn modelId="{333DF9A1-E3B0-40CB-96AD-D9750B06A2D3}" srcId="{6636113C-4640-48BA-98B6-CDB053970050}" destId="{EB8F0D9A-89C8-415E-99C9-5DA26883CB5E}" srcOrd="2" destOrd="0" parTransId="{C4A6DD17-E258-4CDD-A8BD-402BA6D1B1AD}" sibTransId="{8BFEA47B-3189-4603-B27A-5E4867928146}"/>
    <dgm:cxn modelId="{2A9954B1-C03D-48E5-B789-C5156D7DB277}" type="presOf" srcId="{EB8F0D9A-89C8-415E-99C9-5DA26883CB5E}" destId="{EC0A4F3D-0224-46D6-9789-A43CB7A10129}" srcOrd="0" destOrd="2" presId="urn:microsoft.com/office/officeart/2005/8/layout/vList2"/>
    <dgm:cxn modelId="{D3DA56B1-F3B6-4801-B0AC-D5A1E4340E80}" type="presOf" srcId="{77852562-A862-43CD-ACB3-2168F315B70B}" destId="{6B35A726-9195-4ED3-A02E-BA43FF4AE5B3}" srcOrd="0" destOrd="0" presId="urn:microsoft.com/office/officeart/2005/8/layout/vList2"/>
    <dgm:cxn modelId="{40CBB5C5-A1BF-4669-B5A0-7866D90EA779}" srcId="{CB54DC1C-1B4A-477D-A4B1-E84701468313}" destId="{842E2D50-6039-48D4-B8CA-F37BAFC27161}" srcOrd="1" destOrd="0" parTransId="{CD0BDF0B-E399-47BB-94AA-FB8126025AF8}" sibTransId="{07C03AED-1A3D-4DC4-9EFE-6D4A6EA1D140}"/>
    <dgm:cxn modelId="{F87DA5DF-D105-4F25-BC02-3C665D5C881D}" srcId="{71A1D541-8148-4F5F-A646-A1BD14978117}" destId="{6636113C-4640-48BA-98B6-CDB053970050}" srcOrd="2" destOrd="0" parTransId="{BCDCF450-2C98-4B8D-A075-0AB1C01A50BD}" sibTransId="{09BA5249-9D29-4DDA-8251-C6F63A66F295}"/>
    <dgm:cxn modelId="{AAFA52E4-DBD5-4898-BA6D-EB37BB9803D5}" srcId="{CB54DC1C-1B4A-477D-A4B1-E84701468313}" destId="{7FB51792-9324-4A49-99DB-D0B974ACAFA3}" srcOrd="2" destOrd="0" parTransId="{D5CDFAA5-7090-44A2-BF18-9F7CD89F92F9}" sibTransId="{7DD412A7-7742-49A9-AB99-2DF964F3D6A4}"/>
    <dgm:cxn modelId="{7D8BF21C-8101-4D53-A722-9B976213B106}" type="presParOf" srcId="{27CB4CB6-6126-4248-8D19-7A4D252BD44D}" destId="{C6DFE948-9E77-44FF-9482-D32D110CE9AB}" srcOrd="0" destOrd="0" presId="urn:microsoft.com/office/officeart/2005/8/layout/vList2"/>
    <dgm:cxn modelId="{33E7ABE9-0D2B-4C64-852F-513000C2DA4E}" type="presParOf" srcId="{27CB4CB6-6126-4248-8D19-7A4D252BD44D}" destId="{4CE6CB86-533A-432B-A789-D05CD0B069ED}" srcOrd="1" destOrd="0" presId="urn:microsoft.com/office/officeart/2005/8/layout/vList2"/>
    <dgm:cxn modelId="{1783A0B2-BBEC-491B-ADF6-5D45C05AA46D}" type="presParOf" srcId="{27CB4CB6-6126-4248-8D19-7A4D252BD44D}" destId="{6B35A726-9195-4ED3-A02E-BA43FF4AE5B3}" srcOrd="2" destOrd="0" presId="urn:microsoft.com/office/officeart/2005/8/layout/vList2"/>
    <dgm:cxn modelId="{20CC1D0F-6BCD-4975-B906-509B97F0EC91}" type="presParOf" srcId="{27CB4CB6-6126-4248-8D19-7A4D252BD44D}" destId="{576549AA-6D35-47B5-AF29-7E22A76A5B07}" srcOrd="3" destOrd="0" presId="urn:microsoft.com/office/officeart/2005/8/layout/vList2"/>
    <dgm:cxn modelId="{F365AB71-B041-47C5-A7CA-18AE9B9A13E2}" type="presParOf" srcId="{27CB4CB6-6126-4248-8D19-7A4D252BD44D}" destId="{19B01230-3F1D-452B-BE6B-F3459629EFBA}" srcOrd="4" destOrd="0" presId="urn:microsoft.com/office/officeart/2005/8/layout/vList2"/>
    <dgm:cxn modelId="{2D76170C-0F5C-4A0F-939D-663ABBA6F0B3}" type="presParOf" srcId="{27CB4CB6-6126-4248-8D19-7A4D252BD44D}" destId="{EC0A4F3D-0224-46D6-9789-A43CB7A10129}"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4FF546-22C9-451E-A3CC-45B30AF603A5}"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841F797B-F1C3-4532-8818-3A1738D9A765}">
      <dgm:prSet/>
      <dgm:spPr/>
      <dgm:t>
        <a:bodyPr/>
        <a:lstStyle/>
        <a:p>
          <a:r>
            <a:rPr lang="pt-AO"/>
            <a:t>ZS silencieuses persistantes : 43 ZS &gt;6 mois sans notification, surtout Nord/Sud-Kivu, Ituri</a:t>
          </a:r>
          <a:endParaRPr lang="en-US"/>
        </a:p>
      </dgm:t>
    </dgm:pt>
    <dgm:pt modelId="{8553457F-8B55-4517-8470-360927B85C95}" type="parTrans" cxnId="{631B4FE2-392D-48E2-B796-28F50C44376A}">
      <dgm:prSet/>
      <dgm:spPr/>
      <dgm:t>
        <a:bodyPr/>
        <a:lstStyle/>
        <a:p>
          <a:endParaRPr lang="en-US"/>
        </a:p>
      </dgm:t>
    </dgm:pt>
    <dgm:pt modelId="{9A4D1870-2D32-45F8-84A5-662A2CA8D03B}" type="sibTrans" cxnId="{631B4FE2-392D-48E2-B796-28F50C44376A}">
      <dgm:prSet/>
      <dgm:spPr/>
      <dgm:t>
        <a:bodyPr/>
        <a:lstStyle/>
        <a:p>
          <a:endParaRPr lang="en-US"/>
        </a:p>
      </dgm:t>
    </dgm:pt>
    <dgm:pt modelId="{39BE8BA3-1FB6-42D3-B580-41A750F93BBB}">
      <dgm:prSet/>
      <dgm:spPr/>
      <dgm:t>
        <a:bodyPr/>
        <a:lstStyle/>
        <a:p>
          <a:r>
            <a:rPr lang="pt-AO"/>
            <a:t>ZS à risque de résurgence : ZS récemment sorties du silence (Mulungu, Bunia, Lubunga2)</a:t>
          </a:r>
          <a:endParaRPr lang="en-US"/>
        </a:p>
      </dgm:t>
    </dgm:pt>
    <dgm:pt modelId="{CDD4E0C8-BFC5-4934-B168-399BF480C6DB}" type="parTrans" cxnId="{82D1C644-5AB8-4166-8E7A-2ADB27AED92C}">
      <dgm:prSet/>
      <dgm:spPr/>
      <dgm:t>
        <a:bodyPr/>
        <a:lstStyle/>
        <a:p>
          <a:endParaRPr lang="en-US"/>
        </a:p>
      </dgm:t>
    </dgm:pt>
    <dgm:pt modelId="{5CF87F43-34D7-4381-97F6-E5FEC58DF210}" type="sibTrans" cxnId="{82D1C644-5AB8-4166-8E7A-2ADB27AED92C}">
      <dgm:prSet/>
      <dgm:spPr/>
      <dgm:t>
        <a:bodyPr/>
        <a:lstStyle/>
        <a:p>
          <a:endParaRPr lang="en-US"/>
        </a:p>
      </dgm:t>
    </dgm:pt>
    <dgm:pt modelId="{232C337A-AB59-462C-A530-F16101126E66}">
      <dgm:prSet/>
      <dgm:spPr/>
      <dgm:t>
        <a:bodyPr/>
        <a:lstStyle/>
        <a:p>
          <a:r>
            <a:rPr lang="pt-AO"/>
            <a:t>ZS avec surveillance faible : 142 ZS avec PFANP &lt;3/100.000</a:t>
          </a:r>
          <a:endParaRPr lang="en-US"/>
        </a:p>
      </dgm:t>
    </dgm:pt>
    <dgm:pt modelId="{27FE68F6-3BF0-464D-A253-8BD46F45AF9A}" type="parTrans" cxnId="{90B93D7F-8CE3-4959-AB31-32136EF4C36A}">
      <dgm:prSet/>
      <dgm:spPr/>
      <dgm:t>
        <a:bodyPr/>
        <a:lstStyle/>
        <a:p>
          <a:endParaRPr lang="en-US"/>
        </a:p>
      </dgm:t>
    </dgm:pt>
    <dgm:pt modelId="{75C66D63-D1A1-4FFE-823A-AB1C14F68A21}" type="sibTrans" cxnId="{90B93D7F-8CE3-4959-AB31-32136EF4C36A}">
      <dgm:prSet/>
      <dgm:spPr/>
      <dgm:t>
        <a:bodyPr/>
        <a:lstStyle/>
        <a:p>
          <a:endParaRPr lang="en-US"/>
        </a:p>
      </dgm:t>
    </dgm:pt>
    <dgm:pt modelId="{9A4071E7-C443-4B3C-B12F-4B3020ADDDC0}" type="pres">
      <dgm:prSet presAssocID="{064FF546-22C9-451E-A3CC-45B30AF603A5}" presName="outerComposite" presStyleCnt="0">
        <dgm:presLayoutVars>
          <dgm:chMax val="5"/>
          <dgm:dir/>
          <dgm:resizeHandles val="exact"/>
        </dgm:presLayoutVars>
      </dgm:prSet>
      <dgm:spPr/>
    </dgm:pt>
    <dgm:pt modelId="{225DC49C-37D3-4CE8-AF69-6BAADFCE5D4F}" type="pres">
      <dgm:prSet presAssocID="{064FF546-22C9-451E-A3CC-45B30AF603A5}" presName="dummyMaxCanvas" presStyleCnt="0">
        <dgm:presLayoutVars/>
      </dgm:prSet>
      <dgm:spPr/>
    </dgm:pt>
    <dgm:pt modelId="{3F636386-855C-4964-A61D-2CE35C534921}" type="pres">
      <dgm:prSet presAssocID="{064FF546-22C9-451E-A3CC-45B30AF603A5}" presName="ThreeNodes_1" presStyleLbl="node1" presStyleIdx="0" presStyleCnt="3">
        <dgm:presLayoutVars>
          <dgm:bulletEnabled val="1"/>
        </dgm:presLayoutVars>
      </dgm:prSet>
      <dgm:spPr/>
    </dgm:pt>
    <dgm:pt modelId="{87EDC774-178C-4C5A-8D6D-5C4F58F123C6}" type="pres">
      <dgm:prSet presAssocID="{064FF546-22C9-451E-A3CC-45B30AF603A5}" presName="ThreeNodes_2" presStyleLbl="node1" presStyleIdx="1" presStyleCnt="3">
        <dgm:presLayoutVars>
          <dgm:bulletEnabled val="1"/>
        </dgm:presLayoutVars>
      </dgm:prSet>
      <dgm:spPr/>
    </dgm:pt>
    <dgm:pt modelId="{C30A2665-6B07-4508-94D8-2EDC522B9A49}" type="pres">
      <dgm:prSet presAssocID="{064FF546-22C9-451E-A3CC-45B30AF603A5}" presName="ThreeNodes_3" presStyleLbl="node1" presStyleIdx="2" presStyleCnt="3">
        <dgm:presLayoutVars>
          <dgm:bulletEnabled val="1"/>
        </dgm:presLayoutVars>
      </dgm:prSet>
      <dgm:spPr/>
    </dgm:pt>
    <dgm:pt modelId="{8E5DFB44-B44B-4220-B718-ED1CA36E38F3}" type="pres">
      <dgm:prSet presAssocID="{064FF546-22C9-451E-A3CC-45B30AF603A5}" presName="ThreeConn_1-2" presStyleLbl="fgAccFollowNode1" presStyleIdx="0" presStyleCnt="2">
        <dgm:presLayoutVars>
          <dgm:bulletEnabled val="1"/>
        </dgm:presLayoutVars>
      </dgm:prSet>
      <dgm:spPr/>
    </dgm:pt>
    <dgm:pt modelId="{B87CFA1B-62CA-424E-B5AC-C7FB23B3D355}" type="pres">
      <dgm:prSet presAssocID="{064FF546-22C9-451E-A3CC-45B30AF603A5}" presName="ThreeConn_2-3" presStyleLbl="fgAccFollowNode1" presStyleIdx="1" presStyleCnt="2">
        <dgm:presLayoutVars>
          <dgm:bulletEnabled val="1"/>
        </dgm:presLayoutVars>
      </dgm:prSet>
      <dgm:spPr/>
    </dgm:pt>
    <dgm:pt modelId="{42470157-F17B-4604-832F-773ABD413919}" type="pres">
      <dgm:prSet presAssocID="{064FF546-22C9-451E-A3CC-45B30AF603A5}" presName="ThreeNodes_1_text" presStyleLbl="node1" presStyleIdx="2" presStyleCnt="3">
        <dgm:presLayoutVars>
          <dgm:bulletEnabled val="1"/>
        </dgm:presLayoutVars>
      </dgm:prSet>
      <dgm:spPr/>
    </dgm:pt>
    <dgm:pt modelId="{D0D3C307-9162-4D4F-AF93-08ED3FD46FFE}" type="pres">
      <dgm:prSet presAssocID="{064FF546-22C9-451E-A3CC-45B30AF603A5}" presName="ThreeNodes_2_text" presStyleLbl="node1" presStyleIdx="2" presStyleCnt="3">
        <dgm:presLayoutVars>
          <dgm:bulletEnabled val="1"/>
        </dgm:presLayoutVars>
      </dgm:prSet>
      <dgm:spPr/>
    </dgm:pt>
    <dgm:pt modelId="{CE04B02C-CFC6-4E0D-8CE4-4798DAAF5674}" type="pres">
      <dgm:prSet presAssocID="{064FF546-22C9-451E-A3CC-45B30AF603A5}" presName="ThreeNodes_3_text" presStyleLbl="node1" presStyleIdx="2" presStyleCnt="3">
        <dgm:presLayoutVars>
          <dgm:bulletEnabled val="1"/>
        </dgm:presLayoutVars>
      </dgm:prSet>
      <dgm:spPr/>
    </dgm:pt>
  </dgm:ptLst>
  <dgm:cxnLst>
    <dgm:cxn modelId="{F5F4CF0E-1067-472C-AF20-6A0E0DC713C9}" type="presOf" srcId="{232C337A-AB59-462C-A530-F16101126E66}" destId="{C30A2665-6B07-4508-94D8-2EDC522B9A49}" srcOrd="0" destOrd="0" presId="urn:microsoft.com/office/officeart/2005/8/layout/vProcess5"/>
    <dgm:cxn modelId="{903C761C-153F-4F06-AAF5-C3D3FFD75D56}" type="presOf" srcId="{5CF87F43-34D7-4381-97F6-E5FEC58DF210}" destId="{B87CFA1B-62CA-424E-B5AC-C7FB23B3D355}" srcOrd="0" destOrd="0" presId="urn:microsoft.com/office/officeart/2005/8/layout/vProcess5"/>
    <dgm:cxn modelId="{A988653B-2A1C-44AE-8B31-9F7E5844F75B}" type="presOf" srcId="{232C337A-AB59-462C-A530-F16101126E66}" destId="{CE04B02C-CFC6-4E0D-8CE4-4798DAAF5674}" srcOrd="1" destOrd="0" presId="urn:microsoft.com/office/officeart/2005/8/layout/vProcess5"/>
    <dgm:cxn modelId="{9A0FA844-1CC8-4036-BE4B-2DB84651B14F}" type="presOf" srcId="{841F797B-F1C3-4532-8818-3A1738D9A765}" destId="{3F636386-855C-4964-A61D-2CE35C534921}" srcOrd="0" destOrd="0" presId="urn:microsoft.com/office/officeart/2005/8/layout/vProcess5"/>
    <dgm:cxn modelId="{82D1C644-5AB8-4166-8E7A-2ADB27AED92C}" srcId="{064FF546-22C9-451E-A3CC-45B30AF603A5}" destId="{39BE8BA3-1FB6-42D3-B580-41A750F93BBB}" srcOrd="1" destOrd="0" parTransId="{CDD4E0C8-BFC5-4934-B168-399BF480C6DB}" sibTransId="{5CF87F43-34D7-4381-97F6-E5FEC58DF210}"/>
    <dgm:cxn modelId="{7B3EA954-075D-4F53-928C-80007C8D369D}" type="presOf" srcId="{841F797B-F1C3-4532-8818-3A1738D9A765}" destId="{42470157-F17B-4604-832F-773ABD413919}" srcOrd="1" destOrd="0" presId="urn:microsoft.com/office/officeart/2005/8/layout/vProcess5"/>
    <dgm:cxn modelId="{90B93D7F-8CE3-4959-AB31-32136EF4C36A}" srcId="{064FF546-22C9-451E-A3CC-45B30AF603A5}" destId="{232C337A-AB59-462C-A530-F16101126E66}" srcOrd="2" destOrd="0" parTransId="{27FE68F6-3BF0-464D-A253-8BD46F45AF9A}" sibTransId="{75C66D63-D1A1-4FFE-823A-AB1C14F68A21}"/>
    <dgm:cxn modelId="{90865887-4AFD-4F04-B952-1CC884357FDC}" type="presOf" srcId="{39BE8BA3-1FB6-42D3-B580-41A750F93BBB}" destId="{D0D3C307-9162-4D4F-AF93-08ED3FD46FFE}" srcOrd="1" destOrd="0" presId="urn:microsoft.com/office/officeart/2005/8/layout/vProcess5"/>
    <dgm:cxn modelId="{615DF09D-4BFE-47C9-8BFA-2EA33C62344B}" type="presOf" srcId="{9A4D1870-2D32-45F8-84A5-662A2CA8D03B}" destId="{8E5DFB44-B44B-4220-B718-ED1CA36E38F3}" srcOrd="0" destOrd="0" presId="urn:microsoft.com/office/officeart/2005/8/layout/vProcess5"/>
    <dgm:cxn modelId="{B7A613AD-0E88-456E-8156-C89D26EC7DAF}" type="presOf" srcId="{39BE8BA3-1FB6-42D3-B580-41A750F93BBB}" destId="{87EDC774-178C-4C5A-8D6D-5C4F58F123C6}" srcOrd="0" destOrd="0" presId="urn:microsoft.com/office/officeart/2005/8/layout/vProcess5"/>
    <dgm:cxn modelId="{631B4FE2-392D-48E2-B796-28F50C44376A}" srcId="{064FF546-22C9-451E-A3CC-45B30AF603A5}" destId="{841F797B-F1C3-4532-8818-3A1738D9A765}" srcOrd="0" destOrd="0" parTransId="{8553457F-8B55-4517-8470-360927B85C95}" sibTransId="{9A4D1870-2D32-45F8-84A5-662A2CA8D03B}"/>
    <dgm:cxn modelId="{DED3B5EA-23B5-432C-8DA6-448DAD805D47}" type="presOf" srcId="{064FF546-22C9-451E-A3CC-45B30AF603A5}" destId="{9A4071E7-C443-4B3C-B12F-4B3020ADDDC0}" srcOrd="0" destOrd="0" presId="urn:microsoft.com/office/officeart/2005/8/layout/vProcess5"/>
    <dgm:cxn modelId="{25307144-9379-4E8B-8C70-C2B0F2E37964}" type="presParOf" srcId="{9A4071E7-C443-4B3C-B12F-4B3020ADDDC0}" destId="{225DC49C-37D3-4CE8-AF69-6BAADFCE5D4F}" srcOrd="0" destOrd="0" presId="urn:microsoft.com/office/officeart/2005/8/layout/vProcess5"/>
    <dgm:cxn modelId="{BE74EE83-97C0-4076-93ED-2AE73A209B54}" type="presParOf" srcId="{9A4071E7-C443-4B3C-B12F-4B3020ADDDC0}" destId="{3F636386-855C-4964-A61D-2CE35C534921}" srcOrd="1" destOrd="0" presId="urn:microsoft.com/office/officeart/2005/8/layout/vProcess5"/>
    <dgm:cxn modelId="{0A4A76FE-DF23-478D-8B81-2BAAD6A623C2}" type="presParOf" srcId="{9A4071E7-C443-4B3C-B12F-4B3020ADDDC0}" destId="{87EDC774-178C-4C5A-8D6D-5C4F58F123C6}" srcOrd="2" destOrd="0" presId="urn:microsoft.com/office/officeart/2005/8/layout/vProcess5"/>
    <dgm:cxn modelId="{969C7972-2E61-4F90-BFCD-ACDE91925AD2}" type="presParOf" srcId="{9A4071E7-C443-4B3C-B12F-4B3020ADDDC0}" destId="{C30A2665-6B07-4508-94D8-2EDC522B9A49}" srcOrd="3" destOrd="0" presId="urn:microsoft.com/office/officeart/2005/8/layout/vProcess5"/>
    <dgm:cxn modelId="{1A4A3CB6-3726-491E-9F2F-2C170DF78761}" type="presParOf" srcId="{9A4071E7-C443-4B3C-B12F-4B3020ADDDC0}" destId="{8E5DFB44-B44B-4220-B718-ED1CA36E38F3}" srcOrd="4" destOrd="0" presId="urn:microsoft.com/office/officeart/2005/8/layout/vProcess5"/>
    <dgm:cxn modelId="{CE8625E6-CBFA-436B-8C7D-D9B73D8F027F}" type="presParOf" srcId="{9A4071E7-C443-4B3C-B12F-4B3020ADDDC0}" destId="{B87CFA1B-62CA-424E-B5AC-C7FB23B3D355}" srcOrd="5" destOrd="0" presId="urn:microsoft.com/office/officeart/2005/8/layout/vProcess5"/>
    <dgm:cxn modelId="{C763F748-87D6-4748-AE00-021D335B7146}" type="presParOf" srcId="{9A4071E7-C443-4B3C-B12F-4B3020ADDDC0}" destId="{42470157-F17B-4604-832F-773ABD413919}" srcOrd="6" destOrd="0" presId="urn:microsoft.com/office/officeart/2005/8/layout/vProcess5"/>
    <dgm:cxn modelId="{C8A83EC4-2D0B-474D-9F0B-1F04AEE33923}" type="presParOf" srcId="{9A4071E7-C443-4B3C-B12F-4B3020ADDDC0}" destId="{D0D3C307-9162-4D4F-AF93-08ED3FD46FFE}" srcOrd="7" destOrd="0" presId="urn:microsoft.com/office/officeart/2005/8/layout/vProcess5"/>
    <dgm:cxn modelId="{6E150D0A-C45E-4A12-81D2-3FF0CC514227}" type="presParOf" srcId="{9A4071E7-C443-4B3C-B12F-4B3020ADDDC0}" destId="{CE04B02C-CFC6-4E0D-8CE4-4798DAAF5674}"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DF1236E-6FD7-47B4-AD35-0A80B279AA5F}"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F83A7EE5-94EF-428D-810A-8B380DEF33C6}">
      <dgm:prSet/>
      <dgm:spPr/>
      <dgm:t>
        <a:bodyPr/>
        <a:lstStyle/>
        <a:p>
          <a:r>
            <a:rPr lang="en-US"/>
            <a:t>Organiser les AVS de haute qualité dans les 26 provinces; </a:t>
          </a:r>
        </a:p>
      </dgm:t>
    </dgm:pt>
    <dgm:pt modelId="{B27B3A5A-1A1E-4F24-9C5E-FD9D1352D5F7}" type="parTrans" cxnId="{A11925D7-84E4-46E6-B6EF-19337B489EE7}">
      <dgm:prSet/>
      <dgm:spPr/>
      <dgm:t>
        <a:bodyPr/>
        <a:lstStyle/>
        <a:p>
          <a:endParaRPr lang="en-US"/>
        </a:p>
      </dgm:t>
    </dgm:pt>
    <dgm:pt modelId="{2D325D4D-40BA-4349-AD01-9B83B257571E}" type="sibTrans" cxnId="{A11925D7-84E4-46E6-B6EF-19337B489EE7}">
      <dgm:prSet/>
      <dgm:spPr/>
      <dgm:t>
        <a:bodyPr/>
        <a:lstStyle/>
        <a:p>
          <a:endParaRPr lang="en-US"/>
        </a:p>
      </dgm:t>
    </dgm:pt>
    <dgm:pt modelId="{F3B2C962-60A6-4CAF-A4A4-E083B599D74C}">
      <dgm:prSet/>
      <dgm:spPr/>
      <dgm:t>
        <a:bodyPr/>
        <a:lstStyle/>
        <a:p>
          <a:r>
            <a:rPr lang="en-US" dirty="0" err="1"/>
            <a:t>Intégrer</a:t>
          </a:r>
          <a:r>
            <a:rPr lang="en-US" dirty="0"/>
            <a:t>  les </a:t>
          </a:r>
          <a:r>
            <a:rPr lang="en-US" dirty="0" err="1"/>
            <a:t>activités</a:t>
          </a:r>
          <a:r>
            <a:rPr lang="en-US" dirty="0"/>
            <a:t> des AVS polio aux AVS </a:t>
          </a:r>
          <a:r>
            <a:rPr lang="en-US" dirty="0" err="1"/>
            <a:t>notamment</a:t>
          </a:r>
          <a:r>
            <a:rPr lang="en-US" dirty="0"/>
            <a:t>  RR(Bloc2 et 3) et FJ;</a:t>
          </a:r>
        </a:p>
      </dgm:t>
    </dgm:pt>
    <dgm:pt modelId="{5CADDD75-3B3D-48A1-BE2D-77C4C3ABD195}" type="parTrans" cxnId="{62BAD12A-3BBA-403F-A434-6F83E752CE4B}">
      <dgm:prSet/>
      <dgm:spPr/>
      <dgm:t>
        <a:bodyPr/>
        <a:lstStyle/>
        <a:p>
          <a:endParaRPr lang="en-US"/>
        </a:p>
      </dgm:t>
    </dgm:pt>
    <dgm:pt modelId="{5B75E392-0DC0-4E69-8136-A3B4A12AAC68}" type="sibTrans" cxnId="{62BAD12A-3BBA-403F-A434-6F83E752CE4B}">
      <dgm:prSet/>
      <dgm:spPr/>
      <dgm:t>
        <a:bodyPr/>
        <a:lstStyle/>
        <a:p>
          <a:endParaRPr lang="en-US"/>
        </a:p>
      </dgm:t>
    </dgm:pt>
    <dgm:pt modelId="{C7D34C10-4F28-4333-88F7-B3B6F3869C27}">
      <dgm:prSet/>
      <dgm:spPr/>
      <dgm:t>
        <a:bodyPr/>
        <a:lstStyle/>
        <a:p>
          <a:r>
            <a:rPr lang="en-US"/>
            <a:t>Organiser les activités de ratissage dans les provinces à sécurité compromise (Nord Kivu, Sud Kivu, Ituri, Tanganyika et maniema); </a:t>
          </a:r>
        </a:p>
      </dgm:t>
    </dgm:pt>
    <dgm:pt modelId="{2D91C79A-4978-40C0-83EA-5C9809D7B272}" type="parTrans" cxnId="{35024D90-64E2-4B0E-85A0-BA1B019FC096}">
      <dgm:prSet/>
      <dgm:spPr/>
      <dgm:t>
        <a:bodyPr/>
        <a:lstStyle/>
        <a:p>
          <a:endParaRPr lang="en-US"/>
        </a:p>
      </dgm:t>
    </dgm:pt>
    <dgm:pt modelId="{501F06AD-AFCA-4994-8B2C-B95BABFC6B83}" type="sibTrans" cxnId="{35024D90-64E2-4B0E-85A0-BA1B019FC096}">
      <dgm:prSet/>
      <dgm:spPr/>
      <dgm:t>
        <a:bodyPr/>
        <a:lstStyle/>
        <a:p>
          <a:endParaRPr lang="en-US"/>
        </a:p>
      </dgm:t>
    </dgm:pt>
    <dgm:pt modelId="{3FDCF70F-20D6-477D-A4D2-CBA43ECCDD61}">
      <dgm:prSet/>
      <dgm:spPr/>
      <dgm:t>
        <a:bodyPr/>
        <a:lstStyle/>
        <a:p>
          <a:r>
            <a:rPr lang="en-US"/>
            <a:t>Organiser les ripostes rapides  de qualité à tout nouveau cas de polio variant;</a:t>
          </a:r>
        </a:p>
      </dgm:t>
    </dgm:pt>
    <dgm:pt modelId="{E18ACED2-CD2C-4625-98B2-E8F61AACC92F}" type="parTrans" cxnId="{1B922CDD-6985-48CA-8817-6033445CA116}">
      <dgm:prSet/>
      <dgm:spPr/>
      <dgm:t>
        <a:bodyPr/>
        <a:lstStyle/>
        <a:p>
          <a:endParaRPr lang="en-US"/>
        </a:p>
      </dgm:t>
    </dgm:pt>
    <dgm:pt modelId="{BEA6AD19-2479-4953-A3EA-C368EF1A3540}" type="sibTrans" cxnId="{1B922CDD-6985-48CA-8817-6033445CA116}">
      <dgm:prSet/>
      <dgm:spPr/>
      <dgm:t>
        <a:bodyPr/>
        <a:lstStyle/>
        <a:p>
          <a:endParaRPr lang="en-US"/>
        </a:p>
      </dgm:t>
    </dgm:pt>
    <dgm:pt modelId="{431AF345-E009-4DED-B198-4CC59D299EF7}">
      <dgm:prSet/>
      <dgm:spPr/>
      <dgm:t>
        <a:bodyPr/>
        <a:lstStyle/>
        <a:p>
          <a:r>
            <a:rPr lang="en-US"/>
            <a:t>Organiser la micro planification dans les provinces prioritaires;</a:t>
          </a:r>
        </a:p>
      </dgm:t>
    </dgm:pt>
    <dgm:pt modelId="{CF82E162-FFEF-4650-8414-3379023646A8}" type="parTrans" cxnId="{EB42E6AF-5B97-4CC5-8356-CBCBC3C31BA3}">
      <dgm:prSet/>
      <dgm:spPr/>
      <dgm:t>
        <a:bodyPr/>
        <a:lstStyle/>
        <a:p>
          <a:endParaRPr lang="en-US"/>
        </a:p>
      </dgm:t>
    </dgm:pt>
    <dgm:pt modelId="{4F775A14-96C2-4D24-AE0F-EE90880B5C55}" type="sibTrans" cxnId="{EB42E6AF-5B97-4CC5-8356-CBCBC3C31BA3}">
      <dgm:prSet/>
      <dgm:spPr/>
      <dgm:t>
        <a:bodyPr/>
        <a:lstStyle/>
        <a:p>
          <a:endParaRPr lang="en-US"/>
        </a:p>
      </dgm:t>
    </dgm:pt>
    <dgm:pt modelId="{4C881BDB-2145-404B-9FDC-EAE7F32653ED}">
      <dgm:prSet/>
      <dgm:spPr/>
      <dgm:t>
        <a:bodyPr/>
        <a:lstStyle/>
        <a:p>
          <a:r>
            <a:rPr lang="en-US" dirty="0" err="1"/>
            <a:t>Organiser</a:t>
          </a:r>
          <a:r>
            <a:rPr lang="en-US" dirty="0"/>
            <a:t> les </a:t>
          </a:r>
          <a:r>
            <a:rPr lang="en-US" dirty="0" err="1"/>
            <a:t>activités</a:t>
          </a:r>
          <a:r>
            <a:rPr lang="en-US" dirty="0"/>
            <a:t> </a:t>
          </a:r>
          <a:r>
            <a:rPr lang="en-US" dirty="0" err="1"/>
            <a:t>en</a:t>
          </a:r>
          <a:r>
            <a:rPr lang="en-US" dirty="0"/>
            <a:t> interphase dans les provinces </a:t>
          </a:r>
          <a:r>
            <a:rPr lang="en-US" dirty="0" err="1"/>
            <a:t>prioritaires</a:t>
          </a:r>
          <a:r>
            <a:rPr lang="en-US" dirty="0"/>
            <a:t> (</a:t>
          </a:r>
          <a:r>
            <a:rPr lang="en-US" dirty="0" err="1"/>
            <a:t>Ituri,Nord</a:t>
          </a:r>
          <a:r>
            <a:rPr lang="en-US" dirty="0"/>
            <a:t> et Sud KIVU, Maniema-Tanganyika); </a:t>
          </a:r>
        </a:p>
      </dgm:t>
    </dgm:pt>
    <dgm:pt modelId="{9EE29B05-CB59-489C-BE05-8B7E91FB1296}" type="parTrans" cxnId="{56E25899-012E-4A9F-B683-AF81BD0F523A}">
      <dgm:prSet/>
      <dgm:spPr/>
      <dgm:t>
        <a:bodyPr/>
        <a:lstStyle/>
        <a:p>
          <a:endParaRPr lang="en-US"/>
        </a:p>
      </dgm:t>
    </dgm:pt>
    <dgm:pt modelId="{FCA6DCF7-F4E4-4607-A5B4-882ECC06C6A8}" type="sibTrans" cxnId="{56E25899-012E-4A9F-B683-AF81BD0F523A}">
      <dgm:prSet/>
      <dgm:spPr/>
      <dgm:t>
        <a:bodyPr/>
        <a:lstStyle/>
        <a:p>
          <a:endParaRPr lang="en-US"/>
        </a:p>
      </dgm:t>
    </dgm:pt>
    <dgm:pt modelId="{6795A1D2-31E7-4CF9-BAF9-5B512907E6A3}">
      <dgm:prSet/>
      <dgm:spPr/>
      <dgm:t>
        <a:bodyPr/>
        <a:lstStyle/>
        <a:p>
          <a:r>
            <a:rPr lang="en-US"/>
            <a:t>Synchroniser les campagnes avec les pays voisins (Angola, RCA, Ouganda, Zambie…).</a:t>
          </a:r>
        </a:p>
      </dgm:t>
    </dgm:pt>
    <dgm:pt modelId="{9DFB6088-5A26-4402-A16E-BBAAF1D68553}" type="parTrans" cxnId="{78B77AE0-6DBF-4E08-B62D-7FFAE8F52177}">
      <dgm:prSet/>
      <dgm:spPr/>
      <dgm:t>
        <a:bodyPr/>
        <a:lstStyle/>
        <a:p>
          <a:endParaRPr lang="en-US"/>
        </a:p>
      </dgm:t>
    </dgm:pt>
    <dgm:pt modelId="{6101354F-B692-450C-ACF0-A881ABBD64A3}" type="sibTrans" cxnId="{78B77AE0-6DBF-4E08-B62D-7FFAE8F52177}">
      <dgm:prSet/>
      <dgm:spPr/>
      <dgm:t>
        <a:bodyPr/>
        <a:lstStyle/>
        <a:p>
          <a:endParaRPr lang="en-US"/>
        </a:p>
      </dgm:t>
    </dgm:pt>
    <dgm:pt modelId="{AD472611-9535-46B9-9935-CA874440C5A1}" type="pres">
      <dgm:prSet presAssocID="{1DF1236E-6FD7-47B4-AD35-0A80B279AA5F}" presName="vert0" presStyleCnt="0">
        <dgm:presLayoutVars>
          <dgm:dir/>
          <dgm:animOne val="branch"/>
          <dgm:animLvl val="lvl"/>
        </dgm:presLayoutVars>
      </dgm:prSet>
      <dgm:spPr/>
    </dgm:pt>
    <dgm:pt modelId="{D7C262BD-8824-46A7-906F-144DEF04231D}" type="pres">
      <dgm:prSet presAssocID="{F83A7EE5-94EF-428D-810A-8B380DEF33C6}" presName="thickLine" presStyleLbl="alignNode1" presStyleIdx="0" presStyleCnt="7"/>
      <dgm:spPr/>
    </dgm:pt>
    <dgm:pt modelId="{6DFB23BF-5C81-4A90-B5D2-675591449504}" type="pres">
      <dgm:prSet presAssocID="{F83A7EE5-94EF-428D-810A-8B380DEF33C6}" presName="horz1" presStyleCnt="0"/>
      <dgm:spPr/>
    </dgm:pt>
    <dgm:pt modelId="{10F778AB-811C-42DF-8211-C046DF0E74ED}" type="pres">
      <dgm:prSet presAssocID="{F83A7EE5-94EF-428D-810A-8B380DEF33C6}" presName="tx1" presStyleLbl="revTx" presStyleIdx="0" presStyleCnt="7"/>
      <dgm:spPr/>
    </dgm:pt>
    <dgm:pt modelId="{0BF5295D-033A-4411-850B-98DC97674072}" type="pres">
      <dgm:prSet presAssocID="{F83A7EE5-94EF-428D-810A-8B380DEF33C6}" presName="vert1" presStyleCnt="0"/>
      <dgm:spPr/>
    </dgm:pt>
    <dgm:pt modelId="{89DC3CB9-79AA-49C3-8BDE-CB6D1BC097CF}" type="pres">
      <dgm:prSet presAssocID="{F3B2C962-60A6-4CAF-A4A4-E083B599D74C}" presName="thickLine" presStyleLbl="alignNode1" presStyleIdx="1" presStyleCnt="7"/>
      <dgm:spPr/>
    </dgm:pt>
    <dgm:pt modelId="{9A360C08-F29B-497A-8854-9D42985A9E5E}" type="pres">
      <dgm:prSet presAssocID="{F3B2C962-60A6-4CAF-A4A4-E083B599D74C}" presName="horz1" presStyleCnt="0"/>
      <dgm:spPr/>
    </dgm:pt>
    <dgm:pt modelId="{B6ADA408-59EE-448B-A8B5-DC83017519AB}" type="pres">
      <dgm:prSet presAssocID="{F3B2C962-60A6-4CAF-A4A4-E083B599D74C}" presName="tx1" presStyleLbl="revTx" presStyleIdx="1" presStyleCnt="7"/>
      <dgm:spPr/>
    </dgm:pt>
    <dgm:pt modelId="{AAB1E7DD-BBA5-4F2C-BF72-15C391005152}" type="pres">
      <dgm:prSet presAssocID="{F3B2C962-60A6-4CAF-A4A4-E083B599D74C}" presName="vert1" presStyleCnt="0"/>
      <dgm:spPr/>
    </dgm:pt>
    <dgm:pt modelId="{30B98864-9182-41E9-8FB5-F0C41CE9D095}" type="pres">
      <dgm:prSet presAssocID="{C7D34C10-4F28-4333-88F7-B3B6F3869C27}" presName="thickLine" presStyleLbl="alignNode1" presStyleIdx="2" presStyleCnt="7"/>
      <dgm:spPr/>
    </dgm:pt>
    <dgm:pt modelId="{C0289AF5-41EC-45A0-87C4-CF971DE7C3A6}" type="pres">
      <dgm:prSet presAssocID="{C7D34C10-4F28-4333-88F7-B3B6F3869C27}" presName="horz1" presStyleCnt="0"/>
      <dgm:spPr/>
    </dgm:pt>
    <dgm:pt modelId="{7B5C5167-2219-42EC-9A48-3F5A0A361652}" type="pres">
      <dgm:prSet presAssocID="{C7D34C10-4F28-4333-88F7-B3B6F3869C27}" presName="tx1" presStyleLbl="revTx" presStyleIdx="2" presStyleCnt="7"/>
      <dgm:spPr/>
    </dgm:pt>
    <dgm:pt modelId="{3559119C-7958-4B39-A5EE-D62DEE927CF0}" type="pres">
      <dgm:prSet presAssocID="{C7D34C10-4F28-4333-88F7-B3B6F3869C27}" presName="vert1" presStyleCnt="0"/>
      <dgm:spPr/>
    </dgm:pt>
    <dgm:pt modelId="{C58F3E6D-280C-4667-A162-08216F3AAC99}" type="pres">
      <dgm:prSet presAssocID="{3FDCF70F-20D6-477D-A4D2-CBA43ECCDD61}" presName="thickLine" presStyleLbl="alignNode1" presStyleIdx="3" presStyleCnt="7"/>
      <dgm:spPr/>
    </dgm:pt>
    <dgm:pt modelId="{8C9DAE74-DC53-46D6-93CD-95E92AC3679E}" type="pres">
      <dgm:prSet presAssocID="{3FDCF70F-20D6-477D-A4D2-CBA43ECCDD61}" presName="horz1" presStyleCnt="0"/>
      <dgm:spPr/>
    </dgm:pt>
    <dgm:pt modelId="{4EDA47B5-1534-46E2-8675-753C0CA68B28}" type="pres">
      <dgm:prSet presAssocID="{3FDCF70F-20D6-477D-A4D2-CBA43ECCDD61}" presName="tx1" presStyleLbl="revTx" presStyleIdx="3" presStyleCnt="7"/>
      <dgm:spPr/>
    </dgm:pt>
    <dgm:pt modelId="{33E224BE-DA56-40EF-9C3A-8638B76158EA}" type="pres">
      <dgm:prSet presAssocID="{3FDCF70F-20D6-477D-A4D2-CBA43ECCDD61}" presName="vert1" presStyleCnt="0"/>
      <dgm:spPr/>
    </dgm:pt>
    <dgm:pt modelId="{6D9C1465-C10B-4422-9AFB-69B4962942D3}" type="pres">
      <dgm:prSet presAssocID="{431AF345-E009-4DED-B198-4CC59D299EF7}" presName="thickLine" presStyleLbl="alignNode1" presStyleIdx="4" presStyleCnt="7"/>
      <dgm:spPr/>
    </dgm:pt>
    <dgm:pt modelId="{338F2B93-AB8B-487D-8095-B7E306B7E1B0}" type="pres">
      <dgm:prSet presAssocID="{431AF345-E009-4DED-B198-4CC59D299EF7}" presName="horz1" presStyleCnt="0"/>
      <dgm:spPr/>
    </dgm:pt>
    <dgm:pt modelId="{F31E41E7-A2A8-44AF-906C-9BDA14E3864E}" type="pres">
      <dgm:prSet presAssocID="{431AF345-E009-4DED-B198-4CC59D299EF7}" presName="tx1" presStyleLbl="revTx" presStyleIdx="4" presStyleCnt="7"/>
      <dgm:spPr/>
    </dgm:pt>
    <dgm:pt modelId="{6D8419D8-D3C1-4F75-9FAA-6C2F71410200}" type="pres">
      <dgm:prSet presAssocID="{431AF345-E009-4DED-B198-4CC59D299EF7}" presName="vert1" presStyleCnt="0"/>
      <dgm:spPr/>
    </dgm:pt>
    <dgm:pt modelId="{DDC4FB2C-AFA5-47D3-8DEF-A448D1A1150E}" type="pres">
      <dgm:prSet presAssocID="{4C881BDB-2145-404B-9FDC-EAE7F32653ED}" presName="thickLine" presStyleLbl="alignNode1" presStyleIdx="5" presStyleCnt="7"/>
      <dgm:spPr/>
    </dgm:pt>
    <dgm:pt modelId="{F15729E2-B6A2-4D0F-9308-EFB1E716E6C2}" type="pres">
      <dgm:prSet presAssocID="{4C881BDB-2145-404B-9FDC-EAE7F32653ED}" presName="horz1" presStyleCnt="0"/>
      <dgm:spPr/>
    </dgm:pt>
    <dgm:pt modelId="{05AAA9A5-E68F-438D-B0C6-8A0C3089C51F}" type="pres">
      <dgm:prSet presAssocID="{4C881BDB-2145-404B-9FDC-EAE7F32653ED}" presName="tx1" presStyleLbl="revTx" presStyleIdx="5" presStyleCnt="7"/>
      <dgm:spPr/>
    </dgm:pt>
    <dgm:pt modelId="{6A609DE6-12C9-4362-AE43-B3F2DE3F88EB}" type="pres">
      <dgm:prSet presAssocID="{4C881BDB-2145-404B-9FDC-EAE7F32653ED}" presName="vert1" presStyleCnt="0"/>
      <dgm:spPr/>
    </dgm:pt>
    <dgm:pt modelId="{39AE5F7E-904B-46C9-87AD-FD5C6F24D8FF}" type="pres">
      <dgm:prSet presAssocID="{6795A1D2-31E7-4CF9-BAF9-5B512907E6A3}" presName="thickLine" presStyleLbl="alignNode1" presStyleIdx="6" presStyleCnt="7"/>
      <dgm:spPr/>
    </dgm:pt>
    <dgm:pt modelId="{483003BE-6544-4805-8A25-1EEFB8879D66}" type="pres">
      <dgm:prSet presAssocID="{6795A1D2-31E7-4CF9-BAF9-5B512907E6A3}" presName="horz1" presStyleCnt="0"/>
      <dgm:spPr/>
    </dgm:pt>
    <dgm:pt modelId="{20D10C71-D5C5-4C04-A8F9-D4D8C3DDCB61}" type="pres">
      <dgm:prSet presAssocID="{6795A1D2-31E7-4CF9-BAF9-5B512907E6A3}" presName="tx1" presStyleLbl="revTx" presStyleIdx="6" presStyleCnt="7"/>
      <dgm:spPr/>
    </dgm:pt>
    <dgm:pt modelId="{F385A168-D325-47C3-9C39-4E07A68562C7}" type="pres">
      <dgm:prSet presAssocID="{6795A1D2-31E7-4CF9-BAF9-5B512907E6A3}" presName="vert1" presStyleCnt="0"/>
      <dgm:spPr/>
    </dgm:pt>
  </dgm:ptLst>
  <dgm:cxnLst>
    <dgm:cxn modelId="{5EA7B015-6D41-47E6-97E3-0B9A19B8BC0E}" type="presOf" srcId="{4C881BDB-2145-404B-9FDC-EAE7F32653ED}" destId="{05AAA9A5-E68F-438D-B0C6-8A0C3089C51F}" srcOrd="0" destOrd="0" presId="urn:microsoft.com/office/officeart/2008/layout/LinedList"/>
    <dgm:cxn modelId="{1114761A-E5C6-4037-9CA5-F06D3428F7E4}" type="presOf" srcId="{6795A1D2-31E7-4CF9-BAF9-5B512907E6A3}" destId="{20D10C71-D5C5-4C04-A8F9-D4D8C3DDCB61}" srcOrd="0" destOrd="0" presId="urn:microsoft.com/office/officeart/2008/layout/LinedList"/>
    <dgm:cxn modelId="{62BAD12A-3BBA-403F-A434-6F83E752CE4B}" srcId="{1DF1236E-6FD7-47B4-AD35-0A80B279AA5F}" destId="{F3B2C962-60A6-4CAF-A4A4-E083B599D74C}" srcOrd="1" destOrd="0" parTransId="{5CADDD75-3B3D-48A1-BE2D-77C4C3ABD195}" sibTransId="{5B75E392-0DC0-4E69-8136-A3B4A12AAC68}"/>
    <dgm:cxn modelId="{87CA0847-F678-4E47-ACCF-1A84064672C5}" type="presOf" srcId="{C7D34C10-4F28-4333-88F7-B3B6F3869C27}" destId="{7B5C5167-2219-42EC-9A48-3F5A0A361652}" srcOrd="0" destOrd="0" presId="urn:microsoft.com/office/officeart/2008/layout/LinedList"/>
    <dgm:cxn modelId="{35024D90-64E2-4B0E-85A0-BA1B019FC096}" srcId="{1DF1236E-6FD7-47B4-AD35-0A80B279AA5F}" destId="{C7D34C10-4F28-4333-88F7-B3B6F3869C27}" srcOrd="2" destOrd="0" parTransId="{2D91C79A-4978-40C0-83EA-5C9809D7B272}" sibTransId="{501F06AD-AFCA-4994-8B2C-B95BABFC6B83}"/>
    <dgm:cxn modelId="{56E25899-012E-4A9F-B683-AF81BD0F523A}" srcId="{1DF1236E-6FD7-47B4-AD35-0A80B279AA5F}" destId="{4C881BDB-2145-404B-9FDC-EAE7F32653ED}" srcOrd="5" destOrd="0" parTransId="{9EE29B05-CB59-489C-BE05-8B7E91FB1296}" sibTransId="{FCA6DCF7-F4E4-4607-A5B4-882ECC06C6A8}"/>
    <dgm:cxn modelId="{D76339AC-A09D-43A2-AEFC-A1ED0ADBFC32}" type="presOf" srcId="{1DF1236E-6FD7-47B4-AD35-0A80B279AA5F}" destId="{AD472611-9535-46B9-9935-CA874440C5A1}" srcOrd="0" destOrd="0" presId="urn:microsoft.com/office/officeart/2008/layout/LinedList"/>
    <dgm:cxn modelId="{EB42E6AF-5B97-4CC5-8356-CBCBC3C31BA3}" srcId="{1DF1236E-6FD7-47B4-AD35-0A80B279AA5F}" destId="{431AF345-E009-4DED-B198-4CC59D299EF7}" srcOrd="4" destOrd="0" parTransId="{CF82E162-FFEF-4650-8414-3379023646A8}" sibTransId="{4F775A14-96C2-4D24-AE0F-EE90880B5C55}"/>
    <dgm:cxn modelId="{B6A42DBF-36B9-4F69-A350-F0063037C332}" type="presOf" srcId="{431AF345-E009-4DED-B198-4CC59D299EF7}" destId="{F31E41E7-A2A8-44AF-906C-9BDA14E3864E}" srcOrd="0" destOrd="0" presId="urn:microsoft.com/office/officeart/2008/layout/LinedList"/>
    <dgm:cxn modelId="{C441D1C1-ECA8-4A66-87D6-790AFEB8E63D}" type="presOf" srcId="{F3B2C962-60A6-4CAF-A4A4-E083B599D74C}" destId="{B6ADA408-59EE-448B-A8B5-DC83017519AB}" srcOrd="0" destOrd="0" presId="urn:microsoft.com/office/officeart/2008/layout/LinedList"/>
    <dgm:cxn modelId="{39D7E8C7-0D61-47B2-9D11-F6113D3545F3}" type="presOf" srcId="{3FDCF70F-20D6-477D-A4D2-CBA43ECCDD61}" destId="{4EDA47B5-1534-46E2-8675-753C0CA68B28}" srcOrd="0" destOrd="0" presId="urn:microsoft.com/office/officeart/2008/layout/LinedList"/>
    <dgm:cxn modelId="{7AE57BCD-DC21-4586-989C-8319AF182142}" type="presOf" srcId="{F83A7EE5-94EF-428D-810A-8B380DEF33C6}" destId="{10F778AB-811C-42DF-8211-C046DF0E74ED}" srcOrd="0" destOrd="0" presId="urn:microsoft.com/office/officeart/2008/layout/LinedList"/>
    <dgm:cxn modelId="{A11925D7-84E4-46E6-B6EF-19337B489EE7}" srcId="{1DF1236E-6FD7-47B4-AD35-0A80B279AA5F}" destId="{F83A7EE5-94EF-428D-810A-8B380DEF33C6}" srcOrd="0" destOrd="0" parTransId="{B27B3A5A-1A1E-4F24-9C5E-FD9D1352D5F7}" sibTransId="{2D325D4D-40BA-4349-AD01-9B83B257571E}"/>
    <dgm:cxn modelId="{1B922CDD-6985-48CA-8817-6033445CA116}" srcId="{1DF1236E-6FD7-47B4-AD35-0A80B279AA5F}" destId="{3FDCF70F-20D6-477D-A4D2-CBA43ECCDD61}" srcOrd="3" destOrd="0" parTransId="{E18ACED2-CD2C-4625-98B2-E8F61AACC92F}" sibTransId="{BEA6AD19-2479-4953-A3EA-C368EF1A3540}"/>
    <dgm:cxn modelId="{78B77AE0-6DBF-4E08-B62D-7FFAE8F52177}" srcId="{1DF1236E-6FD7-47B4-AD35-0A80B279AA5F}" destId="{6795A1D2-31E7-4CF9-BAF9-5B512907E6A3}" srcOrd="6" destOrd="0" parTransId="{9DFB6088-5A26-4402-A16E-BBAAF1D68553}" sibTransId="{6101354F-B692-450C-ACF0-A881ABBD64A3}"/>
    <dgm:cxn modelId="{0D49D747-7682-466E-8634-C088D22C34F1}" type="presParOf" srcId="{AD472611-9535-46B9-9935-CA874440C5A1}" destId="{D7C262BD-8824-46A7-906F-144DEF04231D}" srcOrd="0" destOrd="0" presId="urn:microsoft.com/office/officeart/2008/layout/LinedList"/>
    <dgm:cxn modelId="{B705F9C5-F1FE-4FA5-A6B5-3DB80C6E5E7E}" type="presParOf" srcId="{AD472611-9535-46B9-9935-CA874440C5A1}" destId="{6DFB23BF-5C81-4A90-B5D2-675591449504}" srcOrd="1" destOrd="0" presId="urn:microsoft.com/office/officeart/2008/layout/LinedList"/>
    <dgm:cxn modelId="{26B5C99B-F1AD-4ADE-814C-B53FDCFFDC86}" type="presParOf" srcId="{6DFB23BF-5C81-4A90-B5D2-675591449504}" destId="{10F778AB-811C-42DF-8211-C046DF0E74ED}" srcOrd="0" destOrd="0" presId="urn:microsoft.com/office/officeart/2008/layout/LinedList"/>
    <dgm:cxn modelId="{4EBB7A98-3D5C-4BFC-84EE-992A0283AABF}" type="presParOf" srcId="{6DFB23BF-5C81-4A90-B5D2-675591449504}" destId="{0BF5295D-033A-4411-850B-98DC97674072}" srcOrd="1" destOrd="0" presId="urn:microsoft.com/office/officeart/2008/layout/LinedList"/>
    <dgm:cxn modelId="{47F7BE61-F067-4451-B879-ABBBF5DF5FA9}" type="presParOf" srcId="{AD472611-9535-46B9-9935-CA874440C5A1}" destId="{89DC3CB9-79AA-49C3-8BDE-CB6D1BC097CF}" srcOrd="2" destOrd="0" presId="urn:microsoft.com/office/officeart/2008/layout/LinedList"/>
    <dgm:cxn modelId="{6156FD5A-4867-417C-BDE9-555DFBB4577C}" type="presParOf" srcId="{AD472611-9535-46B9-9935-CA874440C5A1}" destId="{9A360C08-F29B-497A-8854-9D42985A9E5E}" srcOrd="3" destOrd="0" presId="urn:microsoft.com/office/officeart/2008/layout/LinedList"/>
    <dgm:cxn modelId="{26AD9CAF-57FB-4E40-9572-529078FB1B64}" type="presParOf" srcId="{9A360C08-F29B-497A-8854-9D42985A9E5E}" destId="{B6ADA408-59EE-448B-A8B5-DC83017519AB}" srcOrd="0" destOrd="0" presId="urn:microsoft.com/office/officeart/2008/layout/LinedList"/>
    <dgm:cxn modelId="{5C465794-92CA-4973-81D7-D59CE7926381}" type="presParOf" srcId="{9A360C08-F29B-497A-8854-9D42985A9E5E}" destId="{AAB1E7DD-BBA5-4F2C-BF72-15C391005152}" srcOrd="1" destOrd="0" presId="urn:microsoft.com/office/officeart/2008/layout/LinedList"/>
    <dgm:cxn modelId="{3E9517A8-157E-4BB0-8E5A-4C33A62AED35}" type="presParOf" srcId="{AD472611-9535-46B9-9935-CA874440C5A1}" destId="{30B98864-9182-41E9-8FB5-F0C41CE9D095}" srcOrd="4" destOrd="0" presId="urn:microsoft.com/office/officeart/2008/layout/LinedList"/>
    <dgm:cxn modelId="{BC24968F-5717-4109-BEA1-6F023977C403}" type="presParOf" srcId="{AD472611-9535-46B9-9935-CA874440C5A1}" destId="{C0289AF5-41EC-45A0-87C4-CF971DE7C3A6}" srcOrd="5" destOrd="0" presId="urn:microsoft.com/office/officeart/2008/layout/LinedList"/>
    <dgm:cxn modelId="{A48C1D9A-0BD9-46E3-B562-43C0A59075B6}" type="presParOf" srcId="{C0289AF5-41EC-45A0-87C4-CF971DE7C3A6}" destId="{7B5C5167-2219-42EC-9A48-3F5A0A361652}" srcOrd="0" destOrd="0" presId="urn:microsoft.com/office/officeart/2008/layout/LinedList"/>
    <dgm:cxn modelId="{F1A97FB7-3EAB-4565-A699-15AFFB5FCCA1}" type="presParOf" srcId="{C0289AF5-41EC-45A0-87C4-CF971DE7C3A6}" destId="{3559119C-7958-4B39-A5EE-D62DEE927CF0}" srcOrd="1" destOrd="0" presId="urn:microsoft.com/office/officeart/2008/layout/LinedList"/>
    <dgm:cxn modelId="{7A65B078-C3AD-44CF-B6B7-FFA67389385C}" type="presParOf" srcId="{AD472611-9535-46B9-9935-CA874440C5A1}" destId="{C58F3E6D-280C-4667-A162-08216F3AAC99}" srcOrd="6" destOrd="0" presId="urn:microsoft.com/office/officeart/2008/layout/LinedList"/>
    <dgm:cxn modelId="{09F1FA94-F394-417D-8A41-DE3F1F235B33}" type="presParOf" srcId="{AD472611-9535-46B9-9935-CA874440C5A1}" destId="{8C9DAE74-DC53-46D6-93CD-95E92AC3679E}" srcOrd="7" destOrd="0" presId="urn:microsoft.com/office/officeart/2008/layout/LinedList"/>
    <dgm:cxn modelId="{9FF55268-D269-44D9-8649-2D157E5362A5}" type="presParOf" srcId="{8C9DAE74-DC53-46D6-93CD-95E92AC3679E}" destId="{4EDA47B5-1534-46E2-8675-753C0CA68B28}" srcOrd="0" destOrd="0" presId="urn:microsoft.com/office/officeart/2008/layout/LinedList"/>
    <dgm:cxn modelId="{095F3E9B-E5CB-4301-9A6B-FF076D8CA7A5}" type="presParOf" srcId="{8C9DAE74-DC53-46D6-93CD-95E92AC3679E}" destId="{33E224BE-DA56-40EF-9C3A-8638B76158EA}" srcOrd="1" destOrd="0" presId="urn:microsoft.com/office/officeart/2008/layout/LinedList"/>
    <dgm:cxn modelId="{DD5426FA-C968-4A23-B595-1B4238D8802F}" type="presParOf" srcId="{AD472611-9535-46B9-9935-CA874440C5A1}" destId="{6D9C1465-C10B-4422-9AFB-69B4962942D3}" srcOrd="8" destOrd="0" presId="urn:microsoft.com/office/officeart/2008/layout/LinedList"/>
    <dgm:cxn modelId="{4279C9A0-0673-483D-8CBA-64E4A6727171}" type="presParOf" srcId="{AD472611-9535-46B9-9935-CA874440C5A1}" destId="{338F2B93-AB8B-487D-8095-B7E306B7E1B0}" srcOrd="9" destOrd="0" presId="urn:microsoft.com/office/officeart/2008/layout/LinedList"/>
    <dgm:cxn modelId="{848469DB-850C-44BA-814E-27138D1463DB}" type="presParOf" srcId="{338F2B93-AB8B-487D-8095-B7E306B7E1B0}" destId="{F31E41E7-A2A8-44AF-906C-9BDA14E3864E}" srcOrd="0" destOrd="0" presId="urn:microsoft.com/office/officeart/2008/layout/LinedList"/>
    <dgm:cxn modelId="{0C5580F9-22B8-4BA1-88E2-84C715DF06EB}" type="presParOf" srcId="{338F2B93-AB8B-487D-8095-B7E306B7E1B0}" destId="{6D8419D8-D3C1-4F75-9FAA-6C2F71410200}" srcOrd="1" destOrd="0" presId="urn:microsoft.com/office/officeart/2008/layout/LinedList"/>
    <dgm:cxn modelId="{5CB00D82-FC72-4578-A020-895C12136E4D}" type="presParOf" srcId="{AD472611-9535-46B9-9935-CA874440C5A1}" destId="{DDC4FB2C-AFA5-47D3-8DEF-A448D1A1150E}" srcOrd="10" destOrd="0" presId="urn:microsoft.com/office/officeart/2008/layout/LinedList"/>
    <dgm:cxn modelId="{DF29C218-2AEA-44CA-8DC8-A0DF65A009F8}" type="presParOf" srcId="{AD472611-9535-46B9-9935-CA874440C5A1}" destId="{F15729E2-B6A2-4D0F-9308-EFB1E716E6C2}" srcOrd="11" destOrd="0" presId="urn:microsoft.com/office/officeart/2008/layout/LinedList"/>
    <dgm:cxn modelId="{AF2D2461-F30A-4E9B-8B1E-1179A8A9F526}" type="presParOf" srcId="{F15729E2-B6A2-4D0F-9308-EFB1E716E6C2}" destId="{05AAA9A5-E68F-438D-B0C6-8A0C3089C51F}" srcOrd="0" destOrd="0" presId="urn:microsoft.com/office/officeart/2008/layout/LinedList"/>
    <dgm:cxn modelId="{C0D0BF87-AA6D-40B5-B124-B25C243334B3}" type="presParOf" srcId="{F15729E2-B6A2-4D0F-9308-EFB1E716E6C2}" destId="{6A609DE6-12C9-4362-AE43-B3F2DE3F88EB}" srcOrd="1" destOrd="0" presId="urn:microsoft.com/office/officeart/2008/layout/LinedList"/>
    <dgm:cxn modelId="{3E456BDE-F0C6-416E-AFAB-F6C89CF1C970}" type="presParOf" srcId="{AD472611-9535-46B9-9935-CA874440C5A1}" destId="{39AE5F7E-904B-46C9-87AD-FD5C6F24D8FF}" srcOrd="12" destOrd="0" presId="urn:microsoft.com/office/officeart/2008/layout/LinedList"/>
    <dgm:cxn modelId="{120FE23E-D319-48B7-8E69-4F6E48063DC0}" type="presParOf" srcId="{AD472611-9535-46B9-9935-CA874440C5A1}" destId="{483003BE-6544-4805-8A25-1EEFB8879D66}" srcOrd="13" destOrd="0" presId="urn:microsoft.com/office/officeart/2008/layout/LinedList"/>
    <dgm:cxn modelId="{703C1297-94AE-42A0-A38D-1F81E8CBF47E}" type="presParOf" srcId="{483003BE-6544-4805-8A25-1EEFB8879D66}" destId="{20D10C71-D5C5-4C04-A8F9-D4D8C3DDCB61}" srcOrd="0" destOrd="0" presId="urn:microsoft.com/office/officeart/2008/layout/LinedList"/>
    <dgm:cxn modelId="{3EAB905B-6151-4CD0-B5B7-E29188FD6A02}" type="presParOf" srcId="{483003BE-6544-4805-8A25-1EEFB8879D66}" destId="{F385A168-D325-47C3-9C39-4E07A68562C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3FE8628-CA17-D94E-9F32-1459CC08B84B}" type="doc">
      <dgm:prSet loTypeId="urn:microsoft.com/office/officeart/2005/8/layout/vList5" loCatId="list" qsTypeId="urn:microsoft.com/office/officeart/2005/8/quickstyle/simple2" qsCatId="simple" csTypeId="urn:microsoft.com/office/officeart/2005/8/colors/accent1_2" csCatId="accent1" phldr="1"/>
      <dgm:spPr/>
      <dgm:t>
        <a:bodyPr/>
        <a:lstStyle/>
        <a:p>
          <a:endParaRPr lang="fr-FR"/>
        </a:p>
      </dgm:t>
    </dgm:pt>
    <dgm:pt modelId="{08B82DE0-35C0-364B-A9F4-7E5786585CEA}">
      <dgm:prSet/>
      <dgm:spPr/>
      <dgm:t>
        <a:bodyPr/>
        <a:lstStyle/>
        <a:p>
          <a:r>
            <a:rPr lang="fr-FR" b="0" i="0" dirty="0"/>
            <a:t>Mise en œuvre des activités dans les provinces à sécurité compromise</a:t>
          </a:r>
          <a:endParaRPr lang="fr-CD" dirty="0"/>
        </a:p>
      </dgm:t>
    </dgm:pt>
    <dgm:pt modelId="{4AA53048-FC50-8447-9460-FCC05600EE20}" type="parTrans" cxnId="{30499F83-ED13-4B41-8B48-3ED98A298C18}">
      <dgm:prSet/>
      <dgm:spPr/>
      <dgm:t>
        <a:bodyPr/>
        <a:lstStyle/>
        <a:p>
          <a:endParaRPr lang="fr-FR"/>
        </a:p>
      </dgm:t>
    </dgm:pt>
    <dgm:pt modelId="{B1F7432F-07AA-AC4F-A6B8-03842E2E50FB}" type="sibTrans" cxnId="{30499F83-ED13-4B41-8B48-3ED98A298C18}">
      <dgm:prSet/>
      <dgm:spPr/>
      <dgm:t>
        <a:bodyPr/>
        <a:lstStyle/>
        <a:p>
          <a:endParaRPr lang="fr-FR"/>
        </a:p>
      </dgm:t>
    </dgm:pt>
    <dgm:pt modelId="{F6D56E9B-158D-3C4E-B6F9-3E931CF3E87E}">
      <dgm:prSet/>
      <dgm:spPr/>
      <dgm:t>
        <a:bodyPr/>
        <a:lstStyle/>
        <a:p>
          <a:pPr marL="171450" lvl="1" indent="0" defTabSz="800100">
            <a:lnSpc>
              <a:spcPct val="90000"/>
            </a:lnSpc>
            <a:spcBef>
              <a:spcPct val="0"/>
            </a:spcBef>
            <a:spcAft>
              <a:spcPct val="15000"/>
            </a:spcAft>
          </a:pPr>
          <a:endParaRPr lang="fr-CD" dirty="0"/>
        </a:p>
      </dgm:t>
    </dgm:pt>
    <dgm:pt modelId="{ADD3AD0F-9454-E841-890B-3D9FB4BD1A63}" type="parTrans" cxnId="{42589D67-C745-6743-B6CA-E41993D8BC2C}">
      <dgm:prSet/>
      <dgm:spPr/>
      <dgm:t>
        <a:bodyPr/>
        <a:lstStyle/>
        <a:p>
          <a:endParaRPr lang="fr-FR"/>
        </a:p>
      </dgm:t>
    </dgm:pt>
    <dgm:pt modelId="{39FA0FE1-3CBC-D747-B391-BF99983EFC28}" type="sibTrans" cxnId="{42589D67-C745-6743-B6CA-E41993D8BC2C}">
      <dgm:prSet/>
      <dgm:spPr/>
      <dgm:t>
        <a:bodyPr/>
        <a:lstStyle/>
        <a:p>
          <a:endParaRPr lang="fr-FR"/>
        </a:p>
      </dgm:t>
    </dgm:pt>
    <dgm:pt modelId="{C6897E8D-19F8-7D4A-9C27-0587E73CD6E3}">
      <dgm:prSet/>
      <dgm:spPr/>
      <dgm:t>
        <a:bodyPr/>
        <a:lstStyle/>
        <a:p>
          <a:r>
            <a:rPr lang="fr-FR" b="0" i="0" dirty="0"/>
            <a:t> Irrégularité de vols et fermeture des aéroports  pour l’expédition des vaccins et autres intrants vers les provinces de </a:t>
          </a:r>
          <a:r>
            <a:rPr lang="fr-FR" b="0" i="0" dirty="0" err="1"/>
            <a:t>Tshuapa</a:t>
          </a:r>
          <a:r>
            <a:rPr lang="fr-FR" b="0" i="0" dirty="0"/>
            <a:t>, Bas-Uélé, Haut-Uélé, Nord-Kivu, Sud Kivu et </a:t>
          </a:r>
          <a:r>
            <a:rPr lang="fr-FR" b="0" i="0" dirty="0" err="1"/>
            <a:t>Maindombe</a:t>
          </a:r>
          <a:endParaRPr lang="fr-CD" dirty="0"/>
        </a:p>
      </dgm:t>
    </dgm:pt>
    <dgm:pt modelId="{704C27ED-4C7C-9746-BBA3-86C09DB7C25C}" type="parTrans" cxnId="{14B4ABC6-6790-1442-8253-8E6C6597D1B4}">
      <dgm:prSet/>
      <dgm:spPr/>
      <dgm:t>
        <a:bodyPr/>
        <a:lstStyle/>
        <a:p>
          <a:endParaRPr lang="fr-FR"/>
        </a:p>
      </dgm:t>
    </dgm:pt>
    <dgm:pt modelId="{53CEFD84-6ADC-2347-9F11-518653A06075}" type="sibTrans" cxnId="{14B4ABC6-6790-1442-8253-8E6C6597D1B4}">
      <dgm:prSet/>
      <dgm:spPr/>
      <dgm:t>
        <a:bodyPr/>
        <a:lstStyle/>
        <a:p>
          <a:endParaRPr lang="fr-FR"/>
        </a:p>
      </dgm:t>
    </dgm:pt>
    <dgm:pt modelId="{5E8C939E-42DC-4545-ACF4-701E5BD0227B}">
      <dgm:prSet/>
      <dgm:spPr/>
      <dgm:t>
        <a:bodyPr/>
        <a:lstStyle/>
        <a:p>
          <a:pPr>
            <a:buFont typeface="+mj-lt"/>
            <a:buAutoNum type="arabicPeriod"/>
          </a:pPr>
          <a:r>
            <a:rPr lang="fr-FR" b="0" i="0" dirty="0"/>
            <a:t>Affrètement des avions pour le transport des vaccins et autres intrants;</a:t>
          </a:r>
          <a:endParaRPr lang="fr-CD" dirty="0"/>
        </a:p>
      </dgm:t>
    </dgm:pt>
    <dgm:pt modelId="{860FA4E9-51D4-D24D-99B7-BBEE9432E64A}" type="parTrans" cxnId="{15B1DF8C-90A6-EF48-ACF2-8046DC1AADC2}">
      <dgm:prSet/>
      <dgm:spPr/>
      <dgm:t>
        <a:bodyPr/>
        <a:lstStyle/>
        <a:p>
          <a:endParaRPr lang="fr-FR"/>
        </a:p>
      </dgm:t>
    </dgm:pt>
    <dgm:pt modelId="{27B3BF42-B79A-564B-AE00-3E5A18194CD7}" type="sibTrans" cxnId="{15B1DF8C-90A6-EF48-ACF2-8046DC1AADC2}">
      <dgm:prSet/>
      <dgm:spPr/>
      <dgm:t>
        <a:bodyPr/>
        <a:lstStyle/>
        <a:p>
          <a:endParaRPr lang="fr-FR"/>
        </a:p>
      </dgm:t>
    </dgm:pt>
    <dgm:pt modelId="{88C6E295-A04E-9B48-A845-C480DDE70E22}">
      <dgm:prSet/>
      <dgm:spPr/>
      <dgm:t>
        <a:bodyPr/>
        <a:lstStyle/>
        <a:p>
          <a:pPr>
            <a:buFont typeface="+mj-lt"/>
            <a:buAutoNum type="arabicPeriod"/>
          </a:pPr>
          <a:r>
            <a:rPr lang="fr-FR" b="0" i="0" dirty="0"/>
            <a:t>Négociations avec les transporteurs;</a:t>
          </a:r>
          <a:endParaRPr lang="fr-CD" dirty="0"/>
        </a:p>
      </dgm:t>
    </dgm:pt>
    <dgm:pt modelId="{19BA0168-371F-8849-BEB3-368DF55B7742}" type="parTrans" cxnId="{7DBC58BA-E804-9645-8C22-9E571226DC67}">
      <dgm:prSet/>
      <dgm:spPr/>
      <dgm:t>
        <a:bodyPr/>
        <a:lstStyle/>
        <a:p>
          <a:endParaRPr lang="fr-FR"/>
        </a:p>
      </dgm:t>
    </dgm:pt>
    <dgm:pt modelId="{18DD3216-9F83-6E4F-A87C-EBD053495404}" type="sibTrans" cxnId="{7DBC58BA-E804-9645-8C22-9E571226DC67}">
      <dgm:prSet/>
      <dgm:spPr/>
      <dgm:t>
        <a:bodyPr/>
        <a:lstStyle/>
        <a:p>
          <a:endParaRPr lang="fr-FR"/>
        </a:p>
      </dgm:t>
    </dgm:pt>
    <dgm:pt modelId="{69081064-C011-E544-80FD-43D80C711E35}">
      <dgm:prSet/>
      <dgm:spPr/>
      <dgm:t>
        <a:bodyPr/>
        <a:lstStyle/>
        <a:p>
          <a:pPr>
            <a:buFont typeface="+mj-lt"/>
            <a:buAutoNum type="arabicPeriod"/>
          </a:pPr>
          <a:r>
            <a:rPr lang="fr-CD" dirty="0"/>
            <a:t>Utilisation des voies de détours passant par d’autres provinces</a:t>
          </a:r>
        </a:p>
      </dgm:t>
    </dgm:pt>
    <dgm:pt modelId="{BBB8C910-7115-1B42-982F-6FA1A67DCFBD}" type="parTrans" cxnId="{56447812-F6A7-2742-A06E-C66F9F331CEA}">
      <dgm:prSet/>
      <dgm:spPr/>
      <dgm:t>
        <a:bodyPr/>
        <a:lstStyle/>
        <a:p>
          <a:endParaRPr lang="fr-FR"/>
        </a:p>
      </dgm:t>
    </dgm:pt>
    <dgm:pt modelId="{150F3922-12D7-7B4F-BBAA-92449ACC2FC0}" type="sibTrans" cxnId="{56447812-F6A7-2742-A06E-C66F9F331CEA}">
      <dgm:prSet/>
      <dgm:spPr/>
      <dgm:t>
        <a:bodyPr/>
        <a:lstStyle/>
        <a:p>
          <a:endParaRPr lang="fr-FR"/>
        </a:p>
      </dgm:t>
    </dgm:pt>
    <dgm:pt modelId="{BA9BE259-2B1C-6E44-B112-1519FE0BB9C6}">
      <dgm:prSet/>
      <dgm:spPr/>
      <dgm:t>
        <a:bodyPr/>
        <a:lstStyle/>
        <a:p>
          <a:pPr marL="0" marR="0" lvl="0" indent="0" defTabSz="914400" eaLnBrk="1" fontAlgn="auto" latinLnBrk="0" hangingPunct="1">
            <a:lnSpc>
              <a:spcPct val="100000"/>
            </a:lnSpc>
            <a:spcBef>
              <a:spcPts val="0"/>
            </a:spcBef>
            <a:spcAft>
              <a:spcPts val="0"/>
            </a:spcAft>
            <a:buClrTx/>
            <a:buSzTx/>
            <a:buFont typeface="+mj-lt"/>
            <a:buAutoNum type="arabicPeriod"/>
            <a:tabLst/>
            <a:defRPr/>
          </a:pPr>
          <a:r>
            <a:rPr lang="fr-FR" b="0" i="0" dirty="0"/>
            <a:t>Utilisation des ONG locales pour l’accès ZS, le transport des intrants et le paiement des acteurs</a:t>
          </a:r>
          <a:endParaRPr lang="fr-CD" dirty="0"/>
        </a:p>
      </dgm:t>
    </dgm:pt>
    <dgm:pt modelId="{7946A577-ABB4-B740-AE6E-5A23B3CBA820}" type="sibTrans" cxnId="{35F98AF9-EC09-0A40-8AED-D33846E8B0C3}">
      <dgm:prSet/>
      <dgm:spPr/>
      <dgm:t>
        <a:bodyPr/>
        <a:lstStyle/>
        <a:p>
          <a:endParaRPr lang="fr-FR"/>
        </a:p>
      </dgm:t>
    </dgm:pt>
    <dgm:pt modelId="{112C9177-64E2-D443-901B-70F8C9DAEF95}" type="parTrans" cxnId="{35F98AF9-EC09-0A40-8AED-D33846E8B0C3}">
      <dgm:prSet/>
      <dgm:spPr/>
      <dgm:t>
        <a:bodyPr/>
        <a:lstStyle/>
        <a:p>
          <a:endParaRPr lang="fr-FR"/>
        </a:p>
      </dgm:t>
    </dgm:pt>
    <dgm:pt modelId="{1D770353-9D7D-4F95-9F4D-DCDE2CA2F7D6}">
      <dgm:prSet/>
      <dgm:spPr/>
      <dgm:t>
        <a:bodyPr/>
        <a:lstStyle/>
        <a:p>
          <a:pPr>
            <a:buFont typeface="+mj-lt"/>
            <a:buAutoNum type="arabicPeriod"/>
          </a:pPr>
          <a:r>
            <a:rPr lang="fr-CD" dirty="0"/>
            <a:t>Augmenter la capacité/volume de stockage des provinces/antennes ciblées. </a:t>
          </a:r>
        </a:p>
      </dgm:t>
    </dgm:pt>
    <dgm:pt modelId="{8FF753F6-57C9-4094-96B1-A4C0319D38A1}" type="parTrans" cxnId="{FED5A4A4-CB38-45C6-A241-83E2A1CB2630}">
      <dgm:prSet/>
      <dgm:spPr/>
      <dgm:t>
        <a:bodyPr/>
        <a:lstStyle/>
        <a:p>
          <a:endParaRPr lang="fr-FR"/>
        </a:p>
      </dgm:t>
    </dgm:pt>
    <dgm:pt modelId="{C8E002DD-AA9E-454F-A5AE-43FEBCFD1EE9}" type="sibTrans" cxnId="{FED5A4A4-CB38-45C6-A241-83E2A1CB2630}">
      <dgm:prSet/>
      <dgm:spPr/>
      <dgm:t>
        <a:bodyPr/>
        <a:lstStyle/>
        <a:p>
          <a:endParaRPr lang="fr-FR"/>
        </a:p>
      </dgm:t>
    </dgm:pt>
    <dgm:pt modelId="{F8F76589-0ECA-4C17-A311-857EF8381455}">
      <dgm:prSet/>
      <dgm:spPr/>
      <dgm:t>
        <a:bodyPr/>
        <a:lstStyle/>
        <a:p>
          <a:pPr marL="0" marR="0" lvl="0" indent="0" defTabSz="914400" eaLnBrk="1" fontAlgn="auto" latinLnBrk="0" hangingPunct="1">
            <a:lnSpc>
              <a:spcPct val="100000"/>
            </a:lnSpc>
            <a:spcBef>
              <a:spcPts val="0"/>
            </a:spcBef>
            <a:spcAft>
              <a:spcPts val="0"/>
            </a:spcAft>
            <a:buClrTx/>
            <a:buSzTx/>
            <a:buFont typeface="+mj-lt"/>
            <a:buAutoNum type="arabicPeriod"/>
            <a:tabLst/>
            <a:defRPr/>
          </a:pPr>
          <a:r>
            <a:rPr lang="fr-FR" b="0" i="0" dirty="0"/>
            <a:t>Négociation avec les groupes armées</a:t>
          </a:r>
          <a:endParaRPr lang="fr-CD" dirty="0"/>
        </a:p>
        <a:p>
          <a:pPr marL="171450" lvl="1" indent="0" defTabSz="800100">
            <a:lnSpc>
              <a:spcPct val="90000"/>
            </a:lnSpc>
            <a:spcBef>
              <a:spcPct val="0"/>
            </a:spcBef>
            <a:spcAft>
              <a:spcPct val="15000"/>
            </a:spcAft>
          </a:pPr>
          <a:endParaRPr lang="fr-CD" dirty="0"/>
        </a:p>
      </dgm:t>
    </dgm:pt>
    <dgm:pt modelId="{12D206D9-2D71-4E02-8552-CA1B0398D991}" type="parTrans" cxnId="{08399C32-89E5-4E01-A3B2-A8E5AC179AE0}">
      <dgm:prSet/>
      <dgm:spPr/>
    </dgm:pt>
    <dgm:pt modelId="{0671E21E-7445-4793-ACD2-FA9F55A8E941}" type="sibTrans" cxnId="{08399C32-89E5-4E01-A3B2-A8E5AC179AE0}">
      <dgm:prSet/>
      <dgm:spPr/>
    </dgm:pt>
    <dgm:pt modelId="{4A0A79F8-B92B-7740-8D30-E6D4F96FAEDB}" type="pres">
      <dgm:prSet presAssocID="{D3FE8628-CA17-D94E-9F32-1459CC08B84B}" presName="Name0" presStyleCnt="0">
        <dgm:presLayoutVars>
          <dgm:dir/>
          <dgm:animLvl val="lvl"/>
          <dgm:resizeHandles val="exact"/>
        </dgm:presLayoutVars>
      </dgm:prSet>
      <dgm:spPr/>
    </dgm:pt>
    <dgm:pt modelId="{22575002-1988-A544-8437-5AFB93A92F57}" type="pres">
      <dgm:prSet presAssocID="{08B82DE0-35C0-364B-A9F4-7E5786585CEA}" presName="linNode" presStyleCnt="0"/>
      <dgm:spPr/>
    </dgm:pt>
    <dgm:pt modelId="{FA7B6F87-DE28-6945-9EF6-316363B137AD}" type="pres">
      <dgm:prSet presAssocID="{08B82DE0-35C0-364B-A9F4-7E5786585CEA}" presName="parentText" presStyleLbl="node1" presStyleIdx="0" presStyleCnt="2" custScaleY="94211" custLinFactNeighborX="-680" custLinFactNeighborY="2716">
        <dgm:presLayoutVars>
          <dgm:chMax val="1"/>
          <dgm:bulletEnabled val="1"/>
        </dgm:presLayoutVars>
      </dgm:prSet>
      <dgm:spPr/>
    </dgm:pt>
    <dgm:pt modelId="{4EAB03D9-4FA3-0A42-838F-D97658694341}" type="pres">
      <dgm:prSet presAssocID="{08B82DE0-35C0-364B-A9F4-7E5786585CEA}" presName="descendantText" presStyleLbl="alignAccFollowNode1" presStyleIdx="0" presStyleCnt="2">
        <dgm:presLayoutVars>
          <dgm:bulletEnabled val="1"/>
        </dgm:presLayoutVars>
      </dgm:prSet>
      <dgm:spPr/>
    </dgm:pt>
    <dgm:pt modelId="{F6AA9AC8-2286-7F49-A6B9-4968E79542D4}" type="pres">
      <dgm:prSet presAssocID="{B1F7432F-07AA-AC4F-A6B8-03842E2E50FB}" presName="sp" presStyleCnt="0"/>
      <dgm:spPr/>
    </dgm:pt>
    <dgm:pt modelId="{170F5E5D-5AAE-7F48-BBCE-5DB997DD8F8B}" type="pres">
      <dgm:prSet presAssocID="{C6897E8D-19F8-7D4A-9C27-0587E73CD6E3}" presName="linNode" presStyleCnt="0"/>
      <dgm:spPr/>
    </dgm:pt>
    <dgm:pt modelId="{F0AC011A-A75F-C84A-B5C7-FA3474CEEC30}" type="pres">
      <dgm:prSet presAssocID="{C6897E8D-19F8-7D4A-9C27-0587E73CD6E3}" presName="parentText" presStyleLbl="node1" presStyleIdx="1" presStyleCnt="2" custScaleX="120242">
        <dgm:presLayoutVars>
          <dgm:chMax val="1"/>
          <dgm:bulletEnabled val="1"/>
        </dgm:presLayoutVars>
      </dgm:prSet>
      <dgm:spPr/>
    </dgm:pt>
    <dgm:pt modelId="{0A537F1E-E6F3-3D43-8A9D-A7109CC06FCA}" type="pres">
      <dgm:prSet presAssocID="{C6897E8D-19F8-7D4A-9C27-0587E73CD6E3}" presName="descendantText" presStyleLbl="alignAccFollowNode1" presStyleIdx="1" presStyleCnt="2">
        <dgm:presLayoutVars>
          <dgm:bulletEnabled val="1"/>
        </dgm:presLayoutVars>
      </dgm:prSet>
      <dgm:spPr/>
    </dgm:pt>
  </dgm:ptLst>
  <dgm:cxnLst>
    <dgm:cxn modelId="{6338270A-0DF9-7A45-9F4F-1753EA3D3396}" type="presOf" srcId="{69081064-C011-E544-80FD-43D80C711E35}" destId="{0A537F1E-E6F3-3D43-8A9D-A7109CC06FCA}" srcOrd="0" destOrd="2" presId="urn:microsoft.com/office/officeart/2005/8/layout/vList5"/>
    <dgm:cxn modelId="{56447812-F6A7-2742-A06E-C66F9F331CEA}" srcId="{C6897E8D-19F8-7D4A-9C27-0587E73CD6E3}" destId="{69081064-C011-E544-80FD-43D80C711E35}" srcOrd="2" destOrd="0" parTransId="{BBB8C910-7115-1B42-982F-6FA1A67DCFBD}" sibTransId="{150F3922-12D7-7B4F-BBAA-92449ACC2FC0}"/>
    <dgm:cxn modelId="{F9BC2716-34FB-CC4C-A822-95F085F181DB}" type="presOf" srcId="{5E8C939E-42DC-4545-ACF4-701E5BD0227B}" destId="{0A537F1E-E6F3-3D43-8A9D-A7109CC06FCA}" srcOrd="0" destOrd="0" presId="urn:microsoft.com/office/officeart/2005/8/layout/vList5"/>
    <dgm:cxn modelId="{00CA3230-C0AB-2A45-9598-4F370FE7B53F}" type="presOf" srcId="{D3FE8628-CA17-D94E-9F32-1459CC08B84B}" destId="{4A0A79F8-B92B-7740-8D30-E6D4F96FAEDB}" srcOrd="0" destOrd="0" presId="urn:microsoft.com/office/officeart/2005/8/layout/vList5"/>
    <dgm:cxn modelId="{08399C32-89E5-4E01-A3B2-A8E5AC179AE0}" srcId="{08B82DE0-35C0-364B-A9F4-7E5786585CEA}" destId="{F8F76589-0ECA-4C17-A311-857EF8381455}" srcOrd="2" destOrd="0" parTransId="{12D206D9-2D71-4E02-8552-CA1B0398D991}" sibTransId="{0671E21E-7445-4793-ACD2-FA9F55A8E941}"/>
    <dgm:cxn modelId="{42589D67-C745-6743-B6CA-E41993D8BC2C}" srcId="{08B82DE0-35C0-364B-A9F4-7E5786585CEA}" destId="{F6D56E9B-158D-3C4E-B6F9-3E931CF3E87E}" srcOrd="0" destOrd="0" parTransId="{ADD3AD0F-9454-E841-890B-3D9FB4BD1A63}" sibTransId="{39FA0FE1-3CBC-D747-B391-BF99983EFC28}"/>
    <dgm:cxn modelId="{CD782856-2CAC-4E69-A922-9991BF065591}" type="presOf" srcId="{1D770353-9D7D-4F95-9F4D-DCDE2CA2F7D6}" destId="{0A537F1E-E6F3-3D43-8A9D-A7109CC06FCA}" srcOrd="0" destOrd="3" presId="urn:microsoft.com/office/officeart/2005/8/layout/vList5"/>
    <dgm:cxn modelId="{3BE24976-8D5A-894A-9C19-1A252DD50B16}" type="presOf" srcId="{F6D56E9B-158D-3C4E-B6F9-3E931CF3E87E}" destId="{4EAB03D9-4FA3-0A42-838F-D97658694341}" srcOrd="0" destOrd="0" presId="urn:microsoft.com/office/officeart/2005/8/layout/vList5"/>
    <dgm:cxn modelId="{30499F83-ED13-4B41-8B48-3ED98A298C18}" srcId="{D3FE8628-CA17-D94E-9F32-1459CC08B84B}" destId="{08B82DE0-35C0-364B-A9F4-7E5786585CEA}" srcOrd="0" destOrd="0" parTransId="{4AA53048-FC50-8447-9460-FCC05600EE20}" sibTransId="{B1F7432F-07AA-AC4F-A6B8-03842E2E50FB}"/>
    <dgm:cxn modelId="{95DB9D87-E3D0-EB49-B023-19C7CE8FA9F4}" type="presOf" srcId="{88C6E295-A04E-9B48-A845-C480DDE70E22}" destId="{0A537F1E-E6F3-3D43-8A9D-A7109CC06FCA}" srcOrd="0" destOrd="1" presId="urn:microsoft.com/office/officeart/2005/8/layout/vList5"/>
    <dgm:cxn modelId="{15B1DF8C-90A6-EF48-ACF2-8046DC1AADC2}" srcId="{C6897E8D-19F8-7D4A-9C27-0587E73CD6E3}" destId="{5E8C939E-42DC-4545-ACF4-701E5BD0227B}" srcOrd="0" destOrd="0" parTransId="{860FA4E9-51D4-D24D-99B7-BBEE9432E64A}" sibTransId="{27B3BF42-B79A-564B-AE00-3E5A18194CD7}"/>
    <dgm:cxn modelId="{8CA53A98-E06E-1E44-90D7-1F1242896A85}" type="presOf" srcId="{BA9BE259-2B1C-6E44-B112-1519FE0BB9C6}" destId="{4EAB03D9-4FA3-0A42-838F-D97658694341}" srcOrd="0" destOrd="1" presId="urn:microsoft.com/office/officeart/2005/8/layout/vList5"/>
    <dgm:cxn modelId="{FED5A4A4-CB38-45C6-A241-83E2A1CB2630}" srcId="{C6897E8D-19F8-7D4A-9C27-0587E73CD6E3}" destId="{1D770353-9D7D-4F95-9F4D-DCDE2CA2F7D6}" srcOrd="3" destOrd="0" parTransId="{8FF753F6-57C9-4094-96B1-A4C0319D38A1}" sibTransId="{C8E002DD-AA9E-454F-A5AE-43FEBCFD1EE9}"/>
    <dgm:cxn modelId="{FD1205B4-4CAE-9E47-AD06-FC910A6A9FE1}" type="presOf" srcId="{C6897E8D-19F8-7D4A-9C27-0587E73CD6E3}" destId="{F0AC011A-A75F-C84A-B5C7-FA3474CEEC30}" srcOrd="0" destOrd="0" presId="urn:microsoft.com/office/officeart/2005/8/layout/vList5"/>
    <dgm:cxn modelId="{7DBC58BA-E804-9645-8C22-9E571226DC67}" srcId="{C6897E8D-19F8-7D4A-9C27-0587E73CD6E3}" destId="{88C6E295-A04E-9B48-A845-C480DDE70E22}" srcOrd="1" destOrd="0" parTransId="{19BA0168-371F-8849-BEB3-368DF55B7742}" sibTransId="{18DD3216-9F83-6E4F-A87C-EBD053495404}"/>
    <dgm:cxn modelId="{07F4A4C4-EAB9-404B-AF74-EBAEA577DEA8}" type="presOf" srcId="{08B82DE0-35C0-364B-A9F4-7E5786585CEA}" destId="{FA7B6F87-DE28-6945-9EF6-316363B137AD}" srcOrd="0" destOrd="0" presId="urn:microsoft.com/office/officeart/2005/8/layout/vList5"/>
    <dgm:cxn modelId="{14B4ABC6-6790-1442-8253-8E6C6597D1B4}" srcId="{D3FE8628-CA17-D94E-9F32-1459CC08B84B}" destId="{C6897E8D-19F8-7D4A-9C27-0587E73CD6E3}" srcOrd="1" destOrd="0" parTransId="{704C27ED-4C7C-9746-BBA3-86C09DB7C25C}" sibTransId="{53CEFD84-6ADC-2347-9F11-518653A06075}"/>
    <dgm:cxn modelId="{7E329DD1-FFCE-4E92-8382-C407F110C181}" type="presOf" srcId="{F8F76589-0ECA-4C17-A311-857EF8381455}" destId="{4EAB03D9-4FA3-0A42-838F-D97658694341}" srcOrd="0" destOrd="2" presId="urn:microsoft.com/office/officeart/2005/8/layout/vList5"/>
    <dgm:cxn modelId="{35F98AF9-EC09-0A40-8AED-D33846E8B0C3}" srcId="{08B82DE0-35C0-364B-A9F4-7E5786585CEA}" destId="{BA9BE259-2B1C-6E44-B112-1519FE0BB9C6}" srcOrd="1" destOrd="0" parTransId="{112C9177-64E2-D443-901B-70F8C9DAEF95}" sibTransId="{7946A577-ABB4-B740-AE6E-5A23B3CBA820}"/>
    <dgm:cxn modelId="{1EA00A65-F41D-C849-97A3-4822442B2DFC}" type="presParOf" srcId="{4A0A79F8-B92B-7740-8D30-E6D4F96FAEDB}" destId="{22575002-1988-A544-8437-5AFB93A92F57}" srcOrd="0" destOrd="0" presId="urn:microsoft.com/office/officeart/2005/8/layout/vList5"/>
    <dgm:cxn modelId="{03AEA5E7-BCCD-7843-A66E-CC65D1220B72}" type="presParOf" srcId="{22575002-1988-A544-8437-5AFB93A92F57}" destId="{FA7B6F87-DE28-6945-9EF6-316363B137AD}" srcOrd="0" destOrd="0" presId="urn:microsoft.com/office/officeart/2005/8/layout/vList5"/>
    <dgm:cxn modelId="{B99EB51C-5170-8249-BB6D-1D1817598AA5}" type="presParOf" srcId="{22575002-1988-A544-8437-5AFB93A92F57}" destId="{4EAB03D9-4FA3-0A42-838F-D97658694341}" srcOrd="1" destOrd="0" presId="urn:microsoft.com/office/officeart/2005/8/layout/vList5"/>
    <dgm:cxn modelId="{0DF19601-FA27-144D-8C05-D90D9318D6D0}" type="presParOf" srcId="{4A0A79F8-B92B-7740-8D30-E6D4F96FAEDB}" destId="{F6AA9AC8-2286-7F49-A6B9-4968E79542D4}" srcOrd="1" destOrd="0" presId="urn:microsoft.com/office/officeart/2005/8/layout/vList5"/>
    <dgm:cxn modelId="{0A54A0BE-DED5-A240-8F2E-5E54D84187DD}" type="presParOf" srcId="{4A0A79F8-B92B-7740-8D30-E6D4F96FAEDB}" destId="{170F5E5D-5AAE-7F48-BBCE-5DB997DD8F8B}" srcOrd="2" destOrd="0" presId="urn:microsoft.com/office/officeart/2005/8/layout/vList5"/>
    <dgm:cxn modelId="{68AB0DB3-BE99-0545-81B8-0C3F67560219}" type="presParOf" srcId="{170F5E5D-5AAE-7F48-BBCE-5DB997DD8F8B}" destId="{F0AC011A-A75F-C84A-B5C7-FA3474CEEC30}" srcOrd="0" destOrd="0" presId="urn:microsoft.com/office/officeart/2005/8/layout/vList5"/>
    <dgm:cxn modelId="{70772BDA-DFDA-4747-B06E-320BA8CF9860}" type="presParOf" srcId="{170F5E5D-5AAE-7F48-BBCE-5DB997DD8F8B}" destId="{0A537F1E-E6F3-3D43-8A9D-A7109CC06FCA}"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ACBA5C-E76F-4A0A-866E-3F0A7B7EBD27}">
      <dsp:nvSpPr>
        <dsp:cNvPr id="0" name=""/>
        <dsp:cNvSpPr/>
      </dsp:nvSpPr>
      <dsp:spPr>
        <a:xfrm>
          <a:off x="1850514" y="1646"/>
          <a:ext cx="3506011" cy="2103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FR" sz="2300" kern="1200"/>
            <a:t>Organisation des ripostes rapides dans les 14 jours (Kafubu, Lotumbe, Boende, Kibambare-Samba); </a:t>
          </a:r>
          <a:endParaRPr lang="en-US" sz="2300" kern="1200"/>
        </a:p>
      </dsp:txBody>
      <dsp:txXfrm>
        <a:off x="1850514" y="1646"/>
        <a:ext cx="3506011" cy="2103606"/>
      </dsp:txXfrm>
    </dsp:sp>
    <dsp:sp modelId="{475F3E87-4101-4771-9BF4-7FBDB4C788A2}">
      <dsp:nvSpPr>
        <dsp:cNvPr id="0" name=""/>
        <dsp:cNvSpPr/>
      </dsp:nvSpPr>
      <dsp:spPr>
        <a:xfrm>
          <a:off x="5707127" y="1646"/>
          <a:ext cx="3506011" cy="2103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FR" sz="2300" kern="1200"/>
            <a:t>Utilisation de GTS lors de la riposte rapide  dans toutes les zones de santé épicentre de poliovariant;</a:t>
          </a:r>
          <a:endParaRPr lang="en-US" sz="2300" kern="1200"/>
        </a:p>
      </dsp:txBody>
      <dsp:txXfrm>
        <a:off x="5707127" y="1646"/>
        <a:ext cx="3506011" cy="2103606"/>
      </dsp:txXfrm>
    </dsp:sp>
    <dsp:sp modelId="{BB4FDE0F-F599-46CE-A888-817E7E373742}">
      <dsp:nvSpPr>
        <dsp:cNvPr id="0" name=""/>
        <dsp:cNvSpPr/>
      </dsp:nvSpPr>
      <dsp:spPr>
        <a:xfrm>
          <a:off x="1850514" y="2455854"/>
          <a:ext cx="3506011" cy="2103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FR" sz="2300" kern="1200"/>
            <a:t>Formation sur le processus de récupération des enfants zéro dose et sous vaccinés dans la ville province de Kinshasa;</a:t>
          </a:r>
          <a:endParaRPr lang="en-US" sz="2300" kern="1200"/>
        </a:p>
      </dsp:txBody>
      <dsp:txXfrm>
        <a:off x="1850514" y="2455854"/>
        <a:ext cx="3506011" cy="2103606"/>
      </dsp:txXfrm>
    </dsp:sp>
    <dsp:sp modelId="{BFCAA250-3E14-4701-920B-B0AC0DC304A9}">
      <dsp:nvSpPr>
        <dsp:cNvPr id="0" name=""/>
        <dsp:cNvSpPr/>
      </dsp:nvSpPr>
      <dsp:spPr>
        <a:xfrm>
          <a:off x="5707127" y="2455854"/>
          <a:ext cx="3506011" cy="2103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FR" sz="2300" kern="1200"/>
            <a:t>Organisation de la micro-planification centrée sur l’approche village semi-digitalisée dans les provinces du Tanganyika et Haut-Katanga.</a:t>
          </a:r>
          <a:endParaRPr lang="en-US" sz="2300" kern="1200"/>
        </a:p>
      </dsp:txBody>
      <dsp:txXfrm>
        <a:off x="5707127" y="2455854"/>
        <a:ext cx="3506011" cy="21036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DFE948-9E77-44FF-9482-D32D110CE9AB}">
      <dsp:nvSpPr>
        <dsp:cNvPr id="0" name=""/>
        <dsp:cNvSpPr/>
      </dsp:nvSpPr>
      <dsp:spPr>
        <a:xfrm>
          <a:off x="0" y="163672"/>
          <a:ext cx="7185526" cy="503685"/>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pt-AO" sz="2100" b="1" kern="1200"/>
            <a:t>1. Analyse des tendances 2025</a:t>
          </a:r>
          <a:endParaRPr lang="en-US" sz="2100" kern="1200"/>
        </a:p>
      </dsp:txBody>
      <dsp:txXfrm>
        <a:off x="24588" y="188260"/>
        <a:ext cx="7136350" cy="454509"/>
      </dsp:txXfrm>
    </dsp:sp>
    <dsp:sp modelId="{4CE6CB86-533A-432B-A789-D05CD0B069ED}">
      <dsp:nvSpPr>
        <dsp:cNvPr id="0" name=""/>
        <dsp:cNvSpPr/>
      </dsp:nvSpPr>
      <dsp:spPr>
        <a:xfrm>
          <a:off x="0" y="667358"/>
          <a:ext cx="7185526" cy="152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14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pt-AO" sz="1600" b="1" kern="1200" baseline="0"/>
            <a:t>Cas cumulés à SE44 2025</a:t>
          </a:r>
          <a:r>
            <a:rPr lang="pt-AO" sz="1600" kern="1200" baseline="0"/>
            <a:t> : 10 poliovirus variants (dont 3 cVDPV2 PFA, 1 cVDPV1 PFA, 3 VDPV2 PFA, 1 aVDPV2 ENV, 2 cVDPV2 communautaires)</a:t>
          </a:r>
          <a:endParaRPr lang="en-US" sz="1600" kern="1200"/>
        </a:p>
        <a:p>
          <a:pPr marL="171450" lvl="1" indent="-171450" algn="l" defTabSz="711200">
            <a:lnSpc>
              <a:spcPct val="90000"/>
            </a:lnSpc>
            <a:spcBef>
              <a:spcPct val="0"/>
            </a:spcBef>
            <a:spcAft>
              <a:spcPct val="20000"/>
            </a:spcAft>
            <a:buChar char="•"/>
          </a:pPr>
          <a:r>
            <a:rPr lang="pt-AO" sz="1600" b="1" kern="1200" baseline="0"/>
            <a:t>Répartition géographique</a:t>
          </a:r>
          <a:r>
            <a:rPr lang="pt-AO" sz="1600" kern="1200" baseline="0"/>
            <a:t> : 5 provinces et 8 ZS affectées, avec concentration en Maniema, Kongo Central, Tshopo, Kinshasa</a:t>
          </a:r>
          <a:endParaRPr lang="en-US" sz="1600" kern="1200"/>
        </a:p>
        <a:p>
          <a:pPr marL="171450" lvl="1" indent="-171450" algn="l" defTabSz="711200">
            <a:lnSpc>
              <a:spcPct val="90000"/>
            </a:lnSpc>
            <a:spcBef>
              <a:spcPct val="0"/>
            </a:spcBef>
            <a:spcAft>
              <a:spcPct val="20000"/>
            </a:spcAft>
            <a:buChar char="•"/>
          </a:pPr>
          <a:r>
            <a:rPr lang="pt-AO" sz="1600" b="1" kern="1200" baseline="0"/>
            <a:t>Comparaison avec SE44 2024</a:t>
          </a:r>
          <a:r>
            <a:rPr lang="pt-AO" sz="1600" kern="1200" baseline="0"/>
            <a:t> : baisse significative (24 variants en 2024 vs 10 en 2025), mais avec une réduction des AVS et des collectes ENV (488 → 241)</a:t>
          </a:r>
          <a:endParaRPr lang="en-US" sz="1600" kern="1200"/>
        </a:p>
      </dsp:txBody>
      <dsp:txXfrm>
        <a:off x="0" y="667358"/>
        <a:ext cx="7185526" cy="1521450"/>
      </dsp:txXfrm>
    </dsp:sp>
    <dsp:sp modelId="{6B35A726-9195-4ED3-A02E-BA43FF4AE5B3}">
      <dsp:nvSpPr>
        <dsp:cNvPr id="0" name=""/>
        <dsp:cNvSpPr/>
      </dsp:nvSpPr>
      <dsp:spPr>
        <a:xfrm>
          <a:off x="0" y="2188808"/>
          <a:ext cx="7185526" cy="503685"/>
        </a:xfrm>
        <a:prstGeom prst="roundRect">
          <a:avLst/>
        </a:prstGeom>
        <a:gradFill rotWithShape="0">
          <a:gsLst>
            <a:gs pos="0">
              <a:schemeClr val="accent5">
                <a:hueOff val="-3676672"/>
                <a:satOff val="-5114"/>
                <a:lumOff val="-1961"/>
                <a:alphaOff val="0"/>
                <a:satMod val="103000"/>
                <a:lumMod val="102000"/>
                <a:tint val="94000"/>
              </a:schemeClr>
            </a:gs>
            <a:gs pos="50000">
              <a:schemeClr val="accent5">
                <a:hueOff val="-3676672"/>
                <a:satOff val="-5114"/>
                <a:lumOff val="-1961"/>
                <a:alphaOff val="0"/>
                <a:satMod val="110000"/>
                <a:lumMod val="100000"/>
                <a:shade val="100000"/>
              </a:schemeClr>
            </a:gs>
            <a:gs pos="100000">
              <a:schemeClr val="accent5">
                <a:hueOff val="-3676672"/>
                <a:satOff val="-5114"/>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pt-AO" sz="2100" b="1" kern="1200"/>
            <a:t>2. Facteurs aggravants</a:t>
          </a:r>
          <a:endParaRPr lang="en-US" sz="2100" kern="1200"/>
        </a:p>
      </dsp:txBody>
      <dsp:txXfrm>
        <a:off x="24588" y="2213396"/>
        <a:ext cx="7136350" cy="454509"/>
      </dsp:txXfrm>
    </dsp:sp>
    <dsp:sp modelId="{576549AA-6D35-47B5-AF29-7E22A76A5B07}">
      <dsp:nvSpPr>
        <dsp:cNvPr id="0" name=""/>
        <dsp:cNvSpPr/>
      </dsp:nvSpPr>
      <dsp:spPr>
        <a:xfrm>
          <a:off x="0" y="2692493"/>
          <a:ext cx="7185526" cy="1282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14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pt-AO" sz="1600" b="1" kern="1200" baseline="0"/>
            <a:t>ZS silencieuses</a:t>
          </a:r>
          <a:r>
            <a:rPr lang="pt-AO" sz="1600" kern="1200" baseline="0"/>
            <a:t> : 43 ZS &gt;6 mois sans notification, dont 67% dans les provinces à sécurité compromise (Nord/Sud-Kivu, Ituri)</a:t>
          </a:r>
          <a:endParaRPr lang="en-US" sz="1600" kern="1200"/>
        </a:p>
        <a:p>
          <a:pPr marL="171450" lvl="1" indent="-171450" algn="l" defTabSz="711200">
            <a:lnSpc>
              <a:spcPct val="90000"/>
            </a:lnSpc>
            <a:spcBef>
              <a:spcPct val="0"/>
            </a:spcBef>
            <a:spcAft>
              <a:spcPct val="20000"/>
            </a:spcAft>
            <a:buChar char="•"/>
          </a:pPr>
          <a:r>
            <a:rPr lang="pt-AO" sz="1600" b="1" kern="1200" baseline="0"/>
            <a:t>142 ZS avec PFANP &lt;3/100.000</a:t>
          </a:r>
          <a:r>
            <a:rPr lang="pt-AO" sz="1600" kern="1200" baseline="0"/>
            <a:t> : surveillance insuffisante, risque de sous-détection</a:t>
          </a:r>
          <a:endParaRPr lang="en-US" sz="1600" kern="1200"/>
        </a:p>
        <a:p>
          <a:pPr marL="171450" lvl="1" indent="-171450" algn="l" defTabSz="711200">
            <a:lnSpc>
              <a:spcPct val="90000"/>
            </a:lnSpc>
            <a:spcBef>
              <a:spcPct val="0"/>
            </a:spcBef>
            <a:spcAft>
              <a:spcPct val="20000"/>
            </a:spcAft>
            <a:buChar char="•"/>
          </a:pPr>
          <a:r>
            <a:rPr lang="pt-AO" sz="1600" b="1" kern="1200" baseline="0"/>
            <a:t>Diminution des AVS</a:t>
          </a:r>
          <a:r>
            <a:rPr lang="pt-AO" sz="1600" kern="1200" baseline="0"/>
            <a:t> : baisse des activités de riposte dans certaines provinces</a:t>
          </a:r>
          <a:endParaRPr lang="en-US" sz="1600" kern="1200"/>
        </a:p>
      </dsp:txBody>
      <dsp:txXfrm>
        <a:off x="0" y="2692493"/>
        <a:ext cx="7185526" cy="1282364"/>
      </dsp:txXfrm>
    </dsp:sp>
    <dsp:sp modelId="{19B01230-3F1D-452B-BE6B-F3459629EFBA}">
      <dsp:nvSpPr>
        <dsp:cNvPr id="0" name=""/>
        <dsp:cNvSpPr/>
      </dsp:nvSpPr>
      <dsp:spPr>
        <a:xfrm>
          <a:off x="0" y="3974858"/>
          <a:ext cx="7185526" cy="503685"/>
        </a:xfrm>
        <a:prstGeom prst="round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pt-PT" sz="2100" b="1" kern="1200"/>
            <a:t>3. </a:t>
          </a:r>
          <a:r>
            <a:rPr lang="pt-AO" sz="2100" b="1" kern="1200"/>
            <a:t>Facteurs atténuants</a:t>
          </a:r>
          <a:endParaRPr lang="en-US" sz="2100" kern="1200"/>
        </a:p>
      </dsp:txBody>
      <dsp:txXfrm>
        <a:off x="24588" y="3999446"/>
        <a:ext cx="7136350" cy="454509"/>
      </dsp:txXfrm>
    </dsp:sp>
    <dsp:sp modelId="{EC0A4F3D-0224-46D6-9789-A43CB7A10129}">
      <dsp:nvSpPr>
        <dsp:cNvPr id="0" name=""/>
        <dsp:cNvSpPr/>
      </dsp:nvSpPr>
      <dsp:spPr>
        <a:xfrm>
          <a:off x="0" y="4478543"/>
          <a:ext cx="7185526" cy="1282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14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pt-AO" sz="1600" b="1" kern="1200" baseline="0"/>
            <a:t>Riposte en cours</a:t>
          </a:r>
          <a:r>
            <a:rPr lang="pt-AO" sz="1600" kern="1200" baseline="0"/>
            <a:t> : AVS ciblées en Maniema, Kongo Central, Tshopo</a:t>
          </a:r>
          <a:endParaRPr lang="en-US" sz="1600" kern="1200"/>
        </a:p>
        <a:p>
          <a:pPr marL="171450" lvl="1" indent="-171450" algn="l" defTabSz="711200">
            <a:lnSpc>
              <a:spcPct val="90000"/>
            </a:lnSpc>
            <a:spcBef>
              <a:spcPct val="0"/>
            </a:spcBef>
            <a:spcAft>
              <a:spcPct val="20000"/>
            </a:spcAft>
            <a:buChar char="•"/>
          </a:pPr>
          <a:r>
            <a:rPr lang="pt-AO" sz="1600" b="1" kern="1200" baseline="0" dirty="0"/>
            <a:t>ZS sorties du silence</a:t>
          </a:r>
          <a:r>
            <a:rPr lang="pt-AO" sz="1600" kern="1200" baseline="0" dirty="0"/>
            <a:t> : 4 ZS récemment réactivées (Mulungu, Bunia, Lubunga2, Vanga-Kete)</a:t>
          </a:r>
          <a:endParaRPr lang="en-US" sz="1600" kern="1200" dirty="0"/>
        </a:p>
        <a:p>
          <a:pPr marL="171450" lvl="1" indent="-171450" algn="l" defTabSz="711200">
            <a:lnSpc>
              <a:spcPct val="90000"/>
            </a:lnSpc>
            <a:spcBef>
              <a:spcPct val="0"/>
            </a:spcBef>
            <a:spcAft>
              <a:spcPct val="20000"/>
            </a:spcAft>
            <a:buChar char="•"/>
          </a:pPr>
          <a:r>
            <a:rPr lang="pt-AO" sz="1600" b="1" kern="1200" baseline="0"/>
            <a:t>Renforcement de la surveillance dans certaines provinces</a:t>
          </a:r>
          <a:r>
            <a:rPr lang="pt-AO" sz="1600" kern="1200" baseline="0"/>
            <a:t> : Ex. Haut Lomami, Equateur, Kasai</a:t>
          </a:r>
          <a:endParaRPr lang="en-US" sz="1600" kern="1200"/>
        </a:p>
      </dsp:txBody>
      <dsp:txXfrm>
        <a:off x="0" y="4478543"/>
        <a:ext cx="7185526" cy="12823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636386-855C-4964-A61D-2CE35C534921}">
      <dsp:nvSpPr>
        <dsp:cNvPr id="0" name=""/>
        <dsp:cNvSpPr/>
      </dsp:nvSpPr>
      <dsp:spPr>
        <a:xfrm>
          <a:off x="0" y="0"/>
          <a:ext cx="4917709" cy="10977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pt-AO" sz="2000" kern="1200"/>
            <a:t>ZS silencieuses persistantes : 43 ZS &gt;6 mois sans notification, surtout Nord/Sud-Kivu, Ituri</a:t>
          </a:r>
          <a:endParaRPr lang="en-US" sz="2000" kern="1200"/>
        </a:p>
      </dsp:txBody>
      <dsp:txXfrm>
        <a:off x="32153" y="32153"/>
        <a:ext cx="3733109" cy="1033482"/>
      </dsp:txXfrm>
    </dsp:sp>
    <dsp:sp modelId="{87EDC774-178C-4C5A-8D6D-5C4F58F123C6}">
      <dsp:nvSpPr>
        <dsp:cNvPr id="0" name=""/>
        <dsp:cNvSpPr/>
      </dsp:nvSpPr>
      <dsp:spPr>
        <a:xfrm>
          <a:off x="433915" y="1280753"/>
          <a:ext cx="4917709" cy="10977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pt-AO" sz="2000" kern="1200"/>
            <a:t>ZS à risque de résurgence : ZS récemment sorties du silence (Mulungu, Bunia, Lubunga2)</a:t>
          </a:r>
          <a:endParaRPr lang="en-US" sz="2000" kern="1200"/>
        </a:p>
      </dsp:txBody>
      <dsp:txXfrm>
        <a:off x="466068" y="1312906"/>
        <a:ext cx="3705924" cy="1033482"/>
      </dsp:txXfrm>
    </dsp:sp>
    <dsp:sp modelId="{C30A2665-6B07-4508-94D8-2EDC522B9A49}">
      <dsp:nvSpPr>
        <dsp:cNvPr id="0" name=""/>
        <dsp:cNvSpPr/>
      </dsp:nvSpPr>
      <dsp:spPr>
        <a:xfrm>
          <a:off x="867830" y="2561506"/>
          <a:ext cx="4917709" cy="10977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pt-AO" sz="2000" kern="1200"/>
            <a:t>ZS avec surveillance faible : 142 ZS avec PFANP &lt;3/100.000</a:t>
          </a:r>
          <a:endParaRPr lang="en-US" sz="2000" kern="1200"/>
        </a:p>
      </dsp:txBody>
      <dsp:txXfrm>
        <a:off x="899983" y="2593659"/>
        <a:ext cx="3705924" cy="1033482"/>
      </dsp:txXfrm>
    </dsp:sp>
    <dsp:sp modelId="{8E5DFB44-B44B-4220-B718-ED1CA36E38F3}">
      <dsp:nvSpPr>
        <dsp:cNvPr id="0" name=""/>
        <dsp:cNvSpPr/>
      </dsp:nvSpPr>
      <dsp:spPr>
        <a:xfrm>
          <a:off x="4204146" y="832489"/>
          <a:ext cx="713562" cy="71356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4364697" y="832489"/>
        <a:ext cx="392460" cy="536955"/>
      </dsp:txXfrm>
    </dsp:sp>
    <dsp:sp modelId="{B87CFA1B-62CA-424E-B5AC-C7FB23B3D355}">
      <dsp:nvSpPr>
        <dsp:cNvPr id="0" name=""/>
        <dsp:cNvSpPr/>
      </dsp:nvSpPr>
      <dsp:spPr>
        <a:xfrm>
          <a:off x="4638061" y="2105924"/>
          <a:ext cx="713562" cy="71356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4798612" y="2105924"/>
        <a:ext cx="392460" cy="5369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C262BD-8824-46A7-906F-144DEF04231D}">
      <dsp:nvSpPr>
        <dsp:cNvPr id="0" name=""/>
        <dsp:cNvSpPr/>
      </dsp:nvSpPr>
      <dsp:spPr>
        <a:xfrm>
          <a:off x="0" y="675"/>
          <a:ext cx="7187764"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F778AB-811C-42DF-8211-C046DF0E74ED}">
      <dsp:nvSpPr>
        <dsp:cNvPr id="0" name=""/>
        <dsp:cNvSpPr/>
      </dsp:nvSpPr>
      <dsp:spPr>
        <a:xfrm>
          <a:off x="0" y="675"/>
          <a:ext cx="718776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Organiser les AVS de haute qualité dans les 26 provinces; </a:t>
          </a:r>
        </a:p>
      </dsp:txBody>
      <dsp:txXfrm>
        <a:off x="0" y="675"/>
        <a:ext cx="7187764" cy="790684"/>
      </dsp:txXfrm>
    </dsp:sp>
    <dsp:sp modelId="{89DC3CB9-79AA-49C3-8BDE-CB6D1BC097CF}">
      <dsp:nvSpPr>
        <dsp:cNvPr id="0" name=""/>
        <dsp:cNvSpPr/>
      </dsp:nvSpPr>
      <dsp:spPr>
        <a:xfrm>
          <a:off x="0" y="791359"/>
          <a:ext cx="7187764" cy="0"/>
        </a:xfrm>
        <a:prstGeom prst="line">
          <a:avLst/>
        </a:prstGeom>
        <a:solidFill>
          <a:schemeClr val="accent2">
            <a:hueOff val="2000012"/>
            <a:satOff val="2564"/>
            <a:lumOff val="6863"/>
            <a:alphaOff val="0"/>
          </a:schemeClr>
        </a:solidFill>
        <a:ln w="25400" cap="flat" cmpd="sng" algn="ctr">
          <a:solidFill>
            <a:schemeClr val="accent2">
              <a:hueOff val="2000012"/>
              <a:satOff val="2564"/>
              <a:lumOff val="68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ADA408-59EE-448B-A8B5-DC83017519AB}">
      <dsp:nvSpPr>
        <dsp:cNvPr id="0" name=""/>
        <dsp:cNvSpPr/>
      </dsp:nvSpPr>
      <dsp:spPr>
        <a:xfrm>
          <a:off x="0" y="791359"/>
          <a:ext cx="718776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err="1"/>
            <a:t>Intégrer</a:t>
          </a:r>
          <a:r>
            <a:rPr lang="en-US" sz="1900" kern="1200" dirty="0"/>
            <a:t>  les </a:t>
          </a:r>
          <a:r>
            <a:rPr lang="en-US" sz="1900" kern="1200" dirty="0" err="1"/>
            <a:t>activités</a:t>
          </a:r>
          <a:r>
            <a:rPr lang="en-US" sz="1900" kern="1200" dirty="0"/>
            <a:t> des AVS polio aux AVS </a:t>
          </a:r>
          <a:r>
            <a:rPr lang="en-US" sz="1900" kern="1200" dirty="0" err="1"/>
            <a:t>notamment</a:t>
          </a:r>
          <a:r>
            <a:rPr lang="en-US" sz="1900" kern="1200" dirty="0"/>
            <a:t>  RR(Bloc2 et 3) et FJ;</a:t>
          </a:r>
        </a:p>
      </dsp:txBody>
      <dsp:txXfrm>
        <a:off x="0" y="791359"/>
        <a:ext cx="7187764" cy="790684"/>
      </dsp:txXfrm>
    </dsp:sp>
    <dsp:sp modelId="{30B98864-9182-41E9-8FB5-F0C41CE9D095}">
      <dsp:nvSpPr>
        <dsp:cNvPr id="0" name=""/>
        <dsp:cNvSpPr/>
      </dsp:nvSpPr>
      <dsp:spPr>
        <a:xfrm>
          <a:off x="0" y="1582044"/>
          <a:ext cx="7187764" cy="0"/>
        </a:xfrm>
        <a:prstGeom prst="line">
          <a:avLst/>
        </a:prstGeom>
        <a:solidFill>
          <a:schemeClr val="accent2">
            <a:hueOff val="4000023"/>
            <a:satOff val="5128"/>
            <a:lumOff val="13725"/>
            <a:alphaOff val="0"/>
          </a:schemeClr>
        </a:solidFill>
        <a:ln w="25400" cap="flat" cmpd="sng" algn="ctr">
          <a:solidFill>
            <a:schemeClr val="accent2">
              <a:hueOff val="4000023"/>
              <a:satOff val="5128"/>
              <a:lumOff val="137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5C5167-2219-42EC-9A48-3F5A0A361652}">
      <dsp:nvSpPr>
        <dsp:cNvPr id="0" name=""/>
        <dsp:cNvSpPr/>
      </dsp:nvSpPr>
      <dsp:spPr>
        <a:xfrm>
          <a:off x="0" y="1582044"/>
          <a:ext cx="718776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Organiser les activités de ratissage dans les provinces à sécurité compromise (Nord Kivu, Sud Kivu, Ituri, Tanganyika et maniema); </a:t>
          </a:r>
        </a:p>
      </dsp:txBody>
      <dsp:txXfrm>
        <a:off x="0" y="1582044"/>
        <a:ext cx="7187764" cy="790684"/>
      </dsp:txXfrm>
    </dsp:sp>
    <dsp:sp modelId="{C58F3E6D-280C-4667-A162-08216F3AAC99}">
      <dsp:nvSpPr>
        <dsp:cNvPr id="0" name=""/>
        <dsp:cNvSpPr/>
      </dsp:nvSpPr>
      <dsp:spPr>
        <a:xfrm>
          <a:off x="0" y="2372728"/>
          <a:ext cx="7187764" cy="0"/>
        </a:xfrm>
        <a:prstGeom prst="line">
          <a:avLst/>
        </a:prstGeom>
        <a:solidFill>
          <a:schemeClr val="accent2">
            <a:hueOff val="6000035"/>
            <a:satOff val="7693"/>
            <a:lumOff val="20588"/>
            <a:alphaOff val="0"/>
          </a:schemeClr>
        </a:solidFill>
        <a:ln w="25400" cap="flat" cmpd="sng" algn="ctr">
          <a:solidFill>
            <a:schemeClr val="accent2">
              <a:hueOff val="6000035"/>
              <a:satOff val="7693"/>
              <a:lumOff val="2058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DA47B5-1534-46E2-8675-753C0CA68B28}">
      <dsp:nvSpPr>
        <dsp:cNvPr id="0" name=""/>
        <dsp:cNvSpPr/>
      </dsp:nvSpPr>
      <dsp:spPr>
        <a:xfrm>
          <a:off x="0" y="2372728"/>
          <a:ext cx="718776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Organiser les ripostes rapides  de qualité à tout nouveau cas de polio variant;</a:t>
          </a:r>
        </a:p>
      </dsp:txBody>
      <dsp:txXfrm>
        <a:off x="0" y="2372728"/>
        <a:ext cx="7187764" cy="790684"/>
      </dsp:txXfrm>
    </dsp:sp>
    <dsp:sp modelId="{6D9C1465-C10B-4422-9AFB-69B4962942D3}">
      <dsp:nvSpPr>
        <dsp:cNvPr id="0" name=""/>
        <dsp:cNvSpPr/>
      </dsp:nvSpPr>
      <dsp:spPr>
        <a:xfrm>
          <a:off x="0" y="3163412"/>
          <a:ext cx="7187764" cy="0"/>
        </a:xfrm>
        <a:prstGeom prst="line">
          <a:avLst/>
        </a:prstGeom>
        <a:solidFill>
          <a:schemeClr val="accent2">
            <a:hueOff val="8000046"/>
            <a:satOff val="10257"/>
            <a:lumOff val="27451"/>
            <a:alphaOff val="0"/>
          </a:schemeClr>
        </a:solidFill>
        <a:ln w="25400" cap="flat" cmpd="sng" algn="ctr">
          <a:solidFill>
            <a:schemeClr val="accent2">
              <a:hueOff val="8000046"/>
              <a:satOff val="10257"/>
              <a:lumOff val="2745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1E41E7-A2A8-44AF-906C-9BDA14E3864E}">
      <dsp:nvSpPr>
        <dsp:cNvPr id="0" name=""/>
        <dsp:cNvSpPr/>
      </dsp:nvSpPr>
      <dsp:spPr>
        <a:xfrm>
          <a:off x="0" y="3163412"/>
          <a:ext cx="718776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Organiser la micro planification dans les provinces prioritaires;</a:t>
          </a:r>
        </a:p>
      </dsp:txBody>
      <dsp:txXfrm>
        <a:off x="0" y="3163412"/>
        <a:ext cx="7187764" cy="790684"/>
      </dsp:txXfrm>
    </dsp:sp>
    <dsp:sp modelId="{DDC4FB2C-AFA5-47D3-8DEF-A448D1A1150E}">
      <dsp:nvSpPr>
        <dsp:cNvPr id="0" name=""/>
        <dsp:cNvSpPr/>
      </dsp:nvSpPr>
      <dsp:spPr>
        <a:xfrm>
          <a:off x="0" y="3954096"/>
          <a:ext cx="7187764" cy="0"/>
        </a:xfrm>
        <a:prstGeom prst="line">
          <a:avLst/>
        </a:prstGeom>
        <a:solidFill>
          <a:schemeClr val="accent2">
            <a:hueOff val="10000058"/>
            <a:satOff val="12821"/>
            <a:lumOff val="34313"/>
            <a:alphaOff val="0"/>
          </a:schemeClr>
        </a:solidFill>
        <a:ln w="25400" cap="flat" cmpd="sng" algn="ctr">
          <a:solidFill>
            <a:schemeClr val="accent2">
              <a:hueOff val="10000058"/>
              <a:satOff val="12821"/>
              <a:lumOff val="3431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AAA9A5-E68F-438D-B0C6-8A0C3089C51F}">
      <dsp:nvSpPr>
        <dsp:cNvPr id="0" name=""/>
        <dsp:cNvSpPr/>
      </dsp:nvSpPr>
      <dsp:spPr>
        <a:xfrm>
          <a:off x="0" y="3954096"/>
          <a:ext cx="718776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err="1"/>
            <a:t>Organiser</a:t>
          </a:r>
          <a:r>
            <a:rPr lang="en-US" sz="1900" kern="1200" dirty="0"/>
            <a:t> les </a:t>
          </a:r>
          <a:r>
            <a:rPr lang="en-US" sz="1900" kern="1200" dirty="0" err="1"/>
            <a:t>activités</a:t>
          </a:r>
          <a:r>
            <a:rPr lang="en-US" sz="1900" kern="1200" dirty="0"/>
            <a:t> </a:t>
          </a:r>
          <a:r>
            <a:rPr lang="en-US" sz="1900" kern="1200" dirty="0" err="1"/>
            <a:t>en</a:t>
          </a:r>
          <a:r>
            <a:rPr lang="en-US" sz="1900" kern="1200" dirty="0"/>
            <a:t> interphase dans les provinces </a:t>
          </a:r>
          <a:r>
            <a:rPr lang="en-US" sz="1900" kern="1200" dirty="0" err="1"/>
            <a:t>prioritaires</a:t>
          </a:r>
          <a:r>
            <a:rPr lang="en-US" sz="1900" kern="1200" dirty="0"/>
            <a:t> (</a:t>
          </a:r>
          <a:r>
            <a:rPr lang="en-US" sz="1900" kern="1200" dirty="0" err="1"/>
            <a:t>Ituri,Nord</a:t>
          </a:r>
          <a:r>
            <a:rPr lang="en-US" sz="1900" kern="1200" dirty="0"/>
            <a:t> et Sud KIVU, Maniema-Tanganyika); </a:t>
          </a:r>
        </a:p>
      </dsp:txBody>
      <dsp:txXfrm>
        <a:off x="0" y="3954096"/>
        <a:ext cx="7187764" cy="790684"/>
      </dsp:txXfrm>
    </dsp:sp>
    <dsp:sp modelId="{39AE5F7E-904B-46C9-87AD-FD5C6F24D8FF}">
      <dsp:nvSpPr>
        <dsp:cNvPr id="0" name=""/>
        <dsp:cNvSpPr/>
      </dsp:nvSpPr>
      <dsp:spPr>
        <a:xfrm>
          <a:off x="0" y="4744781"/>
          <a:ext cx="7187764" cy="0"/>
        </a:xfrm>
        <a:prstGeom prst="line">
          <a:avLst/>
        </a:prstGeom>
        <a:solidFill>
          <a:schemeClr val="accent2">
            <a:hueOff val="12000070"/>
            <a:satOff val="15385"/>
            <a:lumOff val="41176"/>
            <a:alphaOff val="0"/>
          </a:schemeClr>
        </a:solidFill>
        <a:ln w="25400" cap="flat" cmpd="sng" algn="ctr">
          <a:solidFill>
            <a:schemeClr val="accent2">
              <a:hueOff val="12000070"/>
              <a:satOff val="15385"/>
              <a:lumOff val="4117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D10C71-D5C5-4C04-A8F9-D4D8C3DDCB61}">
      <dsp:nvSpPr>
        <dsp:cNvPr id="0" name=""/>
        <dsp:cNvSpPr/>
      </dsp:nvSpPr>
      <dsp:spPr>
        <a:xfrm>
          <a:off x="0" y="4744781"/>
          <a:ext cx="718776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Synchroniser les campagnes avec les pays voisins (Angola, RCA, Ouganda, Zambie…).</a:t>
          </a:r>
        </a:p>
      </dsp:txBody>
      <dsp:txXfrm>
        <a:off x="0" y="4744781"/>
        <a:ext cx="7187764" cy="7906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AB03D9-4FA3-0A42-838F-D97658694341}">
      <dsp:nvSpPr>
        <dsp:cNvPr id="0" name=""/>
        <dsp:cNvSpPr/>
      </dsp:nvSpPr>
      <dsp:spPr>
        <a:xfrm rot="5400000">
          <a:off x="7087016" y="-2668750"/>
          <a:ext cx="1884420" cy="7556919"/>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0" algn="l" defTabSz="800100">
            <a:lnSpc>
              <a:spcPct val="90000"/>
            </a:lnSpc>
            <a:spcBef>
              <a:spcPct val="0"/>
            </a:spcBef>
            <a:spcAft>
              <a:spcPct val="15000"/>
            </a:spcAft>
            <a:buChar char="•"/>
          </a:pPr>
          <a:endParaRPr lang="fr-CD" sz="1800" kern="1200" dirty="0"/>
        </a:p>
        <a:p>
          <a:pPr marL="0" marR="0" lvl="0" indent="0" algn="l" defTabSz="914400" eaLnBrk="1" fontAlgn="auto" latinLnBrk="0" hangingPunct="1">
            <a:lnSpc>
              <a:spcPct val="100000"/>
            </a:lnSpc>
            <a:spcBef>
              <a:spcPts val="0"/>
            </a:spcBef>
            <a:spcAft>
              <a:spcPts val="0"/>
            </a:spcAft>
            <a:buClrTx/>
            <a:buSzTx/>
            <a:buFont typeface="+mj-lt"/>
            <a:buAutoNum type="arabicPeriod"/>
            <a:tabLst/>
            <a:defRPr/>
          </a:pPr>
          <a:r>
            <a:rPr lang="fr-FR" sz="1800" b="0" i="0" kern="1200" dirty="0"/>
            <a:t>Utilisation des ONG locales pour l’accès ZS, le transport des intrants et le paiement des acteurs</a:t>
          </a:r>
          <a:endParaRPr lang="fr-CD" sz="1800" kern="1200" dirty="0"/>
        </a:p>
        <a:p>
          <a:pPr marL="0" marR="0" lvl="0" indent="0" algn="l" defTabSz="914400" eaLnBrk="1" fontAlgn="auto" latinLnBrk="0" hangingPunct="1">
            <a:lnSpc>
              <a:spcPct val="100000"/>
            </a:lnSpc>
            <a:spcBef>
              <a:spcPts val="0"/>
            </a:spcBef>
            <a:spcAft>
              <a:spcPts val="0"/>
            </a:spcAft>
            <a:buClrTx/>
            <a:buSzTx/>
            <a:buFont typeface="+mj-lt"/>
            <a:buAutoNum type="arabicPeriod"/>
            <a:tabLst/>
            <a:defRPr/>
          </a:pPr>
          <a:r>
            <a:rPr lang="fr-FR" sz="1800" b="0" i="0" kern="1200" dirty="0"/>
            <a:t>Négociation avec les groupes armées</a:t>
          </a:r>
          <a:endParaRPr lang="fr-CD" sz="1800" kern="1200" dirty="0"/>
        </a:p>
        <a:p>
          <a:pPr marL="171450" lvl="1" indent="0" algn="l" defTabSz="800100">
            <a:lnSpc>
              <a:spcPct val="90000"/>
            </a:lnSpc>
            <a:spcBef>
              <a:spcPct val="0"/>
            </a:spcBef>
            <a:spcAft>
              <a:spcPct val="15000"/>
            </a:spcAft>
          </a:pPr>
          <a:endParaRPr lang="fr-CD" sz="1800" kern="1200" dirty="0"/>
        </a:p>
      </dsp:txBody>
      <dsp:txXfrm rot="-5400000">
        <a:off x="4250767" y="259489"/>
        <a:ext cx="7464929" cy="1700440"/>
      </dsp:txXfrm>
    </dsp:sp>
    <dsp:sp modelId="{FA7B6F87-DE28-6945-9EF6-316363B137AD}">
      <dsp:nvSpPr>
        <dsp:cNvPr id="0" name=""/>
        <dsp:cNvSpPr/>
      </dsp:nvSpPr>
      <dsp:spPr>
        <a:xfrm>
          <a:off x="0" y="64103"/>
          <a:ext cx="4250766" cy="2219164"/>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fr-FR" sz="2400" b="0" i="0" kern="1200" dirty="0"/>
            <a:t>Mise en œuvre des activités dans les provinces à sécurité compromise</a:t>
          </a:r>
          <a:endParaRPr lang="fr-CD" sz="2400" kern="1200" dirty="0"/>
        </a:p>
      </dsp:txBody>
      <dsp:txXfrm>
        <a:off x="108331" y="172434"/>
        <a:ext cx="4034104" cy="2002502"/>
      </dsp:txXfrm>
    </dsp:sp>
    <dsp:sp modelId="{0A537F1E-E6F3-3D43-8A9D-A7109CC06FCA}">
      <dsp:nvSpPr>
        <dsp:cNvPr id="0" name=""/>
        <dsp:cNvSpPr/>
      </dsp:nvSpPr>
      <dsp:spPr>
        <a:xfrm rot="5400000">
          <a:off x="7339764" y="-5336"/>
          <a:ext cx="1884420" cy="704033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Font typeface="+mj-lt"/>
            <a:buAutoNum type="arabicPeriod"/>
          </a:pPr>
          <a:r>
            <a:rPr lang="fr-FR" sz="1800" b="0" i="0" kern="1200" dirty="0"/>
            <a:t>Affrètement des avions pour le transport des vaccins et autres intrants;</a:t>
          </a:r>
          <a:endParaRPr lang="fr-CD" sz="1800" kern="1200" dirty="0"/>
        </a:p>
        <a:p>
          <a:pPr marL="171450" lvl="1" indent="-171450" algn="l" defTabSz="800100">
            <a:lnSpc>
              <a:spcPct val="90000"/>
            </a:lnSpc>
            <a:spcBef>
              <a:spcPct val="0"/>
            </a:spcBef>
            <a:spcAft>
              <a:spcPct val="15000"/>
            </a:spcAft>
            <a:buFont typeface="+mj-lt"/>
            <a:buAutoNum type="arabicPeriod"/>
          </a:pPr>
          <a:r>
            <a:rPr lang="fr-FR" sz="1800" b="0" i="0" kern="1200" dirty="0"/>
            <a:t>Négociations avec les transporteurs;</a:t>
          </a:r>
          <a:endParaRPr lang="fr-CD" sz="1800" kern="1200" dirty="0"/>
        </a:p>
        <a:p>
          <a:pPr marL="171450" lvl="1" indent="-171450" algn="l" defTabSz="800100">
            <a:lnSpc>
              <a:spcPct val="90000"/>
            </a:lnSpc>
            <a:spcBef>
              <a:spcPct val="0"/>
            </a:spcBef>
            <a:spcAft>
              <a:spcPct val="15000"/>
            </a:spcAft>
            <a:buFont typeface="+mj-lt"/>
            <a:buAutoNum type="arabicPeriod"/>
          </a:pPr>
          <a:r>
            <a:rPr lang="fr-CD" sz="1800" kern="1200" dirty="0"/>
            <a:t>Utilisation des voies de détours passant par d’autres provinces</a:t>
          </a:r>
        </a:p>
        <a:p>
          <a:pPr marL="171450" lvl="1" indent="-171450" algn="l" defTabSz="800100">
            <a:lnSpc>
              <a:spcPct val="90000"/>
            </a:lnSpc>
            <a:spcBef>
              <a:spcPct val="0"/>
            </a:spcBef>
            <a:spcAft>
              <a:spcPct val="15000"/>
            </a:spcAft>
            <a:buFont typeface="+mj-lt"/>
            <a:buAutoNum type="arabicPeriod"/>
          </a:pPr>
          <a:r>
            <a:rPr lang="fr-CD" sz="1800" kern="1200" dirty="0"/>
            <a:t>Augmenter la capacité/volume de stockage des provinces/antennes ciblées. </a:t>
          </a:r>
        </a:p>
      </dsp:txBody>
      <dsp:txXfrm rot="-5400000">
        <a:off x="4761808" y="2664610"/>
        <a:ext cx="6948342" cy="1700440"/>
      </dsp:txXfrm>
    </dsp:sp>
    <dsp:sp modelId="{F0AC011A-A75F-C84A-B5C7-FA3474CEEC30}">
      <dsp:nvSpPr>
        <dsp:cNvPr id="0" name=""/>
        <dsp:cNvSpPr/>
      </dsp:nvSpPr>
      <dsp:spPr>
        <a:xfrm>
          <a:off x="0" y="2337067"/>
          <a:ext cx="4761808" cy="2355525"/>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fr-FR" sz="2400" b="0" i="0" kern="1200" dirty="0"/>
            <a:t> Irrégularité de vols et fermeture des aéroports  pour l’expédition des vaccins et autres intrants vers les provinces de </a:t>
          </a:r>
          <a:r>
            <a:rPr lang="fr-FR" sz="2400" b="0" i="0" kern="1200" dirty="0" err="1"/>
            <a:t>Tshuapa</a:t>
          </a:r>
          <a:r>
            <a:rPr lang="fr-FR" sz="2400" b="0" i="0" kern="1200" dirty="0"/>
            <a:t>, Bas-Uélé, Haut-Uélé, Nord-Kivu, Sud Kivu et </a:t>
          </a:r>
          <a:r>
            <a:rPr lang="fr-FR" sz="2400" b="0" i="0" kern="1200" dirty="0" err="1"/>
            <a:t>Maindombe</a:t>
          </a:r>
          <a:endParaRPr lang="fr-CD" sz="2400" kern="1200" dirty="0"/>
        </a:p>
      </dsp:txBody>
      <dsp:txXfrm>
        <a:off x="114987" y="2452054"/>
        <a:ext cx="4531834" cy="212555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12/18/2025</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12/18/2025</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‹N°›</a:t>
            </a:fld>
            <a:endParaRPr lang="en-US"/>
          </a:p>
        </p:txBody>
      </p:sp>
    </p:spTree>
    <p:extLst>
      <p:ext uri="{BB962C8B-B14F-4D97-AF65-F5344CB8AC3E}">
        <p14:creationId xmlns:p14="http://schemas.microsoft.com/office/powerpoint/2010/main" val="2174880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g2f1c646a89f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9" name="Google Shape;1289;g2f1c646a89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448154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19:notes"/>
          <p:cNvSpPr>
            <a:spLocks noGrp="1" noRot="1" noChangeAspect="1"/>
          </p:cNvSpPr>
          <p:nvPr>
            <p:ph type="sldImg" idx="2"/>
          </p:nvPr>
        </p:nvSpPr>
        <p:spPr>
          <a:xfrm>
            <a:off x="382588"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2" name="Google Shape;852;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61971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760FBDFE-C587-4B4C-A407-44438C67B59E}"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dirty="0"/>
              <a:t>Click to edit Master title style</a:t>
            </a:r>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dirty="0">
                <a:sym typeface="+mn-ea"/>
              </a:rPr>
              <a:t>Click to edit Master title style</a:t>
            </a: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dirty="0">
                <a:sym typeface="+mn-ea"/>
              </a:rPr>
              <a:t>Click to edit Master title style</a:t>
            </a:r>
            <a:endParaRPr lang="en-US" dirty="0"/>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dirty="0"/>
              <a:t>Click to edit Master text styles</a:t>
            </a:r>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
        <p:nvSpPr>
          <p:cNvPr id="5" name="Date Placeholder 4"/>
          <p:cNvSpPr>
            <a:spLocks noGrp="1"/>
          </p:cNvSpPr>
          <p:nvPr>
            <p:ph type="dt" sz="half" idx="10"/>
          </p:nvPr>
        </p:nvSpPr>
        <p:spPr/>
        <p:txBody>
          <a:bodyPr/>
          <a:lstStyle/>
          <a:p>
            <a:fld id="{760FBDFE-C587-4B4C-A407-44438C67B59E}"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dirty="0">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615609"/>
            <a:ext cx="5157787" cy="35740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en-US" dirty="0">
                <a:sym typeface="+mn-ea"/>
              </a:rPr>
              <a:t>Click to edit Master text styles</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BC47A4-756D-490B-A52F-7D9E2C9FC05F}" type="slidenum">
              <a:rPr lang="en-US" smtClean="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dirty="0">
                <a:sym typeface="+mn-ea"/>
              </a:rPr>
              <a:t>Click to edit Master text styles</a:t>
            </a:r>
            <a:endParaRPr lang="en-US" dirty="0"/>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5"/>
            </a:lvl1pPr>
            <a:lvl2pPr lvl="1" algn="ctr">
              <a:spcBef>
                <a:spcPts val="0"/>
              </a:spcBef>
              <a:spcAft>
                <a:spcPts val="0"/>
              </a:spcAft>
              <a:buSzPts val="5200"/>
              <a:buNone/>
              <a:defRPr sz="6935"/>
            </a:lvl2pPr>
            <a:lvl3pPr lvl="2" algn="ctr">
              <a:spcBef>
                <a:spcPts val="0"/>
              </a:spcBef>
              <a:spcAft>
                <a:spcPts val="0"/>
              </a:spcAft>
              <a:buSzPts val="5200"/>
              <a:buNone/>
              <a:defRPr sz="6935"/>
            </a:lvl3pPr>
            <a:lvl4pPr lvl="3" algn="ctr">
              <a:spcBef>
                <a:spcPts val="0"/>
              </a:spcBef>
              <a:spcAft>
                <a:spcPts val="0"/>
              </a:spcAft>
              <a:buSzPts val="5200"/>
              <a:buNone/>
              <a:defRPr sz="6935"/>
            </a:lvl4pPr>
            <a:lvl5pPr lvl="4" algn="ctr">
              <a:spcBef>
                <a:spcPts val="0"/>
              </a:spcBef>
              <a:spcAft>
                <a:spcPts val="0"/>
              </a:spcAft>
              <a:buSzPts val="5200"/>
              <a:buNone/>
              <a:defRPr sz="6935"/>
            </a:lvl5pPr>
            <a:lvl6pPr lvl="5" algn="ctr">
              <a:spcBef>
                <a:spcPts val="0"/>
              </a:spcBef>
              <a:spcAft>
                <a:spcPts val="0"/>
              </a:spcAft>
              <a:buSzPts val="5200"/>
              <a:buNone/>
              <a:defRPr sz="6935"/>
            </a:lvl6pPr>
            <a:lvl7pPr lvl="6" algn="ctr">
              <a:spcBef>
                <a:spcPts val="0"/>
              </a:spcBef>
              <a:spcAft>
                <a:spcPts val="0"/>
              </a:spcAft>
              <a:buSzPts val="5200"/>
              <a:buNone/>
              <a:defRPr sz="6935"/>
            </a:lvl7pPr>
            <a:lvl8pPr lvl="7" algn="ctr">
              <a:spcBef>
                <a:spcPts val="0"/>
              </a:spcBef>
              <a:spcAft>
                <a:spcPts val="0"/>
              </a:spcAft>
              <a:buSzPts val="5200"/>
              <a:buNone/>
              <a:defRPr sz="6935"/>
            </a:lvl8pPr>
            <a:lvl9pPr lvl="8" algn="ctr">
              <a:spcBef>
                <a:spcPts val="0"/>
              </a:spcBef>
              <a:spcAft>
                <a:spcPts val="0"/>
              </a:spcAft>
              <a:buSzPts val="5200"/>
              <a:buNone/>
              <a:defRPr sz="6935"/>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5"/>
            </a:lvl1pPr>
            <a:lvl2pPr lvl="1" algn="ctr">
              <a:lnSpc>
                <a:spcPct val="100000"/>
              </a:lnSpc>
              <a:spcBef>
                <a:spcPts val="0"/>
              </a:spcBef>
              <a:spcAft>
                <a:spcPts val="0"/>
              </a:spcAft>
              <a:buSzPts val="2800"/>
              <a:buNone/>
              <a:defRPr sz="3735"/>
            </a:lvl2pPr>
            <a:lvl3pPr lvl="2" algn="ctr">
              <a:lnSpc>
                <a:spcPct val="100000"/>
              </a:lnSpc>
              <a:spcBef>
                <a:spcPts val="0"/>
              </a:spcBef>
              <a:spcAft>
                <a:spcPts val="0"/>
              </a:spcAft>
              <a:buSzPts val="2800"/>
              <a:buNone/>
              <a:defRPr sz="3735"/>
            </a:lvl3pPr>
            <a:lvl4pPr lvl="3" algn="ctr">
              <a:lnSpc>
                <a:spcPct val="100000"/>
              </a:lnSpc>
              <a:spcBef>
                <a:spcPts val="0"/>
              </a:spcBef>
              <a:spcAft>
                <a:spcPts val="0"/>
              </a:spcAft>
              <a:buSzPts val="2800"/>
              <a:buNone/>
              <a:defRPr sz="3735"/>
            </a:lvl4pPr>
            <a:lvl5pPr lvl="4" algn="ctr">
              <a:lnSpc>
                <a:spcPct val="100000"/>
              </a:lnSpc>
              <a:spcBef>
                <a:spcPts val="0"/>
              </a:spcBef>
              <a:spcAft>
                <a:spcPts val="0"/>
              </a:spcAft>
              <a:buSzPts val="2800"/>
              <a:buNone/>
              <a:defRPr sz="3735"/>
            </a:lvl5pPr>
            <a:lvl6pPr lvl="5" algn="ctr">
              <a:lnSpc>
                <a:spcPct val="100000"/>
              </a:lnSpc>
              <a:spcBef>
                <a:spcPts val="0"/>
              </a:spcBef>
              <a:spcAft>
                <a:spcPts val="0"/>
              </a:spcAft>
              <a:buSzPts val="2800"/>
              <a:buNone/>
              <a:defRPr sz="3735"/>
            </a:lvl6pPr>
            <a:lvl7pPr lvl="6" algn="ctr">
              <a:lnSpc>
                <a:spcPct val="100000"/>
              </a:lnSpc>
              <a:spcBef>
                <a:spcPts val="0"/>
              </a:spcBef>
              <a:spcAft>
                <a:spcPts val="0"/>
              </a:spcAft>
              <a:buSzPts val="2800"/>
              <a:buNone/>
              <a:defRPr sz="3735"/>
            </a:lvl7pPr>
            <a:lvl8pPr lvl="7" algn="ctr">
              <a:lnSpc>
                <a:spcPct val="100000"/>
              </a:lnSpc>
              <a:spcBef>
                <a:spcPts val="0"/>
              </a:spcBef>
              <a:spcAft>
                <a:spcPts val="0"/>
              </a:spcAft>
              <a:buSzPts val="2800"/>
              <a:buNone/>
              <a:defRPr sz="3735"/>
            </a:lvl8pPr>
            <a:lvl9pPr lvl="8" algn="ctr">
              <a:lnSpc>
                <a:spcPct val="100000"/>
              </a:lnSpc>
              <a:spcBef>
                <a:spcPts val="0"/>
              </a:spcBef>
              <a:spcAft>
                <a:spcPts val="0"/>
              </a:spcAft>
              <a:buSzPts val="2800"/>
              <a:buNone/>
              <a:defRPr sz="3735"/>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600" lvl="0" indent="-423545">
              <a:spcBef>
                <a:spcPts val="0"/>
              </a:spcBef>
              <a:spcAft>
                <a:spcPts val="0"/>
              </a:spcAft>
              <a:buSzPts val="1400"/>
              <a:buChar char="●"/>
              <a:defRPr sz="1865"/>
            </a:lvl1pPr>
            <a:lvl2pPr marL="1219200" lvl="1" indent="-406400">
              <a:spcBef>
                <a:spcPts val="0"/>
              </a:spcBef>
              <a:spcAft>
                <a:spcPts val="0"/>
              </a:spcAft>
              <a:buSzPts val="1200"/>
              <a:buChar char="○"/>
              <a:defRPr sz="1600"/>
            </a:lvl2pPr>
            <a:lvl3pPr marL="1828800" lvl="2" indent="-406400">
              <a:spcBef>
                <a:spcPts val="0"/>
              </a:spcBef>
              <a:spcAft>
                <a:spcPts val="0"/>
              </a:spcAft>
              <a:buSzPts val="1200"/>
              <a:buChar char="■"/>
              <a:defRPr sz="1600"/>
            </a:lvl3pPr>
            <a:lvl4pPr marL="2438400" lvl="3" indent="-406400">
              <a:spcBef>
                <a:spcPts val="0"/>
              </a:spcBef>
              <a:spcAft>
                <a:spcPts val="0"/>
              </a:spcAft>
              <a:buSzPts val="1200"/>
              <a:buChar char="●"/>
              <a:defRPr sz="1600"/>
            </a:lvl4pPr>
            <a:lvl5pPr marL="3048000" lvl="4" indent="-406400">
              <a:spcBef>
                <a:spcPts val="0"/>
              </a:spcBef>
              <a:spcAft>
                <a:spcPts val="0"/>
              </a:spcAft>
              <a:buSzPts val="1200"/>
              <a:buChar char="○"/>
              <a:defRPr sz="1600"/>
            </a:lvl5pPr>
            <a:lvl6pPr marL="3657600" lvl="5" indent="-406400">
              <a:spcBef>
                <a:spcPts val="0"/>
              </a:spcBef>
              <a:spcAft>
                <a:spcPts val="0"/>
              </a:spcAft>
              <a:buSzPts val="1200"/>
              <a:buChar char="■"/>
              <a:defRPr sz="1600"/>
            </a:lvl6pPr>
            <a:lvl7pPr marL="4267200" lvl="6" indent="-406400">
              <a:spcBef>
                <a:spcPts val="0"/>
              </a:spcBef>
              <a:spcAft>
                <a:spcPts val="0"/>
              </a:spcAft>
              <a:buSzPts val="1200"/>
              <a:buChar char="●"/>
              <a:defRPr sz="1600"/>
            </a:lvl7pPr>
            <a:lvl8pPr marL="4876800" lvl="7" indent="-406400">
              <a:spcBef>
                <a:spcPts val="0"/>
              </a:spcBef>
              <a:spcAft>
                <a:spcPts val="0"/>
              </a:spcAft>
              <a:buSzPts val="1200"/>
              <a:buChar char="○"/>
              <a:defRPr sz="1600"/>
            </a:lvl8pPr>
            <a:lvl9pPr marL="5486400" lvl="8" indent="-40640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600" lvl="0" indent="-423545">
              <a:spcBef>
                <a:spcPts val="0"/>
              </a:spcBef>
              <a:spcAft>
                <a:spcPts val="0"/>
              </a:spcAft>
              <a:buSzPts val="1400"/>
              <a:buChar char="●"/>
              <a:defRPr sz="1865"/>
            </a:lvl1pPr>
            <a:lvl2pPr marL="1219200" lvl="1" indent="-406400">
              <a:spcBef>
                <a:spcPts val="0"/>
              </a:spcBef>
              <a:spcAft>
                <a:spcPts val="0"/>
              </a:spcAft>
              <a:buSzPts val="1200"/>
              <a:buChar char="○"/>
              <a:defRPr sz="1600"/>
            </a:lvl2pPr>
            <a:lvl3pPr marL="1828800" lvl="2" indent="-406400">
              <a:spcBef>
                <a:spcPts val="0"/>
              </a:spcBef>
              <a:spcAft>
                <a:spcPts val="0"/>
              </a:spcAft>
              <a:buSzPts val="1200"/>
              <a:buChar char="■"/>
              <a:defRPr sz="1600"/>
            </a:lvl3pPr>
            <a:lvl4pPr marL="2438400" lvl="3" indent="-406400">
              <a:spcBef>
                <a:spcPts val="0"/>
              </a:spcBef>
              <a:spcAft>
                <a:spcPts val="0"/>
              </a:spcAft>
              <a:buSzPts val="1200"/>
              <a:buChar char="●"/>
              <a:defRPr sz="1600"/>
            </a:lvl4pPr>
            <a:lvl5pPr marL="3048000" lvl="4" indent="-406400">
              <a:spcBef>
                <a:spcPts val="0"/>
              </a:spcBef>
              <a:spcAft>
                <a:spcPts val="0"/>
              </a:spcAft>
              <a:buSzPts val="1200"/>
              <a:buChar char="○"/>
              <a:defRPr sz="1600"/>
            </a:lvl5pPr>
            <a:lvl6pPr marL="3657600" lvl="5" indent="-406400">
              <a:spcBef>
                <a:spcPts val="0"/>
              </a:spcBef>
              <a:spcAft>
                <a:spcPts val="0"/>
              </a:spcAft>
              <a:buSzPts val="1200"/>
              <a:buChar char="■"/>
              <a:defRPr sz="1600"/>
            </a:lvl6pPr>
            <a:lvl7pPr marL="4267200" lvl="6" indent="-406400">
              <a:spcBef>
                <a:spcPts val="0"/>
              </a:spcBef>
              <a:spcAft>
                <a:spcPts val="0"/>
              </a:spcAft>
              <a:buSzPts val="1200"/>
              <a:buChar char="●"/>
              <a:defRPr sz="1600"/>
            </a:lvl7pPr>
            <a:lvl8pPr marL="4876800" lvl="7" indent="-406400">
              <a:spcBef>
                <a:spcPts val="0"/>
              </a:spcBef>
              <a:spcAft>
                <a:spcPts val="0"/>
              </a:spcAft>
              <a:buSzPts val="1200"/>
              <a:buChar char="○"/>
              <a:defRPr sz="1600"/>
            </a:lvl8pPr>
            <a:lvl9pPr marL="5486400" lvl="8" indent="-40640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600" lvl="0" indent="-406400">
              <a:spcBef>
                <a:spcPts val="0"/>
              </a:spcBef>
              <a:spcAft>
                <a:spcPts val="0"/>
              </a:spcAft>
              <a:buSzPts val="1200"/>
              <a:buChar char="●"/>
              <a:defRPr sz="1600"/>
            </a:lvl1pPr>
            <a:lvl2pPr marL="1219200" lvl="1" indent="-406400">
              <a:spcBef>
                <a:spcPts val="0"/>
              </a:spcBef>
              <a:spcAft>
                <a:spcPts val="0"/>
              </a:spcAft>
              <a:buSzPts val="1200"/>
              <a:buChar char="○"/>
              <a:defRPr sz="1600"/>
            </a:lvl2pPr>
            <a:lvl3pPr marL="1828800" lvl="2" indent="-406400">
              <a:spcBef>
                <a:spcPts val="0"/>
              </a:spcBef>
              <a:spcAft>
                <a:spcPts val="0"/>
              </a:spcAft>
              <a:buSzPts val="1200"/>
              <a:buChar char="■"/>
              <a:defRPr sz="1600"/>
            </a:lvl3pPr>
            <a:lvl4pPr marL="2438400" lvl="3" indent="-406400">
              <a:spcBef>
                <a:spcPts val="0"/>
              </a:spcBef>
              <a:spcAft>
                <a:spcPts val="0"/>
              </a:spcAft>
              <a:buSzPts val="1200"/>
              <a:buChar char="●"/>
              <a:defRPr sz="1600"/>
            </a:lvl4pPr>
            <a:lvl5pPr marL="3048000" lvl="4" indent="-406400">
              <a:spcBef>
                <a:spcPts val="0"/>
              </a:spcBef>
              <a:spcAft>
                <a:spcPts val="0"/>
              </a:spcAft>
              <a:buSzPts val="1200"/>
              <a:buChar char="○"/>
              <a:defRPr sz="1600"/>
            </a:lvl5pPr>
            <a:lvl6pPr marL="3657600" lvl="5" indent="-406400">
              <a:spcBef>
                <a:spcPts val="0"/>
              </a:spcBef>
              <a:spcAft>
                <a:spcPts val="0"/>
              </a:spcAft>
              <a:buSzPts val="1200"/>
              <a:buChar char="■"/>
              <a:defRPr sz="1600"/>
            </a:lvl6pPr>
            <a:lvl7pPr marL="4267200" lvl="6" indent="-406400">
              <a:spcBef>
                <a:spcPts val="0"/>
              </a:spcBef>
              <a:spcAft>
                <a:spcPts val="0"/>
              </a:spcAft>
              <a:buSzPts val="1200"/>
              <a:buChar char="●"/>
              <a:defRPr sz="1600"/>
            </a:lvl7pPr>
            <a:lvl8pPr marL="4876800" lvl="7" indent="-406400">
              <a:spcBef>
                <a:spcPts val="0"/>
              </a:spcBef>
              <a:spcAft>
                <a:spcPts val="0"/>
              </a:spcAft>
              <a:buSzPts val="1200"/>
              <a:buChar char="○"/>
              <a:defRPr sz="1600"/>
            </a:lvl8pPr>
            <a:lvl9pPr marL="5486400" lvl="8" indent="-40640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600" lvl="0" indent="-3048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600" lvl="0" indent="-457200" algn="ctr">
              <a:spcBef>
                <a:spcPts val="0"/>
              </a:spcBef>
              <a:spcAft>
                <a:spcPts val="0"/>
              </a:spcAft>
              <a:buSzPts val="1800"/>
              <a:buChar char="●"/>
              <a:defRPr/>
            </a:lvl1pPr>
            <a:lvl2pPr marL="1219200" lvl="1" indent="-423545" algn="ctr">
              <a:spcBef>
                <a:spcPts val="0"/>
              </a:spcBef>
              <a:spcAft>
                <a:spcPts val="0"/>
              </a:spcAft>
              <a:buSzPts val="1400"/>
              <a:buChar char="○"/>
              <a:defRPr/>
            </a:lvl2pPr>
            <a:lvl3pPr marL="1828800" lvl="2" indent="-423545" algn="ctr">
              <a:spcBef>
                <a:spcPts val="0"/>
              </a:spcBef>
              <a:spcAft>
                <a:spcPts val="0"/>
              </a:spcAft>
              <a:buSzPts val="1400"/>
              <a:buChar char="■"/>
              <a:defRPr/>
            </a:lvl3pPr>
            <a:lvl4pPr marL="2438400" lvl="3" indent="-423545" algn="ctr">
              <a:spcBef>
                <a:spcPts val="0"/>
              </a:spcBef>
              <a:spcAft>
                <a:spcPts val="0"/>
              </a:spcAft>
              <a:buSzPts val="1400"/>
              <a:buChar char="●"/>
              <a:defRPr/>
            </a:lvl4pPr>
            <a:lvl5pPr marL="3048000" lvl="4" indent="-423545" algn="ctr">
              <a:spcBef>
                <a:spcPts val="0"/>
              </a:spcBef>
              <a:spcAft>
                <a:spcPts val="0"/>
              </a:spcAft>
              <a:buSzPts val="1400"/>
              <a:buChar char="○"/>
              <a:defRPr/>
            </a:lvl5pPr>
            <a:lvl6pPr marL="3657600" lvl="5" indent="-423545" algn="ctr">
              <a:spcBef>
                <a:spcPts val="0"/>
              </a:spcBef>
              <a:spcAft>
                <a:spcPts val="0"/>
              </a:spcAft>
              <a:buSzPts val="1400"/>
              <a:buChar char="■"/>
              <a:defRPr/>
            </a:lvl6pPr>
            <a:lvl7pPr marL="4267200" lvl="6" indent="-423545" algn="ctr">
              <a:spcBef>
                <a:spcPts val="0"/>
              </a:spcBef>
              <a:spcAft>
                <a:spcPts val="0"/>
              </a:spcAft>
              <a:buSzPts val="1400"/>
              <a:buChar char="●"/>
              <a:defRPr/>
            </a:lvl7pPr>
            <a:lvl8pPr marL="4876800" lvl="7" indent="-423545" algn="ctr">
              <a:spcBef>
                <a:spcPts val="0"/>
              </a:spcBef>
              <a:spcAft>
                <a:spcPts val="0"/>
              </a:spcAft>
              <a:buSzPts val="1400"/>
              <a:buChar char="○"/>
              <a:defRPr/>
            </a:lvl8pPr>
            <a:lvl9pPr marL="5486400" lvl="8" indent="-423545"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dirty="0"/>
              <a:t>Click to edit Master title style</a:t>
            </a:r>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extLst>
      <p:ext uri="{BB962C8B-B14F-4D97-AF65-F5344CB8AC3E}">
        <p14:creationId xmlns:p14="http://schemas.microsoft.com/office/powerpoint/2010/main" val="20175593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600" lvl="0" indent="-457200" algn="l">
              <a:lnSpc>
                <a:spcPct val="115000"/>
              </a:lnSpc>
              <a:spcBef>
                <a:spcPts val="0"/>
              </a:spcBef>
              <a:spcAft>
                <a:spcPts val="0"/>
              </a:spcAft>
              <a:buSzPts val="1800"/>
              <a:buChar char="●"/>
              <a:defRPr/>
            </a:lvl1pPr>
            <a:lvl2pPr marL="1219200" lvl="1" indent="-423545" algn="l">
              <a:lnSpc>
                <a:spcPct val="115000"/>
              </a:lnSpc>
              <a:spcBef>
                <a:spcPts val="0"/>
              </a:spcBef>
              <a:spcAft>
                <a:spcPts val="0"/>
              </a:spcAft>
              <a:buSzPts val="1400"/>
              <a:buChar char="○"/>
              <a:defRPr/>
            </a:lvl2pPr>
            <a:lvl3pPr marL="1828800" lvl="2" indent="-423545" algn="l">
              <a:lnSpc>
                <a:spcPct val="115000"/>
              </a:lnSpc>
              <a:spcBef>
                <a:spcPts val="0"/>
              </a:spcBef>
              <a:spcAft>
                <a:spcPts val="0"/>
              </a:spcAft>
              <a:buSzPts val="1400"/>
              <a:buChar char="■"/>
              <a:defRPr/>
            </a:lvl3pPr>
            <a:lvl4pPr marL="2438400" lvl="3" indent="-423545" algn="l">
              <a:lnSpc>
                <a:spcPct val="115000"/>
              </a:lnSpc>
              <a:spcBef>
                <a:spcPts val="0"/>
              </a:spcBef>
              <a:spcAft>
                <a:spcPts val="0"/>
              </a:spcAft>
              <a:buSzPts val="1400"/>
              <a:buChar char="●"/>
              <a:defRPr/>
            </a:lvl4pPr>
            <a:lvl5pPr marL="3048000" lvl="4" indent="-423545" algn="l">
              <a:lnSpc>
                <a:spcPct val="115000"/>
              </a:lnSpc>
              <a:spcBef>
                <a:spcPts val="0"/>
              </a:spcBef>
              <a:spcAft>
                <a:spcPts val="0"/>
              </a:spcAft>
              <a:buSzPts val="1400"/>
              <a:buChar char="○"/>
              <a:defRPr/>
            </a:lvl5pPr>
            <a:lvl6pPr marL="3657600" lvl="5" indent="-423545" algn="l">
              <a:lnSpc>
                <a:spcPct val="115000"/>
              </a:lnSpc>
              <a:spcBef>
                <a:spcPts val="0"/>
              </a:spcBef>
              <a:spcAft>
                <a:spcPts val="0"/>
              </a:spcAft>
              <a:buSzPts val="1400"/>
              <a:buChar char="■"/>
              <a:defRPr/>
            </a:lvl6pPr>
            <a:lvl7pPr marL="4267200" lvl="6" indent="-423545" algn="l">
              <a:lnSpc>
                <a:spcPct val="115000"/>
              </a:lnSpc>
              <a:spcBef>
                <a:spcPts val="0"/>
              </a:spcBef>
              <a:spcAft>
                <a:spcPts val="0"/>
              </a:spcAft>
              <a:buSzPts val="1400"/>
              <a:buChar char="●"/>
              <a:defRPr/>
            </a:lvl7pPr>
            <a:lvl8pPr marL="4876800" lvl="7" indent="-423545" algn="l">
              <a:lnSpc>
                <a:spcPct val="115000"/>
              </a:lnSpc>
              <a:spcBef>
                <a:spcPts val="0"/>
              </a:spcBef>
              <a:spcAft>
                <a:spcPts val="0"/>
              </a:spcAft>
              <a:buSzPts val="1400"/>
              <a:buChar char="○"/>
              <a:defRPr/>
            </a:lvl8pPr>
            <a:lvl9pPr marL="5486400" lvl="8" indent="-423545" algn="l">
              <a:lnSpc>
                <a:spcPct val="115000"/>
              </a:lnSpc>
              <a:spcBef>
                <a:spcPts val="0"/>
              </a:spcBef>
              <a:spcAft>
                <a:spcPts val="0"/>
              </a:spcAft>
              <a:buSzPts val="1400"/>
              <a:buChar char="■"/>
              <a:defRPr/>
            </a:lvl9pPr>
          </a:lstStyle>
          <a:p>
            <a:endParaRPr/>
          </a:p>
        </p:txBody>
      </p:sp>
      <p:sp>
        <p:nvSpPr>
          <p:cNvPr id="16" name="Google Shape;16;p3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
        <p:cNvGrpSpPr/>
        <p:nvPr/>
      </p:nvGrpSpPr>
      <p:grpSpPr>
        <a:xfrm>
          <a:off x="0" y="0"/>
          <a:ext cx="0" cy="0"/>
          <a:chOff x="0" y="0"/>
          <a:chExt cx="0" cy="0"/>
        </a:xfrm>
      </p:grpSpPr>
      <p:sp>
        <p:nvSpPr>
          <p:cNvPr id="18" name="Google Shape;18;p3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3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3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35"/>
          <p:cNvSpPr txBox="1">
            <a:spLocks noGrp="1"/>
          </p:cNvSpPr>
          <p:nvPr>
            <p:ph type="title"/>
          </p:nvPr>
        </p:nvSpPr>
        <p:spPr>
          <a:xfrm>
            <a:off x="415600" y="2867800"/>
            <a:ext cx="11360800" cy="11224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a:endParaRPr/>
          </a:p>
        </p:txBody>
      </p:sp>
      <p:sp>
        <p:nvSpPr>
          <p:cNvPr id="24" name="Google Shape;24;p3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36"/>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36"/>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rmAutofit/>
          </a:bodyPr>
          <a:lstStyle>
            <a:lvl1pPr marL="609600" lvl="0" indent="-423545" algn="l">
              <a:lnSpc>
                <a:spcPct val="115000"/>
              </a:lnSpc>
              <a:spcBef>
                <a:spcPts val="0"/>
              </a:spcBef>
              <a:spcAft>
                <a:spcPts val="0"/>
              </a:spcAft>
              <a:buSzPts val="1400"/>
              <a:buChar char="●"/>
              <a:defRPr sz="1865"/>
            </a:lvl1pPr>
            <a:lvl2pPr marL="1219200" lvl="1" indent="-406400" algn="l">
              <a:lnSpc>
                <a:spcPct val="115000"/>
              </a:lnSpc>
              <a:spcBef>
                <a:spcPts val="0"/>
              </a:spcBef>
              <a:spcAft>
                <a:spcPts val="0"/>
              </a:spcAft>
              <a:buSzPts val="1200"/>
              <a:buChar char="○"/>
              <a:defRPr sz="1600"/>
            </a:lvl2pPr>
            <a:lvl3pPr marL="1828800" lvl="2" indent="-406400" algn="l">
              <a:lnSpc>
                <a:spcPct val="115000"/>
              </a:lnSpc>
              <a:spcBef>
                <a:spcPts val="0"/>
              </a:spcBef>
              <a:spcAft>
                <a:spcPts val="0"/>
              </a:spcAft>
              <a:buSzPts val="1200"/>
              <a:buChar char="■"/>
              <a:defRPr sz="1600"/>
            </a:lvl3pPr>
            <a:lvl4pPr marL="2438400" lvl="3" indent="-406400" algn="l">
              <a:lnSpc>
                <a:spcPct val="115000"/>
              </a:lnSpc>
              <a:spcBef>
                <a:spcPts val="0"/>
              </a:spcBef>
              <a:spcAft>
                <a:spcPts val="0"/>
              </a:spcAft>
              <a:buSzPts val="1200"/>
              <a:buChar char="●"/>
              <a:defRPr sz="1600"/>
            </a:lvl4pPr>
            <a:lvl5pPr marL="3048000" lvl="4" indent="-406400" algn="l">
              <a:lnSpc>
                <a:spcPct val="115000"/>
              </a:lnSpc>
              <a:spcBef>
                <a:spcPts val="0"/>
              </a:spcBef>
              <a:spcAft>
                <a:spcPts val="0"/>
              </a:spcAft>
              <a:buSzPts val="1200"/>
              <a:buChar char="○"/>
              <a:defRPr sz="1600"/>
            </a:lvl5pPr>
            <a:lvl6pPr marL="3657600" lvl="5" indent="-406400" algn="l">
              <a:lnSpc>
                <a:spcPct val="115000"/>
              </a:lnSpc>
              <a:spcBef>
                <a:spcPts val="0"/>
              </a:spcBef>
              <a:spcAft>
                <a:spcPts val="0"/>
              </a:spcAft>
              <a:buSzPts val="1200"/>
              <a:buChar char="■"/>
              <a:defRPr sz="1600"/>
            </a:lvl6pPr>
            <a:lvl7pPr marL="4267200" lvl="6" indent="-406400" algn="l">
              <a:lnSpc>
                <a:spcPct val="115000"/>
              </a:lnSpc>
              <a:spcBef>
                <a:spcPts val="0"/>
              </a:spcBef>
              <a:spcAft>
                <a:spcPts val="0"/>
              </a:spcAft>
              <a:buSzPts val="1200"/>
              <a:buChar char="●"/>
              <a:defRPr sz="1600"/>
            </a:lvl7pPr>
            <a:lvl8pPr marL="4876800" lvl="7" indent="-406400" algn="l">
              <a:lnSpc>
                <a:spcPct val="115000"/>
              </a:lnSpc>
              <a:spcBef>
                <a:spcPts val="0"/>
              </a:spcBef>
              <a:spcAft>
                <a:spcPts val="0"/>
              </a:spcAft>
              <a:buSzPts val="1200"/>
              <a:buChar char="○"/>
              <a:defRPr sz="1600"/>
            </a:lvl8pPr>
            <a:lvl9pPr marL="5486400" lvl="8" indent="-406400" algn="l">
              <a:lnSpc>
                <a:spcPct val="115000"/>
              </a:lnSpc>
              <a:spcBef>
                <a:spcPts val="0"/>
              </a:spcBef>
              <a:spcAft>
                <a:spcPts val="0"/>
              </a:spcAft>
              <a:buSzPts val="1200"/>
              <a:buChar char="■"/>
              <a:defRPr sz="1600"/>
            </a:lvl9pPr>
          </a:lstStyle>
          <a:p>
            <a:endParaRPr/>
          </a:p>
        </p:txBody>
      </p:sp>
      <p:sp>
        <p:nvSpPr>
          <p:cNvPr id="28" name="Google Shape;28;p36"/>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rmAutofit/>
          </a:bodyPr>
          <a:lstStyle>
            <a:lvl1pPr marL="609600" lvl="0" indent="-423545" algn="l">
              <a:lnSpc>
                <a:spcPct val="115000"/>
              </a:lnSpc>
              <a:spcBef>
                <a:spcPts val="0"/>
              </a:spcBef>
              <a:spcAft>
                <a:spcPts val="0"/>
              </a:spcAft>
              <a:buSzPts val="1400"/>
              <a:buChar char="●"/>
              <a:defRPr sz="1865"/>
            </a:lvl1pPr>
            <a:lvl2pPr marL="1219200" lvl="1" indent="-406400" algn="l">
              <a:lnSpc>
                <a:spcPct val="115000"/>
              </a:lnSpc>
              <a:spcBef>
                <a:spcPts val="0"/>
              </a:spcBef>
              <a:spcAft>
                <a:spcPts val="0"/>
              </a:spcAft>
              <a:buSzPts val="1200"/>
              <a:buChar char="○"/>
              <a:defRPr sz="1600"/>
            </a:lvl2pPr>
            <a:lvl3pPr marL="1828800" lvl="2" indent="-406400" algn="l">
              <a:lnSpc>
                <a:spcPct val="115000"/>
              </a:lnSpc>
              <a:spcBef>
                <a:spcPts val="0"/>
              </a:spcBef>
              <a:spcAft>
                <a:spcPts val="0"/>
              </a:spcAft>
              <a:buSzPts val="1200"/>
              <a:buChar char="■"/>
              <a:defRPr sz="1600"/>
            </a:lvl3pPr>
            <a:lvl4pPr marL="2438400" lvl="3" indent="-406400" algn="l">
              <a:lnSpc>
                <a:spcPct val="115000"/>
              </a:lnSpc>
              <a:spcBef>
                <a:spcPts val="0"/>
              </a:spcBef>
              <a:spcAft>
                <a:spcPts val="0"/>
              </a:spcAft>
              <a:buSzPts val="1200"/>
              <a:buChar char="●"/>
              <a:defRPr sz="1600"/>
            </a:lvl4pPr>
            <a:lvl5pPr marL="3048000" lvl="4" indent="-406400" algn="l">
              <a:lnSpc>
                <a:spcPct val="115000"/>
              </a:lnSpc>
              <a:spcBef>
                <a:spcPts val="0"/>
              </a:spcBef>
              <a:spcAft>
                <a:spcPts val="0"/>
              </a:spcAft>
              <a:buSzPts val="1200"/>
              <a:buChar char="○"/>
              <a:defRPr sz="1600"/>
            </a:lvl5pPr>
            <a:lvl6pPr marL="3657600" lvl="5" indent="-406400" algn="l">
              <a:lnSpc>
                <a:spcPct val="115000"/>
              </a:lnSpc>
              <a:spcBef>
                <a:spcPts val="0"/>
              </a:spcBef>
              <a:spcAft>
                <a:spcPts val="0"/>
              </a:spcAft>
              <a:buSzPts val="1200"/>
              <a:buChar char="■"/>
              <a:defRPr sz="1600"/>
            </a:lvl6pPr>
            <a:lvl7pPr marL="4267200" lvl="6" indent="-406400" algn="l">
              <a:lnSpc>
                <a:spcPct val="115000"/>
              </a:lnSpc>
              <a:spcBef>
                <a:spcPts val="0"/>
              </a:spcBef>
              <a:spcAft>
                <a:spcPts val="0"/>
              </a:spcAft>
              <a:buSzPts val="1200"/>
              <a:buChar char="●"/>
              <a:defRPr sz="1600"/>
            </a:lvl7pPr>
            <a:lvl8pPr marL="4876800" lvl="7" indent="-406400" algn="l">
              <a:lnSpc>
                <a:spcPct val="115000"/>
              </a:lnSpc>
              <a:spcBef>
                <a:spcPts val="0"/>
              </a:spcBef>
              <a:spcAft>
                <a:spcPts val="0"/>
              </a:spcAft>
              <a:buSzPts val="1200"/>
              <a:buChar char="○"/>
              <a:defRPr sz="1600"/>
            </a:lvl8pPr>
            <a:lvl9pPr marL="5486400" lvl="8" indent="-406400" algn="l">
              <a:lnSpc>
                <a:spcPct val="115000"/>
              </a:lnSpc>
              <a:spcBef>
                <a:spcPts val="0"/>
              </a:spcBef>
              <a:spcAft>
                <a:spcPts val="0"/>
              </a:spcAft>
              <a:buSzPts val="1200"/>
              <a:buChar char="■"/>
              <a:defRPr sz="1600"/>
            </a:lvl9pPr>
          </a:lstStyle>
          <a:p>
            <a:endParaRPr/>
          </a:p>
        </p:txBody>
      </p:sp>
      <p:sp>
        <p:nvSpPr>
          <p:cNvPr id="29" name="Google Shape;29;p3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37"/>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32" name="Google Shape;32;p37"/>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rmAutofit/>
          </a:bodyPr>
          <a:lstStyle>
            <a:lvl1pPr marL="609600" lvl="0" indent="-406400" algn="l">
              <a:lnSpc>
                <a:spcPct val="115000"/>
              </a:lnSpc>
              <a:spcBef>
                <a:spcPts val="0"/>
              </a:spcBef>
              <a:spcAft>
                <a:spcPts val="0"/>
              </a:spcAft>
              <a:buSzPts val="1200"/>
              <a:buChar char="●"/>
              <a:defRPr sz="1600"/>
            </a:lvl1pPr>
            <a:lvl2pPr marL="1219200" lvl="1" indent="-406400" algn="l">
              <a:lnSpc>
                <a:spcPct val="115000"/>
              </a:lnSpc>
              <a:spcBef>
                <a:spcPts val="0"/>
              </a:spcBef>
              <a:spcAft>
                <a:spcPts val="0"/>
              </a:spcAft>
              <a:buSzPts val="1200"/>
              <a:buChar char="○"/>
              <a:defRPr sz="1600"/>
            </a:lvl2pPr>
            <a:lvl3pPr marL="1828800" lvl="2" indent="-406400" algn="l">
              <a:lnSpc>
                <a:spcPct val="115000"/>
              </a:lnSpc>
              <a:spcBef>
                <a:spcPts val="0"/>
              </a:spcBef>
              <a:spcAft>
                <a:spcPts val="0"/>
              </a:spcAft>
              <a:buSzPts val="1200"/>
              <a:buChar char="■"/>
              <a:defRPr sz="1600"/>
            </a:lvl3pPr>
            <a:lvl4pPr marL="2438400" lvl="3" indent="-406400" algn="l">
              <a:lnSpc>
                <a:spcPct val="115000"/>
              </a:lnSpc>
              <a:spcBef>
                <a:spcPts val="0"/>
              </a:spcBef>
              <a:spcAft>
                <a:spcPts val="0"/>
              </a:spcAft>
              <a:buSzPts val="1200"/>
              <a:buChar char="●"/>
              <a:defRPr sz="1600"/>
            </a:lvl4pPr>
            <a:lvl5pPr marL="3048000" lvl="4" indent="-406400" algn="l">
              <a:lnSpc>
                <a:spcPct val="115000"/>
              </a:lnSpc>
              <a:spcBef>
                <a:spcPts val="0"/>
              </a:spcBef>
              <a:spcAft>
                <a:spcPts val="0"/>
              </a:spcAft>
              <a:buSzPts val="1200"/>
              <a:buChar char="○"/>
              <a:defRPr sz="1600"/>
            </a:lvl5pPr>
            <a:lvl6pPr marL="3657600" lvl="5" indent="-406400" algn="l">
              <a:lnSpc>
                <a:spcPct val="115000"/>
              </a:lnSpc>
              <a:spcBef>
                <a:spcPts val="0"/>
              </a:spcBef>
              <a:spcAft>
                <a:spcPts val="0"/>
              </a:spcAft>
              <a:buSzPts val="1200"/>
              <a:buChar char="■"/>
              <a:defRPr sz="1600"/>
            </a:lvl6pPr>
            <a:lvl7pPr marL="4267200" lvl="6" indent="-406400" algn="l">
              <a:lnSpc>
                <a:spcPct val="115000"/>
              </a:lnSpc>
              <a:spcBef>
                <a:spcPts val="0"/>
              </a:spcBef>
              <a:spcAft>
                <a:spcPts val="0"/>
              </a:spcAft>
              <a:buSzPts val="1200"/>
              <a:buChar char="●"/>
              <a:defRPr sz="1600"/>
            </a:lvl7pPr>
            <a:lvl8pPr marL="4876800" lvl="7" indent="-406400" algn="l">
              <a:lnSpc>
                <a:spcPct val="115000"/>
              </a:lnSpc>
              <a:spcBef>
                <a:spcPts val="0"/>
              </a:spcBef>
              <a:spcAft>
                <a:spcPts val="0"/>
              </a:spcAft>
              <a:buSzPts val="1200"/>
              <a:buChar char="○"/>
              <a:defRPr sz="1600"/>
            </a:lvl8pPr>
            <a:lvl9pPr marL="5486400" lvl="8" indent="-406400" algn="l">
              <a:lnSpc>
                <a:spcPct val="115000"/>
              </a:lnSpc>
              <a:spcBef>
                <a:spcPts val="0"/>
              </a:spcBef>
              <a:spcAft>
                <a:spcPts val="0"/>
              </a:spcAft>
              <a:buSzPts val="1200"/>
              <a:buChar char="■"/>
              <a:defRPr sz="1600"/>
            </a:lvl9pPr>
          </a:lstStyle>
          <a:p>
            <a:endParaRPr/>
          </a:p>
        </p:txBody>
      </p:sp>
      <p:sp>
        <p:nvSpPr>
          <p:cNvPr id="33" name="Google Shape;33;p3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38"/>
          <p:cNvSpPr txBox="1">
            <a:spLocks noGrp="1"/>
          </p:cNvSpPr>
          <p:nvPr>
            <p:ph type="title"/>
          </p:nvPr>
        </p:nvSpPr>
        <p:spPr>
          <a:xfrm>
            <a:off x="653667" y="600200"/>
            <a:ext cx="8490400" cy="54544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a:endParaRPr/>
          </a:p>
        </p:txBody>
      </p:sp>
      <p:sp>
        <p:nvSpPr>
          <p:cNvPr id="36" name="Google Shape;36;p3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3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 name="Google Shape;39;p39"/>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40" name="Google Shape;40;p39"/>
          <p:cNvSpPr txBox="1">
            <a:spLocks noGrp="1"/>
          </p:cNvSpPr>
          <p:nvPr>
            <p:ph type="subTitle" idx="1"/>
          </p:nvPr>
        </p:nvSpPr>
        <p:spPr>
          <a:xfrm>
            <a:off x="354000" y="3737433"/>
            <a:ext cx="5393600" cy="16468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1" name="Google Shape;41;p39"/>
          <p:cNvSpPr txBox="1">
            <a:spLocks noGrp="1"/>
          </p:cNvSpPr>
          <p:nvPr>
            <p:ph type="body" idx="2"/>
          </p:nvPr>
        </p:nvSpPr>
        <p:spPr>
          <a:xfrm>
            <a:off x="6586000" y="965433"/>
            <a:ext cx="5116000" cy="4926800"/>
          </a:xfrm>
          <a:prstGeom prst="rect">
            <a:avLst/>
          </a:prstGeom>
          <a:noFill/>
          <a:ln>
            <a:noFill/>
          </a:ln>
        </p:spPr>
        <p:txBody>
          <a:bodyPr spcFirstLastPara="1" wrap="square" lIns="91425" tIns="91425" rIns="91425" bIns="91425" anchor="ctr" anchorCtr="0">
            <a:normAutofit/>
          </a:bodyPr>
          <a:lstStyle>
            <a:lvl1pPr marL="609600" lvl="0" indent="-457200" algn="l">
              <a:lnSpc>
                <a:spcPct val="115000"/>
              </a:lnSpc>
              <a:spcBef>
                <a:spcPts val="0"/>
              </a:spcBef>
              <a:spcAft>
                <a:spcPts val="0"/>
              </a:spcAft>
              <a:buSzPts val="1800"/>
              <a:buChar char="●"/>
              <a:defRPr/>
            </a:lvl1pPr>
            <a:lvl2pPr marL="1219200" lvl="1" indent="-423545" algn="l">
              <a:lnSpc>
                <a:spcPct val="115000"/>
              </a:lnSpc>
              <a:spcBef>
                <a:spcPts val="0"/>
              </a:spcBef>
              <a:spcAft>
                <a:spcPts val="0"/>
              </a:spcAft>
              <a:buSzPts val="1400"/>
              <a:buChar char="○"/>
              <a:defRPr/>
            </a:lvl2pPr>
            <a:lvl3pPr marL="1828800" lvl="2" indent="-423545" algn="l">
              <a:lnSpc>
                <a:spcPct val="115000"/>
              </a:lnSpc>
              <a:spcBef>
                <a:spcPts val="0"/>
              </a:spcBef>
              <a:spcAft>
                <a:spcPts val="0"/>
              </a:spcAft>
              <a:buSzPts val="1400"/>
              <a:buChar char="■"/>
              <a:defRPr/>
            </a:lvl3pPr>
            <a:lvl4pPr marL="2438400" lvl="3" indent="-423545" algn="l">
              <a:lnSpc>
                <a:spcPct val="115000"/>
              </a:lnSpc>
              <a:spcBef>
                <a:spcPts val="0"/>
              </a:spcBef>
              <a:spcAft>
                <a:spcPts val="0"/>
              </a:spcAft>
              <a:buSzPts val="1400"/>
              <a:buChar char="●"/>
              <a:defRPr/>
            </a:lvl4pPr>
            <a:lvl5pPr marL="3048000" lvl="4" indent="-423545" algn="l">
              <a:lnSpc>
                <a:spcPct val="115000"/>
              </a:lnSpc>
              <a:spcBef>
                <a:spcPts val="0"/>
              </a:spcBef>
              <a:spcAft>
                <a:spcPts val="0"/>
              </a:spcAft>
              <a:buSzPts val="1400"/>
              <a:buChar char="○"/>
              <a:defRPr/>
            </a:lvl5pPr>
            <a:lvl6pPr marL="3657600" lvl="5" indent="-423545" algn="l">
              <a:lnSpc>
                <a:spcPct val="115000"/>
              </a:lnSpc>
              <a:spcBef>
                <a:spcPts val="0"/>
              </a:spcBef>
              <a:spcAft>
                <a:spcPts val="0"/>
              </a:spcAft>
              <a:buSzPts val="1400"/>
              <a:buChar char="■"/>
              <a:defRPr/>
            </a:lvl6pPr>
            <a:lvl7pPr marL="4267200" lvl="6" indent="-423545" algn="l">
              <a:lnSpc>
                <a:spcPct val="115000"/>
              </a:lnSpc>
              <a:spcBef>
                <a:spcPts val="0"/>
              </a:spcBef>
              <a:spcAft>
                <a:spcPts val="0"/>
              </a:spcAft>
              <a:buSzPts val="1400"/>
              <a:buChar char="●"/>
              <a:defRPr/>
            </a:lvl7pPr>
            <a:lvl8pPr marL="4876800" lvl="7" indent="-423545" algn="l">
              <a:lnSpc>
                <a:spcPct val="115000"/>
              </a:lnSpc>
              <a:spcBef>
                <a:spcPts val="0"/>
              </a:spcBef>
              <a:spcAft>
                <a:spcPts val="0"/>
              </a:spcAft>
              <a:buSzPts val="1400"/>
              <a:buChar char="○"/>
              <a:defRPr/>
            </a:lvl8pPr>
            <a:lvl9pPr marL="5486400" lvl="8" indent="-423545" algn="l">
              <a:lnSpc>
                <a:spcPct val="115000"/>
              </a:lnSpc>
              <a:spcBef>
                <a:spcPts val="0"/>
              </a:spcBef>
              <a:spcAft>
                <a:spcPts val="0"/>
              </a:spcAft>
              <a:buSzPts val="1400"/>
              <a:buChar char="■"/>
              <a:defRPr/>
            </a:lvl9pPr>
          </a:lstStyle>
          <a:p>
            <a:endParaRPr/>
          </a:p>
        </p:txBody>
      </p:sp>
      <p:sp>
        <p:nvSpPr>
          <p:cNvPr id="42" name="Google Shape;42;p3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40"/>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rmAutofit/>
          </a:bodyPr>
          <a:lstStyle>
            <a:lvl1pPr marL="609600" lvl="0" indent="-304800" algn="l">
              <a:lnSpc>
                <a:spcPct val="100000"/>
              </a:lnSpc>
              <a:spcBef>
                <a:spcPts val="0"/>
              </a:spcBef>
              <a:spcAft>
                <a:spcPts val="0"/>
              </a:spcAft>
              <a:buSzPts val="1800"/>
              <a:buNone/>
              <a:defRPr/>
            </a:lvl1pPr>
          </a:lstStyle>
          <a:p>
            <a:endParaRPr/>
          </a:p>
        </p:txBody>
      </p:sp>
      <p:sp>
        <p:nvSpPr>
          <p:cNvPr id="45" name="Google Shape;45;p4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41"/>
          <p:cNvSpPr txBox="1">
            <a:spLocks noGrp="1"/>
          </p:cNvSpPr>
          <p:nvPr>
            <p:ph type="title" hasCustomPrompt="1"/>
          </p:nvPr>
        </p:nvSpPr>
        <p:spPr>
          <a:xfrm>
            <a:off x="415600" y="1474833"/>
            <a:ext cx="11360800" cy="2618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a:r>
              <a:t>xx%</a:t>
            </a:r>
          </a:p>
        </p:txBody>
      </p:sp>
      <p:sp>
        <p:nvSpPr>
          <p:cNvPr id="48" name="Google Shape;48;p41"/>
          <p:cNvSpPr txBox="1">
            <a:spLocks noGrp="1"/>
          </p:cNvSpPr>
          <p:nvPr>
            <p:ph type="body" idx="1"/>
          </p:nvPr>
        </p:nvSpPr>
        <p:spPr>
          <a:xfrm>
            <a:off x="415600" y="4202967"/>
            <a:ext cx="11360800" cy="1734400"/>
          </a:xfrm>
          <a:prstGeom prst="rect">
            <a:avLst/>
          </a:prstGeom>
          <a:noFill/>
          <a:ln>
            <a:noFill/>
          </a:ln>
        </p:spPr>
        <p:txBody>
          <a:bodyPr spcFirstLastPara="1" wrap="square" lIns="91425" tIns="91425" rIns="91425" bIns="91425" anchor="t" anchorCtr="0">
            <a:normAutofit/>
          </a:bodyPr>
          <a:lstStyle>
            <a:lvl1pPr marL="609600" lvl="0" indent="-457200" algn="ctr">
              <a:lnSpc>
                <a:spcPct val="115000"/>
              </a:lnSpc>
              <a:spcBef>
                <a:spcPts val="0"/>
              </a:spcBef>
              <a:spcAft>
                <a:spcPts val="0"/>
              </a:spcAft>
              <a:buSzPts val="1800"/>
              <a:buChar char="●"/>
              <a:defRPr/>
            </a:lvl1pPr>
            <a:lvl2pPr marL="1219200" lvl="1" indent="-423545" algn="ctr">
              <a:lnSpc>
                <a:spcPct val="115000"/>
              </a:lnSpc>
              <a:spcBef>
                <a:spcPts val="0"/>
              </a:spcBef>
              <a:spcAft>
                <a:spcPts val="0"/>
              </a:spcAft>
              <a:buSzPts val="1400"/>
              <a:buChar char="○"/>
              <a:defRPr/>
            </a:lvl2pPr>
            <a:lvl3pPr marL="1828800" lvl="2" indent="-423545" algn="ctr">
              <a:lnSpc>
                <a:spcPct val="115000"/>
              </a:lnSpc>
              <a:spcBef>
                <a:spcPts val="0"/>
              </a:spcBef>
              <a:spcAft>
                <a:spcPts val="0"/>
              </a:spcAft>
              <a:buSzPts val="1400"/>
              <a:buChar char="■"/>
              <a:defRPr/>
            </a:lvl3pPr>
            <a:lvl4pPr marL="2438400" lvl="3" indent="-423545" algn="ctr">
              <a:lnSpc>
                <a:spcPct val="115000"/>
              </a:lnSpc>
              <a:spcBef>
                <a:spcPts val="0"/>
              </a:spcBef>
              <a:spcAft>
                <a:spcPts val="0"/>
              </a:spcAft>
              <a:buSzPts val="1400"/>
              <a:buChar char="●"/>
              <a:defRPr/>
            </a:lvl4pPr>
            <a:lvl5pPr marL="3048000" lvl="4" indent="-423545" algn="ctr">
              <a:lnSpc>
                <a:spcPct val="115000"/>
              </a:lnSpc>
              <a:spcBef>
                <a:spcPts val="0"/>
              </a:spcBef>
              <a:spcAft>
                <a:spcPts val="0"/>
              </a:spcAft>
              <a:buSzPts val="1400"/>
              <a:buChar char="○"/>
              <a:defRPr/>
            </a:lvl5pPr>
            <a:lvl6pPr marL="3657600" lvl="5" indent="-423545" algn="ctr">
              <a:lnSpc>
                <a:spcPct val="115000"/>
              </a:lnSpc>
              <a:spcBef>
                <a:spcPts val="0"/>
              </a:spcBef>
              <a:spcAft>
                <a:spcPts val="0"/>
              </a:spcAft>
              <a:buSzPts val="1400"/>
              <a:buChar char="■"/>
              <a:defRPr/>
            </a:lvl6pPr>
            <a:lvl7pPr marL="4267200" lvl="6" indent="-423545" algn="ctr">
              <a:lnSpc>
                <a:spcPct val="115000"/>
              </a:lnSpc>
              <a:spcBef>
                <a:spcPts val="0"/>
              </a:spcBef>
              <a:spcAft>
                <a:spcPts val="0"/>
              </a:spcAft>
              <a:buSzPts val="1400"/>
              <a:buChar char="●"/>
              <a:defRPr/>
            </a:lvl7pPr>
            <a:lvl8pPr marL="4876800" lvl="7" indent="-423545" algn="ctr">
              <a:lnSpc>
                <a:spcPct val="115000"/>
              </a:lnSpc>
              <a:spcBef>
                <a:spcPts val="0"/>
              </a:spcBef>
              <a:spcAft>
                <a:spcPts val="0"/>
              </a:spcAft>
              <a:buSzPts val="1400"/>
              <a:buChar char="○"/>
              <a:defRPr/>
            </a:lvl8pPr>
            <a:lvl9pPr marL="5486400" lvl="8" indent="-423545" algn="ctr">
              <a:lnSpc>
                <a:spcPct val="115000"/>
              </a:lnSpc>
              <a:spcBef>
                <a:spcPts val="0"/>
              </a:spcBef>
              <a:spcAft>
                <a:spcPts val="0"/>
              </a:spcAft>
              <a:buSzPts val="1400"/>
              <a:buChar char="■"/>
              <a:defRPr/>
            </a:lvl9pPr>
          </a:lstStyle>
          <a:p>
            <a:endParaRPr/>
          </a:p>
        </p:txBody>
      </p:sp>
      <p:sp>
        <p:nvSpPr>
          <p:cNvPr id="49" name="Google Shape;49;p4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50"/>
        <p:cNvGrpSpPr/>
        <p:nvPr/>
      </p:nvGrpSpPr>
      <p:grpSpPr>
        <a:xfrm>
          <a:off x="0" y="0"/>
          <a:ext cx="0" cy="0"/>
          <a:chOff x="0" y="0"/>
          <a:chExt cx="0" cy="0"/>
        </a:xfrm>
      </p:grpSpPr>
      <p:sp>
        <p:nvSpPr>
          <p:cNvPr id="51" name="Google Shape;51;p4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4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600" lvl="0" indent="-457200" algn="l">
              <a:lnSpc>
                <a:spcPct val="115000"/>
              </a:lnSpc>
              <a:spcBef>
                <a:spcPts val="0"/>
              </a:spcBef>
              <a:spcAft>
                <a:spcPts val="0"/>
              </a:spcAft>
              <a:buSzPts val="1800"/>
              <a:buChar char="●"/>
              <a:defRPr/>
            </a:lvl1pPr>
            <a:lvl2pPr marL="1219200" lvl="1" indent="-423545" algn="l">
              <a:lnSpc>
                <a:spcPct val="115000"/>
              </a:lnSpc>
              <a:spcBef>
                <a:spcPts val="0"/>
              </a:spcBef>
              <a:spcAft>
                <a:spcPts val="0"/>
              </a:spcAft>
              <a:buSzPts val="1400"/>
              <a:buChar char="○"/>
              <a:defRPr/>
            </a:lvl2pPr>
            <a:lvl3pPr marL="1828800" lvl="2" indent="-423545" algn="l">
              <a:lnSpc>
                <a:spcPct val="115000"/>
              </a:lnSpc>
              <a:spcBef>
                <a:spcPts val="0"/>
              </a:spcBef>
              <a:spcAft>
                <a:spcPts val="0"/>
              </a:spcAft>
              <a:buSzPts val="1400"/>
              <a:buChar char="■"/>
              <a:defRPr/>
            </a:lvl3pPr>
            <a:lvl4pPr marL="2438400" lvl="3" indent="-423545" algn="l">
              <a:lnSpc>
                <a:spcPct val="115000"/>
              </a:lnSpc>
              <a:spcBef>
                <a:spcPts val="0"/>
              </a:spcBef>
              <a:spcAft>
                <a:spcPts val="0"/>
              </a:spcAft>
              <a:buSzPts val="1400"/>
              <a:buChar char="●"/>
              <a:defRPr/>
            </a:lvl4pPr>
            <a:lvl5pPr marL="3048000" lvl="4" indent="-423545" algn="l">
              <a:lnSpc>
                <a:spcPct val="115000"/>
              </a:lnSpc>
              <a:spcBef>
                <a:spcPts val="0"/>
              </a:spcBef>
              <a:spcAft>
                <a:spcPts val="0"/>
              </a:spcAft>
              <a:buSzPts val="1400"/>
              <a:buChar char="○"/>
              <a:defRPr/>
            </a:lvl5pPr>
            <a:lvl6pPr marL="3657600" lvl="5" indent="-423545" algn="l">
              <a:lnSpc>
                <a:spcPct val="115000"/>
              </a:lnSpc>
              <a:spcBef>
                <a:spcPts val="0"/>
              </a:spcBef>
              <a:spcAft>
                <a:spcPts val="0"/>
              </a:spcAft>
              <a:buSzPts val="1400"/>
              <a:buChar char="■"/>
              <a:defRPr/>
            </a:lvl6pPr>
            <a:lvl7pPr marL="4267200" lvl="6" indent="-423545" algn="l">
              <a:lnSpc>
                <a:spcPct val="115000"/>
              </a:lnSpc>
              <a:spcBef>
                <a:spcPts val="0"/>
              </a:spcBef>
              <a:spcAft>
                <a:spcPts val="0"/>
              </a:spcAft>
              <a:buSzPts val="1400"/>
              <a:buChar char="●"/>
              <a:defRPr/>
            </a:lvl7pPr>
            <a:lvl8pPr marL="4876800" lvl="7" indent="-423545" algn="l">
              <a:lnSpc>
                <a:spcPct val="115000"/>
              </a:lnSpc>
              <a:spcBef>
                <a:spcPts val="0"/>
              </a:spcBef>
              <a:spcAft>
                <a:spcPts val="0"/>
              </a:spcAft>
              <a:buSzPts val="1400"/>
              <a:buChar char="○"/>
              <a:defRPr/>
            </a:lvl8pPr>
            <a:lvl9pPr marL="5486400" lvl="8" indent="-423545" algn="l">
              <a:lnSpc>
                <a:spcPct val="115000"/>
              </a:lnSpc>
              <a:spcBef>
                <a:spcPts val="0"/>
              </a:spcBef>
              <a:spcAft>
                <a:spcPts val="0"/>
              </a:spcAft>
              <a:buSzPts val="1400"/>
              <a:buChar char="■"/>
              <a:defRPr/>
            </a:lvl9pPr>
          </a:lstStyle>
          <a:p>
            <a:endParaRPr/>
          </a:p>
        </p:txBody>
      </p:sp>
      <p:sp>
        <p:nvSpPr>
          <p:cNvPr id="53" name="Google Shape;53;p42"/>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54" name="Google Shape;54;p42"/>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55" name="Google Shape;55;p4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8FF3EB-24CD-464C-3E93-6F5905A6D7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47F6978-3879-8BB5-3F29-B744ACB7173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59C438F-9BE9-DFB2-D8E2-DBE7F4D90775}"/>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1642943-F587-5EF2-FC89-B797BE5F57DE}"/>
              </a:ext>
            </a:extLst>
          </p:cNvPr>
          <p:cNvSpPr>
            <a:spLocks noGrp="1"/>
          </p:cNvSpPr>
          <p:nvPr>
            <p:ph type="dt" sz="half" idx="10"/>
          </p:nvPr>
        </p:nvSpPr>
        <p:spPr/>
        <p:txBody>
          <a:bodyPr/>
          <a:lstStyle/>
          <a:p>
            <a:fld id="{AC8A7493-8184-4A58-A172-BDD3F61ADC1B}" type="datetimeFigureOut">
              <a:rPr lang="fr-FR" smtClean="0"/>
              <a:t>18/12/2025</a:t>
            </a:fld>
            <a:endParaRPr lang="fr-FR"/>
          </a:p>
        </p:txBody>
      </p:sp>
      <p:sp>
        <p:nvSpPr>
          <p:cNvPr id="6" name="Espace réservé du pied de page 5">
            <a:extLst>
              <a:ext uri="{FF2B5EF4-FFF2-40B4-BE49-F238E27FC236}">
                <a16:creationId xmlns:a16="http://schemas.microsoft.com/office/drawing/2014/main" id="{DC357176-6217-C7F6-3BDE-40DB78CE76E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0AE83FC-45AE-D41D-C167-E71811E0C860}"/>
              </a:ext>
            </a:extLst>
          </p:cNvPr>
          <p:cNvSpPr>
            <a:spLocks noGrp="1"/>
          </p:cNvSpPr>
          <p:nvPr>
            <p:ph type="sldNum" sz="quarter" idx="12"/>
          </p:nvPr>
        </p:nvSpPr>
        <p:spPr/>
        <p:txBody>
          <a:bodyPr/>
          <a:lstStyle/>
          <a:p>
            <a:fld id="{F4327397-DC3C-4231-8C04-3BD481495ADB}" type="slidenum">
              <a:rPr lang="fr-FR" smtClean="0"/>
              <a:t>‹N°›</a:t>
            </a:fld>
            <a:endParaRPr lang="fr-FR"/>
          </a:p>
        </p:txBody>
      </p:sp>
    </p:spTree>
    <p:extLst>
      <p:ext uri="{BB962C8B-B14F-4D97-AF65-F5344CB8AC3E}">
        <p14:creationId xmlns:p14="http://schemas.microsoft.com/office/powerpoint/2010/main" val="4708453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9FF83F-E9F9-81D8-4C42-0C29E9C23B8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012F183-BF37-9CF3-C627-7A5F0796F8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65DE74B-1028-5225-7C2B-FB5BF4C182D6}"/>
              </a:ext>
            </a:extLst>
          </p:cNvPr>
          <p:cNvSpPr>
            <a:spLocks noGrp="1"/>
          </p:cNvSpPr>
          <p:nvPr>
            <p:ph type="dt" sz="half" idx="10"/>
          </p:nvPr>
        </p:nvSpPr>
        <p:spPr/>
        <p:txBody>
          <a:bodyPr/>
          <a:lstStyle/>
          <a:p>
            <a:fld id="{AC8A7493-8184-4A58-A172-BDD3F61ADC1B}" type="datetimeFigureOut">
              <a:rPr lang="fr-FR" smtClean="0"/>
              <a:t>18/12/2025</a:t>
            </a:fld>
            <a:endParaRPr lang="fr-FR"/>
          </a:p>
        </p:txBody>
      </p:sp>
      <p:sp>
        <p:nvSpPr>
          <p:cNvPr id="5" name="Espace réservé du pied de page 4">
            <a:extLst>
              <a:ext uri="{FF2B5EF4-FFF2-40B4-BE49-F238E27FC236}">
                <a16:creationId xmlns:a16="http://schemas.microsoft.com/office/drawing/2014/main" id="{28321B27-E2D3-EE85-89E7-5A7707682B9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63709F1-E098-533A-FA05-B6B743261D97}"/>
              </a:ext>
            </a:extLst>
          </p:cNvPr>
          <p:cNvSpPr>
            <a:spLocks noGrp="1"/>
          </p:cNvSpPr>
          <p:nvPr>
            <p:ph type="sldNum" sz="quarter" idx="12"/>
          </p:nvPr>
        </p:nvSpPr>
        <p:spPr/>
        <p:txBody>
          <a:bodyPr/>
          <a:lstStyle/>
          <a:p>
            <a:fld id="{F4327397-DC3C-4231-8C04-3BD481495ADB}" type="slidenum">
              <a:rPr lang="fr-FR" smtClean="0"/>
              <a:t>‹N°›</a:t>
            </a:fld>
            <a:endParaRPr lang="fr-FR"/>
          </a:p>
        </p:txBody>
      </p:sp>
    </p:spTree>
    <p:extLst>
      <p:ext uri="{BB962C8B-B14F-4D97-AF65-F5344CB8AC3E}">
        <p14:creationId xmlns:p14="http://schemas.microsoft.com/office/powerpoint/2010/main" val="2419370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t>12/18/2025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3735">
                <a:solidFill>
                  <a:schemeClr val="dk1"/>
                </a:solidFill>
              </a:defRPr>
            </a:lvl1pPr>
            <a:lvl2pPr lvl="1">
              <a:spcBef>
                <a:spcPts val="0"/>
              </a:spcBef>
              <a:spcAft>
                <a:spcPts val="0"/>
              </a:spcAft>
              <a:buClr>
                <a:schemeClr val="dk1"/>
              </a:buClr>
              <a:buSzPts val="2800"/>
              <a:buNone/>
              <a:defRPr sz="3735">
                <a:solidFill>
                  <a:schemeClr val="dk1"/>
                </a:solidFill>
              </a:defRPr>
            </a:lvl2pPr>
            <a:lvl3pPr lvl="2">
              <a:spcBef>
                <a:spcPts val="0"/>
              </a:spcBef>
              <a:spcAft>
                <a:spcPts val="0"/>
              </a:spcAft>
              <a:buClr>
                <a:schemeClr val="dk1"/>
              </a:buClr>
              <a:buSzPts val="2800"/>
              <a:buNone/>
              <a:defRPr sz="3735">
                <a:solidFill>
                  <a:schemeClr val="dk1"/>
                </a:solidFill>
              </a:defRPr>
            </a:lvl3pPr>
            <a:lvl4pPr lvl="3">
              <a:spcBef>
                <a:spcPts val="0"/>
              </a:spcBef>
              <a:spcAft>
                <a:spcPts val="0"/>
              </a:spcAft>
              <a:buClr>
                <a:schemeClr val="dk1"/>
              </a:buClr>
              <a:buSzPts val="2800"/>
              <a:buNone/>
              <a:defRPr sz="3735">
                <a:solidFill>
                  <a:schemeClr val="dk1"/>
                </a:solidFill>
              </a:defRPr>
            </a:lvl4pPr>
            <a:lvl5pPr lvl="4">
              <a:spcBef>
                <a:spcPts val="0"/>
              </a:spcBef>
              <a:spcAft>
                <a:spcPts val="0"/>
              </a:spcAft>
              <a:buClr>
                <a:schemeClr val="dk1"/>
              </a:buClr>
              <a:buSzPts val="2800"/>
              <a:buNone/>
              <a:defRPr sz="3735">
                <a:solidFill>
                  <a:schemeClr val="dk1"/>
                </a:solidFill>
              </a:defRPr>
            </a:lvl5pPr>
            <a:lvl6pPr lvl="5">
              <a:spcBef>
                <a:spcPts val="0"/>
              </a:spcBef>
              <a:spcAft>
                <a:spcPts val="0"/>
              </a:spcAft>
              <a:buClr>
                <a:schemeClr val="dk1"/>
              </a:buClr>
              <a:buSzPts val="2800"/>
              <a:buNone/>
              <a:defRPr sz="3735">
                <a:solidFill>
                  <a:schemeClr val="dk1"/>
                </a:solidFill>
              </a:defRPr>
            </a:lvl6pPr>
            <a:lvl7pPr lvl="6">
              <a:spcBef>
                <a:spcPts val="0"/>
              </a:spcBef>
              <a:spcAft>
                <a:spcPts val="0"/>
              </a:spcAft>
              <a:buClr>
                <a:schemeClr val="dk1"/>
              </a:buClr>
              <a:buSzPts val="2800"/>
              <a:buNone/>
              <a:defRPr sz="3735">
                <a:solidFill>
                  <a:schemeClr val="dk1"/>
                </a:solidFill>
              </a:defRPr>
            </a:lvl7pPr>
            <a:lvl8pPr lvl="7">
              <a:spcBef>
                <a:spcPts val="0"/>
              </a:spcBef>
              <a:spcAft>
                <a:spcPts val="0"/>
              </a:spcAft>
              <a:buClr>
                <a:schemeClr val="dk1"/>
              </a:buClr>
              <a:buSzPts val="2800"/>
              <a:buNone/>
              <a:defRPr sz="3735">
                <a:solidFill>
                  <a:schemeClr val="dk1"/>
                </a:solidFill>
              </a:defRPr>
            </a:lvl8pPr>
            <a:lvl9pPr lvl="8">
              <a:spcBef>
                <a:spcPts val="0"/>
              </a:spcBef>
              <a:spcAft>
                <a:spcPts val="0"/>
              </a:spcAft>
              <a:buClr>
                <a:schemeClr val="dk1"/>
              </a:buClr>
              <a:buSzPts val="2800"/>
              <a:buNone/>
              <a:defRPr sz="3735">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600" lvl="0" indent="-457200">
              <a:lnSpc>
                <a:spcPct val="115000"/>
              </a:lnSpc>
              <a:spcBef>
                <a:spcPts val="0"/>
              </a:spcBef>
              <a:spcAft>
                <a:spcPts val="0"/>
              </a:spcAft>
              <a:buClr>
                <a:schemeClr val="dk2"/>
              </a:buClr>
              <a:buSzPts val="1800"/>
              <a:buChar char="●"/>
              <a:defRPr sz="2400">
                <a:solidFill>
                  <a:schemeClr val="dk2"/>
                </a:solidFill>
              </a:defRPr>
            </a:lvl1pPr>
            <a:lvl2pPr marL="1219200" lvl="1" indent="-423545">
              <a:lnSpc>
                <a:spcPct val="115000"/>
              </a:lnSpc>
              <a:spcBef>
                <a:spcPts val="0"/>
              </a:spcBef>
              <a:spcAft>
                <a:spcPts val="0"/>
              </a:spcAft>
              <a:buClr>
                <a:schemeClr val="dk2"/>
              </a:buClr>
              <a:buSzPts val="1400"/>
              <a:buChar char="○"/>
              <a:defRPr>
                <a:solidFill>
                  <a:schemeClr val="dk2"/>
                </a:solidFill>
              </a:defRPr>
            </a:lvl2pPr>
            <a:lvl3pPr marL="1828800" lvl="2" indent="-423545">
              <a:lnSpc>
                <a:spcPct val="115000"/>
              </a:lnSpc>
              <a:spcBef>
                <a:spcPts val="0"/>
              </a:spcBef>
              <a:spcAft>
                <a:spcPts val="0"/>
              </a:spcAft>
              <a:buClr>
                <a:schemeClr val="dk2"/>
              </a:buClr>
              <a:buSzPts val="1400"/>
              <a:buChar char="■"/>
              <a:defRPr>
                <a:solidFill>
                  <a:schemeClr val="dk2"/>
                </a:solidFill>
              </a:defRPr>
            </a:lvl3pPr>
            <a:lvl4pPr marL="2438400" lvl="3" indent="-423545">
              <a:lnSpc>
                <a:spcPct val="115000"/>
              </a:lnSpc>
              <a:spcBef>
                <a:spcPts val="0"/>
              </a:spcBef>
              <a:spcAft>
                <a:spcPts val="0"/>
              </a:spcAft>
              <a:buClr>
                <a:schemeClr val="dk2"/>
              </a:buClr>
              <a:buSzPts val="1400"/>
              <a:buChar char="●"/>
              <a:defRPr>
                <a:solidFill>
                  <a:schemeClr val="dk2"/>
                </a:solidFill>
              </a:defRPr>
            </a:lvl4pPr>
            <a:lvl5pPr marL="3048000" lvl="4" indent="-423545">
              <a:lnSpc>
                <a:spcPct val="115000"/>
              </a:lnSpc>
              <a:spcBef>
                <a:spcPts val="0"/>
              </a:spcBef>
              <a:spcAft>
                <a:spcPts val="0"/>
              </a:spcAft>
              <a:buClr>
                <a:schemeClr val="dk2"/>
              </a:buClr>
              <a:buSzPts val="1400"/>
              <a:buChar char="○"/>
              <a:defRPr>
                <a:solidFill>
                  <a:schemeClr val="dk2"/>
                </a:solidFill>
              </a:defRPr>
            </a:lvl5pPr>
            <a:lvl6pPr marL="3657600" lvl="5" indent="-423545">
              <a:lnSpc>
                <a:spcPct val="115000"/>
              </a:lnSpc>
              <a:spcBef>
                <a:spcPts val="0"/>
              </a:spcBef>
              <a:spcAft>
                <a:spcPts val="0"/>
              </a:spcAft>
              <a:buClr>
                <a:schemeClr val="dk2"/>
              </a:buClr>
              <a:buSzPts val="1400"/>
              <a:buChar char="■"/>
              <a:defRPr>
                <a:solidFill>
                  <a:schemeClr val="dk2"/>
                </a:solidFill>
              </a:defRPr>
            </a:lvl6pPr>
            <a:lvl7pPr marL="4267200" lvl="6" indent="-423545">
              <a:lnSpc>
                <a:spcPct val="115000"/>
              </a:lnSpc>
              <a:spcBef>
                <a:spcPts val="0"/>
              </a:spcBef>
              <a:spcAft>
                <a:spcPts val="0"/>
              </a:spcAft>
              <a:buClr>
                <a:schemeClr val="dk2"/>
              </a:buClr>
              <a:buSzPts val="1400"/>
              <a:buChar char="●"/>
              <a:defRPr>
                <a:solidFill>
                  <a:schemeClr val="dk2"/>
                </a:solidFill>
              </a:defRPr>
            </a:lvl7pPr>
            <a:lvl8pPr marL="4876800" lvl="7" indent="-423545">
              <a:lnSpc>
                <a:spcPct val="115000"/>
              </a:lnSpc>
              <a:spcBef>
                <a:spcPts val="0"/>
              </a:spcBef>
              <a:spcAft>
                <a:spcPts val="0"/>
              </a:spcAft>
              <a:buClr>
                <a:schemeClr val="dk2"/>
              </a:buClr>
              <a:buSzPts val="1400"/>
              <a:buChar char="○"/>
              <a:defRPr>
                <a:solidFill>
                  <a:schemeClr val="dk2"/>
                </a:solidFill>
              </a:defRPr>
            </a:lvl8pPr>
            <a:lvl9pPr marL="5486400" lvl="8" indent="-423545">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5">
                <a:solidFill>
                  <a:schemeClr val="dk2"/>
                </a:solidFill>
              </a:defRPr>
            </a:lvl1pPr>
            <a:lvl2pPr lvl="1" algn="r">
              <a:buNone/>
              <a:defRPr sz="1335">
                <a:solidFill>
                  <a:schemeClr val="dk2"/>
                </a:solidFill>
              </a:defRPr>
            </a:lvl2pPr>
            <a:lvl3pPr lvl="2" algn="r">
              <a:buNone/>
              <a:defRPr sz="1335">
                <a:solidFill>
                  <a:schemeClr val="dk2"/>
                </a:solidFill>
              </a:defRPr>
            </a:lvl3pPr>
            <a:lvl4pPr lvl="3" algn="r">
              <a:buNone/>
              <a:defRPr sz="1335">
                <a:solidFill>
                  <a:schemeClr val="dk2"/>
                </a:solidFill>
              </a:defRPr>
            </a:lvl4pPr>
            <a:lvl5pPr lvl="4" algn="r">
              <a:buNone/>
              <a:defRPr sz="1335">
                <a:solidFill>
                  <a:schemeClr val="dk2"/>
                </a:solidFill>
              </a:defRPr>
            </a:lvl5pPr>
            <a:lvl6pPr lvl="5" algn="r">
              <a:buNone/>
              <a:defRPr sz="1335">
                <a:solidFill>
                  <a:schemeClr val="dk2"/>
                </a:solidFill>
              </a:defRPr>
            </a:lvl6pPr>
            <a:lvl7pPr lvl="6" algn="r">
              <a:buNone/>
              <a:defRPr sz="1335">
                <a:solidFill>
                  <a:schemeClr val="dk2"/>
                </a:solidFill>
              </a:defRPr>
            </a:lvl7pPr>
            <a:lvl8pPr lvl="7" algn="r">
              <a:buNone/>
              <a:defRPr sz="1335">
                <a:solidFill>
                  <a:schemeClr val="dk2"/>
                </a:solidFill>
              </a:defRPr>
            </a:lvl8pPr>
            <a:lvl9pPr lvl="8" algn="r">
              <a:buNone/>
              <a:defRPr sz="1335">
                <a:solidFill>
                  <a:schemeClr val="dk2"/>
                </a:solidFill>
              </a:defRPr>
            </a:lvl9pPr>
          </a:lstStyle>
          <a:p>
            <a:pPr marL="0" lvl="0" indent="0" algn="r" rtl="0">
              <a:spcBef>
                <a:spcPts val="0"/>
              </a:spcBef>
              <a:spcAft>
                <a:spcPts val="0"/>
              </a:spcAft>
              <a:buNone/>
            </a:pPr>
            <a:fld id="{00000000-1234-1234-1234-123412341234}" type="slidenum">
              <a:rPr lang="en-GB"/>
              <a:t>‹N°›</a:t>
            </a:fld>
            <a:endParaRPr lang="en-GB"/>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8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0"/>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7" name="Google Shape;7;p30"/>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600" marR="0" lvl="0" indent="-457200" algn="l" rtl="0">
              <a:lnSpc>
                <a:spcPct val="115000"/>
              </a:lnSpc>
              <a:spcBef>
                <a:spcPts val="0"/>
              </a:spcBef>
              <a:spcAft>
                <a:spcPts val="0"/>
              </a:spcAft>
              <a:buClr>
                <a:schemeClr val="dk2"/>
              </a:buClr>
              <a:buSzPts val="1800"/>
              <a:buFont typeface="Arial" panose="020B0604020202020204"/>
              <a:buChar char="●"/>
              <a:defRPr sz="24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1219200" marR="0" lvl="1"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828800" marR="0" lvl="2"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2438400" marR="0" lvl="3"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3048000" marR="0" lvl="4"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3657600" marR="0" lvl="5"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4267200" marR="0" lvl="6"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4876800" marR="0" lvl="7"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5486400" marR="0" lvl="8" indent="-423545" algn="l" rtl="0">
              <a:lnSpc>
                <a:spcPct val="115000"/>
              </a:lnSpc>
              <a:spcBef>
                <a:spcPts val="0"/>
              </a:spcBef>
              <a:spcAft>
                <a:spcPts val="0"/>
              </a:spcAft>
              <a:buClr>
                <a:schemeClr val="dk2"/>
              </a:buClr>
              <a:buSzPts val="1400"/>
              <a:buFont typeface="Arial" panose="020B0604020202020204"/>
              <a:buChar char="■"/>
              <a:defRPr sz="186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p3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‹N°›</a:t>
            </a:fld>
            <a:endParaRPr lang="en-GB"/>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5" r:id="rId12"/>
    <p:sldLayoutId id="214748368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gif"/><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5.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A8C7B-6185-DDF0-6E9D-CF6B0FBF0366}"/>
              </a:ext>
            </a:extLst>
          </p:cNvPr>
          <p:cNvSpPr>
            <a:spLocks noGrp="1"/>
          </p:cNvSpPr>
          <p:nvPr>
            <p:ph type="ctrTitle"/>
          </p:nvPr>
        </p:nvSpPr>
        <p:spPr>
          <a:xfrm>
            <a:off x="350998" y="1488023"/>
            <a:ext cx="11396353" cy="3514284"/>
          </a:xfrm>
          <a:solidFill>
            <a:srgbClr val="002060"/>
          </a:solidFill>
        </p:spPr>
        <p:txBody>
          <a:bodyPr anchor="ctr" anchorCtr="0">
            <a:noAutofit/>
          </a:bodyPr>
          <a:lstStyle/>
          <a:p>
            <a:br>
              <a:rPr lang="fr-FR" sz="4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br>
            <a:br>
              <a:rPr lang="fr-FR" sz="4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br>
            <a:r>
              <a:rPr lang="fr-FR" sz="40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ACTIVITES DU COMITE DES OPERATIONS D’URGENCE POLIO </a:t>
            </a:r>
            <a:br>
              <a:rPr lang="fr-FR" sz="40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br>
            <a:r>
              <a:rPr lang="fr-FR" sz="40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a:t>
            </a:r>
            <a:r>
              <a:rPr lang="fr-FR" sz="4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COUP</a:t>
            </a:r>
            <a:r>
              <a:rPr lang="fr-FR" sz="40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a:t>
            </a:r>
            <a:br>
              <a:rPr lang="fr-FR" sz="32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br>
            <a:br>
              <a:rPr lang="fr-FR" sz="2800" b="1" dirty="0">
                <a:solidFill>
                  <a:srgbClr val="FFFF00"/>
                </a:solidFill>
                <a:latin typeface="Times New Roman" panose="02020603050405020304" pitchFamily="18" charset="0"/>
                <a:ea typeface="Tahoma" panose="020B0604030504040204" pitchFamily="34" charset="0"/>
                <a:cs typeface="Times New Roman" panose="02020603050405020304" pitchFamily="18" charset="0"/>
              </a:rPr>
            </a:br>
            <a:br>
              <a:rPr lang="fr-FR" sz="2400" b="1" dirty="0">
                <a:solidFill>
                  <a:srgbClr val="FFFF00"/>
                </a:solidFill>
                <a:latin typeface="Times New Roman" panose="02020603050405020304" pitchFamily="18" charset="0"/>
                <a:ea typeface="Tahoma" panose="020B0604030504040204" pitchFamily="34" charset="0"/>
                <a:cs typeface="Times New Roman" panose="02020603050405020304" pitchFamily="18" charset="0"/>
              </a:rPr>
            </a:br>
            <a:br>
              <a:rPr lang="fr-FR" sz="24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br>
            <a:r>
              <a:rPr lang="fr-FR" sz="24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a:t>
            </a:r>
            <a:endParaRPr lang="x-none" sz="2400" b="1" dirty="0">
              <a:solidFill>
                <a:srgbClr val="FFFF00"/>
              </a:solidFill>
              <a:latin typeface="Times New Roman" panose="02020603050405020304" pitchFamily="18" charset="0"/>
              <a:ea typeface="Tahoma" panose="020B0604030504040204" pitchFamily="34" charset="0"/>
              <a:cs typeface="Times New Roman" panose="02020603050405020304" pitchFamily="18" charset="0"/>
            </a:endParaRPr>
          </a:p>
        </p:txBody>
      </p:sp>
      <p:grpSp>
        <p:nvGrpSpPr>
          <p:cNvPr id="3" name="Groupe 2">
            <a:extLst>
              <a:ext uri="{FF2B5EF4-FFF2-40B4-BE49-F238E27FC236}">
                <a16:creationId xmlns:a16="http://schemas.microsoft.com/office/drawing/2014/main" id="{1BABC3E9-0017-208A-66A3-9D5BCF3A6730}"/>
              </a:ext>
            </a:extLst>
          </p:cNvPr>
          <p:cNvGrpSpPr/>
          <p:nvPr/>
        </p:nvGrpSpPr>
        <p:grpSpPr>
          <a:xfrm>
            <a:off x="573940" y="5825574"/>
            <a:ext cx="11036778" cy="729953"/>
            <a:chOff x="423880" y="110705"/>
            <a:chExt cx="11036778" cy="729953"/>
          </a:xfrm>
        </p:grpSpPr>
        <p:pic>
          <p:nvPicPr>
            <p:cNvPr id="5" name="Image 4" descr="WHO-COD-FR-C1">
              <a:extLst>
                <a:ext uri="{FF2B5EF4-FFF2-40B4-BE49-F238E27FC236}">
                  <a16:creationId xmlns:a16="http://schemas.microsoft.com/office/drawing/2014/main" id="{6F5241CB-4943-F873-325D-751B6D987D5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3046" y="134822"/>
              <a:ext cx="1552575" cy="548890"/>
            </a:xfrm>
            <a:prstGeom prst="rect">
              <a:avLst/>
            </a:prstGeom>
            <a:noFill/>
            <a:ln>
              <a:noFill/>
            </a:ln>
          </p:spPr>
        </p:pic>
        <p:pic>
          <p:nvPicPr>
            <p:cNvPr id="6" name="Image 5">
              <a:extLst>
                <a:ext uri="{FF2B5EF4-FFF2-40B4-BE49-F238E27FC236}">
                  <a16:creationId xmlns:a16="http://schemas.microsoft.com/office/drawing/2014/main" id="{2583B522-C5EB-773C-C689-AA4FAE104841}"/>
                </a:ext>
              </a:extLst>
            </p:cNvPr>
            <p:cNvPicPr>
              <a:picLocks noChangeAspect="1"/>
            </p:cNvPicPr>
            <p:nvPr/>
          </p:nvPicPr>
          <p:blipFill>
            <a:blip r:embed="rId3"/>
            <a:stretch>
              <a:fillRect/>
            </a:stretch>
          </p:blipFill>
          <p:spPr>
            <a:xfrm>
              <a:off x="5406998" y="110705"/>
              <a:ext cx="1572391" cy="548890"/>
            </a:xfrm>
            <a:prstGeom prst="rect">
              <a:avLst/>
            </a:prstGeom>
          </p:spPr>
        </p:pic>
        <p:pic>
          <p:nvPicPr>
            <p:cNvPr id="7" name="Image 6">
              <a:extLst>
                <a:ext uri="{FF2B5EF4-FFF2-40B4-BE49-F238E27FC236}">
                  <a16:creationId xmlns:a16="http://schemas.microsoft.com/office/drawing/2014/main" id="{93BF8D44-11BC-524E-EB0E-2F80EE7E1B04}"/>
                </a:ext>
              </a:extLst>
            </p:cNvPr>
            <p:cNvPicPr>
              <a:picLocks noChangeAspect="1"/>
            </p:cNvPicPr>
            <p:nvPr/>
          </p:nvPicPr>
          <p:blipFill>
            <a:blip r:embed="rId4"/>
            <a:stretch>
              <a:fillRect/>
            </a:stretch>
          </p:blipFill>
          <p:spPr>
            <a:xfrm flipV="1">
              <a:off x="8847861" y="249186"/>
              <a:ext cx="646298" cy="416247"/>
            </a:xfrm>
            <a:prstGeom prst="rect">
              <a:avLst/>
            </a:prstGeom>
          </p:spPr>
        </p:pic>
        <p:pic>
          <p:nvPicPr>
            <p:cNvPr id="8" name="Image 7">
              <a:extLst>
                <a:ext uri="{FF2B5EF4-FFF2-40B4-BE49-F238E27FC236}">
                  <a16:creationId xmlns:a16="http://schemas.microsoft.com/office/drawing/2014/main" id="{E5B144F5-A72A-1547-3EF4-0D43CBB12674}"/>
                </a:ext>
              </a:extLst>
            </p:cNvPr>
            <p:cNvPicPr>
              <a:picLocks noChangeAspect="1"/>
            </p:cNvPicPr>
            <p:nvPr/>
          </p:nvPicPr>
          <p:blipFill>
            <a:blip r:embed="rId5"/>
            <a:stretch>
              <a:fillRect/>
            </a:stretch>
          </p:blipFill>
          <p:spPr>
            <a:xfrm>
              <a:off x="10790442" y="230735"/>
              <a:ext cx="646298" cy="452055"/>
            </a:xfrm>
            <a:prstGeom prst="rect">
              <a:avLst/>
            </a:prstGeom>
          </p:spPr>
        </p:pic>
        <p:cxnSp>
          <p:nvCxnSpPr>
            <p:cNvPr id="9" name="Connecteur droit 8">
              <a:extLst>
                <a:ext uri="{FF2B5EF4-FFF2-40B4-BE49-F238E27FC236}">
                  <a16:creationId xmlns:a16="http://schemas.microsoft.com/office/drawing/2014/main" id="{AE3BCA1D-F86D-49AA-98A5-AE2E936A8BD0}"/>
                </a:ext>
              </a:extLst>
            </p:cNvPr>
            <p:cNvCxnSpPr>
              <a:cxnSpLocks/>
            </p:cNvCxnSpPr>
            <p:nvPr/>
          </p:nvCxnSpPr>
          <p:spPr>
            <a:xfrm>
              <a:off x="423880" y="840658"/>
              <a:ext cx="11036778"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grpSp>
      <p:pic>
        <p:nvPicPr>
          <p:cNvPr id="10" name="Google Shape;114;p1">
            <a:extLst>
              <a:ext uri="{FF2B5EF4-FFF2-40B4-BE49-F238E27FC236}">
                <a16:creationId xmlns:a16="http://schemas.microsoft.com/office/drawing/2014/main" id="{99AACA40-191F-048A-813E-DF21FB9E2C12}"/>
              </a:ext>
            </a:extLst>
          </p:cNvPr>
          <p:cNvPicPr preferRelativeResize="0"/>
          <p:nvPr/>
        </p:nvPicPr>
        <p:blipFill rotWithShape="1">
          <a:blip r:embed="rId6">
            <a:alphaModFix/>
          </a:blip>
          <a:srcRect/>
          <a:stretch/>
        </p:blipFill>
        <p:spPr>
          <a:xfrm>
            <a:off x="9851367" y="6014039"/>
            <a:ext cx="844206" cy="416237"/>
          </a:xfrm>
          <a:prstGeom prst="rect">
            <a:avLst/>
          </a:prstGeom>
          <a:noFill/>
          <a:ln>
            <a:noFill/>
          </a:ln>
        </p:spPr>
      </p:pic>
      <p:pic>
        <p:nvPicPr>
          <p:cNvPr id="12" name="Image 7" descr="Image 7">
            <a:extLst>
              <a:ext uri="{FF2B5EF4-FFF2-40B4-BE49-F238E27FC236}">
                <a16:creationId xmlns:a16="http://schemas.microsoft.com/office/drawing/2014/main" id="{22F63FF5-780B-A9BF-4878-1166256FD1E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50999" y="267482"/>
            <a:ext cx="1530350" cy="1063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3" name="ZoneTexte 12">
            <a:extLst>
              <a:ext uri="{FF2B5EF4-FFF2-40B4-BE49-F238E27FC236}">
                <a16:creationId xmlns:a16="http://schemas.microsoft.com/office/drawing/2014/main" id="{0D565BDC-D9F6-A2C3-3305-2191B840BAB5}"/>
              </a:ext>
            </a:extLst>
          </p:cNvPr>
          <p:cNvSpPr txBox="1"/>
          <p:nvPr/>
        </p:nvSpPr>
        <p:spPr>
          <a:xfrm>
            <a:off x="1881350" y="434225"/>
            <a:ext cx="832470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rPr>
              <a:t>MINISTERE DE LA SANTE PUBLIQUE, HYGIENE ET PREVOYANCE SOCIALE</a:t>
            </a:r>
            <a:endParaRPr kumimoji="0" lang="fr-FR" sz="2000" b="0" i="0"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9DAEDC3E-E792-C5B4-C5E9-45A3E7A0686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06059" y="293003"/>
            <a:ext cx="1637252" cy="1182016"/>
          </a:xfrm>
          <a:prstGeom prst="rect">
            <a:avLst/>
          </a:prstGeom>
        </p:spPr>
      </p:pic>
      <p:pic>
        <p:nvPicPr>
          <p:cNvPr id="16" name="Image 15">
            <a:extLst>
              <a:ext uri="{FF2B5EF4-FFF2-40B4-BE49-F238E27FC236}">
                <a16:creationId xmlns:a16="http://schemas.microsoft.com/office/drawing/2014/main" id="{C5B78A6D-7BFE-EAC6-3B1C-6AF394384834}"/>
              </a:ext>
            </a:extLst>
          </p:cNvPr>
          <p:cNvPicPr>
            <a:picLocks noChangeAspect="1"/>
          </p:cNvPicPr>
          <p:nvPr/>
        </p:nvPicPr>
        <p:blipFill>
          <a:blip r:embed="rId9"/>
          <a:stretch>
            <a:fillRect/>
          </a:stretch>
        </p:blipFill>
        <p:spPr>
          <a:xfrm>
            <a:off x="417934" y="5964055"/>
            <a:ext cx="1432009" cy="524773"/>
          </a:xfrm>
          <a:prstGeom prst="rect">
            <a:avLst/>
          </a:prstGeom>
        </p:spPr>
      </p:pic>
      <p:pic>
        <p:nvPicPr>
          <p:cNvPr id="18" name="Image 17">
            <a:extLst>
              <a:ext uri="{FF2B5EF4-FFF2-40B4-BE49-F238E27FC236}">
                <a16:creationId xmlns:a16="http://schemas.microsoft.com/office/drawing/2014/main" id="{E75B21C9-A545-6FDC-3431-D11552AF5326}"/>
              </a:ext>
            </a:extLst>
          </p:cNvPr>
          <p:cNvPicPr>
            <a:picLocks noChangeAspect="1"/>
          </p:cNvPicPr>
          <p:nvPr/>
        </p:nvPicPr>
        <p:blipFill>
          <a:blip r:embed="rId10"/>
          <a:stretch>
            <a:fillRect/>
          </a:stretch>
        </p:blipFill>
        <p:spPr>
          <a:xfrm>
            <a:off x="2015482" y="5939268"/>
            <a:ext cx="1505160" cy="533474"/>
          </a:xfrm>
          <a:prstGeom prst="rect">
            <a:avLst/>
          </a:prstGeom>
        </p:spPr>
      </p:pic>
      <p:pic>
        <p:nvPicPr>
          <p:cNvPr id="15" name="Image 14">
            <a:extLst>
              <a:ext uri="{FF2B5EF4-FFF2-40B4-BE49-F238E27FC236}">
                <a16:creationId xmlns:a16="http://schemas.microsoft.com/office/drawing/2014/main" id="{A4172A06-8A67-DB19-0DDB-1CC0CD19D381}"/>
              </a:ext>
            </a:extLst>
          </p:cNvPr>
          <p:cNvPicPr>
            <a:picLocks noChangeAspect="1"/>
          </p:cNvPicPr>
          <p:nvPr/>
        </p:nvPicPr>
        <p:blipFill>
          <a:blip r:embed="rId11"/>
          <a:stretch>
            <a:fillRect/>
          </a:stretch>
        </p:blipFill>
        <p:spPr>
          <a:xfrm>
            <a:off x="7319563" y="5848696"/>
            <a:ext cx="1413618" cy="581795"/>
          </a:xfrm>
          <a:prstGeom prst="rect">
            <a:avLst/>
          </a:prstGeom>
        </p:spPr>
      </p:pic>
    </p:spTree>
    <p:extLst>
      <p:ext uri="{BB962C8B-B14F-4D97-AF65-F5344CB8AC3E}">
        <p14:creationId xmlns:p14="http://schemas.microsoft.com/office/powerpoint/2010/main" val="98017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B3090C6-8B56-BC47-8DF6-C8D3780C3958}"/>
              </a:ext>
            </a:extLst>
          </p:cNvPr>
          <p:cNvSpPr txBox="1"/>
          <p:nvPr/>
        </p:nvSpPr>
        <p:spPr>
          <a:xfrm>
            <a:off x="838200" y="365125"/>
            <a:ext cx="5558489"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spc="600">
                <a:solidFill>
                  <a:schemeClr val="tx1"/>
                </a:solidFill>
                <a:latin typeface="+mj-lt"/>
                <a:ea typeface="+mj-ea"/>
                <a:cs typeface="+mj-cs"/>
              </a:rPr>
              <a:t>PLAN DE PRESENTATION</a:t>
            </a:r>
          </a:p>
        </p:txBody>
      </p:sp>
      <p:sp>
        <p:nvSpPr>
          <p:cNvPr id="30" name="Freeform: Shape 2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Espace réservé du contenu 22">
            <a:extLst>
              <a:ext uri="{FF2B5EF4-FFF2-40B4-BE49-F238E27FC236}">
                <a16:creationId xmlns:a16="http://schemas.microsoft.com/office/drawing/2014/main" id="{6E7C3FF0-1D06-6652-AE36-5C1C52010FC2}"/>
              </a:ext>
            </a:extLst>
          </p:cNvPr>
          <p:cNvSpPr>
            <a:spLocks noGrp="1"/>
          </p:cNvSpPr>
          <p:nvPr>
            <p:ph idx="1"/>
          </p:nvPr>
        </p:nvSpPr>
        <p:spPr>
          <a:xfrm>
            <a:off x="838200" y="1825625"/>
            <a:ext cx="5558489" cy="4351338"/>
          </a:xfrm>
        </p:spPr>
        <p:txBody>
          <a:bodyPr vert="horz" lIns="91440" tIns="45720" rIns="91440" bIns="45720" rtlCol="0">
            <a:normAutofit/>
          </a:bodyPr>
          <a:lstStyle/>
          <a:p>
            <a:pPr marL="457200" indent="-228600">
              <a:buFont typeface="Arial" panose="020B0604020202020204" pitchFamily="34" charset="0"/>
              <a:buChar char="•"/>
            </a:pPr>
            <a:r>
              <a:rPr lang="en-US" sz="2600" b="1">
                <a:solidFill>
                  <a:schemeClr val="tx1"/>
                </a:solidFill>
                <a:latin typeface="+mn-lt"/>
                <a:cs typeface="+mn-cs"/>
              </a:rPr>
              <a:t>Contexte - Evolution épidémiologique polio en RDC</a:t>
            </a:r>
          </a:p>
          <a:p>
            <a:pPr marL="457200" indent="-228600">
              <a:buFont typeface="Arial" panose="020B0604020202020204" pitchFamily="34" charset="0"/>
              <a:buChar char="•"/>
            </a:pPr>
            <a:r>
              <a:rPr lang="en-US" sz="2600" b="1">
                <a:solidFill>
                  <a:schemeClr val="tx1"/>
                </a:solidFill>
                <a:latin typeface="+mn-lt"/>
                <a:cs typeface="+mn-cs"/>
              </a:rPr>
              <a:t> Activités réalisées </a:t>
            </a:r>
          </a:p>
          <a:p>
            <a:pPr marL="457200" indent="-228600">
              <a:buFont typeface="Arial" panose="020B0604020202020204" pitchFamily="34" charset="0"/>
              <a:buChar char="•"/>
            </a:pPr>
            <a:r>
              <a:rPr lang="en-US" sz="2600" b="1">
                <a:solidFill>
                  <a:schemeClr val="tx1"/>
                </a:solidFill>
                <a:latin typeface="+mn-lt"/>
                <a:cs typeface="+mn-cs"/>
              </a:rPr>
              <a:t>Quelques résultats.</a:t>
            </a:r>
          </a:p>
          <a:p>
            <a:pPr marL="457200" indent="-228600">
              <a:buFont typeface="Arial" panose="020B0604020202020204" pitchFamily="34" charset="0"/>
              <a:buChar char="•"/>
            </a:pPr>
            <a:r>
              <a:rPr lang="en-US" sz="2600" b="1">
                <a:solidFill>
                  <a:schemeClr val="tx1"/>
                </a:solidFill>
                <a:latin typeface="+mn-lt"/>
                <a:cs typeface="+mn-cs"/>
              </a:rPr>
              <a:t> Analyses de risque.</a:t>
            </a:r>
          </a:p>
          <a:p>
            <a:pPr marL="457200" indent="-228600">
              <a:buFont typeface="Arial" panose="020B0604020202020204" pitchFamily="34" charset="0"/>
              <a:buChar char="•"/>
            </a:pPr>
            <a:r>
              <a:rPr lang="en-US" sz="2600" b="1">
                <a:solidFill>
                  <a:schemeClr val="tx1"/>
                </a:solidFill>
                <a:latin typeface="+mn-lt"/>
                <a:cs typeface="+mn-cs"/>
              </a:rPr>
              <a:t>Actions prioritaires</a:t>
            </a:r>
          </a:p>
          <a:p>
            <a:pPr marL="457200" indent="-228600">
              <a:buFont typeface="Arial" panose="020B0604020202020204" pitchFamily="34" charset="0"/>
              <a:buChar char="•"/>
            </a:pPr>
            <a:r>
              <a:rPr lang="en-US" sz="2600" b="1">
                <a:solidFill>
                  <a:schemeClr val="tx1"/>
                </a:solidFill>
                <a:latin typeface="+mn-lt"/>
                <a:cs typeface="+mn-cs"/>
              </a:rPr>
              <a:t> Planifications 2026 / perspectives. </a:t>
            </a:r>
          </a:p>
          <a:p>
            <a:pPr marL="457200" indent="-228600">
              <a:buFont typeface="Arial" panose="020B0604020202020204" pitchFamily="34" charset="0"/>
              <a:buChar char="•"/>
            </a:pPr>
            <a:r>
              <a:rPr lang="en-US" sz="2600" b="1">
                <a:solidFill>
                  <a:schemeClr val="tx1"/>
                </a:solidFill>
                <a:latin typeface="+mn-lt"/>
                <a:cs typeface="+mn-cs"/>
              </a:rPr>
              <a:t>Contraintes et moyen de résilience.</a:t>
            </a:r>
          </a:p>
        </p:txBody>
      </p:sp>
      <p:sp>
        <p:nvSpPr>
          <p:cNvPr id="32" name="Oval 3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Block Arc 3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Freeform: Shape 3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38" name="Straight Connector 3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0" name="Freeform: Shape 3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2" name="Arc 4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3943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BDBFFA-6523-839E-34E6-CCE4D7C6948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0168938-1963-B92F-9C36-03E04B331390}"/>
              </a:ext>
            </a:extLst>
          </p:cNvPr>
          <p:cNvSpPr txBox="1">
            <a:spLocks/>
          </p:cNvSpPr>
          <p:nvPr/>
        </p:nvSpPr>
        <p:spPr>
          <a:xfrm>
            <a:off x="6823878" y="741391"/>
            <a:ext cx="4491821" cy="1616203"/>
          </a:xfrm>
          <a:prstGeom prst="rect">
            <a:avLst/>
          </a:prstGeom>
        </p:spPr>
        <p:txBody>
          <a:bodyPr vert="horz" lIns="91440" tIns="45720" rIns="91440" bIns="45720" rtlCol="0" anchor="b" anchorCtr="1">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3200" b="1"/>
              <a:t>1. Contexte</a:t>
            </a:r>
          </a:p>
        </p:txBody>
      </p:sp>
      <p:pic>
        <p:nvPicPr>
          <p:cNvPr id="9" name="Picture 8" descr="Vue de dessus d’un bloc en bois avec le numéro 1 écrit dessus et le bloc sur une surface jaune">
            <a:extLst>
              <a:ext uri="{FF2B5EF4-FFF2-40B4-BE49-F238E27FC236}">
                <a16:creationId xmlns:a16="http://schemas.microsoft.com/office/drawing/2014/main" id="{20C2F855-8530-21E4-93A1-85BA0314A2EC}"/>
              </a:ext>
            </a:extLst>
          </p:cNvPr>
          <p:cNvPicPr>
            <a:picLocks noChangeAspect="1"/>
          </p:cNvPicPr>
          <p:nvPr/>
        </p:nvPicPr>
        <p:blipFill>
          <a:blip r:embed="rId2"/>
          <a:srcRect l="21466" r="19200" b="-1"/>
          <a:stretch>
            <a:fillRect/>
          </a:stretch>
        </p:blipFill>
        <p:spPr>
          <a:xfrm>
            <a:off x="20" y="10"/>
            <a:ext cx="6095980" cy="6857990"/>
          </a:xfrm>
          <a:prstGeom prst="rect">
            <a:avLst/>
          </a:prstGeom>
        </p:spPr>
      </p:pic>
      <p:grpSp>
        <p:nvGrpSpPr>
          <p:cNvPr id="13" name="Group 12">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14" name="Rectangle 13">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3">
            <a:extLst>
              <a:ext uri="{FF2B5EF4-FFF2-40B4-BE49-F238E27FC236}">
                <a16:creationId xmlns:a16="http://schemas.microsoft.com/office/drawing/2014/main" id="{20EEDA63-007F-CF34-C41A-C110374C6C8F}"/>
              </a:ext>
            </a:extLst>
          </p:cNvPr>
          <p:cNvSpPr/>
          <p:nvPr/>
        </p:nvSpPr>
        <p:spPr>
          <a:xfrm>
            <a:off x="6823878" y="2533476"/>
            <a:ext cx="4491820" cy="3447832"/>
          </a:xfrm>
          <a:prstGeom prst="rect">
            <a:avLst/>
          </a:prstGeom>
        </p:spPr>
        <p:txBody>
          <a:bodyPr vert="horz" lIns="91440" tIns="45720" rIns="91440" bIns="45720" rtlCol="0" anchor="t">
            <a:normAutofit/>
          </a:bodyPr>
          <a:lstStyle/>
          <a:p>
            <a:pPr marL="457200" indent="-228600">
              <a:lnSpc>
                <a:spcPct val="90000"/>
              </a:lnSpc>
              <a:spcBef>
                <a:spcPts val="1000"/>
              </a:spcBef>
              <a:buFont typeface="Arial" panose="020B0604020202020204" pitchFamily="34" charset="0"/>
              <a:buChar char="•"/>
            </a:pPr>
            <a:r>
              <a:rPr lang="en-US" sz="1700" dirty="0"/>
              <a:t>Du 8 Mai 2017 à la S50 2025, un total de 1 290 </a:t>
            </a:r>
            <a:r>
              <a:rPr lang="en-US" sz="1700" dirty="0" err="1"/>
              <a:t>cas</a:t>
            </a:r>
            <a:r>
              <a:rPr lang="en-US" sz="1700" dirty="0"/>
              <a:t> de poliovirus variants</a:t>
            </a:r>
          </a:p>
          <a:p>
            <a:pPr marL="457200" indent="-228600">
              <a:lnSpc>
                <a:spcPct val="90000"/>
              </a:lnSpc>
              <a:spcBef>
                <a:spcPts val="1000"/>
              </a:spcBef>
              <a:buFont typeface="Arial" panose="020B0604020202020204" pitchFamily="34" charset="0"/>
              <a:buChar char="•"/>
            </a:pPr>
            <a:r>
              <a:rPr lang="en-US" sz="1700" dirty="0"/>
              <a:t>En 2025: </a:t>
            </a:r>
            <a:r>
              <a:rPr lang="en-US" sz="1700" dirty="0" err="1"/>
              <a:t>persistance</a:t>
            </a:r>
            <a:r>
              <a:rPr lang="en-US" sz="1700" dirty="0"/>
              <a:t> de la circulation des poliovirus variants de types 1 et 2 avec un total </a:t>
            </a:r>
            <a:r>
              <a:rPr lang="en-US" sz="1700"/>
              <a:t>de 12 </a:t>
            </a:r>
            <a:r>
              <a:rPr lang="en-US" sz="1700" dirty="0" err="1"/>
              <a:t>cas</a:t>
            </a:r>
            <a:r>
              <a:rPr lang="en-US" sz="1700" dirty="0"/>
              <a:t> de poliovirus variants </a:t>
            </a:r>
            <a:r>
              <a:rPr lang="en-US" sz="1700" dirty="0" err="1"/>
              <a:t>confirmés</a:t>
            </a:r>
            <a:r>
              <a:rPr lang="en-US" sz="1700" dirty="0"/>
              <a:t> </a:t>
            </a:r>
            <a:r>
              <a:rPr lang="en-US" sz="1700" dirty="0" err="1"/>
              <a:t>dont</a:t>
            </a:r>
            <a:r>
              <a:rPr lang="en-US" sz="1700" dirty="0"/>
              <a:t> 10 PFA et 1 ENV </a:t>
            </a:r>
            <a:r>
              <a:rPr lang="en-US" sz="1700" dirty="0" err="1"/>
              <a:t>reparti</a:t>
            </a:r>
            <a:r>
              <a:rPr lang="en-US" sz="1700" dirty="0"/>
              <a:t> dans 6 Provinces (Kinshasa 1, Maniema 2, Tshuapa 1, Tshopo 1, Equateur 1, Kongo Central 5) ;</a:t>
            </a:r>
          </a:p>
          <a:p>
            <a:pPr marL="457200" indent="-228600">
              <a:lnSpc>
                <a:spcPct val="90000"/>
              </a:lnSpc>
              <a:spcBef>
                <a:spcPts val="1000"/>
              </a:spcBef>
              <a:buFont typeface="Arial" panose="020B0604020202020204" pitchFamily="34" charset="0"/>
              <a:buChar char="•"/>
            </a:pPr>
            <a:r>
              <a:rPr lang="en-US" sz="1700" dirty="0" err="1"/>
              <a:t>Faible</a:t>
            </a:r>
            <a:r>
              <a:rPr lang="en-US" sz="1700" dirty="0"/>
              <a:t> </a:t>
            </a:r>
            <a:r>
              <a:rPr lang="en-US" sz="1700" dirty="0" err="1"/>
              <a:t>immunité</a:t>
            </a:r>
            <a:r>
              <a:rPr lang="en-US" sz="1700" dirty="0"/>
              <a:t> des enfants au vu du grand </a:t>
            </a:r>
            <a:r>
              <a:rPr lang="en-US" sz="1700" dirty="0" err="1"/>
              <a:t>nombre</a:t>
            </a:r>
            <a:r>
              <a:rPr lang="en-US" sz="1700" dirty="0"/>
              <a:t> </a:t>
            </a:r>
            <a:r>
              <a:rPr lang="en-US" sz="1700" dirty="0" err="1"/>
              <a:t>d’enfants</a:t>
            </a:r>
            <a:r>
              <a:rPr lang="en-US" sz="1700" dirty="0"/>
              <a:t> ZD et SV (CV : 38%, ECV 2023);</a:t>
            </a:r>
          </a:p>
        </p:txBody>
      </p:sp>
      <p:sp>
        <p:nvSpPr>
          <p:cNvPr id="7" name="Google Shape;170;p1">
            <a:extLst>
              <a:ext uri="{FF2B5EF4-FFF2-40B4-BE49-F238E27FC236}">
                <a16:creationId xmlns:a16="http://schemas.microsoft.com/office/drawing/2014/main" id="{CE0B8420-7156-CA23-2ABA-9344C4D27F41}"/>
              </a:ext>
            </a:extLst>
          </p:cNvPr>
          <p:cNvSpPr/>
          <p:nvPr/>
        </p:nvSpPr>
        <p:spPr>
          <a:xfrm>
            <a:off x="12055363" y="0"/>
            <a:ext cx="136637" cy="9336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2612003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FD83165-0128-4BEA-9B3F-620E07B92C03}"/>
              </a:ext>
            </a:extLst>
          </p:cNvPr>
          <p:cNvPicPr>
            <a:picLocks noChangeAspect="1"/>
          </p:cNvPicPr>
          <p:nvPr/>
        </p:nvPicPr>
        <p:blipFill rotWithShape="1">
          <a:blip r:embed="rId2"/>
          <a:srcRect l="2515"/>
          <a:stretch/>
        </p:blipFill>
        <p:spPr>
          <a:xfrm>
            <a:off x="7996245" y="5186282"/>
            <a:ext cx="2453718" cy="1600114"/>
          </a:xfrm>
          <a:prstGeom prst="rect">
            <a:avLst/>
          </a:prstGeom>
        </p:spPr>
      </p:pic>
      <p:sp>
        <p:nvSpPr>
          <p:cNvPr id="6" name="Rectangle: Rounded Corners 5">
            <a:extLst>
              <a:ext uri="{FF2B5EF4-FFF2-40B4-BE49-F238E27FC236}">
                <a16:creationId xmlns:a16="http://schemas.microsoft.com/office/drawing/2014/main" id="{FA14B42D-16AD-C6FE-08B7-17A820CE40BE}"/>
              </a:ext>
            </a:extLst>
          </p:cNvPr>
          <p:cNvSpPr/>
          <p:nvPr/>
        </p:nvSpPr>
        <p:spPr>
          <a:xfrm>
            <a:off x="7522179" y="4816949"/>
            <a:ext cx="925135" cy="3693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a:ea typeface="+mn-ea"/>
                <a:cs typeface="+mn-cs"/>
              </a:rPr>
              <a:t>27 PV*</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itre 1">
            <a:extLst>
              <a:ext uri="{FF2B5EF4-FFF2-40B4-BE49-F238E27FC236}">
                <a16:creationId xmlns:a16="http://schemas.microsoft.com/office/drawing/2014/main" id="{C2B8CA3B-B1E2-B619-E6FD-E46E6E34113B}"/>
              </a:ext>
            </a:extLst>
          </p:cNvPr>
          <p:cNvSpPr txBox="1">
            <a:spLocks/>
          </p:cNvSpPr>
          <p:nvPr/>
        </p:nvSpPr>
        <p:spPr>
          <a:xfrm>
            <a:off x="309600" y="183600"/>
            <a:ext cx="11757599" cy="833070"/>
          </a:xfrm>
          <a:prstGeom prst="rect">
            <a:avLst/>
          </a:prstGeom>
          <a:solidFill>
            <a:srgbClr val="002060"/>
          </a:solidFill>
          <a:ln w="9528">
            <a:noFill/>
            <a:prstDash val="solid"/>
          </a:ln>
        </p:spPr>
        <p:txBody>
          <a:bodyPr vert="horz" wrap="square" lIns="91440" tIns="45720" rIns="91440" bIns="45720" anchor="ctr" anchorCtr="1" compatLnSpc="1">
            <a:noAutofit/>
          </a:bodyPr>
          <a:lstStyle>
            <a:lvl1pPr marL="0" marR="0" lvl="0" indent="0" algn="l" defTabSz="914400" rtl="0" fontAlgn="auto" hangingPunct="1">
              <a:lnSpc>
                <a:spcPct val="90000"/>
              </a:lnSpc>
              <a:spcBef>
                <a:spcPts val="0"/>
              </a:spcBef>
              <a:spcAft>
                <a:spcPts val="0"/>
              </a:spcAft>
              <a:buNone/>
              <a:tabLst/>
              <a:defRPr lang="fr-FR" sz="4400" b="0" i="0" u="none" strike="noStrike" kern="1200" cap="none" spc="0" baseline="0">
                <a:solidFill>
                  <a:srgbClr val="000000"/>
                </a:solidFill>
                <a:uFillTx/>
                <a:latin typeface="Calibri Light"/>
              </a:defRPr>
            </a:lvl1pPr>
          </a:lstStyle>
          <a:p>
            <a:pPr marL="571500" marR="0" lvl="0" indent="-571500" algn="ctr" defTabSz="914400" rtl="0" eaLnBrk="1" fontAlgn="auto" latinLnBrk="0" hangingPunct="1">
              <a:lnSpc>
                <a:spcPct val="90000"/>
              </a:lnSpc>
              <a:spcBef>
                <a:spcPts val="0"/>
              </a:spcBef>
              <a:spcAft>
                <a:spcPts val="0"/>
              </a:spcAft>
              <a:buClrTx/>
              <a:buSzTx/>
              <a:buFontTx/>
              <a:buAutoNum type="romanUcPeriod"/>
              <a:tabLst/>
              <a:defRPr/>
            </a:pPr>
            <a:r>
              <a:rPr kumimoji="0" lang="fr-FR"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Contexte Epidémiologique</a:t>
            </a:r>
          </a:p>
          <a:p>
            <a:pPr marR="0" lvl="0" algn="ctr" defTabSz="914400" rtl="0" eaLnBrk="1" fontAlgn="auto" latinLnBrk="0" hangingPunct="1">
              <a:lnSpc>
                <a:spcPct val="90000"/>
              </a:lnSpc>
              <a:spcBef>
                <a:spcPts val="0"/>
              </a:spcBef>
              <a:spcAft>
                <a:spcPts val="0"/>
              </a:spcAft>
              <a:buClrTx/>
              <a:buSzTx/>
              <a:tabLst/>
              <a:defRPr/>
            </a:pPr>
            <a:r>
              <a:rPr kumimoji="0" lang="fr-FR"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Evolution des poliovirus variants confirmés 2024 -2025</a:t>
            </a:r>
          </a:p>
        </p:txBody>
      </p:sp>
      <p:sp>
        <p:nvSpPr>
          <p:cNvPr id="10" name="Rectangle: Rounded Corners 9">
            <a:extLst>
              <a:ext uri="{FF2B5EF4-FFF2-40B4-BE49-F238E27FC236}">
                <a16:creationId xmlns:a16="http://schemas.microsoft.com/office/drawing/2014/main" id="{F3189B98-5589-AF4E-5CD3-3881AC20CBDF}"/>
              </a:ext>
            </a:extLst>
          </p:cNvPr>
          <p:cNvSpPr/>
          <p:nvPr/>
        </p:nvSpPr>
        <p:spPr>
          <a:xfrm>
            <a:off x="7286319" y="1851080"/>
            <a:ext cx="1322255" cy="34044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black"/>
                </a:solidFill>
                <a:effectLst/>
                <a:uLnTx/>
                <a:uFillTx/>
                <a:latin typeface="Calibri"/>
                <a:ea typeface="+mn-ea"/>
                <a:cs typeface="+mn-cs"/>
              </a:rPr>
              <a:t>En 2024</a:t>
            </a:r>
            <a:endParaRPr kumimoji="0" lang="en-US" sz="2000" b="1" i="0" u="none" strike="noStrike" kern="1200" cap="none" spc="0" normalizeH="0" baseline="0" noProof="0" dirty="0">
              <a:ln>
                <a:noFill/>
              </a:ln>
              <a:solidFill>
                <a:prstClr val="black"/>
              </a:solidFill>
              <a:effectLst/>
              <a:uLnTx/>
              <a:uFillTx/>
              <a:latin typeface="Calibri"/>
              <a:ea typeface="+mn-ea"/>
              <a:cs typeface="+mn-cs"/>
            </a:endParaRPr>
          </a:p>
        </p:txBody>
      </p:sp>
      <p:pic>
        <p:nvPicPr>
          <p:cNvPr id="15" name="Image 14">
            <a:extLst>
              <a:ext uri="{FF2B5EF4-FFF2-40B4-BE49-F238E27FC236}">
                <a16:creationId xmlns:a16="http://schemas.microsoft.com/office/drawing/2014/main" id="{F75C9E67-AC1E-D1F9-A946-F15C6548C805}"/>
              </a:ext>
            </a:extLst>
          </p:cNvPr>
          <p:cNvPicPr>
            <a:picLocks noChangeAspect="1"/>
          </p:cNvPicPr>
          <p:nvPr/>
        </p:nvPicPr>
        <p:blipFill>
          <a:blip r:embed="rId3"/>
          <a:stretch>
            <a:fillRect/>
          </a:stretch>
        </p:blipFill>
        <p:spPr>
          <a:xfrm>
            <a:off x="6763875" y="2359665"/>
            <a:ext cx="2676521" cy="2525693"/>
          </a:xfrm>
          <a:prstGeom prst="rect">
            <a:avLst/>
          </a:prstGeom>
        </p:spPr>
      </p:pic>
      <p:sp>
        <p:nvSpPr>
          <p:cNvPr id="17" name="Rectangle: Rounded Corners 9">
            <a:extLst>
              <a:ext uri="{FF2B5EF4-FFF2-40B4-BE49-F238E27FC236}">
                <a16:creationId xmlns:a16="http://schemas.microsoft.com/office/drawing/2014/main" id="{CF375B0E-7102-17B6-CFDA-6A4CACBF9551}"/>
              </a:ext>
            </a:extLst>
          </p:cNvPr>
          <p:cNvSpPr/>
          <p:nvPr/>
        </p:nvSpPr>
        <p:spPr>
          <a:xfrm>
            <a:off x="10562329" y="2381024"/>
            <a:ext cx="1322255" cy="34044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black"/>
                </a:solidFill>
                <a:effectLst/>
                <a:uLnTx/>
                <a:uFillTx/>
                <a:latin typeface="Calibri"/>
                <a:ea typeface="+mn-ea"/>
                <a:cs typeface="+mn-cs"/>
              </a:rPr>
              <a:t>En 2025</a:t>
            </a:r>
            <a:endParaRPr kumimoji="0" lang="en-US" sz="2000" b="1"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Flèche : droite 26">
            <a:extLst>
              <a:ext uri="{FF2B5EF4-FFF2-40B4-BE49-F238E27FC236}">
                <a16:creationId xmlns:a16="http://schemas.microsoft.com/office/drawing/2014/main" id="{A2413A8C-DB9B-7F94-7D99-88E752F1477C}"/>
              </a:ext>
            </a:extLst>
          </p:cNvPr>
          <p:cNvSpPr/>
          <p:nvPr/>
        </p:nvSpPr>
        <p:spPr>
          <a:xfrm rot="5400000">
            <a:off x="9402091" y="3561989"/>
            <a:ext cx="559982" cy="294005"/>
          </a:xfrm>
          <a:prstGeom prst="right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Rounded Corners 5">
            <a:extLst>
              <a:ext uri="{FF2B5EF4-FFF2-40B4-BE49-F238E27FC236}">
                <a16:creationId xmlns:a16="http://schemas.microsoft.com/office/drawing/2014/main" id="{F465CF74-CF80-4015-D7A8-3BAF1EC6F687}"/>
              </a:ext>
            </a:extLst>
          </p:cNvPr>
          <p:cNvSpPr/>
          <p:nvPr/>
        </p:nvSpPr>
        <p:spPr>
          <a:xfrm>
            <a:off x="10562329" y="5272134"/>
            <a:ext cx="966303" cy="369333"/>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FF0000"/>
                </a:solidFill>
                <a:effectLst/>
                <a:uLnTx/>
                <a:uFillTx/>
                <a:latin typeface="Calibri"/>
                <a:ea typeface="+mn-ea"/>
                <a:cs typeface="+mn-cs"/>
              </a:rPr>
              <a:t>10</a:t>
            </a:r>
            <a:r>
              <a:rPr kumimoji="0" lang="fr-FR" sz="1800" b="0" i="0" u="none" strike="noStrike" kern="1200" cap="none" spc="0" normalizeH="0" baseline="0" noProof="0" dirty="0">
                <a:ln>
                  <a:noFill/>
                </a:ln>
                <a:solidFill>
                  <a:prstClr val="white"/>
                </a:solidFill>
                <a:effectLst/>
                <a:uLnTx/>
                <a:uFillTx/>
                <a:latin typeface="Calibri"/>
                <a:ea typeface="+mn-ea"/>
                <a:cs typeface="+mn-cs"/>
              </a:rPr>
              <a:t>PV*</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F49A1619-3232-7717-0B48-49C2B3E8BFA4}"/>
              </a:ext>
            </a:extLst>
          </p:cNvPr>
          <p:cNvSpPr txBox="1"/>
          <p:nvPr/>
        </p:nvSpPr>
        <p:spPr>
          <a:xfrm>
            <a:off x="10271056" y="6550223"/>
            <a:ext cx="179614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aa-ET" sz="1400" b="0" i="0" u="none" strike="noStrike" kern="1200" cap="none" spc="0" normalizeH="0" baseline="0" noProof="0" dirty="0">
                <a:ln>
                  <a:noFill/>
                </a:ln>
                <a:solidFill>
                  <a:prstClr val="black"/>
                </a:solidFill>
                <a:effectLst/>
                <a:uLnTx/>
                <a:uFillTx/>
                <a:latin typeface="Calibri"/>
                <a:ea typeface="+mn-ea"/>
                <a:cs typeface="+mn-cs"/>
              </a:rPr>
              <a:t>*</a:t>
            </a:r>
            <a:r>
              <a:rPr kumimoji="0" lang="en-GB" sz="1400" b="0" i="0" u="none" strike="noStrike" kern="1200" cap="none" spc="0" normalizeH="0" baseline="0" noProof="0" dirty="0">
                <a:ln>
                  <a:noFill/>
                </a:ln>
                <a:solidFill>
                  <a:prstClr val="black"/>
                </a:solidFill>
                <a:effectLst/>
                <a:uLnTx/>
                <a:uFillTx/>
                <a:latin typeface="Calibri"/>
                <a:ea typeface="+mn-ea"/>
                <a:cs typeface="+mn-cs"/>
              </a:rPr>
              <a:t>S</a:t>
            </a:r>
            <a:r>
              <a:rPr kumimoji="0" lang="aa-ET" sz="1400" b="0" i="0" u="none" strike="noStrike" kern="1200" cap="none" spc="0" normalizeH="0" baseline="0" noProof="0" dirty="0">
                <a:ln>
                  <a:noFill/>
                </a:ln>
                <a:solidFill>
                  <a:prstClr val="black"/>
                </a:solidFill>
                <a:effectLst/>
                <a:uLnTx/>
                <a:uFillTx/>
                <a:latin typeface="Calibri"/>
                <a:ea typeface="+mn-ea"/>
                <a:cs typeface="+mn-cs"/>
              </a:rPr>
              <a:t>ans les cas contact</a:t>
            </a:r>
          </a:p>
        </p:txBody>
      </p:sp>
      <p:pic>
        <p:nvPicPr>
          <p:cNvPr id="20" name="Image 19">
            <a:extLst>
              <a:ext uri="{FF2B5EF4-FFF2-40B4-BE49-F238E27FC236}">
                <a16:creationId xmlns:a16="http://schemas.microsoft.com/office/drawing/2014/main" id="{5FC1E41A-029A-5BEE-DB6F-AA5E29F3AF9D}"/>
              </a:ext>
            </a:extLst>
          </p:cNvPr>
          <p:cNvPicPr>
            <a:picLocks noChangeAspect="1"/>
          </p:cNvPicPr>
          <p:nvPr/>
        </p:nvPicPr>
        <p:blipFill>
          <a:blip r:embed="rId4"/>
          <a:stretch>
            <a:fillRect/>
          </a:stretch>
        </p:blipFill>
        <p:spPr>
          <a:xfrm>
            <a:off x="10081336" y="2832475"/>
            <a:ext cx="1928288" cy="1904215"/>
          </a:xfrm>
          <a:prstGeom prst="rect">
            <a:avLst/>
          </a:prstGeom>
        </p:spPr>
      </p:pic>
      <p:pic>
        <p:nvPicPr>
          <p:cNvPr id="21" name="Image 20">
            <a:extLst>
              <a:ext uri="{FF2B5EF4-FFF2-40B4-BE49-F238E27FC236}">
                <a16:creationId xmlns:a16="http://schemas.microsoft.com/office/drawing/2014/main" id="{8276993C-43ED-FA5F-1E01-8D3B4CC70244}"/>
              </a:ext>
            </a:extLst>
          </p:cNvPr>
          <p:cNvPicPr>
            <a:picLocks noChangeAspect="1"/>
          </p:cNvPicPr>
          <p:nvPr/>
        </p:nvPicPr>
        <p:blipFill>
          <a:blip r:embed="rId5"/>
          <a:stretch>
            <a:fillRect/>
          </a:stretch>
        </p:blipFill>
        <p:spPr>
          <a:xfrm>
            <a:off x="57996" y="1734605"/>
            <a:ext cx="6723336" cy="4035121"/>
          </a:xfrm>
          <a:prstGeom prst="rect">
            <a:avLst/>
          </a:prstGeom>
        </p:spPr>
      </p:pic>
      <p:sp>
        <p:nvSpPr>
          <p:cNvPr id="4" name="ZoneTexte 3">
            <a:extLst>
              <a:ext uri="{FF2B5EF4-FFF2-40B4-BE49-F238E27FC236}">
                <a16:creationId xmlns:a16="http://schemas.microsoft.com/office/drawing/2014/main" id="{DB6DB9F1-137C-40D1-97F7-9098EAA96274}"/>
              </a:ext>
            </a:extLst>
          </p:cNvPr>
          <p:cNvSpPr txBox="1"/>
          <p:nvPr/>
        </p:nvSpPr>
        <p:spPr>
          <a:xfrm>
            <a:off x="6748414" y="1088274"/>
            <a:ext cx="5261210" cy="646331"/>
          </a:xfrm>
          <a:prstGeom prst="rect">
            <a:avLst/>
          </a:prstGeom>
          <a:noFill/>
        </p:spPr>
        <p:txBody>
          <a:bodyPr wrap="square" rtlCol="0">
            <a:spAutoFit/>
          </a:bodyPr>
          <a:lstStyle/>
          <a:p>
            <a:pPr marL="285750" indent="-285750">
              <a:buFont typeface="Arial" panose="020B0604020202020204" pitchFamily="34" charset="0"/>
              <a:buChar char="•"/>
            </a:pPr>
            <a:r>
              <a:rPr lang="fr-FR" dirty="0"/>
              <a:t>Reduction de plus de 63% de cas entre 2024 et 2025</a:t>
            </a:r>
          </a:p>
        </p:txBody>
      </p:sp>
    </p:spTree>
    <p:extLst>
      <p:ext uri="{BB962C8B-B14F-4D97-AF65-F5344CB8AC3E}">
        <p14:creationId xmlns:p14="http://schemas.microsoft.com/office/powerpoint/2010/main" val="3316435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ZoneTexte 29">
            <a:extLst>
              <a:ext uri="{FF2B5EF4-FFF2-40B4-BE49-F238E27FC236}">
                <a16:creationId xmlns:a16="http://schemas.microsoft.com/office/drawing/2014/main" id="{ECBC153C-C123-6238-23E1-4140D11AE59D}"/>
              </a:ext>
            </a:extLst>
          </p:cNvPr>
          <p:cNvSpPr txBox="1"/>
          <p:nvPr/>
        </p:nvSpPr>
        <p:spPr>
          <a:xfrm>
            <a:off x="408997" y="1120255"/>
            <a:ext cx="2497761" cy="738664"/>
          </a:xfrm>
          <a:prstGeom prst="rect">
            <a:avLst/>
          </a:prstGeom>
          <a:solidFill>
            <a:schemeClr val="accent1">
              <a:lumMod val="20000"/>
              <a:lumOff val="80000"/>
            </a:schemeClr>
          </a:solidFill>
        </p:spPr>
        <p:txBody>
          <a:bodyPr wrap="square">
            <a:spAutoFit/>
          </a:bodyPr>
          <a:lstStyle/>
          <a:p>
            <a:pPr algn="ctr"/>
            <a:r>
              <a:rPr lang="fr-FR" sz="1400" b="1" dirty="0">
                <a:solidFill>
                  <a:srgbClr val="000000"/>
                </a:solidFill>
                <a:latin typeface="Arial" panose="020B0604020202020204" pitchFamily="34" charset="0"/>
                <a:cs typeface="Arial" panose="020B0604020202020204" pitchFamily="34" charset="0"/>
              </a:rPr>
              <a:t>23 - 25 janvier  2025, </a:t>
            </a:r>
            <a:r>
              <a:rPr lang="fr-FR" sz="1400" b="1" dirty="0">
                <a:latin typeface="Arial" panose="020B0604020202020204" pitchFamily="34" charset="0"/>
                <a:cs typeface="Arial" panose="020B0604020202020204" pitchFamily="34" charset="0"/>
              </a:rPr>
              <a:t>n</a:t>
            </a:r>
            <a:r>
              <a:rPr lang="fr-FR" sz="1400" b="1" dirty="0">
                <a:solidFill>
                  <a:schemeClr val="tx1"/>
                </a:solidFill>
                <a:latin typeface="Arial" panose="020B0604020202020204" pitchFamily="34" charset="0"/>
                <a:cs typeface="Arial" panose="020B0604020202020204" pitchFamily="34" charset="0"/>
              </a:rPr>
              <a:t>VPO2</a:t>
            </a:r>
          </a:p>
          <a:p>
            <a:pPr algn="ctr"/>
            <a:r>
              <a:rPr lang="fr-FR" sz="1400" b="1" dirty="0">
                <a:solidFill>
                  <a:schemeClr val="tx1"/>
                </a:solidFill>
                <a:latin typeface="Arial" panose="020B0604020202020204" pitchFamily="34" charset="0"/>
                <a:cs typeface="Arial" panose="020B0604020202020204" pitchFamily="34" charset="0"/>
              </a:rPr>
              <a:t> </a:t>
            </a:r>
            <a:r>
              <a:rPr lang="fr-FR" sz="1400" b="1" dirty="0">
                <a:latin typeface="Arial" panose="020B0604020202020204" pitchFamily="34" charset="0"/>
                <a:cs typeface="Arial" panose="020B0604020202020204" pitchFamily="34" charset="0"/>
              </a:rPr>
              <a:t>(1 province:</a:t>
            </a:r>
            <a:r>
              <a:rPr lang="fr-FR" sz="1400" b="1" dirty="0">
                <a:solidFill>
                  <a:schemeClr val="tx1"/>
                </a:solidFill>
                <a:latin typeface="Arial" panose="020B0604020202020204" pitchFamily="34" charset="0"/>
                <a:cs typeface="Arial" panose="020B0604020202020204" pitchFamily="34" charset="0"/>
              </a:rPr>
              <a:t>12ZS)</a:t>
            </a:r>
            <a:endParaRPr lang="fr-FR" b="1" dirty="0">
              <a:solidFill>
                <a:srgbClr val="00B050"/>
              </a:solidFill>
              <a:latin typeface="Arial" panose="020B0604020202020204" pitchFamily="34" charset="0"/>
              <a:cs typeface="Arial" panose="020B0604020202020204" pitchFamily="34" charset="0"/>
            </a:endParaRPr>
          </a:p>
        </p:txBody>
      </p:sp>
      <p:sp>
        <p:nvSpPr>
          <p:cNvPr id="32" name="ZoneTexte 31">
            <a:extLst>
              <a:ext uri="{FF2B5EF4-FFF2-40B4-BE49-F238E27FC236}">
                <a16:creationId xmlns:a16="http://schemas.microsoft.com/office/drawing/2014/main" id="{AF862CCE-F9A3-8913-D4F0-C2315CA31F19}"/>
              </a:ext>
            </a:extLst>
          </p:cNvPr>
          <p:cNvSpPr txBox="1"/>
          <p:nvPr/>
        </p:nvSpPr>
        <p:spPr>
          <a:xfrm>
            <a:off x="3362831" y="976849"/>
            <a:ext cx="2408648" cy="738664"/>
          </a:xfrm>
          <a:prstGeom prst="rect">
            <a:avLst/>
          </a:prstGeom>
          <a:solidFill>
            <a:schemeClr val="accent1">
              <a:lumMod val="20000"/>
              <a:lumOff val="80000"/>
            </a:schemeClr>
          </a:solidFill>
        </p:spPr>
        <p:txBody>
          <a:bodyPr wrap="square">
            <a:spAutoFit/>
          </a:bodyPr>
          <a:lstStyle>
            <a:defPPr>
              <a:defRPr lang="en-US"/>
            </a:defPPr>
            <a:lvl1pPr marR="0" lvl="0" indent="0">
              <a:spcBef>
                <a:spcPts val="0"/>
              </a:spcBef>
              <a:spcAft>
                <a:spcPts val="0"/>
              </a:spcAft>
              <a:buNone/>
              <a:defRPr sz="1400">
                <a:solidFill>
                  <a:srgbClr val="000000"/>
                </a:solidFill>
              </a:defRPr>
            </a:lvl1pPr>
          </a:lstStyle>
          <a:p>
            <a:pPr algn="ctr"/>
            <a:r>
              <a:rPr lang="fr-FR" b="1" dirty="0">
                <a:cs typeface="Times New Roman" panose="02020603050405020304" pitchFamily="18" charset="0"/>
              </a:rPr>
              <a:t>10 – 12 Avril 2025, nVPO2_VPOb </a:t>
            </a:r>
          </a:p>
          <a:p>
            <a:pPr algn="ctr"/>
            <a:r>
              <a:rPr lang="fr-FR" b="1" dirty="0">
                <a:solidFill>
                  <a:schemeClr val="tx1"/>
                </a:solidFill>
                <a:cs typeface="Times New Roman" panose="02020603050405020304" pitchFamily="18" charset="0"/>
              </a:rPr>
              <a:t>(6 provinces: 118 ZS )</a:t>
            </a:r>
            <a:endParaRPr lang="fr-FR" sz="1800" b="1" dirty="0">
              <a:solidFill>
                <a:srgbClr val="00B050"/>
              </a:solidFill>
              <a:cs typeface="Times New Roman" panose="02020603050405020304" pitchFamily="18" charset="0"/>
            </a:endParaRPr>
          </a:p>
        </p:txBody>
      </p:sp>
      <p:sp>
        <p:nvSpPr>
          <p:cNvPr id="34" name="ZoneTexte 33">
            <a:extLst>
              <a:ext uri="{FF2B5EF4-FFF2-40B4-BE49-F238E27FC236}">
                <a16:creationId xmlns:a16="http://schemas.microsoft.com/office/drawing/2014/main" id="{9D7B8C75-65CF-A3F5-869A-5958BBAD37DA}"/>
              </a:ext>
            </a:extLst>
          </p:cNvPr>
          <p:cNvSpPr txBox="1"/>
          <p:nvPr/>
        </p:nvSpPr>
        <p:spPr>
          <a:xfrm>
            <a:off x="6355542" y="984551"/>
            <a:ext cx="2680882" cy="800219"/>
          </a:xfrm>
          <a:prstGeom prst="rect">
            <a:avLst/>
          </a:prstGeom>
          <a:solidFill>
            <a:schemeClr val="accent1">
              <a:lumMod val="20000"/>
              <a:lumOff val="80000"/>
            </a:schemeClr>
          </a:solidFill>
        </p:spPr>
        <p:txBody>
          <a:bodyPr wrap="square">
            <a:spAutoFit/>
          </a:bodyPr>
          <a:lstStyle>
            <a:defPPr>
              <a:defRPr lang="en-US"/>
            </a:defPPr>
            <a:lvl1pPr marR="0" lvl="0" indent="0">
              <a:spcBef>
                <a:spcPts val="0"/>
              </a:spcBef>
              <a:spcAft>
                <a:spcPts val="0"/>
              </a:spcAft>
              <a:buNone/>
              <a:defRPr sz="1400">
                <a:solidFill>
                  <a:srgbClr val="000000"/>
                </a:solidFill>
              </a:defRPr>
            </a:lvl1pPr>
          </a:lstStyle>
          <a:p>
            <a:pPr algn="ctr"/>
            <a:r>
              <a:rPr lang="fr-FR" b="1" dirty="0">
                <a:cs typeface="Times New Roman" panose="02020603050405020304" pitchFamily="18" charset="0"/>
              </a:rPr>
              <a:t>29-31 Mai 2025 , nVPO2 </a:t>
            </a:r>
          </a:p>
          <a:p>
            <a:pPr algn="ctr"/>
            <a:r>
              <a:rPr lang="fr-FR" b="1" dirty="0">
                <a:cs typeface="Times New Roman" panose="02020603050405020304" pitchFamily="18" charset="0"/>
              </a:rPr>
              <a:t>(1 province: 5ZS)</a:t>
            </a:r>
          </a:p>
          <a:p>
            <a:pPr algn="ctr"/>
            <a:endParaRPr lang="fr-FR" sz="1800" b="1" dirty="0">
              <a:solidFill>
                <a:srgbClr val="00B050"/>
              </a:solidFill>
              <a:cs typeface="Times New Roman" panose="02020603050405020304" pitchFamily="18" charset="0"/>
            </a:endParaRPr>
          </a:p>
        </p:txBody>
      </p:sp>
      <p:sp>
        <p:nvSpPr>
          <p:cNvPr id="36" name="ZoneTexte 35">
            <a:extLst>
              <a:ext uri="{FF2B5EF4-FFF2-40B4-BE49-F238E27FC236}">
                <a16:creationId xmlns:a16="http://schemas.microsoft.com/office/drawing/2014/main" id="{86979B87-BBD7-F078-F369-AD04B81CFCB8}"/>
              </a:ext>
            </a:extLst>
          </p:cNvPr>
          <p:cNvSpPr txBox="1"/>
          <p:nvPr/>
        </p:nvSpPr>
        <p:spPr>
          <a:xfrm>
            <a:off x="9496386" y="965332"/>
            <a:ext cx="2533061" cy="738664"/>
          </a:xfrm>
          <a:prstGeom prst="rect">
            <a:avLst/>
          </a:prstGeom>
          <a:solidFill>
            <a:schemeClr val="accent1">
              <a:lumMod val="20000"/>
              <a:lumOff val="80000"/>
            </a:schemeClr>
          </a:solidFill>
        </p:spPr>
        <p:txBody>
          <a:bodyPr wrap="square">
            <a:spAutoFit/>
          </a:bodyPr>
          <a:lstStyle>
            <a:defPPr>
              <a:defRPr lang="en-US"/>
            </a:defPPr>
            <a:lvl1pPr marR="0" lvl="0" indent="0" algn="ctr">
              <a:spcBef>
                <a:spcPts val="0"/>
              </a:spcBef>
              <a:spcAft>
                <a:spcPts val="0"/>
              </a:spcAft>
              <a:buNone/>
              <a:defRPr sz="1400">
                <a:solidFill>
                  <a:srgbClr val="000000"/>
                </a:solidFill>
              </a:defRPr>
            </a:lvl1pPr>
          </a:lstStyle>
          <a:p>
            <a:r>
              <a:rPr lang="fr-FR" b="1" dirty="0">
                <a:cs typeface="Times New Roman" panose="02020603050405020304" pitchFamily="18" charset="0"/>
              </a:rPr>
              <a:t>27-29 Juin 2025_nVPO2_VPOb (7 provinces: 149 ZS)</a:t>
            </a:r>
          </a:p>
        </p:txBody>
      </p:sp>
      <p:sp>
        <p:nvSpPr>
          <p:cNvPr id="38" name="ZoneTexte 37">
            <a:extLst>
              <a:ext uri="{FF2B5EF4-FFF2-40B4-BE49-F238E27FC236}">
                <a16:creationId xmlns:a16="http://schemas.microsoft.com/office/drawing/2014/main" id="{793829C9-ABF1-5D7B-F36B-89BF3A1136A2}"/>
              </a:ext>
            </a:extLst>
          </p:cNvPr>
          <p:cNvSpPr txBox="1"/>
          <p:nvPr/>
        </p:nvSpPr>
        <p:spPr>
          <a:xfrm>
            <a:off x="561963" y="4000839"/>
            <a:ext cx="2356864" cy="523220"/>
          </a:xfrm>
          <a:prstGeom prst="rect">
            <a:avLst/>
          </a:prstGeom>
          <a:solidFill>
            <a:schemeClr val="accent1">
              <a:lumMod val="20000"/>
              <a:lumOff val="80000"/>
            </a:schemeClr>
          </a:solidFill>
        </p:spPr>
        <p:txBody>
          <a:bodyPr wrap="square">
            <a:spAutoFit/>
          </a:bodyPr>
          <a:lstStyle>
            <a:defPPr>
              <a:defRPr lang="en-US"/>
            </a:defPPr>
            <a:lvl1pPr marR="0" lvl="0" indent="0" algn="ctr">
              <a:spcBef>
                <a:spcPts val="0"/>
              </a:spcBef>
              <a:spcAft>
                <a:spcPts val="0"/>
              </a:spcAft>
              <a:buNone/>
              <a:defRPr sz="1400">
                <a:solidFill>
                  <a:srgbClr val="000000"/>
                </a:solidFill>
              </a:defRPr>
            </a:lvl1pPr>
          </a:lstStyle>
          <a:p>
            <a:r>
              <a:rPr lang="fr-FR" b="1" dirty="0">
                <a:cs typeface="Times New Roman" panose="02020603050405020304" pitchFamily="18" charset="0"/>
              </a:rPr>
              <a:t>28-30 Août, nVPO2_VPOb (26 provinces) </a:t>
            </a:r>
            <a:endParaRPr lang="fr-FR" sz="1800" b="1" dirty="0">
              <a:solidFill>
                <a:srgbClr val="00B050"/>
              </a:solidFill>
              <a:cs typeface="Times New Roman" panose="02020603050405020304" pitchFamily="18" charset="0"/>
            </a:endParaRPr>
          </a:p>
        </p:txBody>
      </p:sp>
      <p:pic>
        <p:nvPicPr>
          <p:cNvPr id="4" name="Image 3">
            <a:extLst>
              <a:ext uri="{FF2B5EF4-FFF2-40B4-BE49-F238E27FC236}">
                <a16:creationId xmlns:a16="http://schemas.microsoft.com/office/drawing/2014/main" id="{24A87ABB-F521-AE93-1097-51883F27C806}"/>
              </a:ext>
            </a:extLst>
          </p:cNvPr>
          <p:cNvPicPr>
            <a:picLocks noChangeAspect="1"/>
          </p:cNvPicPr>
          <p:nvPr/>
        </p:nvPicPr>
        <p:blipFill>
          <a:blip r:embed="rId2"/>
          <a:srcRect l="7584" t="3176" r="10842" b="2068"/>
          <a:stretch/>
        </p:blipFill>
        <p:spPr>
          <a:xfrm>
            <a:off x="9594158" y="1715514"/>
            <a:ext cx="2247023" cy="2136702"/>
          </a:xfrm>
          <a:prstGeom prst="rect">
            <a:avLst/>
          </a:prstGeom>
        </p:spPr>
      </p:pic>
      <p:pic>
        <p:nvPicPr>
          <p:cNvPr id="6" name="Image 5">
            <a:extLst>
              <a:ext uri="{FF2B5EF4-FFF2-40B4-BE49-F238E27FC236}">
                <a16:creationId xmlns:a16="http://schemas.microsoft.com/office/drawing/2014/main" id="{2BAEBD94-5080-C5E1-DC9D-2A3EC2E3FEE6}"/>
              </a:ext>
            </a:extLst>
          </p:cNvPr>
          <p:cNvPicPr>
            <a:picLocks noChangeAspect="1"/>
          </p:cNvPicPr>
          <p:nvPr/>
        </p:nvPicPr>
        <p:blipFill>
          <a:blip r:embed="rId3"/>
          <a:srcRect l="5167" t="3524" r="13065" b="1365"/>
          <a:stretch/>
        </p:blipFill>
        <p:spPr>
          <a:xfrm>
            <a:off x="3362830" y="1805589"/>
            <a:ext cx="2344796" cy="2046626"/>
          </a:xfrm>
          <a:prstGeom prst="rect">
            <a:avLst/>
          </a:prstGeom>
        </p:spPr>
      </p:pic>
      <p:grpSp>
        <p:nvGrpSpPr>
          <p:cNvPr id="8" name="Groupe 7">
            <a:extLst>
              <a:ext uri="{FF2B5EF4-FFF2-40B4-BE49-F238E27FC236}">
                <a16:creationId xmlns:a16="http://schemas.microsoft.com/office/drawing/2014/main" id="{BC8F82D9-4847-989C-6E67-900A907F7D13}"/>
              </a:ext>
            </a:extLst>
          </p:cNvPr>
          <p:cNvGrpSpPr/>
          <p:nvPr/>
        </p:nvGrpSpPr>
        <p:grpSpPr>
          <a:xfrm>
            <a:off x="530644" y="1756559"/>
            <a:ext cx="2376114" cy="1991027"/>
            <a:chOff x="150311" y="425196"/>
            <a:chExt cx="2833373" cy="2344364"/>
          </a:xfrm>
        </p:grpSpPr>
        <p:grpSp>
          <p:nvGrpSpPr>
            <p:cNvPr id="10" name="Groupe 9">
              <a:extLst>
                <a:ext uri="{FF2B5EF4-FFF2-40B4-BE49-F238E27FC236}">
                  <a16:creationId xmlns:a16="http://schemas.microsoft.com/office/drawing/2014/main" id="{0F664CC7-D669-6849-1648-46969B4AA8BE}"/>
                </a:ext>
              </a:extLst>
            </p:cNvPr>
            <p:cNvGrpSpPr/>
            <p:nvPr/>
          </p:nvGrpSpPr>
          <p:grpSpPr>
            <a:xfrm>
              <a:off x="150311" y="425196"/>
              <a:ext cx="2833373" cy="2344364"/>
              <a:chOff x="104189" y="332857"/>
              <a:chExt cx="2879496" cy="2436703"/>
            </a:xfrm>
          </p:grpSpPr>
          <p:pic>
            <p:nvPicPr>
              <p:cNvPr id="14" name="Image 13">
                <a:extLst>
                  <a:ext uri="{FF2B5EF4-FFF2-40B4-BE49-F238E27FC236}">
                    <a16:creationId xmlns:a16="http://schemas.microsoft.com/office/drawing/2014/main" id="{7F4A2B70-67F5-D3E8-87FA-2875A754102C}"/>
                  </a:ext>
                </a:extLst>
              </p:cNvPr>
              <p:cNvPicPr>
                <a:picLocks noChangeAspect="1"/>
              </p:cNvPicPr>
              <p:nvPr/>
            </p:nvPicPr>
            <p:blipFill>
              <a:blip r:embed="rId4"/>
              <a:srcRect l="29425" t="277" r="6599" b="1538"/>
              <a:stretch/>
            </p:blipFill>
            <p:spPr>
              <a:xfrm>
                <a:off x="1273189" y="332858"/>
                <a:ext cx="1710496" cy="2436702"/>
              </a:xfrm>
              <a:prstGeom prst="rect">
                <a:avLst/>
              </a:prstGeom>
            </p:spPr>
          </p:pic>
          <p:pic>
            <p:nvPicPr>
              <p:cNvPr id="16" name="Image 15">
                <a:extLst>
                  <a:ext uri="{FF2B5EF4-FFF2-40B4-BE49-F238E27FC236}">
                    <a16:creationId xmlns:a16="http://schemas.microsoft.com/office/drawing/2014/main" id="{FE54AD9E-BF09-935E-E838-D585620C9B28}"/>
                  </a:ext>
                </a:extLst>
              </p:cNvPr>
              <p:cNvPicPr>
                <a:picLocks noChangeAspect="1"/>
              </p:cNvPicPr>
              <p:nvPr/>
            </p:nvPicPr>
            <p:blipFill>
              <a:blip r:embed="rId5"/>
              <a:stretch>
                <a:fillRect/>
              </a:stretch>
            </p:blipFill>
            <p:spPr>
              <a:xfrm>
                <a:off x="104189" y="332857"/>
                <a:ext cx="839244" cy="830989"/>
              </a:xfrm>
              <a:prstGeom prst="rect">
                <a:avLst/>
              </a:prstGeom>
            </p:spPr>
          </p:pic>
        </p:grpSp>
        <p:cxnSp>
          <p:nvCxnSpPr>
            <p:cNvPr id="12" name="Connecteur droit avec flèche 11">
              <a:extLst>
                <a:ext uri="{FF2B5EF4-FFF2-40B4-BE49-F238E27FC236}">
                  <a16:creationId xmlns:a16="http://schemas.microsoft.com/office/drawing/2014/main" id="{CBF24819-AFC7-CB4D-FD21-D9DE769C8B8D}"/>
                </a:ext>
              </a:extLst>
            </p:cNvPr>
            <p:cNvCxnSpPr>
              <a:cxnSpLocks/>
            </p:cNvCxnSpPr>
            <p:nvPr/>
          </p:nvCxnSpPr>
          <p:spPr>
            <a:xfrm>
              <a:off x="793464" y="909772"/>
              <a:ext cx="703433" cy="18789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e 28">
            <a:extLst>
              <a:ext uri="{FF2B5EF4-FFF2-40B4-BE49-F238E27FC236}">
                <a16:creationId xmlns:a16="http://schemas.microsoft.com/office/drawing/2014/main" id="{6CD1C53F-CF35-7947-5E28-3D89A6FD33F6}"/>
              </a:ext>
            </a:extLst>
          </p:cNvPr>
          <p:cNvGrpSpPr/>
          <p:nvPr/>
        </p:nvGrpSpPr>
        <p:grpSpPr>
          <a:xfrm>
            <a:off x="6231002" y="1861188"/>
            <a:ext cx="2805422" cy="1991027"/>
            <a:chOff x="6280831" y="1659900"/>
            <a:chExt cx="3128294" cy="2118837"/>
          </a:xfrm>
        </p:grpSpPr>
        <p:pic>
          <p:nvPicPr>
            <p:cNvPr id="19" name="Image 18">
              <a:extLst>
                <a:ext uri="{FF2B5EF4-FFF2-40B4-BE49-F238E27FC236}">
                  <a16:creationId xmlns:a16="http://schemas.microsoft.com/office/drawing/2014/main" id="{6699E1DF-D1A4-A95C-F62F-8E250D32F06B}"/>
                </a:ext>
              </a:extLst>
            </p:cNvPr>
            <p:cNvPicPr>
              <a:picLocks noChangeAspect="1"/>
            </p:cNvPicPr>
            <p:nvPr/>
          </p:nvPicPr>
          <p:blipFill>
            <a:blip r:embed="rId6"/>
            <a:srcRect l="3139" t="8202" r="2525" b="8202"/>
            <a:stretch>
              <a:fillRect/>
            </a:stretch>
          </p:blipFill>
          <p:spPr>
            <a:xfrm>
              <a:off x="6280831" y="2349796"/>
              <a:ext cx="3128294" cy="1428941"/>
            </a:xfrm>
            <a:prstGeom prst="rect">
              <a:avLst/>
            </a:prstGeom>
          </p:spPr>
        </p:pic>
        <p:pic>
          <p:nvPicPr>
            <p:cNvPr id="21" name="Image 20">
              <a:extLst>
                <a:ext uri="{FF2B5EF4-FFF2-40B4-BE49-F238E27FC236}">
                  <a16:creationId xmlns:a16="http://schemas.microsoft.com/office/drawing/2014/main" id="{C5451617-2611-4F28-F66E-1A049E6CCB57}"/>
                </a:ext>
              </a:extLst>
            </p:cNvPr>
            <p:cNvPicPr>
              <a:picLocks noChangeAspect="1"/>
            </p:cNvPicPr>
            <p:nvPr/>
          </p:nvPicPr>
          <p:blipFill>
            <a:blip r:embed="rId7"/>
            <a:srcRect l="6647" t="3874" r="9857" b="3578"/>
            <a:stretch>
              <a:fillRect/>
            </a:stretch>
          </p:blipFill>
          <p:spPr>
            <a:xfrm>
              <a:off x="6413912" y="1659900"/>
              <a:ext cx="838205" cy="829014"/>
            </a:xfrm>
            <a:prstGeom prst="rect">
              <a:avLst/>
            </a:prstGeom>
          </p:spPr>
        </p:pic>
        <p:cxnSp>
          <p:nvCxnSpPr>
            <p:cNvPr id="24" name="Connecteur droit avec flèche 23">
              <a:extLst>
                <a:ext uri="{FF2B5EF4-FFF2-40B4-BE49-F238E27FC236}">
                  <a16:creationId xmlns:a16="http://schemas.microsoft.com/office/drawing/2014/main" id="{FD224E8F-C936-C88C-578B-5F4BC311C99F}"/>
                </a:ext>
              </a:extLst>
            </p:cNvPr>
            <p:cNvCxnSpPr>
              <a:cxnSpLocks/>
            </p:cNvCxnSpPr>
            <p:nvPr/>
          </p:nvCxnSpPr>
          <p:spPr>
            <a:xfrm>
              <a:off x="6442159" y="2155428"/>
              <a:ext cx="65457" cy="1332851"/>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41" name="ZoneTexte 40">
            <a:extLst>
              <a:ext uri="{FF2B5EF4-FFF2-40B4-BE49-F238E27FC236}">
                <a16:creationId xmlns:a16="http://schemas.microsoft.com/office/drawing/2014/main" id="{2C572D9A-66BB-6A7A-5D82-AE15B96AD766}"/>
              </a:ext>
            </a:extLst>
          </p:cNvPr>
          <p:cNvSpPr txBox="1"/>
          <p:nvPr/>
        </p:nvSpPr>
        <p:spPr>
          <a:xfrm>
            <a:off x="3362830" y="4033707"/>
            <a:ext cx="2868172" cy="738664"/>
          </a:xfrm>
          <a:prstGeom prst="rect">
            <a:avLst/>
          </a:prstGeom>
          <a:solidFill>
            <a:schemeClr val="accent1">
              <a:lumMod val="20000"/>
              <a:lumOff val="80000"/>
            </a:schemeClr>
          </a:solidFill>
        </p:spPr>
        <p:txBody>
          <a:bodyPr wrap="square">
            <a:spAutoFit/>
          </a:bodyPr>
          <a:lstStyle>
            <a:defPPr>
              <a:defRPr lang="en-US"/>
            </a:defPPr>
            <a:lvl1pPr marR="0" lvl="0" indent="0" algn="ctr">
              <a:spcBef>
                <a:spcPts val="0"/>
              </a:spcBef>
              <a:spcAft>
                <a:spcPts val="0"/>
              </a:spcAft>
              <a:buNone/>
              <a:defRPr sz="1400">
                <a:solidFill>
                  <a:srgbClr val="000000"/>
                </a:solidFill>
              </a:defRPr>
            </a:lvl1pPr>
          </a:lstStyle>
          <a:p>
            <a:r>
              <a:rPr lang="fr-FR" b="1" dirty="0">
                <a:latin typeface="Arial" panose="020B0604020202020204" pitchFamily="34" charset="0"/>
                <a:cs typeface="Arial" panose="020B0604020202020204" pitchFamily="34" charset="0"/>
              </a:rPr>
              <a:t>30 </a:t>
            </a:r>
            <a:r>
              <a:rPr lang="fr-FR" b="1" dirty="0" err="1">
                <a:latin typeface="Arial" panose="020B0604020202020204" pitchFamily="34" charset="0"/>
                <a:cs typeface="Arial" panose="020B0604020202020204" pitchFamily="34" charset="0"/>
              </a:rPr>
              <a:t>oct</a:t>
            </a:r>
            <a:r>
              <a:rPr lang="fr-FR" b="1" dirty="0">
                <a:latin typeface="Arial" panose="020B0604020202020204" pitchFamily="34" charset="0"/>
                <a:cs typeface="Arial" panose="020B0604020202020204" pitchFamily="34" charset="0"/>
              </a:rPr>
              <a:t> au 01</a:t>
            </a:r>
            <a:r>
              <a:rPr lang="fr-FR" b="1" baseline="30000" dirty="0">
                <a:latin typeface="Arial" panose="020B0604020202020204" pitchFamily="34" charset="0"/>
                <a:cs typeface="Arial" panose="020B0604020202020204" pitchFamily="34" charset="0"/>
              </a:rPr>
              <a:t>er</a:t>
            </a:r>
            <a:r>
              <a:rPr lang="fr-FR" b="1" dirty="0">
                <a:latin typeface="Arial" panose="020B0604020202020204" pitchFamily="34" charset="0"/>
                <a:cs typeface="Arial" panose="020B0604020202020204" pitchFamily="34" charset="0"/>
              </a:rPr>
              <a:t> </a:t>
            </a:r>
            <a:r>
              <a:rPr lang="fr-FR" b="1" dirty="0" err="1">
                <a:latin typeface="Arial" panose="020B0604020202020204" pitchFamily="34" charset="0"/>
                <a:cs typeface="Arial" panose="020B0604020202020204" pitchFamily="34" charset="0"/>
              </a:rPr>
              <a:t>Nov</a:t>
            </a:r>
            <a:r>
              <a:rPr lang="fr-FR" b="1" dirty="0">
                <a:latin typeface="Arial" panose="020B0604020202020204" pitchFamily="34" charset="0"/>
                <a:cs typeface="Arial" panose="020B0604020202020204" pitchFamily="34" charset="0"/>
              </a:rPr>
              <a:t> 2025, nVPO2_VPOb (3 provinces: 7 ZS) </a:t>
            </a:r>
            <a:endParaRPr lang="fr-FR" sz="1800" b="1" dirty="0">
              <a:solidFill>
                <a:srgbClr val="00B050"/>
              </a:solidFill>
              <a:latin typeface="Arial" panose="020B0604020202020204" pitchFamily="34" charset="0"/>
              <a:cs typeface="Arial" panose="020B0604020202020204" pitchFamily="34" charset="0"/>
            </a:endParaRPr>
          </a:p>
        </p:txBody>
      </p:sp>
      <p:sp>
        <p:nvSpPr>
          <p:cNvPr id="52" name="ZoneTexte 51">
            <a:extLst>
              <a:ext uri="{FF2B5EF4-FFF2-40B4-BE49-F238E27FC236}">
                <a16:creationId xmlns:a16="http://schemas.microsoft.com/office/drawing/2014/main" id="{16DD0758-F466-7725-59EF-BB3006326A1E}"/>
              </a:ext>
            </a:extLst>
          </p:cNvPr>
          <p:cNvSpPr txBox="1"/>
          <p:nvPr/>
        </p:nvSpPr>
        <p:spPr>
          <a:xfrm>
            <a:off x="6662796" y="4023057"/>
            <a:ext cx="2833590" cy="738664"/>
          </a:xfrm>
          <a:prstGeom prst="rect">
            <a:avLst/>
          </a:prstGeom>
          <a:solidFill>
            <a:schemeClr val="accent1">
              <a:lumMod val="20000"/>
              <a:lumOff val="80000"/>
            </a:schemeClr>
          </a:solidFill>
        </p:spPr>
        <p:txBody>
          <a:bodyPr wrap="square">
            <a:spAutoFit/>
          </a:bodyPr>
          <a:lstStyle>
            <a:defPPr>
              <a:defRPr lang="en-US"/>
            </a:defPPr>
            <a:lvl1pPr marR="0" lvl="0" indent="0" algn="ctr">
              <a:spcBef>
                <a:spcPts val="0"/>
              </a:spcBef>
              <a:spcAft>
                <a:spcPts val="0"/>
              </a:spcAft>
              <a:buNone/>
              <a:defRPr sz="1400">
                <a:solidFill>
                  <a:srgbClr val="000000"/>
                </a:solidFill>
              </a:defRPr>
            </a:lvl1pPr>
          </a:lstStyle>
          <a:p>
            <a:r>
              <a:rPr lang="fr-FR" b="1" dirty="0">
                <a:cs typeface="Times New Roman" panose="02020603050405020304" pitchFamily="18" charset="0"/>
              </a:rPr>
              <a:t>13 au 15 </a:t>
            </a:r>
            <a:r>
              <a:rPr lang="fr-FR" b="1" dirty="0" err="1">
                <a:cs typeface="Times New Roman" panose="02020603050405020304" pitchFamily="18" charset="0"/>
              </a:rPr>
              <a:t>Nov</a:t>
            </a:r>
            <a:r>
              <a:rPr lang="fr-FR" b="1" dirty="0">
                <a:cs typeface="Times New Roman" panose="02020603050405020304" pitchFamily="18" charset="0"/>
              </a:rPr>
              <a:t> 2025, nVPO2_VPOb (3 provinces: 11 ZS) </a:t>
            </a:r>
            <a:endParaRPr lang="fr-FR" sz="1800" b="1" dirty="0">
              <a:solidFill>
                <a:srgbClr val="00B050"/>
              </a:solidFill>
              <a:cs typeface="Times New Roman" panose="02020603050405020304" pitchFamily="18" charset="0"/>
            </a:endParaRPr>
          </a:p>
        </p:txBody>
      </p:sp>
      <p:grpSp>
        <p:nvGrpSpPr>
          <p:cNvPr id="3" name="Groupe 2">
            <a:extLst>
              <a:ext uri="{FF2B5EF4-FFF2-40B4-BE49-F238E27FC236}">
                <a16:creationId xmlns:a16="http://schemas.microsoft.com/office/drawing/2014/main" id="{E69BFFE5-DA88-D789-CBEF-012DEE9F2009}"/>
              </a:ext>
            </a:extLst>
          </p:cNvPr>
          <p:cNvGrpSpPr/>
          <p:nvPr/>
        </p:nvGrpSpPr>
        <p:grpSpPr>
          <a:xfrm>
            <a:off x="3372521" y="4706252"/>
            <a:ext cx="2550257" cy="2008872"/>
            <a:chOff x="1177391" y="1533833"/>
            <a:chExt cx="4272171" cy="3613354"/>
          </a:xfrm>
        </p:grpSpPr>
        <p:grpSp>
          <p:nvGrpSpPr>
            <p:cNvPr id="5" name="Groupe 4">
              <a:extLst>
                <a:ext uri="{FF2B5EF4-FFF2-40B4-BE49-F238E27FC236}">
                  <a16:creationId xmlns:a16="http://schemas.microsoft.com/office/drawing/2014/main" id="{18CC072A-D773-B2CB-19FB-7497C4985B94}"/>
                </a:ext>
              </a:extLst>
            </p:cNvPr>
            <p:cNvGrpSpPr/>
            <p:nvPr/>
          </p:nvGrpSpPr>
          <p:grpSpPr>
            <a:xfrm>
              <a:off x="2671431" y="2239050"/>
              <a:ext cx="2778131" cy="2908137"/>
              <a:chOff x="702486" y="1784555"/>
              <a:chExt cx="3139510" cy="3288890"/>
            </a:xfrm>
          </p:grpSpPr>
          <p:pic>
            <p:nvPicPr>
              <p:cNvPr id="13" name="Image 12">
                <a:extLst>
                  <a:ext uri="{FF2B5EF4-FFF2-40B4-BE49-F238E27FC236}">
                    <a16:creationId xmlns:a16="http://schemas.microsoft.com/office/drawing/2014/main" id="{E5FCC85B-2001-3BCE-D662-D5C6AB20387E}"/>
                  </a:ext>
                </a:extLst>
              </p:cNvPr>
              <p:cNvPicPr>
                <a:picLocks noChangeAspect="1"/>
              </p:cNvPicPr>
              <p:nvPr/>
            </p:nvPicPr>
            <p:blipFill>
              <a:blip r:embed="rId8"/>
              <a:srcRect l="10848" t="3172" r="12224" b="1296"/>
              <a:stretch>
                <a:fillRect/>
              </a:stretch>
            </p:blipFill>
            <p:spPr>
              <a:xfrm>
                <a:off x="702486" y="1784555"/>
                <a:ext cx="3139510" cy="3288890"/>
              </a:xfrm>
              <a:prstGeom prst="rect">
                <a:avLst/>
              </a:prstGeom>
              <a:ln>
                <a:solidFill>
                  <a:schemeClr val="tx1"/>
                </a:solidFill>
              </a:ln>
            </p:spPr>
          </p:pic>
          <p:sp>
            <p:nvSpPr>
              <p:cNvPr id="15" name="ZoneTexte 14">
                <a:extLst>
                  <a:ext uri="{FF2B5EF4-FFF2-40B4-BE49-F238E27FC236}">
                    <a16:creationId xmlns:a16="http://schemas.microsoft.com/office/drawing/2014/main" id="{22C12D6B-4D6C-E8CC-2B6C-A7FC32577ED3}"/>
                  </a:ext>
                </a:extLst>
              </p:cNvPr>
              <p:cNvSpPr txBox="1"/>
              <p:nvPr/>
            </p:nvSpPr>
            <p:spPr>
              <a:xfrm>
                <a:off x="702488" y="1784555"/>
                <a:ext cx="744114" cy="200055"/>
              </a:xfrm>
              <a:prstGeom prst="rect">
                <a:avLst/>
              </a:prstGeom>
              <a:noFill/>
            </p:spPr>
            <p:txBody>
              <a:bodyPr wrap="none" rtlCol="0">
                <a:spAutoFit/>
              </a:bodyPr>
              <a:lstStyle/>
              <a:p>
                <a:r>
                  <a:rPr lang="fr-FR" sz="700" dirty="0">
                    <a:highlight>
                      <a:srgbClr val="00FFFF"/>
                    </a:highlight>
                    <a:latin typeface="Arial Black" panose="020B0A04020102020204" pitchFamily="34" charset="0"/>
                  </a:rPr>
                  <a:t>EQUATEUR</a:t>
                </a:r>
              </a:p>
            </p:txBody>
          </p:sp>
        </p:grpSp>
        <p:grpSp>
          <p:nvGrpSpPr>
            <p:cNvPr id="7" name="Groupe 6">
              <a:extLst>
                <a:ext uri="{FF2B5EF4-FFF2-40B4-BE49-F238E27FC236}">
                  <a16:creationId xmlns:a16="http://schemas.microsoft.com/office/drawing/2014/main" id="{C098BA29-64DC-2E84-A180-81C7956488C1}"/>
                </a:ext>
              </a:extLst>
            </p:cNvPr>
            <p:cNvGrpSpPr/>
            <p:nvPr/>
          </p:nvGrpSpPr>
          <p:grpSpPr>
            <a:xfrm>
              <a:off x="1177391" y="1533833"/>
              <a:ext cx="1786087" cy="1443284"/>
              <a:chOff x="1177391" y="1533833"/>
              <a:chExt cx="1786087" cy="1443284"/>
            </a:xfrm>
          </p:grpSpPr>
          <p:pic>
            <p:nvPicPr>
              <p:cNvPr id="9" name="Image 8">
                <a:extLst>
                  <a:ext uri="{FF2B5EF4-FFF2-40B4-BE49-F238E27FC236}">
                    <a16:creationId xmlns:a16="http://schemas.microsoft.com/office/drawing/2014/main" id="{4D52AB47-FCB7-C104-5D59-45D35C80414E}"/>
                  </a:ext>
                </a:extLst>
              </p:cNvPr>
              <p:cNvPicPr>
                <a:picLocks noChangeAspect="1"/>
              </p:cNvPicPr>
              <p:nvPr/>
            </p:nvPicPr>
            <p:blipFill>
              <a:blip r:embed="rId9"/>
              <a:srcRect l="2964" t="2057" r="8773" b="5455"/>
              <a:stretch>
                <a:fillRect/>
              </a:stretch>
            </p:blipFill>
            <p:spPr>
              <a:xfrm>
                <a:off x="1177391" y="1533833"/>
                <a:ext cx="1053105" cy="1071159"/>
              </a:xfrm>
              <a:prstGeom prst="rect">
                <a:avLst/>
              </a:prstGeom>
            </p:spPr>
          </p:pic>
          <p:cxnSp>
            <p:nvCxnSpPr>
              <p:cNvPr id="11" name="Connecteur droit avec flèche 10">
                <a:extLst>
                  <a:ext uri="{FF2B5EF4-FFF2-40B4-BE49-F238E27FC236}">
                    <a16:creationId xmlns:a16="http://schemas.microsoft.com/office/drawing/2014/main" id="{0E36EC55-7127-DC68-2EEA-DC57F48548D9}"/>
                  </a:ext>
                </a:extLst>
              </p:cNvPr>
              <p:cNvCxnSpPr>
                <a:cxnSpLocks/>
              </p:cNvCxnSpPr>
              <p:nvPr/>
            </p:nvCxnSpPr>
            <p:spPr>
              <a:xfrm>
                <a:off x="1618326" y="1917290"/>
                <a:ext cx="1345152" cy="105982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2" name="Groupe 21">
            <a:extLst>
              <a:ext uri="{FF2B5EF4-FFF2-40B4-BE49-F238E27FC236}">
                <a16:creationId xmlns:a16="http://schemas.microsoft.com/office/drawing/2014/main" id="{376B379F-40F2-CF30-ACA9-7AB95BB79F15}"/>
              </a:ext>
            </a:extLst>
          </p:cNvPr>
          <p:cNvGrpSpPr/>
          <p:nvPr/>
        </p:nvGrpSpPr>
        <p:grpSpPr>
          <a:xfrm>
            <a:off x="6662796" y="4524060"/>
            <a:ext cx="2574942" cy="2253086"/>
            <a:chOff x="6389823" y="1687131"/>
            <a:chExt cx="4590310" cy="3460055"/>
          </a:xfrm>
        </p:grpSpPr>
        <p:pic>
          <p:nvPicPr>
            <p:cNvPr id="23" name="Image 22">
              <a:extLst>
                <a:ext uri="{FF2B5EF4-FFF2-40B4-BE49-F238E27FC236}">
                  <a16:creationId xmlns:a16="http://schemas.microsoft.com/office/drawing/2014/main" id="{4E36433D-182A-ECE5-66AF-A2DA8126CE3B}"/>
                </a:ext>
              </a:extLst>
            </p:cNvPr>
            <p:cNvPicPr>
              <a:picLocks noChangeAspect="1"/>
            </p:cNvPicPr>
            <p:nvPr/>
          </p:nvPicPr>
          <p:blipFill>
            <a:blip r:embed="rId10"/>
            <a:srcRect l="6427" t="1332" r="11092" b="1598"/>
            <a:stretch>
              <a:fillRect/>
            </a:stretch>
          </p:blipFill>
          <p:spPr>
            <a:xfrm>
              <a:off x="8008374" y="2291815"/>
              <a:ext cx="2971759" cy="2855371"/>
            </a:xfrm>
            <a:prstGeom prst="rect">
              <a:avLst/>
            </a:prstGeom>
            <a:ln>
              <a:solidFill>
                <a:schemeClr val="tx1"/>
              </a:solidFill>
            </a:ln>
          </p:spPr>
        </p:pic>
        <p:pic>
          <p:nvPicPr>
            <p:cNvPr id="25" name="Image 24">
              <a:extLst>
                <a:ext uri="{FF2B5EF4-FFF2-40B4-BE49-F238E27FC236}">
                  <a16:creationId xmlns:a16="http://schemas.microsoft.com/office/drawing/2014/main" id="{45F8B136-F4AD-3891-8029-8248F098DC0C}"/>
                </a:ext>
              </a:extLst>
            </p:cNvPr>
            <p:cNvPicPr>
              <a:picLocks noChangeAspect="1"/>
            </p:cNvPicPr>
            <p:nvPr/>
          </p:nvPicPr>
          <p:blipFill>
            <a:blip r:embed="rId11"/>
            <a:srcRect l="9232" t="3294" r="14855" b="4383"/>
            <a:stretch>
              <a:fillRect/>
            </a:stretch>
          </p:blipFill>
          <p:spPr>
            <a:xfrm>
              <a:off x="6389823" y="1687131"/>
              <a:ext cx="1416093" cy="1244895"/>
            </a:xfrm>
            <a:prstGeom prst="rect">
              <a:avLst/>
            </a:prstGeom>
          </p:spPr>
        </p:pic>
        <p:cxnSp>
          <p:nvCxnSpPr>
            <p:cNvPr id="26" name="Connecteur droit avec flèche 25">
              <a:extLst>
                <a:ext uri="{FF2B5EF4-FFF2-40B4-BE49-F238E27FC236}">
                  <a16:creationId xmlns:a16="http://schemas.microsoft.com/office/drawing/2014/main" id="{B3D13E96-F01C-39A6-0C2D-59E56826469D}"/>
                </a:ext>
              </a:extLst>
            </p:cNvPr>
            <p:cNvCxnSpPr>
              <a:cxnSpLocks/>
            </p:cNvCxnSpPr>
            <p:nvPr/>
          </p:nvCxnSpPr>
          <p:spPr>
            <a:xfrm>
              <a:off x="7433187" y="2291815"/>
              <a:ext cx="781665" cy="9233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43" name="Image 42">
            <a:extLst>
              <a:ext uri="{FF2B5EF4-FFF2-40B4-BE49-F238E27FC236}">
                <a16:creationId xmlns:a16="http://schemas.microsoft.com/office/drawing/2014/main" id="{9319AF9B-62CF-3924-8522-2E946924B523}"/>
              </a:ext>
            </a:extLst>
          </p:cNvPr>
          <p:cNvPicPr>
            <a:picLocks noChangeAspect="1"/>
          </p:cNvPicPr>
          <p:nvPr/>
        </p:nvPicPr>
        <p:blipFill>
          <a:blip r:embed="rId12"/>
          <a:srcRect l="11986" t="2159" r="11570" b="2561"/>
          <a:stretch>
            <a:fillRect/>
          </a:stretch>
        </p:blipFill>
        <p:spPr>
          <a:xfrm>
            <a:off x="665033" y="4636627"/>
            <a:ext cx="2253794" cy="2221373"/>
          </a:xfrm>
          <a:prstGeom prst="rect">
            <a:avLst/>
          </a:prstGeom>
        </p:spPr>
      </p:pic>
      <p:sp>
        <p:nvSpPr>
          <p:cNvPr id="18" name="Titre 1">
            <a:extLst>
              <a:ext uri="{FF2B5EF4-FFF2-40B4-BE49-F238E27FC236}">
                <a16:creationId xmlns:a16="http://schemas.microsoft.com/office/drawing/2014/main" id="{6FF67D52-A628-286D-E0BE-09A230BEF0D1}"/>
              </a:ext>
            </a:extLst>
          </p:cNvPr>
          <p:cNvSpPr txBox="1">
            <a:spLocks/>
          </p:cNvSpPr>
          <p:nvPr/>
        </p:nvSpPr>
        <p:spPr>
          <a:xfrm>
            <a:off x="157218" y="34274"/>
            <a:ext cx="11877563" cy="625531"/>
          </a:xfrm>
          <a:prstGeom prst="rect">
            <a:avLst/>
          </a:prstGeom>
          <a:solidFill>
            <a:schemeClr val="accent5">
              <a:lumMod val="50000"/>
            </a:schemeClr>
          </a:solidFill>
          <a:ln w="9528">
            <a:noFill/>
            <a:prstDash val="solid"/>
          </a:ln>
        </p:spPr>
        <p:txBody>
          <a:bodyPr vert="horz" lIns="91440" tIns="45720" rIns="91440" bIns="45720" rtlCol="0" anchor="b" anchorCtr="1">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3600" b="1" dirty="0">
                <a:solidFill>
                  <a:schemeClr val="bg1"/>
                </a:solidFill>
                <a:latin typeface="Arial" panose="020B0604020202020204" pitchFamily="34" charset="0"/>
                <a:cs typeface="Arial" panose="020B0604020202020204" pitchFamily="34" charset="0"/>
              </a:rPr>
              <a:t>2. ACTIVITÉS PLANIFIÉES ET RÉALISÉES  EN 2025</a:t>
            </a:r>
          </a:p>
        </p:txBody>
      </p:sp>
      <p:pic>
        <p:nvPicPr>
          <p:cNvPr id="2" name="Image 1">
            <a:extLst>
              <a:ext uri="{FF2B5EF4-FFF2-40B4-BE49-F238E27FC236}">
                <a16:creationId xmlns:a16="http://schemas.microsoft.com/office/drawing/2014/main" id="{439A4F1B-295A-BC04-B8A5-16DC7C0B54A2}"/>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681233" y="4827420"/>
            <a:ext cx="2247023" cy="1996306"/>
          </a:xfrm>
          <a:prstGeom prst="rect">
            <a:avLst/>
          </a:prstGeom>
        </p:spPr>
      </p:pic>
      <p:sp>
        <p:nvSpPr>
          <p:cNvPr id="17" name="ZoneTexte 16">
            <a:extLst>
              <a:ext uri="{FF2B5EF4-FFF2-40B4-BE49-F238E27FC236}">
                <a16:creationId xmlns:a16="http://schemas.microsoft.com/office/drawing/2014/main" id="{DB9D8CEE-9902-F5BC-140E-9093AAC5FEC3}"/>
              </a:ext>
            </a:extLst>
          </p:cNvPr>
          <p:cNvSpPr txBox="1"/>
          <p:nvPr/>
        </p:nvSpPr>
        <p:spPr>
          <a:xfrm>
            <a:off x="9594158" y="3976440"/>
            <a:ext cx="2550396" cy="769441"/>
          </a:xfrm>
          <a:prstGeom prst="rect">
            <a:avLst/>
          </a:prstGeom>
          <a:solidFill>
            <a:schemeClr val="accent1">
              <a:lumMod val="20000"/>
              <a:lumOff val="80000"/>
            </a:schemeClr>
          </a:solidFill>
        </p:spPr>
        <p:txBody>
          <a:bodyPr wrap="square">
            <a:spAutoFit/>
          </a:bodyPr>
          <a:lstStyle>
            <a:defPPr>
              <a:defRPr lang="en-US"/>
            </a:defPPr>
            <a:lvl1pPr marR="0" lvl="0" indent="0" algn="ctr">
              <a:spcBef>
                <a:spcPts val="0"/>
              </a:spcBef>
              <a:spcAft>
                <a:spcPts val="0"/>
              </a:spcAft>
              <a:buNone/>
              <a:defRPr sz="1400">
                <a:solidFill>
                  <a:srgbClr val="000000"/>
                </a:solidFill>
              </a:defRPr>
            </a:lvl1pPr>
          </a:lstStyle>
          <a:p>
            <a:r>
              <a:rPr lang="fr-FR" b="1" dirty="0">
                <a:latin typeface="Arial" panose="020B0604020202020204" pitchFamily="34" charset="0"/>
                <a:cs typeface="Arial" panose="020B0604020202020204" pitchFamily="34" charset="0"/>
              </a:rPr>
              <a:t>27 au 29 </a:t>
            </a:r>
            <a:r>
              <a:rPr lang="fr-FR" b="1" dirty="0" err="1">
                <a:latin typeface="Arial" panose="020B0604020202020204" pitchFamily="34" charset="0"/>
                <a:cs typeface="Arial" panose="020B0604020202020204" pitchFamily="34" charset="0"/>
              </a:rPr>
              <a:t>Nov</a:t>
            </a:r>
            <a:r>
              <a:rPr lang="fr-FR" b="1" dirty="0">
                <a:latin typeface="Arial" panose="020B0604020202020204" pitchFamily="34" charset="0"/>
                <a:cs typeface="Arial" panose="020B0604020202020204" pitchFamily="34" charset="0"/>
              </a:rPr>
              <a:t> 2025, nVPO2_VPOb (17 provinces </a:t>
            </a:r>
            <a:r>
              <a:rPr lang="fr-FR" sz="1600" b="1" dirty="0">
                <a:solidFill>
                  <a:srgbClr val="00B050"/>
                </a:solidFill>
                <a:latin typeface="Arial" panose="020B0604020202020204" pitchFamily="34" charset="0"/>
                <a:cs typeface="Arial" panose="020B0604020202020204" pitchFamily="34" charset="0"/>
              </a:rPr>
              <a:t>en cours</a:t>
            </a:r>
            <a:r>
              <a:rPr lang="fr-FR" b="1" dirty="0">
                <a:latin typeface="Arial" panose="020B0604020202020204" pitchFamily="34" charset="0"/>
                <a:cs typeface="Arial" panose="020B0604020202020204" pitchFamily="34" charset="0"/>
              </a:rPr>
              <a:t>) </a:t>
            </a:r>
            <a:endParaRPr lang="fr-FR" sz="18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384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213885-CB81-53C0-0DCF-86FB98CC2782}"/>
              </a:ext>
            </a:extLst>
          </p:cNvPr>
          <p:cNvSpPr>
            <a:spLocks noGrp="1"/>
          </p:cNvSpPr>
          <p:nvPr>
            <p:ph type="title"/>
          </p:nvPr>
        </p:nvSpPr>
        <p:spPr>
          <a:xfrm>
            <a:off x="647700" y="84406"/>
            <a:ext cx="10515600" cy="596631"/>
          </a:xfrm>
          <a:solidFill>
            <a:srgbClr val="002060"/>
          </a:solidFill>
          <a:ln w="9528">
            <a:noFill/>
            <a:prstDash val="solid"/>
          </a:ln>
        </p:spPr>
        <p:txBody>
          <a:bodyPr vert="horz" wrap="square" lIns="91440" tIns="45720" rIns="91440" bIns="45720" anchor="ctr" anchorCtr="1" compatLnSpc="1">
            <a:noAutofit/>
          </a:bodyPr>
          <a:lstStyle/>
          <a:p>
            <a:pPr algn="ctr">
              <a:spcBef>
                <a:spcPts val="0"/>
              </a:spcBef>
            </a:pPr>
            <a:r>
              <a:rPr lang="fr-FR" sz="2800" dirty="0">
                <a:solidFill>
                  <a:schemeClr val="bg1"/>
                </a:solidFill>
                <a:latin typeface="Times New Roman" panose="02020603050405020304" pitchFamily="18" charset="0"/>
                <a:ea typeface="+mn-ea"/>
                <a:cs typeface="Times New Roman" panose="02020603050405020304" pitchFamily="18" charset="0"/>
              </a:rPr>
              <a:t>2.  ACTIVITES TRANSFRONTALIERES</a:t>
            </a:r>
          </a:p>
        </p:txBody>
      </p:sp>
      <p:pic>
        <p:nvPicPr>
          <p:cNvPr id="5" name="Image 4">
            <a:extLst>
              <a:ext uri="{FF2B5EF4-FFF2-40B4-BE49-F238E27FC236}">
                <a16:creationId xmlns:a16="http://schemas.microsoft.com/office/drawing/2014/main" id="{861D9DA2-AFB5-FE65-B8E4-F8D332DADF85}"/>
              </a:ext>
            </a:extLst>
          </p:cNvPr>
          <p:cNvPicPr>
            <a:picLocks noChangeAspect="1"/>
          </p:cNvPicPr>
          <p:nvPr/>
        </p:nvPicPr>
        <p:blipFill>
          <a:blip r:embed="rId2"/>
          <a:stretch>
            <a:fillRect/>
          </a:stretch>
        </p:blipFill>
        <p:spPr>
          <a:xfrm>
            <a:off x="323581" y="2241076"/>
            <a:ext cx="4834547" cy="3304318"/>
          </a:xfrm>
          <a:prstGeom prst="rect">
            <a:avLst/>
          </a:prstGeom>
        </p:spPr>
      </p:pic>
      <p:graphicFrame>
        <p:nvGraphicFramePr>
          <p:cNvPr id="8" name="Content Placeholder 4">
            <a:extLst>
              <a:ext uri="{FF2B5EF4-FFF2-40B4-BE49-F238E27FC236}">
                <a16:creationId xmlns:a16="http://schemas.microsoft.com/office/drawing/2014/main" id="{9DD9228A-F673-E3DA-7E47-9E7FC8D714C4}"/>
              </a:ext>
            </a:extLst>
          </p:cNvPr>
          <p:cNvGraphicFramePr/>
          <p:nvPr>
            <p:extLst>
              <p:ext uri="{D42A27DB-BD31-4B8C-83A1-F6EECF244321}">
                <p14:modId xmlns:p14="http://schemas.microsoft.com/office/powerpoint/2010/main" val="1904461344"/>
              </p:ext>
            </p:extLst>
          </p:nvPr>
        </p:nvGraphicFramePr>
        <p:xfrm>
          <a:off x="5575501" y="3530005"/>
          <a:ext cx="6002210" cy="3261360"/>
        </p:xfrm>
        <a:graphic>
          <a:graphicData uri="http://schemas.openxmlformats.org/drawingml/2006/table">
            <a:tbl>
              <a:tblPr firstRow="1" bandRow="1">
                <a:tableStyleId>{5C22544A-7EE6-4342-B048-85BDC9FD1C3A}</a:tableStyleId>
              </a:tblPr>
              <a:tblGrid>
                <a:gridCol w="6002210">
                  <a:extLst>
                    <a:ext uri="{9D8B030D-6E8A-4147-A177-3AD203B41FA5}">
                      <a16:colId xmlns:a16="http://schemas.microsoft.com/office/drawing/2014/main" val="20002"/>
                    </a:ext>
                  </a:extLst>
                </a:gridCol>
              </a:tblGrid>
              <a:tr h="271839">
                <a:tc>
                  <a:txBody>
                    <a:bodyPr/>
                    <a:lstStyle/>
                    <a:p>
                      <a:pPr algn="ctr"/>
                      <a:r>
                        <a:rPr lang="fr-FR" sz="1400" dirty="0"/>
                        <a:t>Activités/Résultats</a:t>
                      </a:r>
                    </a:p>
                  </a:txBody>
                  <a:tcPr/>
                </a:tc>
                <a:extLst>
                  <a:ext uri="{0D108BD9-81ED-4DB2-BD59-A6C34878D82A}">
                    <a16:rowId xmlns:a16="http://schemas.microsoft.com/office/drawing/2014/main" val="10000"/>
                  </a:ext>
                </a:extLst>
              </a:tr>
              <a:tr h="271839">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b="1" kern="1200" dirty="0">
                          <a:solidFill>
                            <a:schemeClr val="dk1"/>
                          </a:solidFill>
                          <a:effectLst/>
                          <a:latin typeface="+mn-lt"/>
                          <a:ea typeface="+mn-ea"/>
                          <a:cs typeface="+mn-cs"/>
                        </a:rPr>
                        <a:t>Cumul (Mars – Novembre 2025)</a:t>
                      </a:r>
                    </a:p>
                  </a:txBody>
                  <a:tcPr anchor="ctr">
                    <a:solidFill>
                      <a:srgbClr val="FFC000"/>
                    </a:solidFill>
                  </a:tcPr>
                </a:tc>
                <a:extLst>
                  <a:ext uri="{0D108BD9-81ED-4DB2-BD59-A6C34878D82A}">
                    <a16:rowId xmlns:a16="http://schemas.microsoft.com/office/drawing/2014/main" val="10001"/>
                  </a:ext>
                </a:extLst>
              </a:tr>
              <a:tr h="2365003">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dirty="0"/>
                        <a:t>Organisation de </a:t>
                      </a:r>
                      <a:r>
                        <a:rPr lang="fr-FR" sz="1400" b="1" dirty="0"/>
                        <a:t>4 réunions</a:t>
                      </a:r>
                      <a:r>
                        <a:rPr lang="fr-FR" sz="1400" dirty="0"/>
                        <a:t> transfrontalières  entre la RDC et </a:t>
                      </a:r>
                      <a:r>
                        <a:rPr lang="fr-FR" sz="1400" b="1" dirty="0"/>
                        <a:t>l’Ouganda</a:t>
                      </a:r>
                      <a:r>
                        <a:rPr lang="fr-FR" sz="1400" dirty="0"/>
                        <a:t> (Ituri), </a:t>
                      </a:r>
                      <a:r>
                        <a:rPr lang="fr-FR" sz="1400" b="1" dirty="0"/>
                        <a:t>la Zambie </a:t>
                      </a:r>
                      <a:r>
                        <a:rPr lang="fr-FR" sz="1400" dirty="0"/>
                        <a:t>(Lubumbashi), </a:t>
                      </a:r>
                      <a:r>
                        <a:rPr lang="fr-FR" sz="1400" b="1" dirty="0"/>
                        <a:t>la République du Congo</a:t>
                      </a:r>
                      <a:r>
                        <a:rPr lang="fr-FR" sz="1400" dirty="0"/>
                        <a:t> (Mbandaka) et </a:t>
                      </a:r>
                      <a:r>
                        <a:rPr lang="fr-FR" sz="1400" b="1" dirty="0"/>
                        <a:t>Angola </a:t>
                      </a:r>
                      <a:r>
                        <a:rPr lang="fr-FR" sz="1400" dirty="0"/>
                        <a:t>(Tshikapa) </a:t>
                      </a:r>
                    </a:p>
                    <a:p>
                      <a:pPr marL="0" indent="0">
                        <a:buFont typeface="Arial" panose="020B0604020202020204" pitchFamily="34" charset="0"/>
                        <a:buNone/>
                      </a:pPr>
                      <a:endParaRPr lang="fr-FR" sz="1400" b="1" kern="1200" dirty="0">
                        <a:solidFill>
                          <a:schemeClr val="dk1"/>
                        </a:solidFill>
                        <a:effectLst/>
                        <a:latin typeface="+mn-lt"/>
                        <a:ea typeface="+mn-ea"/>
                        <a:cs typeface="+mn-cs"/>
                      </a:endParaRPr>
                    </a:p>
                    <a:p>
                      <a:pPr marL="285750" indent="-285750">
                        <a:buFont typeface="Arial" panose="020B0604020202020204" pitchFamily="34" charset="0"/>
                        <a:buChar char="•"/>
                      </a:pPr>
                      <a:r>
                        <a:rPr lang="fr-FR" sz="1400" b="1" kern="1200" dirty="0">
                          <a:solidFill>
                            <a:schemeClr val="dk1"/>
                          </a:solidFill>
                          <a:effectLst/>
                          <a:latin typeface="+mn-lt"/>
                          <a:ea typeface="+mn-ea"/>
                          <a:cs typeface="+mn-cs"/>
                        </a:rPr>
                        <a:t>37 participants à Mbandaka; 30 participants à ARU; 34 participants à Lubumbashi et 39 participants à Tshikapa: </a:t>
                      </a:r>
                      <a:r>
                        <a:rPr lang="fr-FR" sz="1400" kern="1200" dirty="0">
                          <a:solidFill>
                            <a:schemeClr val="dk1"/>
                          </a:solidFill>
                          <a:effectLst/>
                          <a:latin typeface="+mn-lt"/>
                          <a:ea typeface="+mn-ea"/>
                          <a:cs typeface="+mn-cs"/>
                        </a:rPr>
                        <a:t>MS et PTF (OIM, OMS, Unicef, Africa CDC, Gavi Ginger) </a:t>
                      </a:r>
                      <a:r>
                        <a:rPr lang="fr-FR" sz="1400" dirty="0">
                          <a:solidFill>
                            <a:srgbClr val="0000FF"/>
                          </a:solidFill>
                        </a:rPr>
                        <a:t>(cible=4 réunions, réalisé 4, soit 100%) </a:t>
                      </a:r>
                      <a:endParaRPr lang="fr-FR" sz="1400" kern="1200" dirty="0">
                        <a:solidFill>
                          <a:srgbClr val="0000FF"/>
                        </a:solidFill>
                        <a:effectLst/>
                        <a:latin typeface="+mn-lt"/>
                        <a:ea typeface="+mn-ea"/>
                        <a:cs typeface="+mn-cs"/>
                      </a:endParaRPr>
                    </a:p>
                    <a:p>
                      <a:pPr marL="285750" indent="-285750">
                        <a:buFont typeface="Arial" panose="020B0604020202020204" pitchFamily="34" charset="0"/>
                        <a:buChar char="•"/>
                      </a:pPr>
                      <a:r>
                        <a:rPr lang="fr-FR" sz="1400" kern="1200" dirty="0">
                          <a:solidFill>
                            <a:schemeClr val="dk1"/>
                          </a:solidFill>
                          <a:effectLst/>
                          <a:latin typeface="+mn-lt"/>
                          <a:ea typeface="+mn-ea"/>
                          <a:cs typeface="+mn-cs"/>
                        </a:rPr>
                        <a:t>Elaboration des feuilles de route conjointes engageant chaque partie à renforcer les activités transfrontalières de lutte contre la polio</a:t>
                      </a:r>
                    </a:p>
                    <a:p>
                      <a:pPr marL="285750" indent="-285750">
                        <a:buFont typeface="Arial" panose="020B0604020202020204" pitchFamily="34" charset="0"/>
                        <a:buChar char="•"/>
                      </a:pPr>
                      <a:r>
                        <a:rPr lang="fr-FR" sz="1400" kern="1200" dirty="0">
                          <a:solidFill>
                            <a:schemeClr val="dk1"/>
                          </a:solidFill>
                          <a:effectLst/>
                          <a:latin typeface="+mn-lt"/>
                          <a:ea typeface="+mn-ea"/>
                          <a:cs typeface="+mn-cs"/>
                        </a:rPr>
                        <a:t>Mise à jour/mise en place de </a:t>
                      </a:r>
                      <a:r>
                        <a:rPr lang="fr-FR" sz="1400" b="1" kern="1200" dirty="0">
                          <a:solidFill>
                            <a:schemeClr val="dk1"/>
                          </a:solidFill>
                          <a:effectLst/>
                          <a:latin typeface="+mn-lt"/>
                          <a:ea typeface="+mn-ea"/>
                          <a:cs typeface="+mn-cs"/>
                        </a:rPr>
                        <a:t>4 plateformes WhatsApp entre les acteurs transfrontaliers de la RDC-ses Pays voisins - </a:t>
                      </a:r>
                      <a:r>
                        <a:rPr lang="fr-FR" sz="1400" dirty="0">
                          <a:solidFill>
                            <a:srgbClr val="0000FF"/>
                          </a:solidFill>
                        </a:rPr>
                        <a:t>(cible=4, réalisé 4, soit </a:t>
                      </a:r>
                      <a:r>
                        <a:rPr lang="fr-FR" sz="1400" dirty="0" err="1">
                          <a:solidFill>
                            <a:srgbClr val="0000FF"/>
                          </a:solidFill>
                        </a:rPr>
                        <a:t>soit</a:t>
                      </a:r>
                      <a:r>
                        <a:rPr lang="fr-FR" sz="1400" dirty="0">
                          <a:solidFill>
                            <a:srgbClr val="0000FF"/>
                          </a:solidFill>
                        </a:rPr>
                        <a:t> 100%) </a:t>
                      </a:r>
                      <a:endParaRPr lang="fr-FR" sz="1400" kern="1200" dirty="0">
                        <a:solidFill>
                          <a:srgbClr val="0000FF"/>
                        </a:solidFill>
                        <a:effectLst/>
                        <a:latin typeface="+mn-lt"/>
                        <a:ea typeface="+mn-ea"/>
                        <a:cs typeface="+mn-cs"/>
                      </a:endParaRPr>
                    </a:p>
                  </a:txBody>
                  <a:tcPr/>
                </a:tc>
                <a:extLst>
                  <a:ext uri="{0D108BD9-81ED-4DB2-BD59-A6C34878D82A}">
                    <a16:rowId xmlns:a16="http://schemas.microsoft.com/office/drawing/2014/main" val="2778926124"/>
                  </a:ext>
                </a:extLst>
              </a:tr>
            </a:tbl>
          </a:graphicData>
        </a:graphic>
      </p:graphicFrame>
      <p:pic>
        <p:nvPicPr>
          <p:cNvPr id="9" name="Image 8">
            <a:extLst>
              <a:ext uri="{FF2B5EF4-FFF2-40B4-BE49-F238E27FC236}">
                <a16:creationId xmlns:a16="http://schemas.microsoft.com/office/drawing/2014/main" id="{2E664BE8-8401-8B5D-9E59-92F160020C70}"/>
              </a:ext>
            </a:extLst>
          </p:cNvPr>
          <p:cNvPicPr>
            <a:picLocks noChangeAspect="1"/>
          </p:cNvPicPr>
          <p:nvPr/>
        </p:nvPicPr>
        <p:blipFill>
          <a:blip r:embed="rId3"/>
          <a:stretch>
            <a:fillRect/>
          </a:stretch>
        </p:blipFill>
        <p:spPr>
          <a:xfrm>
            <a:off x="5575501" y="603765"/>
            <a:ext cx="5884065" cy="2902323"/>
          </a:xfrm>
          <a:prstGeom prst="rect">
            <a:avLst/>
          </a:prstGeom>
        </p:spPr>
      </p:pic>
    </p:spTree>
    <p:extLst>
      <p:ext uri="{BB962C8B-B14F-4D97-AF65-F5344CB8AC3E}">
        <p14:creationId xmlns:p14="http://schemas.microsoft.com/office/powerpoint/2010/main" val="199942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Espace réservé du contenu 2">
            <a:extLst>
              <a:ext uri="{FF2B5EF4-FFF2-40B4-BE49-F238E27FC236}">
                <a16:creationId xmlns:a16="http://schemas.microsoft.com/office/drawing/2014/main" id="{CA955057-2E8A-5597-1C57-D5D911F30EF5}"/>
              </a:ext>
            </a:extLst>
          </p:cNvPr>
          <p:cNvGraphicFramePr>
            <a:graphicFrameLocks noGrp="1"/>
          </p:cNvGraphicFramePr>
          <p:nvPr>
            <p:ph idx="1"/>
            <p:extLst>
              <p:ext uri="{D42A27DB-BD31-4B8C-83A1-F6EECF244321}">
                <p14:modId xmlns:p14="http://schemas.microsoft.com/office/powerpoint/2010/main" val="3958430375"/>
              </p:ext>
            </p:extLst>
          </p:nvPr>
        </p:nvGraphicFramePr>
        <p:xfrm>
          <a:off x="647700" y="1825624"/>
          <a:ext cx="11063654" cy="45611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re 1">
            <a:extLst>
              <a:ext uri="{FF2B5EF4-FFF2-40B4-BE49-F238E27FC236}">
                <a16:creationId xmlns:a16="http://schemas.microsoft.com/office/drawing/2014/main" id="{4F425AAF-ADCC-7497-FCEE-7083486D68AB}"/>
              </a:ext>
            </a:extLst>
          </p:cNvPr>
          <p:cNvSpPr>
            <a:spLocks noGrp="1"/>
          </p:cNvSpPr>
          <p:nvPr>
            <p:ph type="title"/>
          </p:nvPr>
        </p:nvSpPr>
        <p:spPr>
          <a:xfrm>
            <a:off x="647700" y="258763"/>
            <a:ext cx="10515600" cy="1325562"/>
          </a:xfrm>
          <a:solidFill>
            <a:srgbClr val="002060"/>
          </a:solidFill>
          <a:ln w="9528">
            <a:noFill/>
            <a:prstDash val="solid"/>
          </a:ln>
        </p:spPr>
        <p:txBody>
          <a:bodyPr vert="horz" wrap="square" lIns="91440" tIns="45720" rIns="91440" bIns="45720" rtlCol="0" anchor="ctr" anchorCtr="1" compatLnSpc="1">
            <a:noAutofit/>
          </a:bodyPr>
          <a:lstStyle/>
          <a:p>
            <a:pPr algn="ctr">
              <a:spcBef>
                <a:spcPts val="0"/>
              </a:spcBef>
            </a:pPr>
            <a:r>
              <a:rPr lang="fr-FR" sz="2800" dirty="0">
                <a:solidFill>
                  <a:schemeClr val="bg1"/>
                </a:solidFill>
                <a:latin typeface="Times New Roman" panose="02020603050405020304" pitchFamily="18" charset="0"/>
                <a:ea typeface="+mn-ea"/>
                <a:cs typeface="Times New Roman" panose="02020603050405020304" pitchFamily="18" charset="0"/>
              </a:rPr>
              <a:t>2. MISE EN ŒUVRE DES AUTRES ACTIVITÉS DANS LES PROVINCES EN 2025</a:t>
            </a:r>
          </a:p>
        </p:txBody>
      </p:sp>
    </p:spTree>
    <p:extLst>
      <p:ext uri="{BB962C8B-B14F-4D97-AF65-F5344CB8AC3E}">
        <p14:creationId xmlns:p14="http://schemas.microsoft.com/office/powerpoint/2010/main" val="3689461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7F63EE70-0C92-A6DA-98DF-870534A2F84C}"/>
              </a:ext>
            </a:extLst>
          </p:cNvPr>
          <p:cNvGraphicFramePr>
            <a:graphicFrameLocks noGrp="1"/>
          </p:cNvGraphicFramePr>
          <p:nvPr>
            <p:extLst>
              <p:ext uri="{D42A27DB-BD31-4B8C-83A1-F6EECF244321}">
                <p14:modId xmlns:p14="http://schemas.microsoft.com/office/powerpoint/2010/main" val="775430726"/>
              </p:ext>
            </p:extLst>
          </p:nvPr>
        </p:nvGraphicFramePr>
        <p:xfrm>
          <a:off x="189875" y="659564"/>
          <a:ext cx="11874304" cy="5187658"/>
        </p:xfrm>
        <a:graphic>
          <a:graphicData uri="http://schemas.openxmlformats.org/drawingml/2006/table">
            <a:tbl>
              <a:tblPr/>
              <a:tblGrid>
                <a:gridCol w="1328440">
                  <a:extLst>
                    <a:ext uri="{9D8B030D-6E8A-4147-A177-3AD203B41FA5}">
                      <a16:colId xmlns:a16="http://schemas.microsoft.com/office/drawing/2014/main" val="3144814559"/>
                    </a:ext>
                  </a:extLst>
                </a:gridCol>
                <a:gridCol w="1012665">
                  <a:extLst>
                    <a:ext uri="{9D8B030D-6E8A-4147-A177-3AD203B41FA5}">
                      <a16:colId xmlns:a16="http://schemas.microsoft.com/office/drawing/2014/main" val="3485306800"/>
                    </a:ext>
                  </a:extLst>
                </a:gridCol>
                <a:gridCol w="1045330">
                  <a:extLst>
                    <a:ext uri="{9D8B030D-6E8A-4147-A177-3AD203B41FA5}">
                      <a16:colId xmlns:a16="http://schemas.microsoft.com/office/drawing/2014/main" val="1259413263"/>
                    </a:ext>
                  </a:extLst>
                </a:gridCol>
                <a:gridCol w="979998">
                  <a:extLst>
                    <a:ext uri="{9D8B030D-6E8A-4147-A177-3AD203B41FA5}">
                      <a16:colId xmlns:a16="http://schemas.microsoft.com/office/drawing/2014/main" val="3072760810"/>
                    </a:ext>
                  </a:extLst>
                </a:gridCol>
                <a:gridCol w="1072553">
                  <a:extLst>
                    <a:ext uri="{9D8B030D-6E8A-4147-A177-3AD203B41FA5}">
                      <a16:colId xmlns:a16="http://schemas.microsoft.com/office/drawing/2014/main" val="3039612213"/>
                    </a:ext>
                  </a:extLst>
                </a:gridCol>
                <a:gridCol w="1072553">
                  <a:extLst>
                    <a:ext uri="{9D8B030D-6E8A-4147-A177-3AD203B41FA5}">
                      <a16:colId xmlns:a16="http://schemas.microsoft.com/office/drawing/2014/main" val="3451638546"/>
                    </a:ext>
                  </a:extLst>
                </a:gridCol>
                <a:gridCol w="1072553">
                  <a:extLst>
                    <a:ext uri="{9D8B030D-6E8A-4147-A177-3AD203B41FA5}">
                      <a16:colId xmlns:a16="http://schemas.microsoft.com/office/drawing/2014/main" val="3869051875"/>
                    </a:ext>
                  </a:extLst>
                </a:gridCol>
                <a:gridCol w="1072553">
                  <a:extLst>
                    <a:ext uri="{9D8B030D-6E8A-4147-A177-3AD203B41FA5}">
                      <a16:colId xmlns:a16="http://schemas.microsoft.com/office/drawing/2014/main" val="3916444990"/>
                    </a:ext>
                  </a:extLst>
                </a:gridCol>
                <a:gridCol w="1072553">
                  <a:extLst>
                    <a:ext uri="{9D8B030D-6E8A-4147-A177-3AD203B41FA5}">
                      <a16:colId xmlns:a16="http://schemas.microsoft.com/office/drawing/2014/main" val="2313921154"/>
                    </a:ext>
                  </a:extLst>
                </a:gridCol>
                <a:gridCol w="1072553">
                  <a:extLst>
                    <a:ext uri="{9D8B030D-6E8A-4147-A177-3AD203B41FA5}">
                      <a16:colId xmlns:a16="http://schemas.microsoft.com/office/drawing/2014/main" val="1691286221"/>
                    </a:ext>
                  </a:extLst>
                </a:gridCol>
                <a:gridCol w="1072553">
                  <a:extLst>
                    <a:ext uri="{9D8B030D-6E8A-4147-A177-3AD203B41FA5}">
                      <a16:colId xmlns:a16="http://schemas.microsoft.com/office/drawing/2014/main" val="2795188471"/>
                    </a:ext>
                  </a:extLst>
                </a:gridCol>
              </a:tblGrid>
              <a:tr h="388562">
                <a:tc rowSpan="2">
                  <a:txBody>
                    <a:bodyPr/>
                    <a:lstStyle/>
                    <a:p>
                      <a:pPr algn="ctr" fontAlgn="ctr">
                        <a:buNone/>
                      </a:pPr>
                      <a:r>
                        <a:rPr lang="fr-FR" sz="1400" b="1" i="0" u="none" strike="noStrike" dirty="0">
                          <a:solidFill>
                            <a:schemeClr val="bg1"/>
                          </a:solidFill>
                          <a:effectLst/>
                          <a:latin typeface="Arial Narrow" panose="020B0606020202030204" pitchFamily="34" charset="0"/>
                        </a:rPr>
                        <a:t>PROVINCES</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rowSpan="2">
                  <a:txBody>
                    <a:bodyPr/>
                    <a:lstStyle/>
                    <a:p>
                      <a:pPr algn="ctr" fontAlgn="ctr">
                        <a:buNone/>
                      </a:pPr>
                      <a:r>
                        <a:rPr lang="fr-FR" sz="1200" b="1" i="0" u="none" strike="noStrike" dirty="0">
                          <a:solidFill>
                            <a:schemeClr val="bg1"/>
                          </a:solidFill>
                          <a:effectLst/>
                          <a:latin typeface="Arial Narrow" panose="020B0606020202030204" pitchFamily="34" charset="0"/>
                        </a:rPr>
                        <a:t>complétudes rapports vaccination </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rowSpan="2">
                  <a:txBody>
                    <a:bodyPr/>
                    <a:lstStyle/>
                    <a:p>
                      <a:pPr algn="ctr" fontAlgn="b">
                        <a:buNone/>
                      </a:pPr>
                      <a:r>
                        <a:rPr lang="fr-FR" sz="1200" b="1" i="0" u="none" strike="noStrike" dirty="0">
                          <a:solidFill>
                            <a:schemeClr val="bg1"/>
                          </a:solidFill>
                          <a:effectLst/>
                          <a:latin typeface="Arial Narrow" panose="020B0606020202030204" pitchFamily="34" charset="0"/>
                        </a:rPr>
                        <a:t>CIBLES </a:t>
                      </a:r>
                    </a:p>
                    <a:p>
                      <a:pPr algn="ctr" fontAlgn="b">
                        <a:buNone/>
                      </a:pPr>
                      <a:r>
                        <a:rPr lang="fr-FR" sz="1200" b="1" i="0" u="none" strike="noStrike" dirty="0">
                          <a:solidFill>
                            <a:schemeClr val="bg1"/>
                          </a:solidFill>
                          <a:effectLst/>
                          <a:latin typeface="Arial Narrow" panose="020B0606020202030204" pitchFamily="34" charset="0"/>
                        </a:rPr>
                        <a:t>0-59 MOIS</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gridSpan="2">
                  <a:txBody>
                    <a:bodyPr/>
                    <a:lstStyle/>
                    <a:p>
                      <a:pPr algn="ctr" fontAlgn="b">
                        <a:buNone/>
                      </a:pPr>
                      <a:r>
                        <a:rPr lang="fr-FR" sz="1400" b="1" i="0" u="none" strike="noStrike" dirty="0">
                          <a:solidFill>
                            <a:schemeClr val="bg1"/>
                          </a:solidFill>
                          <a:effectLst/>
                          <a:latin typeface="Arial Narrow" panose="020B0606020202030204" pitchFamily="34" charset="0"/>
                        </a:rPr>
                        <a:t>Vaccinés 0-11 m</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gridSpan="2">
                  <a:txBody>
                    <a:bodyPr/>
                    <a:lstStyle/>
                    <a:p>
                      <a:pPr algn="ctr" fontAlgn="b">
                        <a:buNone/>
                      </a:pPr>
                      <a:r>
                        <a:rPr lang="fr-FR" sz="1400" b="1" i="0" u="none" strike="noStrike" dirty="0">
                          <a:solidFill>
                            <a:schemeClr val="bg1"/>
                          </a:solidFill>
                          <a:effectLst/>
                          <a:latin typeface="Arial Narrow" panose="020B0606020202030204" pitchFamily="34" charset="0"/>
                        </a:rPr>
                        <a:t>Vaccinés 12-59 m</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gridSpan="2">
                  <a:txBody>
                    <a:bodyPr/>
                    <a:lstStyle/>
                    <a:p>
                      <a:pPr algn="ctr" fontAlgn="b">
                        <a:buNone/>
                      </a:pPr>
                      <a:r>
                        <a:rPr lang="fr-FR" sz="1400" b="1" i="0" u="none" strike="noStrike">
                          <a:solidFill>
                            <a:schemeClr val="bg1"/>
                          </a:solidFill>
                          <a:effectLst/>
                          <a:latin typeface="Arial Narrow" panose="020B0606020202030204" pitchFamily="34" charset="0"/>
                        </a:rPr>
                        <a:t>Vaccinés 0-59 m</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gridSpan="2">
                  <a:txBody>
                    <a:bodyPr/>
                    <a:lstStyle/>
                    <a:p>
                      <a:pPr algn="ctr" fontAlgn="b">
                        <a:buNone/>
                      </a:pPr>
                      <a:r>
                        <a:rPr lang="fr-FR" sz="1400" b="1" i="0" u="none" strike="noStrike" dirty="0">
                          <a:solidFill>
                            <a:schemeClr val="bg1"/>
                          </a:solidFill>
                          <a:effectLst/>
                          <a:latin typeface="Arial Narrow" panose="020B0606020202030204" pitchFamily="34" charset="0"/>
                        </a:rPr>
                        <a:t>Couv. Vaccinales</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extLst>
                  <a:ext uri="{0D108BD9-81ED-4DB2-BD59-A6C34878D82A}">
                    <a16:rowId xmlns:a16="http://schemas.microsoft.com/office/drawing/2014/main" val="3021064782"/>
                  </a:ext>
                </a:extLst>
              </a:tr>
              <a:tr h="381851">
                <a:tc v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v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v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algn="ctr" fontAlgn="b">
                        <a:buNone/>
                      </a:pPr>
                      <a:r>
                        <a:rPr lang="fr-FR" sz="1200" b="1" i="0" u="none" strike="noStrike" dirty="0">
                          <a:solidFill>
                            <a:schemeClr val="bg1"/>
                          </a:solidFill>
                          <a:effectLst/>
                          <a:latin typeface="Arial Narrow" panose="020B0606020202030204" pitchFamily="34" charset="0"/>
                        </a:rPr>
                        <a:t>nVPO2</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err="1">
                          <a:solidFill>
                            <a:schemeClr val="tx1"/>
                          </a:solidFill>
                          <a:effectLst/>
                          <a:highlight>
                            <a:srgbClr val="FFFF00"/>
                          </a:highlight>
                          <a:latin typeface="Arial Narrow" panose="020B0606020202030204" pitchFamily="34" charset="0"/>
                        </a:rPr>
                        <a:t>VPOb</a:t>
                      </a:r>
                      <a:endParaRPr lang="fr-FR" sz="1200" b="1" i="0" u="none" strike="noStrike" dirty="0">
                        <a:solidFill>
                          <a:schemeClr val="tx1"/>
                        </a:solidFill>
                        <a:effectLst/>
                        <a:highlight>
                          <a:srgbClr val="FFFF00"/>
                        </a:highlight>
                        <a:latin typeface="Arial Narrow" panose="020B0606020202030204" pitchFamily="34" charset="0"/>
                      </a:endParaRP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a:solidFill>
                            <a:schemeClr val="bg1"/>
                          </a:solidFill>
                          <a:effectLst/>
                          <a:latin typeface="Arial Narrow" panose="020B0606020202030204" pitchFamily="34" charset="0"/>
                        </a:rPr>
                        <a:t>nVPO2</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err="1">
                          <a:solidFill>
                            <a:schemeClr val="tx1"/>
                          </a:solidFill>
                          <a:effectLst/>
                          <a:highlight>
                            <a:srgbClr val="FFFF00"/>
                          </a:highlight>
                          <a:latin typeface="Arial Narrow" panose="020B0606020202030204" pitchFamily="34" charset="0"/>
                        </a:rPr>
                        <a:t>VPOb</a:t>
                      </a:r>
                      <a:endParaRPr lang="fr-FR" sz="1200" b="1" i="0" u="none" strike="noStrike" dirty="0">
                        <a:solidFill>
                          <a:schemeClr val="tx1"/>
                        </a:solidFill>
                        <a:effectLst/>
                        <a:highlight>
                          <a:srgbClr val="FFFF00"/>
                        </a:highlight>
                        <a:latin typeface="Arial Narrow" panose="020B0606020202030204" pitchFamily="34" charset="0"/>
                      </a:endParaRP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a:solidFill>
                            <a:schemeClr val="bg1"/>
                          </a:solidFill>
                          <a:effectLst/>
                          <a:latin typeface="Arial Narrow" panose="020B0606020202030204" pitchFamily="34" charset="0"/>
                        </a:rPr>
                        <a:t>nVPO2</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err="1">
                          <a:solidFill>
                            <a:schemeClr val="tx1"/>
                          </a:solidFill>
                          <a:effectLst/>
                          <a:highlight>
                            <a:srgbClr val="FFFF00"/>
                          </a:highlight>
                          <a:latin typeface="Arial Narrow" panose="020B0606020202030204" pitchFamily="34" charset="0"/>
                        </a:rPr>
                        <a:t>VPOb</a:t>
                      </a:r>
                      <a:endParaRPr lang="fr-FR" sz="1200" b="1" i="0" u="none" strike="noStrike" dirty="0">
                        <a:solidFill>
                          <a:schemeClr val="tx1"/>
                        </a:solidFill>
                        <a:effectLst/>
                        <a:highlight>
                          <a:srgbClr val="FFFF00"/>
                        </a:highlight>
                        <a:latin typeface="Arial Narrow" panose="020B0606020202030204" pitchFamily="34" charset="0"/>
                      </a:endParaRP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a:solidFill>
                            <a:schemeClr val="bg1"/>
                          </a:solidFill>
                          <a:effectLst/>
                          <a:latin typeface="Arial Narrow" panose="020B0606020202030204" pitchFamily="34" charset="0"/>
                        </a:rPr>
                        <a:t>nVPO2</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err="1">
                          <a:solidFill>
                            <a:schemeClr val="tx1"/>
                          </a:solidFill>
                          <a:effectLst/>
                          <a:highlight>
                            <a:srgbClr val="FFFF00"/>
                          </a:highlight>
                          <a:latin typeface="Arial Narrow" panose="020B0606020202030204" pitchFamily="34" charset="0"/>
                        </a:rPr>
                        <a:t>VPOb</a:t>
                      </a:r>
                      <a:endParaRPr lang="fr-FR" sz="1200" b="1" i="0" u="none" strike="noStrike" dirty="0">
                        <a:solidFill>
                          <a:schemeClr val="tx1"/>
                        </a:solidFill>
                        <a:effectLst/>
                        <a:highlight>
                          <a:srgbClr val="FFFF00"/>
                        </a:highlight>
                        <a:latin typeface="Arial Narrow" panose="020B0606020202030204" pitchFamily="34" charset="0"/>
                      </a:endParaRP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492371712"/>
                  </a:ext>
                </a:extLst>
              </a:tr>
              <a:tr h="230671">
                <a:tc>
                  <a:txBody>
                    <a:bodyPr/>
                    <a:lstStyle/>
                    <a:p>
                      <a:pPr rtl="0" fontAlgn="ctr">
                        <a:buNone/>
                      </a:pPr>
                      <a:r>
                        <a:rPr lang="fr-FR" sz="1100" b="1" dirty="0">
                          <a:solidFill>
                            <a:srgbClr val="FF0000"/>
                          </a:solidFill>
                          <a:effectLst/>
                          <a:latin typeface="Aptos Narrow" panose="020B0004020202020204" pitchFamily="34" charset="0"/>
                        </a:rPr>
                        <a:t>EQUATEUR</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642046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150998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150995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478103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478103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629101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629098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783086868"/>
                  </a:ext>
                </a:extLst>
              </a:tr>
              <a:tr h="230671">
                <a:tc>
                  <a:txBody>
                    <a:bodyPr/>
                    <a:lstStyle/>
                    <a:p>
                      <a:pPr rtl="0" fontAlgn="ctr">
                        <a:buNone/>
                      </a:pPr>
                      <a:r>
                        <a:rPr lang="fr-FR" sz="1100" b="1" dirty="0">
                          <a:solidFill>
                            <a:schemeClr val="tx1"/>
                          </a:solidFill>
                          <a:effectLst/>
                          <a:latin typeface="Aptos Narrow" panose="020B0004020202020204" pitchFamily="34" charset="0"/>
                        </a:rPr>
                        <a:t>KASAI</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1309767</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341893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341892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928119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928120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1270012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1270012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1268404674"/>
                  </a:ext>
                </a:extLst>
              </a:tr>
              <a:tr h="230671">
                <a:tc>
                  <a:txBody>
                    <a:bodyPr/>
                    <a:lstStyle/>
                    <a:p>
                      <a:pPr rtl="0" fontAlgn="ctr">
                        <a:buNone/>
                      </a:pPr>
                      <a:r>
                        <a:rPr lang="fr-FR" sz="1100" b="1" dirty="0">
                          <a:solidFill>
                            <a:schemeClr val="tx1"/>
                          </a:solidFill>
                          <a:effectLst/>
                          <a:latin typeface="Aptos Narrow" panose="020B0004020202020204" pitchFamily="34" charset="0"/>
                        </a:rPr>
                        <a:t>KASAI CENTRAL</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1214082</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268612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268612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943447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943447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1212059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1212059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1574043792"/>
                  </a:ext>
                </a:extLst>
              </a:tr>
              <a:tr h="268725">
                <a:tc>
                  <a:txBody>
                    <a:bodyPr/>
                    <a:lstStyle/>
                    <a:p>
                      <a:pPr rtl="0" fontAlgn="ctr">
                        <a:buNone/>
                      </a:pPr>
                      <a:r>
                        <a:rPr lang="fr-FR" sz="1100" b="1" dirty="0">
                          <a:solidFill>
                            <a:srgbClr val="FF0000"/>
                          </a:solidFill>
                          <a:effectLst/>
                          <a:latin typeface="Aptos Narrow" panose="020B0004020202020204" pitchFamily="34" charset="0"/>
                        </a:rPr>
                        <a:t>KASAI ORIENTAL</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1191554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246327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246328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931697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931697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1178024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1178025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1753365358"/>
                  </a:ext>
                </a:extLst>
              </a:tr>
              <a:tr h="230671">
                <a:tc>
                  <a:txBody>
                    <a:bodyPr/>
                    <a:lstStyle/>
                    <a:p>
                      <a:pPr rtl="0" fontAlgn="ctr">
                        <a:buNone/>
                      </a:pPr>
                      <a:r>
                        <a:rPr lang="fr-FR" sz="1100" b="1" dirty="0">
                          <a:solidFill>
                            <a:schemeClr val="tx1"/>
                          </a:solidFill>
                          <a:effectLst/>
                          <a:latin typeface="Aptos Narrow" panose="020B0004020202020204" pitchFamily="34" charset="0"/>
                        </a:rPr>
                        <a:t>KINSHASA</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3248503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726359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726359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2498767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2498767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3225126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3225126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4141954817"/>
                  </a:ext>
                </a:extLst>
              </a:tr>
              <a:tr h="227726">
                <a:tc>
                  <a:txBody>
                    <a:bodyPr/>
                    <a:lstStyle/>
                    <a:p>
                      <a:pPr rtl="0" fontAlgn="ctr">
                        <a:buNone/>
                      </a:pPr>
                      <a:r>
                        <a:rPr lang="fr-FR" sz="1100" b="1" dirty="0">
                          <a:solidFill>
                            <a:schemeClr val="tx1"/>
                          </a:solidFill>
                          <a:effectLst/>
                          <a:latin typeface="Aptos Narrow" panose="020B0004020202020204" pitchFamily="34" charset="0"/>
                        </a:rPr>
                        <a:t>KONGO CENTRAL</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959793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200661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200661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775571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775571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976232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976232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3628860476"/>
                  </a:ext>
                </a:extLst>
              </a:tr>
              <a:tr h="230671">
                <a:tc>
                  <a:txBody>
                    <a:bodyPr/>
                    <a:lstStyle/>
                    <a:p>
                      <a:pPr rtl="0" fontAlgn="ctr">
                        <a:buNone/>
                      </a:pPr>
                      <a:r>
                        <a:rPr lang="fr-FR" sz="1100" b="1" dirty="0">
                          <a:solidFill>
                            <a:srgbClr val="FF0000"/>
                          </a:solidFill>
                          <a:effectLst/>
                          <a:latin typeface="Aptos Narrow" panose="020B0004020202020204" pitchFamily="34" charset="0"/>
                        </a:rPr>
                        <a:t>KWANGO</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628469</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118353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118303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484934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484781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603287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603084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4123269075"/>
                  </a:ext>
                </a:extLst>
              </a:tr>
              <a:tr h="230671">
                <a:tc>
                  <a:txBody>
                    <a:bodyPr/>
                    <a:lstStyle/>
                    <a:p>
                      <a:pPr rtl="0" fontAlgn="ctr">
                        <a:buNone/>
                      </a:pPr>
                      <a:r>
                        <a:rPr lang="fr-FR" sz="1100" b="1" dirty="0">
                          <a:solidFill>
                            <a:schemeClr val="tx1"/>
                          </a:solidFill>
                          <a:effectLst/>
                          <a:latin typeface="Aptos Narrow" panose="020B0004020202020204" pitchFamily="34" charset="0"/>
                        </a:rPr>
                        <a:t>KWILU</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1303776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276617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276757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1019897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1019757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1296514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1296514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2469415291"/>
                  </a:ext>
                </a:extLst>
              </a:tr>
              <a:tr h="230671">
                <a:tc>
                  <a:txBody>
                    <a:bodyPr/>
                    <a:lstStyle/>
                    <a:p>
                      <a:pPr rtl="0" fontAlgn="ctr">
                        <a:buNone/>
                      </a:pPr>
                      <a:r>
                        <a:rPr lang="fr-FR" sz="1100" b="1" dirty="0">
                          <a:solidFill>
                            <a:srgbClr val="FF0000"/>
                          </a:solidFill>
                          <a:effectLst/>
                          <a:latin typeface="Aptos Narrow" panose="020B0004020202020204" pitchFamily="34" charset="0"/>
                        </a:rPr>
                        <a:t>LOMAMI</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992740</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185656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185924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722156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721807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C00000"/>
                          </a:solidFill>
                          <a:effectLst/>
                          <a:latin typeface="Aptos Narrow" panose="020B0004020202020204" pitchFamily="34" charset="0"/>
                        </a:rPr>
                        <a:t>907812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C00000"/>
                          </a:solidFill>
                          <a:effectLst/>
                          <a:latin typeface="Aptos Narrow" panose="020B0004020202020204" pitchFamily="34" charset="0"/>
                        </a:rPr>
                        <a:t>907731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91,4%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1794242920"/>
                  </a:ext>
                </a:extLst>
              </a:tr>
              <a:tr h="230671">
                <a:tc>
                  <a:txBody>
                    <a:bodyPr/>
                    <a:lstStyle/>
                    <a:p>
                      <a:pPr rtl="0" fontAlgn="ctr">
                        <a:buNone/>
                      </a:pPr>
                      <a:r>
                        <a:rPr lang="fr-FR" sz="1100" b="1" dirty="0">
                          <a:solidFill>
                            <a:srgbClr val="FF0000"/>
                          </a:solidFill>
                          <a:effectLst/>
                          <a:latin typeface="Aptos Narrow" panose="020B0004020202020204" pitchFamily="34" charset="0"/>
                        </a:rPr>
                        <a:t>MAINDOMBE</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488030</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104294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104294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379394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379152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C00000"/>
                          </a:solidFill>
                          <a:effectLst/>
                          <a:latin typeface="Aptos Narrow" panose="020B0004020202020204" pitchFamily="34" charset="0"/>
                        </a:rPr>
                        <a:t>483688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C00000"/>
                          </a:solidFill>
                          <a:effectLst/>
                          <a:latin typeface="Aptos Narrow" panose="020B0004020202020204" pitchFamily="34" charset="0"/>
                        </a:rPr>
                        <a:t>483446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3187674793"/>
                  </a:ext>
                </a:extLst>
              </a:tr>
              <a:tr h="230671">
                <a:tc>
                  <a:txBody>
                    <a:bodyPr/>
                    <a:lstStyle/>
                    <a:p>
                      <a:pPr rtl="0" fontAlgn="ctr">
                        <a:buNone/>
                      </a:pPr>
                      <a:r>
                        <a:rPr lang="fr-FR" sz="1100" b="1" dirty="0">
                          <a:solidFill>
                            <a:srgbClr val="FF0000"/>
                          </a:solidFill>
                          <a:effectLst/>
                          <a:latin typeface="Aptos Narrow" panose="020B0004020202020204" pitchFamily="34" charset="0"/>
                        </a:rPr>
                        <a:t>MANIEMA</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696005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148734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148738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553589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553564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702323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702302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2152197785"/>
                  </a:ext>
                </a:extLst>
              </a:tr>
              <a:tr h="230671">
                <a:tc>
                  <a:txBody>
                    <a:bodyPr/>
                    <a:lstStyle/>
                    <a:p>
                      <a:pPr rtl="0" fontAlgn="ctr">
                        <a:buNone/>
                      </a:pPr>
                      <a:r>
                        <a:rPr lang="fr-FR" sz="1100" b="1" dirty="0">
                          <a:solidFill>
                            <a:schemeClr val="tx1"/>
                          </a:solidFill>
                          <a:effectLst/>
                          <a:latin typeface="Aptos Narrow" panose="020B0004020202020204" pitchFamily="34" charset="0"/>
                        </a:rPr>
                        <a:t>MONGALA</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739185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165801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165801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547393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547393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713194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713194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3028657376"/>
                  </a:ext>
                </a:extLst>
              </a:tr>
              <a:tr h="230671">
                <a:tc>
                  <a:txBody>
                    <a:bodyPr/>
                    <a:lstStyle/>
                    <a:p>
                      <a:pPr rtl="0" fontAlgn="ctr">
                        <a:buNone/>
                      </a:pPr>
                      <a:r>
                        <a:rPr lang="fr-FR" sz="1100" b="1" dirty="0">
                          <a:solidFill>
                            <a:schemeClr val="tx1"/>
                          </a:solidFill>
                          <a:effectLst/>
                          <a:latin typeface="Aptos Narrow" panose="020B0004020202020204" pitchFamily="34" charset="0"/>
                        </a:rPr>
                        <a:t>NORD UBANGI</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413125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89219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88903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313102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313418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402321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402321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654638159"/>
                  </a:ext>
                </a:extLst>
              </a:tr>
              <a:tr h="227461">
                <a:tc>
                  <a:txBody>
                    <a:bodyPr/>
                    <a:lstStyle/>
                    <a:p>
                      <a:pPr rtl="0" fontAlgn="ctr">
                        <a:buNone/>
                      </a:pPr>
                      <a:r>
                        <a:rPr lang="fr-FR" sz="1100" b="1" dirty="0">
                          <a:solidFill>
                            <a:schemeClr val="tx1"/>
                          </a:solidFill>
                          <a:effectLst/>
                          <a:latin typeface="Aptos Narrow" panose="020B0004020202020204" pitchFamily="34" charset="0"/>
                        </a:rPr>
                        <a:t>SANKURU</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606659</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145650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145649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471316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471317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616966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616966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2296382768"/>
                  </a:ext>
                </a:extLst>
              </a:tr>
              <a:tr h="230671">
                <a:tc>
                  <a:txBody>
                    <a:bodyPr/>
                    <a:lstStyle/>
                    <a:p>
                      <a:pPr rtl="0" fontAlgn="ctr">
                        <a:buNone/>
                      </a:pPr>
                      <a:r>
                        <a:rPr lang="fr-FR" sz="1100" b="1" dirty="0">
                          <a:solidFill>
                            <a:srgbClr val="FF0000"/>
                          </a:solidFill>
                          <a:effectLst/>
                          <a:latin typeface="Aptos Narrow" panose="020B0004020202020204" pitchFamily="34" charset="0"/>
                        </a:rPr>
                        <a:t>SUD UBANGI</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811033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210121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208364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673428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667875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C00000"/>
                          </a:solidFill>
                          <a:effectLst/>
                          <a:latin typeface="Aptos Narrow" panose="020B0004020202020204" pitchFamily="34" charset="0"/>
                        </a:rPr>
                        <a:t>883549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C00000"/>
                          </a:solidFill>
                          <a:effectLst/>
                          <a:latin typeface="Aptos Narrow" panose="020B0004020202020204" pitchFamily="34" charset="0"/>
                        </a:rPr>
                        <a:t>876239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108,9%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108,0%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1077400579"/>
                  </a:ext>
                </a:extLst>
              </a:tr>
              <a:tr h="230671">
                <a:tc>
                  <a:txBody>
                    <a:bodyPr/>
                    <a:lstStyle/>
                    <a:p>
                      <a:pPr rtl="0" fontAlgn="ctr">
                        <a:buNone/>
                      </a:pPr>
                      <a:r>
                        <a:rPr lang="fr-FR" sz="1100" b="1" dirty="0">
                          <a:solidFill>
                            <a:schemeClr val="tx1"/>
                          </a:solidFill>
                          <a:effectLst/>
                          <a:latin typeface="Aptos Narrow" panose="020B0004020202020204" pitchFamily="34" charset="0"/>
                        </a:rPr>
                        <a:t>TSHOPO</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926517</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193064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193071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735669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735664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928733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928735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100,2%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100,2%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3871547740"/>
                  </a:ext>
                </a:extLst>
              </a:tr>
              <a:tr h="227726">
                <a:tc>
                  <a:txBody>
                    <a:bodyPr/>
                    <a:lstStyle/>
                    <a:p>
                      <a:pPr rtl="0" fontAlgn="ctr">
                        <a:buNone/>
                      </a:pPr>
                      <a:r>
                        <a:rPr lang="fr-FR" sz="1100" b="1" dirty="0">
                          <a:solidFill>
                            <a:schemeClr val="tx1"/>
                          </a:solidFill>
                          <a:effectLst/>
                          <a:latin typeface="Aptos Narrow" panose="020B0004020202020204" pitchFamily="34" charset="0"/>
                        </a:rPr>
                        <a:t>TSHUAPA</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200" b="1" dirty="0">
                          <a:effectLst/>
                          <a:latin typeface="Aptos Narrow" panose="020B0004020202020204" pitchFamily="34" charset="0"/>
                        </a:rPr>
                        <a:t>518030</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110565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110619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399240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399217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509805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dirty="0">
                          <a:solidFill>
                            <a:srgbClr val="FF0000"/>
                          </a:solidFill>
                          <a:effectLst/>
                          <a:latin typeface="Aptos Narrow" panose="020B0004020202020204" pitchFamily="34" charset="0"/>
                        </a:rPr>
                        <a:t>509836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fr-FR" sz="1200" b="1" i="0" u="none" strike="noStrike">
                          <a:solidFill>
                            <a:srgbClr val="000000"/>
                          </a:solidFill>
                          <a:effectLst/>
                          <a:latin typeface="Aptos Narrow" panose="020B0004020202020204" pitchFamily="34" charset="0"/>
                        </a:rPr>
                        <a:t>98,4%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fontAlgn="ctr">
                        <a:buNone/>
                      </a:pPr>
                      <a:r>
                        <a:rPr lang="fr-FR" sz="1200" b="1" i="0" u="none" strike="noStrike" dirty="0">
                          <a:solidFill>
                            <a:srgbClr val="000000"/>
                          </a:solidFill>
                          <a:effectLst/>
                          <a:latin typeface="Aptos Narrow" panose="020B0004020202020204" pitchFamily="34" charset="0"/>
                        </a:rPr>
                        <a:t>98,4%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2456469332"/>
                  </a:ext>
                </a:extLst>
              </a:tr>
              <a:tr h="466884">
                <a:tc>
                  <a:txBody>
                    <a:bodyPr/>
                    <a:lstStyle/>
                    <a:p>
                      <a:pPr rtl="0" fontAlgn="ctr">
                        <a:buNone/>
                      </a:pPr>
                      <a:r>
                        <a:rPr lang="fr-FR" sz="1400" b="1" dirty="0">
                          <a:solidFill>
                            <a:srgbClr val="FFFF00"/>
                          </a:solidFill>
                          <a:effectLst/>
                          <a:latin typeface="Aptos Narrow" panose="020B0004020202020204" pitchFamily="34" charset="0"/>
                        </a:rPr>
                        <a:t>Total_17 Provinces</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fontAlgn="ctr">
                        <a:buNone/>
                      </a:pPr>
                      <a:r>
                        <a:rPr lang="fr-FR" sz="1400" b="1" i="0" u="none" strike="noStrike" dirty="0">
                          <a:solidFill>
                            <a:srgbClr val="FFFF00"/>
                          </a:solidFill>
                          <a:effectLst/>
                          <a:latin typeface="Aptos Narrow" panose="020B0004020202020204" pitchFamily="34" charset="0"/>
                        </a:rPr>
                        <a:t>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rtl="0" fontAlgn="ctr">
                        <a:buNone/>
                      </a:pPr>
                      <a:r>
                        <a:rPr lang="fr-FR" sz="1400" b="1" dirty="0">
                          <a:solidFill>
                            <a:srgbClr val="FFFF00"/>
                          </a:solidFill>
                          <a:effectLst/>
                          <a:latin typeface="Aptos Narrow" panose="020B0004020202020204" pitchFamily="34" charset="0"/>
                        </a:rPr>
                        <a:t>16689315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fontAlgn="ctr">
                        <a:buNone/>
                      </a:pPr>
                      <a:r>
                        <a:rPr lang="fr-FR" sz="1400" b="1" i="0" u="none" strike="noStrike" dirty="0">
                          <a:solidFill>
                            <a:srgbClr val="FFFF00"/>
                          </a:solidFill>
                          <a:effectLst/>
                          <a:latin typeface="Aptos Narrow" panose="020B0004020202020204" pitchFamily="34" charset="0"/>
                        </a:rPr>
                        <a:t>3682924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fontAlgn="ctr">
                        <a:buNone/>
                      </a:pPr>
                      <a:r>
                        <a:rPr lang="fr-FR" sz="1400" b="1" i="0" u="none" strike="noStrike" dirty="0">
                          <a:solidFill>
                            <a:srgbClr val="FFFF00"/>
                          </a:solidFill>
                          <a:effectLst/>
                          <a:latin typeface="Aptos Narrow" panose="020B0004020202020204" pitchFamily="34" charset="0"/>
                        </a:rPr>
                        <a:t>3681270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fontAlgn="ctr">
                        <a:buNone/>
                      </a:pPr>
                      <a:r>
                        <a:rPr lang="fr-FR" sz="1400" b="1" i="0" u="none" strike="noStrike" dirty="0">
                          <a:solidFill>
                            <a:srgbClr val="FFFF00"/>
                          </a:solidFill>
                          <a:effectLst/>
                          <a:latin typeface="Aptos Narrow" panose="020B0004020202020204" pitchFamily="34" charset="0"/>
                        </a:rPr>
                        <a:t>12855822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fontAlgn="ctr">
                        <a:buNone/>
                      </a:pPr>
                      <a:r>
                        <a:rPr lang="fr-FR" sz="1400" b="1" i="0" u="none" strike="noStrike" dirty="0">
                          <a:solidFill>
                            <a:srgbClr val="FFFF00"/>
                          </a:solidFill>
                          <a:effectLst/>
                          <a:latin typeface="Aptos Narrow" panose="020B0004020202020204" pitchFamily="34" charset="0"/>
                        </a:rPr>
                        <a:t>12849650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fontAlgn="ctr">
                        <a:buNone/>
                      </a:pPr>
                      <a:r>
                        <a:rPr lang="fr-FR" sz="1400" b="1" i="0" u="none" strike="noStrike" dirty="0">
                          <a:solidFill>
                            <a:srgbClr val="FFFF00"/>
                          </a:solidFill>
                          <a:effectLst/>
                          <a:latin typeface="Aptos Narrow" panose="020B0004020202020204" pitchFamily="34" charset="0"/>
                        </a:rPr>
                        <a:t>16538746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fontAlgn="ctr">
                        <a:buNone/>
                      </a:pPr>
                      <a:r>
                        <a:rPr lang="fr-FR" sz="1400" b="1" i="0" u="none" strike="noStrike" dirty="0">
                          <a:solidFill>
                            <a:srgbClr val="FFFF00"/>
                          </a:solidFill>
                          <a:effectLst/>
                          <a:latin typeface="Aptos Narrow" panose="020B0004020202020204" pitchFamily="34" charset="0"/>
                        </a:rPr>
                        <a:t>16530920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fontAlgn="ctr">
                        <a:buNone/>
                      </a:pPr>
                      <a:r>
                        <a:rPr lang="fr-FR" sz="1400" b="1" i="0" u="none" strike="noStrike" dirty="0">
                          <a:solidFill>
                            <a:srgbClr val="FFFF00"/>
                          </a:solidFill>
                          <a:effectLst/>
                          <a:latin typeface="Aptos Narrow" panose="020B0004020202020204" pitchFamily="34" charset="0"/>
                        </a:rPr>
                        <a:t>99,1%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fontAlgn="ctr">
                        <a:buNone/>
                      </a:pPr>
                      <a:r>
                        <a:rPr lang="fr-FR" sz="1400" b="1" i="0" u="none" strike="noStrike" dirty="0">
                          <a:solidFill>
                            <a:srgbClr val="FFFF00"/>
                          </a:solidFill>
                          <a:effectLst/>
                          <a:latin typeface="Aptos Narrow" panose="020B0004020202020204" pitchFamily="34" charset="0"/>
                        </a:rPr>
                        <a:t>99,1%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extLst>
                  <a:ext uri="{0D108BD9-81ED-4DB2-BD59-A6C34878D82A}">
                    <a16:rowId xmlns:a16="http://schemas.microsoft.com/office/drawing/2014/main" val="1722784754"/>
                  </a:ext>
                </a:extLst>
              </a:tr>
            </a:tbl>
          </a:graphicData>
        </a:graphic>
      </p:graphicFrame>
      <p:sp>
        <p:nvSpPr>
          <p:cNvPr id="4" name="ZoneTexte 3">
            <a:extLst>
              <a:ext uri="{FF2B5EF4-FFF2-40B4-BE49-F238E27FC236}">
                <a16:creationId xmlns:a16="http://schemas.microsoft.com/office/drawing/2014/main" id="{D9C842E2-70F7-68B9-CB6F-D623F6569FAD}"/>
              </a:ext>
            </a:extLst>
          </p:cNvPr>
          <p:cNvSpPr txBox="1"/>
          <p:nvPr/>
        </p:nvSpPr>
        <p:spPr>
          <a:xfrm>
            <a:off x="156417" y="71099"/>
            <a:ext cx="11907764" cy="525249"/>
          </a:xfrm>
          <a:prstGeom prst="rect">
            <a:avLst/>
          </a:prstGeom>
          <a:solidFill>
            <a:srgbClr val="002060"/>
          </a:solidFill>
          <a:ln w="9528">
            <a:noFill/>
            <a:prstDash val="solid"/>
          </a:ln>
        </p:spPr>
        <p:txBody>
          <a:bodyPr vert="horz" lIns="91440" tIns="45720" rIns="91440" bIns="45720" rtlCol="0" anchor="b" anchorCtr="1">
            <a:normAutofit/>
          </a:bodyPr>
          <a:lstStyle>
            <a:defPPr>
              <a:defRPr lang="zh-CN"/>
            </a:defPPr>
            <a:lvl1pPr algn="ctr">
              <a:lnSpc>
                <a:spcPct val="90000"/>
              </a:lnSpc>
              <a:spcBef>
                <a:spcPct val="0"/>
              </a:spcBef>
              <a:buNone/>
              <a:defRPr sz="2400" b="1">
                <a:solidFill>
                  <a:schemeClr val="bg1"/>
                </a:solidFill>
                <a:latin typeface="Arial" panose="020B0604020202020204" pitchFamily="34" charset="0"/>
                <a:ea typeface="+mj-ea"/>
                <a:cs typeface="Arial" panose="020B0604020202020204" pitchFamily="34" charset="0"/>
              </a:defRPr>
            </a:lvl1pPr>
          </a:lstStyle>
          <a:p>
            <a:r>
              <a:rPr lang="fr-FR" dirty="0"/>
              <a:t>3. Résultats administratifs de la riposte par antigène et par province</a:t>
            </a:r>
          </a:p>
        </p:txBody>
      </p:sp>
      <p:sp>
        <p:nvSpPr>
          <p:cNvPr id="3" name="ZoneTexte 2">
            <a:extLst>
              <a:ext uri="{FF2B5EF4-FFF2-40B4-BE49-F238E27FC236}">
                <a16:creationId xmlns:a16="http://schemas.microsoft.com/office/drawing/2014/main" id="{C424F982-50A8-5850-8FE9-7C32C51356CF}"/>
              </a:ext>
            </a:extLst>
          </p:cNvPr>
          <p:cNvSpPr txBox="1"/>
          <p:nvPr/>
        </p:nvSpPr>
        <p:spPr>
          <a:xfrm>
            <a:off x="244839" y="5850430"/>
            <a:ext cx="11947161" cy="830997"/>
          </a:xfrm>
          <a:prstGeom prst="rect">
            <a:avLst/>
          </a:prstGeom>
          <a:noFill/>
        </p:spPr>
        <p:txBody>
          <a:bodyPr wrap="square" rtlCol="0">
            <a:spAutoFit/>
          </a:bodyPr>
          <a:lstStyle/>
          <a:p>
            <a:r>
              <a:rPr lang="fr-FR" sz="1600" dirty="0">
                <a:latin typeface="Aptos Narrow" panose="020B0004020202020204" pitchFamily="34" charset="0"/>
              </a:rPr>
              <a:t>A ce jour, la complétude est de 100,0% pour les données de vaccination. La couverture globale est de 99,1% pour le nVPO2 et 99,1% pour le </a:t>
            </a:r>
            <a:r>
              <a:rPr lang="fr-FR" sz="1600" dirty="0" err="1">
                <a:latin typeface="Aptos Narrow" panose="020B0004020202020204" pitchFamily="34" charset="0"/>
              </a:rPr>
              <a:t>VPOb</a:t>
            </a:r>
            <a:r>
              <a:rPr lang="fr-FR" sz="1600" dirty="0">
                <a:latin typeface="Aptos Narrow" panose="020B0004020202020204" pitchFamily="34" charset="0"/>
              </a:rPr>
              <a:t>, qui sont les 2 antigènes utilisés. Il faut noter que 16/17 provinces ont atteint le niveau de couverture de acceptable de 95% pour leurs cibles extrapolées. Il y a une différence de 7826 enfants vaccinés entre les 2 antigènes. </a:t>
            </a:r>
          </a:p>
        </p:txBody>
      </p:sp>
    </p:spTree>
    <p:extLst>
      <p:ext uri="{BB962C8B-B14F-4D97-AF65-F5344CB8AC3E}">
        <p14:creationId xmlns:p14="http://schemas.microsoft.com/office/powerpoint/2010/main" val="1345296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262BC-8201-DD7D-5867-A484D9C2CD06}"/>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EBF7ED64-40B5-6E07-2FFC-93D1666C5AD0}"/>
              </a:ext>
            </a:extLst>
          </p:cNvPr>
          <p:cNvGraphicFramePr>
            <a:graphicFrameLocks noGrp="1"/>
          </p:cNvGraphicFramePr>
          <p:nvPr>
            <p:extLst>
              <p:ext uri="{D42A27DB-BD31-4B8C-83A1-F6EECF244321}">
                <p14:modId xmlns:p14="http://schemas.microsoft.com/office/powerpoint/2010/main" val="2832463909"/>
              </p:ext>
            </p:extLst>
          </p:nvPr>
        </p:nvGraphicFramePr>
        <p:xfrm>
          <a:off x="156417" y="659565"/>
          <a:ext cx="11907760" cy="5153478"/>
        </p:xfrm>
        <a:graphic>
          <a:graphicData uri="http://schemas.openxmlformats.org/drawingml/2006/table">
            <a:tbl>
              <a:tblPr/>
              <a:tblGrid>
                <a:gridCol w="1332183">
                  <a:extLst>
                    <a:ext uri="{9D8B030D-6E8A-4147-A177-3AD203B41FA5}">
                      <a16:colId xmlns:a16="http://schemas.microsoft.com/office/drawing/2014/main" val="3144814559"/>
                    </a:ext>
                  </a:extLst>
                </a:gridCol>
                <a:gridCol w="1015518">
                  <a:extLst>
                    <a:ext uri="{9D8B030D-6E8A-4147-A177-3AD203B41FA5}">
                      <a16:colId xmlns:a16="http://schemas.microsoft.com/office/drawing/2014/main" val="3485306800"/>
                    </a:ext>
                  </a:extLst>
                </a:gridCol>
                <a:gridCol w="1048275">
                  <a:extLst>
                    <a:ext uri="{9D8B030D-6E8A-4147-A177-3AD203B41FA5}">
                      <a16:colId xmlns:a16="http://schemas.microsoft.com/office/drawing/2014/main" val="1259413263"/>
                    </a:ext>
                  </a:extLst>
                </a:gridCol>
                <a:gridCol w="982759">
                  <a:extLst>
                    <a:ext uri="{9D8B030D-6E8A-4147-A177-3AD203B41FA5}">
                      <a16:colId xmlns:a16="http://schemas.microsoft.com/office/drawing/2014/main" val="3072760810"/>
                    </a:ext>
                  </a:extLst>
                </a:gridCol>
                <a:gridCol w="1075575">
                  <a:extLst>
                    <a:ext uri="{9D8B030D-6E8A-4147-A177-3AD203B41FA5}">
                      <a16:colId xmlns:a16="http://schemas.microsoft.com/office/drawing/2014/main" val="3039612213"/>
                    </a:ext>
                  </a:extLst>
                </a:gridCol>
                <a:gridCol w="1075575">
                  <a:extLst>
                    <a:ext uri="{9D8B030D-6E8A-4147-A177-3AD203B41FA5}">
                      <a16:colId xmlns:a16="http://schemas.microsoft.com/office/drawing/2014/main" val="3451638546"/>
                    </a:ext>
                  </a:extLst>
                </a:gridCol>
                <a:gridCol w="1139107">
                  <a:extLst>
                    <a:ext uri="{9D8B030D-6E8A-4147-A177-3AD203B41FA5}">
                      <a16:colId xmlns:a16="http://schemas.microsoft.com/office/drawing/2014/main" val="3869051875"/>
                    </a:ext>
                  </a:extLst>
                </a:gridCol>
                <a:gridCol w="1012043">
                  <a:extLst>
                    <a:ext uri="{9D8B030D-6E8A-4147-A177-3AD203B41FA5}">
                      <a16:colId xmlns:a16="http://schemas.microsoft.com/office/drawing/2014/main" val="3916444990"/>
                    </a:ext>
                  </a:extLst>
                </a:gridCol>
                <a:gridCol w="1075575">
                  <a:extLst>
                    <a:ext uri="{9D8B030D-6E8A-4147-A177-3AD203B41FA5}">
                      <a16:colId xmlns:a16="http://schemas.microsoft.com/office/drawing/2014/main" val="2313921154"/>
                    </a:ext>
                  </a:extLst>
                </a:gridCol>
                <a:gridCol w="1075575">
                  <a:extLst>
                    <a:ext uri="{9D8B030D-6E8A-4147-A177-3AD203B41FA5}">
                      <a16:colId xmlns:a16="http://schemas.microsoft.com/office/drawing/2014/main" val="1691286221"/>
                    </a:ext>
                  </a:extLst>
                </a:gridCol>
                <a:gridCol w="1075575">
                  <a:extLst>
                    <a:ext uri="{9D8B030D-6E8A-4147-A177-3AD203B41FA5}">
                      <a16:colId xmlns:a16="http://schemas.microsoft.com/office/drawing/2014/main" val="2795188471"/>
                    </a:ext>
                  </a:extLst>
                </a:gridCol>
              </a:tblGrid>
              <a:tr h="578663">
                <a:tc rowSpan="2">
                  <a:txBody>
                    <a:bodyPr/>
                    <a:lstStyle/>
                    <a:p>
                      <a:pPr algn="ctr" fontAlgn="ctr">
                        <a:buNone/>
                      </a:pPr>
                      <a:r>
                        <a:rPr lang="fr-FR" sz="1400" b="1" i="0" u="none" strike="noStrike" dirty="0">
                          <a:solidFill>
                            <a:schemeClr val="bg1"/>
                          </a:solidFill>
                          <a:effectLst/>
                          <a:latin typeface="Arial Narrow" panose="020B0606020202030204" pitchFamily="34" charset="0"/>
                        </a:rPr>
                        <a:t>PROVINCES</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rowSpan="2">
                  <a:txBody>
                    <a:bodyPr/>
                    <a:lstStyle/>
                    <a:p>
                      <a:pPr algn="ctr" fontAlgn="ctr">
                        <a:buNone/>
                      </a:pPr>
                      <a:r>
                        <a:rPr lang="fr-FR" sz="1200" b="1" i="0" u="none" strike="noStrike" dirty="0">
                          <a:solidFill>
                            <a:schemeClr val="bg1"/>
                          </a:solidFill>
                          <a:effectLst/>
                          <a:latin typeface="Arial Narrow" panose="020B0606020202030204" pitchFamily="34" charset="0"/>
                        </a:rPr>
                        <a:t>complétudes rapports vaccination </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rowSpan="2">
                  <a:txBody>
                    <a:bodyPr/>
                    <a:lstStyle/>
                    <a:p>
                      <a:pPr algn="ctr" fontAlgn="b">
                        <a:buNone/>
                      </a:pPr>
                      <a:r>
                        <a:rPr lang="fr-FR" sz="1200" b="1" i="0" u="none" strike="noStrike" dirty="0">
                          <a:solidFill>
                            <a:schemeClr val="bg1"/>
                          </a:solidFill>
                          <a:effectLst/>
                          <a:latin typeface="Arial Narrow" panose="020B0606020202030204" pitchFamily="34" charset="0"/>
                        </a:rPr>
                        <a:t>CIBLES </a:t>
                      </a:r>
                    </a:p>
                    <a:p>
                      <a:pPr algn="ctr" fontAlgn="b">
                        <a:buNone/>
                      </a:pPr>
                      <a:r>
                        <a:rPr lang="fr-FR" sz="1200" b="1" i="0" u="none" strike="noStrike" dirty="0">
                          <a:solidFill>
                            <a:schemeClr val="bg1"/>
                          </a:solidFill>
                          <a:effectLst/>
                          <a:latin typeface="Arial Narrow" panose="020B0606020202030204" pitchFamily="34" charset="0"/>
                        </a:rPr>
                        <a:t>0-59 MOIS</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gridSpan="2">
                  <a:txBody>
                    <a:bodyPr/>
                    <a:lstStyle/>
                    <a:p>
                      <a:pPr algn="ctr" fontAlgn="b">
                        <a:buNone/>
                      </a:pPr>
                      <a:r>
                        <a:rPr lang="fr-FR" sz="1400" b="1" i="0" u="none" strike="noStrike" dirty="0">
                          <a:solidFill>
                            <a:schemeClr val="bg1"/>
                          </a:solidFill>
                          <a:effectLst/>
                          <a:latin typeface="Arial Narrow" panose="020B0606020202030204" pitchFamily="34" charset="0"/>
                        </a:rPr>
                        <a:t>Vaccinés 0-11 m</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gridSpan="2">
                  <a:txBody>
                    <a:bodyPr/>
                    <a:lstStyle/>
                    <a:p>
                      <a:pPr algn="ctr" fontAlgn="b">
                        <a:buNone/>
                      </a:pPr>
                      <a:r>
                        <a:rPr lang="fr-FR" sz="1400" b="1" i="0" u="none" strike="noStrike" dirty="0">
                          <a:solidFill>
                            <a:schemeClr val="bg1"/>
                          </a:solidFill>
                          <a:effectLst/>
                          <a:latin typeface="Arial Narrow" panose="020B0606020202030204" pitchFamily="34" charset="0"/>
                        </a:rPr>
                        <a:t>Vaccinés 12-59 m</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gridSpan="2">
                  <a:txBody>
                    <a:bodyPr/>
                    <a:lstStyle/>
                    <a:p>
                      <a:pPr algn="ctr" fontAlgn="b">
                        <a:buNone/>
                      </a:pPr>
                      <a:r>
                        <a:rPr lang="fr-FR" sz="1400" b="1" i="0" u="none" strike="noStrike">
                          <a:solidFill>
                            <a:schemeClr val="bg1"/>
                          </a:solidFill>
                          <a:effectLst/>
                          <a:latin typeface="Arial Narrow" panose="020B0606020202030204" pitchFamily="34" charset="0"/>
                        </a:rPr>
                        <a:t>Vaccinés 0-59 m</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gridSpan="2">
                  <a:txBody>
                    <a:bodyPr/>
                    <a:lstStyle/>
                    <a:p>
                      <a:pPr algn="ctr" fontAlgn="b">
                        <a:buNone/>
                      </a:pPr>
                      <a:r>
                        <a:rPr lang="fr-FR" sz="1400" b="1" i="0" u="none" strike="noStrike" dirty="0">
                          <a:solidFill>
                            <a:schemeClr val="bg1"/>
                          </a:solidFill>
                          <a:effectLst/>
                          <a:latin typeface="Arial Narrow" panose="020B0606020202030204" pitchFamily="34" charset="0"/>
                        </a:rPr>
                        <a:t>Couv. Vaccinales</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extLst>
                  <a:ext uri="{0D108BD9-81ED-4DB2-BD59-A6C34878D82A}">
                    <a16:rowId xmlns:a16="http://schemas.microsoft.com/office/drawing/2014/main" val="3021064782"/>
                  </a:ext>
                </a:extLst>
              </a:tr>
              <a:tr h="568669">
                <a:tc v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v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vMerge="1">
                  <a:txBody>
                    <a:bodyPr/>
                    <a:lstStyle/>
                    <a:p>
                      <a:endParaRPr lang="fr-F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algn="ctr" fontAlgn="b">
                        <a:buNone/>
                      </a:pPr>
                      <a:r>
                        <a:rPr lang="fr-FR" sz="1200" b="1" i="0" u="none" strike="noStrike" dirty="0">
                          <a:solidFill>
                            <a:schemeClr val="bg1"/>
                          </a:solidFill>
                          <a:effectLst/>
                          <a:latin typeface="Arial Narrow" panose="020B0606020202030204" pitchFamily="34" charset="0"/>
                        </a:rPr>
                        <a:t>nVPO2</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err="1">
                          <a:solidFill>
                            <a:schemeClr val="tx1"/>
                          </a:solidFill>
                          <a:effectLst/>
                          <a:highlight>
                            <a:srgbClr val="FFFF00"/>
                          </a:highlight>
                          <a:latin typeface="Arial Narrow" panose="020B0606020202030204" pitchFamily="34" charset="0"/>
                        </a:rPr>
                        <a:t>VPOb</a:t>
                      </a:r>
                      <a:endParaRPr lang="fr-FR" sz="1200" b="1" i="0" u="none" strike="noStrike" dirty="0">
                        <a:solidFill>
                          <a:schemeClr val="tx1"/>
                        </a:solidFill>
                        <a:effectLst/>
                        <a:highlight>
                          <a:srgbClr val="FFFF00"/>
                        </a:highlight>
                        <a:latin typeface="Arial Narrow" panose="020B0606020202030204" pitchFamily="34" charset="0"/>
                      </a:endParaRP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a:solidFill>
                            <a:schemeClr val="bg1"/>
                          </a:solidFill>
                          <a:effectLst/>
                          <a:latin typeface="Arial Narrow" panose="020B0606020202030204" pitchFamily="34" charset="0"/>
                        </a:rPr>
                        <a:t>nVPO2</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err="1">
                          <a:solidFill>
                            <a:schemeClr val="tx1"/>
                          </a:solidFill>
                          <a:effectLst/>
                          <a:highlight>
                            <a:srgbClr val="FFFF00"/>
                          </a:highlight>
                          <a:latin typeface="Arial Narrow" panose="020B0606020202030204" pitchFamily="34" charset="0"/>
                        </a:rPr>
                        <a:t>VPOb</a:t>
                      </a:r>
                      <a:endParaRPr lang="fr-FR" sz="1200" b="1" i="0" u="none" strike="noStrike" dirty="0">
                        <a:solidFill>
                          <a:schemeClr val="tx1"/>
                        </a:solidFill>
                        <a:effectLst/>
                        <a:highlight>
                          <a:srgbClr val="FFFF00"/>
                        </a:highlight>
                        <a:latin typeface="Arial Narrow" panose="020B0606020202030204" pitchFamily="34" charset="0"/>
                      </a:endParaRP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a:solidFill>
                            <a:schemeClr val="bg1"/>
                          </a:solidFill>
                          <a:effectLst/>
                          <a:latin typeface="Arial Narrow" panose="020B0606020202030204" pitchFamily="34" charset="0"/>
                        </a:rPr>
                        <a:t>nVPO2</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err="1">
                          <a:solidFill>
                            <a:schemeClr val="tx1"/>
                          </a:solidFill>
                          <a:effectLst/>
                          <a:highlight>
                            <a:srgbClr val="FFFF00"/>
                          </a:highlight>
                          <a:latin typeface="Arial Narrow" panose="020B0606020202030204" pitchFamily="34" charset="0"/>
                        </a:rPr>
                        <a:t>VPOb</a:t>
                      </a:r>
                      <a:endParaRPr lang="fr-FR" sz="1200" b="1" i="0" u="none" strike="noStrike" dirty="0">
                        <a:solidFill>
                          <a:schemeClr val="tx1"/>
                        </a:solidFill>
                        <a:effectLst/>
                        <a:highlight>
                          <a:srgbClr val="FFFF00"/>
                        </a:highlight>
                        <a:latin typeface="Arial Narrow" panose="020B0606020202030204" pitchFamily="34" charset="0"/>
                      </a:endParaRP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a:solidFill>
                            <a:schemeClr val="bg1"/>
                          </a:solidFill>
                          <a:effectLst/>
                          <a:latin typeface="Arial Narrow" panose="020B0606020202030204" pitchFamily="34" charset="0"/>
                        </a:rPr>
                        <a:t>nVPO2</a:t>
                      </a: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fr-FR" sz="1200" b="1" i="0" u="none" strike="noStrike" dirty="0" err="1">
                          <a:solidFill>
                            <a:schemeClr val="tx1"/>
                          </a:solidFill>
                          <a:effectLst/>
                          <a:highlight>
                            <a:srgbClr val="FFFF00"/>
                          </a:highlight>
                          <a:latin typeface="Arial Narrow" panose="020B0606020202030204" pitchFamily="34" charset="0"/>
                        </a:rPr>
                        <a:t>VPOb</a:t>
                      </a:r>
                      <a:endParaRPr lang="fr-FR" sz="1200" b="1" i="0" u="none" strike="noStrike" dirty="0">
                        <a:solidFill>
                          <a:schemeClr val="tx1"/>
                        </a:solidFill>
                        <a:effectLst/>
                        <a:highlight>
                          <a:srgbClr val="FFFF00"/>
                        </a:highlight>
                        <a:latin typeface="Arial Narrow" panose="020B0606020202030204" pitchFamily="34" charset="0"/>
                      </a:endParaRPr>
                    </a:p>
                  </a:txBody>
                  <a:tcPr marL="7147" marR="7147" marT="71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492371712"/>
                  </a:ext>
                </a:extLst>
              </a:tr>
              <a:tr h="362529">
                <a:tc>
                  <a:txBody>
                    <a:bodyPr/>
                    <a:lstStyle/>
                    <a:p>
                      <a:pPr rtl="0" fontAlgn="ctr">
                        <a:buNone/>
                      </a:pPr>
                      <a:r>
                        <a:rPr lang="fr-FR" sz="1300" b="1" dirty="0">
                          <a:effectLst/>
                        </a:rPr>
                        <a:t>BAS UELE</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endParaRPr lang="fr-FR" sz="1400" b="1" dirty="0">
                        <a:effectLst/>
                        <a:latin typeface="Aptos Narrow" panose="020B0004020202020204" pitchFamily="34"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fr-FR" sz="1400" b="1">
                          <a:effectLst/>
                          <a:latin typeface="Aptos Narrow" panose="020B0004020202020204" pitchFamily="34" charset="0"/>
                        </a:rPr>
                        <a:t>358264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buNone/>
                      </a:pPr>
                      <a:endParaRPr lang="fr-FR" sz="1400" b="1" dirty="0">
                        <a:solidFill>
                          <a:schemeClr val="bg1"/>
                        </a:solidFill>
                        <a:effectLst/>
                        <a:latin typeface="Aptos Narrow" panose="020B0004020202020204" pitchFamily="34"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endParaRPr lang="fr-FR" sz="1400" b="1" dirty="0">
                        <a:solidFill>
                          <a:schemeClr val="bg1"/>
                        </a:solidFill>
                        <a:effectLst/>
                        <a:latin typeface="Aptos Narrow" panose="020B0004020202020204" pitchFamily="34"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0" algn="ctr" rtl="0" fontAlgn="ctr">
                        <a:lnSpc>
                          <a:spcPct val="100000"/>
                        </a:lnSpc>
                        <a:spcBef>
                          <a:spcPts val="0"/>
                        </a:spcBef>
                        <a:spcAft>
                          <a:spcPts val="0"/>
                        </a:spcAft>
                        <a:buClr>
                          <a:srgbClr val="000000"/>
                        </a:buClr>
                        <a:buFont typeface="Arial" panose="020B0604020202020204"/>
                        <a:buNone/>
                      </a:pPr>
                      <a:endParaRPr lang="fr-FR" sz="1400" b="1" i="0" u="none" strike="noStrike" cap="none" dirty="0">
                        <a:solidFill>
                          <a:schemeClr val="tx1"/>
                        </a:solidFill>
                        <a:effectLst/>
                        <a:latin typeface="Aptos Narrow" panose="020B0004020202020204" pitchFamily="34" charset="0"/>
                        <a:ea typeface="+mn-ea"/>
                        <a:cs typeface="+mn-cs"/>
                        <a:sym typeface="Arial" panose="020B0604020202020204"/>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alpha val="34000"/>
                      </a:srgbClr>
                    </a:solidFill>
                  </a:tcPr>
                </a:tc>
                <a:tc>
                  <a:txBody>
                    <a:bodyPr/>
                    <a:lstStyle/>
                    <a:p>
                      <a:pPr marR="0" algn="ctr" rtl="0" fontAlgn="ctr">
                        <a:lnSpc>
                          <a:spcPct val="100000"/>
                        </a:lnSpc>
                        <a:spcBef>
                          <a:spcPts val="0"/>
                        </a:spcBef>
                        <a:spcAft>
                          <a:spcPts val="0"/>
                        </a:spcAft>
                        <a:buClr>
                          <a:srgbClr val="000000"/>
                        </a:buClr>
                        <a:buFont typeface="Arial" panose="020B0604020202020204"/>
                        <a:buNone/>
                      </a:pPr>
                      <a:endParaRPr lang="fr-FR" sz="1400" b="1" i="0" u="none" strike="noStrike" cap="none" dirty="0">
                        <a:solidFill>
                          <a:schemeClr val="tx1"/>
                        </a:solidFill>
                        <a:effectLst/>
                        <a:latin typeface="Aptos Narrow" panose="020B0004020202020204" pitchFamily="34" charset="0"/>
                        <a:ea typeface="+mn-ea"/>
                        <a:cs typeface="+mn-cs"/>
                        <a:sym typeface="Arial" panose="020B0604020202020204"/>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alpha val="29000"/>
                      </a:srgbClr>
                    </a:solidFill>
                  </a:tcPr>
                </a:tc>
                <a:tc>
                  <a:txBody>
                    <a:bodyPr/>
                    <a:lstStyle/>
                    <a:p>
                      <a:pPr algn="ctr" rtl="0" fontAlgn="ctr">
                        <a:buNone/>
                      </a:pPr>
                      <a:endParaRPr lang="fr-FR" sz="1400" b="1" dirty="0">
                        <a:solidFill>
                          <a:schemeClr val="bg1"/>
                        </a:solidFill>
                        <a:effectLst/>
                        <a:latin typeface="Aptos Narrow" panose="020B0004020202020204" pitchFamily="34"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endParaRPr lang="fr-FR" sz="1400" b="1" dirty="0">
                        <a:solidFill>
                          <a:schemeClr val="bg1"/>
                        </a:solidFill>
                        <a:effectLst/>
                        <a:latin typeface="Aptos Narrow" panose="020B0004020202020204" pitchFamily="34"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endParaRPr lang="fr-FR" sz="1400" b="1" dirty="0">
                        <a:solidFill>
                          <a:schemeClr val="bg1"/>
                        </a:solidFill>
                        <a:effectLst/>
                        <a:latin typeface="Aptos Narrow" panose="020B0004020202020204" pitchFamily="34"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alpha val="29000"/>
                      </a:srgbClr>
                    </a:solidFill>
                  </a:tcPr>
                </a:tc>
                <a:tc>
                  <a:txBody>
                    <a:bodyPr/>
                    <a:lstStyle/>
                    <a:p>
                      <a:pPr algn="ctr" rtl="0" fontAlgn="ctr">
                        <a:buNone/>
                      </a:pPr>
                      <a:endParaRPr lang="fr-FR" sz="1400" b="1" dirty="0">
                        <a:solidFill>
                          <a:schemeClr val="bg1"/>
                        </a:solidFill>
                        <a:effectLst/>
                        <a:latin typeface="Aptos Narrow" panose="020B0004020202020204" pitchFamily="34"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alpha val="29000"/>
                      </a:srgbClr>
                    </a:solidFill>
                  </a:tcPr>
                </a:tc>
                <a:extLst>
                  <a:ext uri="{0D108BD9-81ED-4DB2-BD59-A6C34878D82A}">
                    <a16:rowId xmlns:a16="http://schemas.microsoft.com/office/drawing/2014/main" val="783086868"/>
                  </a:ext>
                </a:extLst>
              </a:tr>
              <a:tr h="362529">
                <a:tc>
                  <a:txBody>
                    <a:bodyPr/>
                    <a:lstStyle/>
                    <a:p>
                      <a:pPr rtl="0" fontAlgn="ctr">
                        <a:buNone/>
                      </a:pPr>
                      <a:r>
                        <a:rPr lang="fr-FR" sz="1300" b="1" dirty="0">
                          <a:effectLst/>
                        </a:rPr>
                        <a:t>HAUT KATANGA</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92,0%</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400" b="1">
                          <a:effectLst/>
                          <a:latin typeface="Aptos Narrow" panose="020B0004020202020204" pitchFamily="34" charset="0"/>
                        </a:rPr>
                        <a:t>2370398</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a:effectLst/>
                          <a:latin typeface="Aptos Narrow" panose="020B0004020202020204" pitchFamily="34" charset="0"/>
                        </a:rPr>
                        <a:t>638277</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a:effectLst/>
                          <a:latin typeface="Aptos Narrow" panose="020B0004020202020204" pitchFamily="34" charset="0"/>
                        </a:rPr>
                        <a:t>637164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1 887 600</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1885866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2525877</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2523030</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106,3%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marL="0" algn="ctr" defTabSz="914400" rtl="0" eaLnBrk="1" fontAlgn="ctr" latinLnBrk="0" hangingPunct="1">
                        <a:buNone/>
                      </a:pPr>
                      <a:r>
                        <a:rPr lang="fr-FR" sz="1400" b="1" kern="1200" dirty="0">
                          <a:solidFill>
                            <a:schemeClr val="tx1"/>
                          </a:solidFill>
                          <a:effectLst/>
                          <a:latin typeface="Aptos Narrow" panose="020B0004020202020204" pitchFamily="34" charset="0"/>
                          <a:ea typeface="+mn-ea"/>
                          <a:cs typeface="+mn-cs"/>
                        </a:rPr>
                        <a:t>106,4%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1268404674"/>
                  </a:ext>
                </a:extLst>
              </a:tr>
              <a:tr h="362529">
                <a:tc>
                  <a:txBody>
                    <a:bodyPr/>
                    <a:lstStyle/>
                    <a:p>
                      <a:pPr rtl="0" fontAlgn="ctr">
                        <a:buNone/>
                      </a:pPr>
                      <a:r>
                        <a:rPr lang="fr-FR" sz="1300" b="1" dirty="0">
                          <a:effectLst/>
                        </a:rPr>
                        <a:t>HAUT LOMAMI</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99,4%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400" b="1" dirty="0">
                          <a:effectLst/>
                          <a:latin typeface="Aptos Narrow" panose="020B0004020202020204" pitchFamily="34" charset="0"/>
                        </a:rPr>
                        <a:t>1012584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a:effectLst/>
                          <a:latin typeface="Aptos Narrow" panose="020B0004020202020204" pitchFamily="34" charset="0"/>
                        </a:rPr>
                        <a:t>221326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a:effectLst/>
                          <a:latin typeface="Aptos Narrow" panose="020B0004020202020204" pitchFamily="34" charset="0"/>
                        </a:rPr>
                        <a:t>221373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a:effectLst/>
                          <a:latin typeface="Aptos Narrow" panose="020B0004020202020204" pitchFamily="34" charset="0"/>
                        </a:rPr>
                        <a:t>804 759</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a:effectLst/>
                          <a:latin typeface="Aptos Narrow" panose="020B0004020202020204" pitchFamily="34" charset="0"/>
                        </a:rPr>
                        <a:t>804955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1026085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1026328</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101,3%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marL="0" algn="ctr" defTabSz="914400" rtl="0" eaLnBrk="1" fontAlgn="ctr" latinLnBrk="0" hangingPunct="1">
                        <a:buNone/>
                      </a:pPr>
                      <a:r>
                        <a:rPr lang="fr-FR" sz="1400" b="1" kern="1200" dirty="0">
                          <a:solidFill>
                            <a:schemeClr val="tx1"/>
                          </a:solidFill>
                          <a:effectLst/>
                          <a:latin typeface="Aptos Narrow" panose="020B0004020202020204" pitchFamily="34" charset="0"/>
                          <a:ea typeface="+mn-ea"/>
                          <a:cs typeface="+mn-cs"/>
                        </a:rPr>
                        <a:t>101,4%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1574043792"/>
                  </a:ext>
                </a:extLst>
              </a:tr>
              <a:tr h="400197">
                <a:tc>
                  <a:txBody>
                    <a:bodyPr/>
                    <a:lstStyle/>
                    <a:p>
                      <a:pPr rtl="0" fontAlgn="ctr">
                        <a:buNone/>
                      </a:pPr>
                      <a:r>
                        <a:rPr lang="fr-FR" sz="1300" b="1" dirty="0">
                          <a:effectLst/>
                        </a:rPr>
                        <a:t>HAUT UÉLÉ</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70,3%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400" b="1" dirty="0">
                          <a:effectLst/>
                          <a:latin typeface="Aptos Narrow" panose="020B0004020202020204" pitchFamily="34" charset="0"/>
                        </a:rPr>
                        <a:t>559623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a:effectLst/>
                          <a:latin typeface="Aptos Narrow" panose="020B0004020202020204" pitchFamily="34" charset="0"/>
                        </a:rPr>
                        <a:t>63212</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a:effectLst/>
                          <a:latin typeface="Aptos Narrow" panose="020B0004020202020204" pitchFamily="34" charset="0"/>
                        </a:rPr>
                        <a:t>63275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a:effectLst/>
                          <a:latin typeface="Aptos Narrow" panose="020B0004020202020204" pitchFamily="34" charset="0"/>
                        </a:rPr>
                        <a:t>248 896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248626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312108</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311901</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55,8%</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marL="0" algn="ctr" defTabSz="914400" rtl="0" eaLnBrk="1" fontAlgn="ctr" latinLnBrk="0" hangingPunct="1">
                        <a:buNone/>
                      </a:pPr>
                      <a:r>
                        <a:rPr lang="fr-FR" sz="1400" b="1" kern="1200" dirty="0">
                          <a:solidFill>
                            <a:schemeClr val="tx1"/>
                          </a:solidFill>
                          <a:effectLst/>
                          <a:latin typeface="Aptos Narrow" panose="020B0004020202020204" pitchFamily="34" charset="0"/>
                          <a:ea typeface="+mn-ea"/>
                          <a:cs typeface="+mn-cs"/>
                        </a:rPr>
                        <a:t>55,7%</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1753365358"/>
                  </a:ext>
                </a:extLst>
              </a:tr>
              <a:tr h="362529">
                <a:tc>
                  <a:txBody>
                    <a:bodyPr/>
                    <a:lstStyle/>
                    <a:p>
                      <a:pPr rtl="0" fontAlgn="ctr">
                        <a:buNone/>
                      </a:pPr>
                      <a:r>
                        <a:rPr lang="fr-FR" sz="1300" b="1" dirty="0">
                          <a:effectLst/>
                        </a:rPr>
                        <a:t>ITURI</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82,2%</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400" b="1" dirty="0">
                          <a:effectLst/>
                          <a:latin typeface="Aptos Narrow" panose="020B0004020202020204" pitchFamily="34" charset="0"/>
                        </a:rPr>
                        <a:t>1511772</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274008</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a:effectLst/>
                          <a:latin typeface="Aptos Narrow" panose="020B0004020202020204" pitchFamily="34" charset="0"/>
                        </a:rPr>
                        <a:t>261125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a:effectLst/>
                          <a:latin typeface="Aptos Narrow" panose="020B0004020202020204" pitchFamily="34" charset="0"/>
                        </a:rPr>
                        <a:t>999 926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a:effectLst/>
                          <a:latin typeface="Aptos Narrow" panose="020B0004020202020204" pitchFamily="34" charset="0"/>
                        </a:rPr>
                        <a:t>959895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1273934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1221020</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84,3%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marL="0" algn="ctr" defTabSz="914400" rtl="0" eaLnBrk="1" fontAlgn="ctr" latinLnBrk="0" hangingPunct="1">
                        <a:buNone/>
                      </a:pPr>
                      <a:r>
                        <a:rPr lang="fr-FR" sz="1400" b="1" kern="1200" dirty="0">
                          <a:solidFill>
                            <a:schemeClr val="tx1"/>
                          </a:solidFill>
                          <a:effectLst/>
                          <a:latin typeface="Aptos Narrow" panose="020B0004020202020204" pitchFamily="34" charset="0"/>
                          <a:ea typeface="+mn-ea"/>
                          <a:cs typeface="+mn-cs"/>
                        </a:rPr>
                        <a:t>80,8%</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4141954817"/>
                  </a:ext>
                </a:extLst>
              </a:tr>
              <a:tr h="339140">
                <a:tc>
                  <a:txBody>
                    <a:bodyPr/>
                    <a:lstStyle/>
                    <a:p>
                      <a:pPr rtl="0" fontAlgn="ctr">
                        <a:buNone/>
                      </a:pPr>
                      <a:r>
                        <a:rPr lang="fr-FR" sz="1200" b="1" dirty="0">
                          <a:effectLst/>
                        </a:rPr>
                        <a:t>LUALABA</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93,4%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400" b="1" dirty="0">
                          <a:effectLst/>
                          <a:latin typeface="Aptos Narrow" panose="020B0004020202020204" pitchFamily="34" charset="0"/>
                        </a:rPr>
                        <a:t>758176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258337</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253655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a:effectLst/>
                          <a:latin typeface="Aptos Narrow" panose="020B0004020202020204" pitchFamily="34" charset="0"/>
                        </a:rPr>
                        <a:t>749 244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a:effectLst/>
                          <a:latin typeface="Aptos Narrow" panose="020B0004020202020204" pitchFamily="34" charset="0"/>
                        </a:rPr>
                        <a:t>740567</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1007581</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994222</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132,9%</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marL="0" algn="ctr" defTabSz="914400" rtl="0" eaLnBrk="1" fontAlgn="ctr" latinLnBrk="0" hangingPunct="1">
                        <a:buNone/>
                      </a:pPr>
                      <a:r>
                        <a:rPr lang="fr-FR" sz="1400" b="1" kern="1200" dirty="0">
                          <a:solidFill>
                            <a:schemeClr val="tx1"/>
                          </a:solidFill>
                          <a:effectLst/>
                          <a:latin typeface="Aptos Narrow" panose="020B0004020202020204" pitchFamily="34" charset="0"/>
                          <a:ea typeface="+mn-ea"/>
                          <a:cs typeface="+mn-cs"/>
                        </a:rPr>
                        <a:t>131,1%</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3628860476"/>
                  </a:ext>
                </a:extLst>
              </a:tr>
              <a:tr h="343525">
                <a:tc>
                  <a:txBody>
                    <a:bodyPr/>
                    <a:lstStyle/>
                    <a:p>
                      <a:pPr rtl="0" fontAlgn="ctr">
                        <a:buNone/>
                      </a:pPr>
                      <a:r>
                        <a:rPr lang="fr-FR" sz="1200" b="1" dirty="0">
                          <a:effectLst/>
                        </a:rPr>
                        <a:t>NORD KIVU</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93,0%</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400" b="1" dirty="0">
                          <a:effectLst/>
                          <a:latin typeface="Aptos Narrow" panose="020B0004020202020204" pitchFamily="34" charset="0"/>
                        </a:rPr>
                        <a:t>2385793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a:effectLst/>
                          <a:latin typeface="Aptos Narrow" panose="020B0004020202020204" pitchFamily="34" charset="0"/>
                        </a:rPr>
                        <a:t>518345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514535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2004328</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1992523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2522673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2507058</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105,7%</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marL="0" algn="ctr" defTabSz="914400" rtl="0" eaLnBrk="1" fontAlgn="ctr" latinLnBrk="0" hangingPunct="1">
                        <a:buNone/>
                      </a:pPr>
                      <a:r>
                        <a:rPr lang="fr-FR" sz="1400" b="1" kern="1200" dirty="0">
                          <a:solidFill>
                            <a:schemeClr val="tx1"/>
                          </a:solidFill>
                          <a:effectLst/>
                          <a:latin typeface="Aptos Narrow" panose="020B0004020202020204" pitchFamily="34" charset="0"/>
                          <a:ea typeface="+mn-ea"/>
                          <a:cs typeface="+mn-cs"/>
                        </a:rPr>
                        <a:t>105,1%</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4123269075"/>
                  </a:ext>
                </a:extLst>
              </a:tr>
              <a:tr h="343525">
                <a:tc>
                  <a:txBody>
                    <a:bodyPr/>
                    <a:lstStyle/>
                    <a:p>
                      <a:pPr rtl="0" fontAlgn="ctr">
                        <a:buNone/>
                      </a:pPr>
                      <a:r>
                        <a:rPr lang="fr-FR" sz="1200" b="1" dirty="0">
                          <a:effectLst/>
                        </a:rPr>
                        <a:t>SUD-KIVU</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a:effectLst/>
                          <a:latin typeface="Aptos Narrow" panose="020B0004020202020204" pitchFamily="34" charset="0"/>
                        </a:rPr>
                        <a:t>67,9%</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400" b="1" dirty="0">
                          <a:effectLst/>
                          <a:latin typeface="Aptos Narrow" panose="020B0004020202020204" pitchFamily="34" charset="0"/>
                        </a:rPr>
                        <a:t>1856831</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a:effectLst/>
                          <a:latin typeface="Aptos Narrow" panose="020B0004020202020204" pitchFamily="34" charset="0"/>
                        </a:rPr>
                        <a:t>278880</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276866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1015167</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a:effectLst/>
                          <a:latin typeface="Aptos Narrow" panose="020B0004020202020204" pitchFamily="34" charset="0"/>
                        </a:rPr>
                        <a:t>1007303</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1294047</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1283519</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70,6%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marL="0" algn="ctr" defTabSz="914400" rtl="0" eaLnBrk="1" fontAlgn="ctr" latinLnBrk="0" hangingPunct="1">
                        <a:buNone/>
                      </a:pPr>
                      <a:r>
                        <a:rPr lang="fr-FR" sz="1400" b="1" kern="1200" dirty="0">
                          <a:solidFill>
                            <a:schemeClr val="tx1"/>
                          </a:solidFill>
                          <a:effectLst/>
                          <a:latin typeface="Aptos Narrow" panose="020B0004020202020204" pitchFamily="34" charset="0"/>
                          <a:ea typeface="+mn-ea"/>
                          <a:cs typeface="+mn-cs"/>
                        </a:rPr>
                        <a:t>70,1%</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2469415291"/>
                  </a:ext>
                </a:extLst>
              </a:tr>
              <a:tr h="362529">
                <a:tc>
                  <a:txBody>
                    <a:bodyPr/>
                    <a:lstStyle/>
                    <a:p>
                      <a:pPr rtl="0" fontAlgn="ctr">
                        <a:buNone/>
                      </a:pPr>
                      <a:r>
                        <a:rPr lang="fr-FR" sz="1300" b="1" dirty="0">
                          <a:effectLst/>
                        </a:rPr>
                        <a:t>TANGANYIKA</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a:effectLst/>
                          <a:latin typeface="Aptos Narrow" panose="020B0004020202020204" pitchFamily="34" charset="0"/>
                        </a:rPr>
                        <a:t>97,8%</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lang="fr-FR" sz="1400" b="1" dirty="0">
                          <a:effectLst/>
                          <a:latin typeface="Aptos Narrow" panose="020B0004020202020204" pitchFamily="34" charset="0"/>
                        </a:rPr>
                        <a:t>860749</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a:effectLst/>
                          <a:latin typeface="Aptos Narrow" panose="020B0004020202020204" pitchFamily="34" charset="0"/>
                        </a:rPr>
                        <a:t>178454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a:effectLst/>
                          <a:latin typeface="Aptos Narrow" panose="020B0004020202020204" pitchFamily="34" charset="0"/>
                        </a:rPr>
                        <a:t>178385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a:effectLst/>
                          <a:latin typeface="Aptos Narrow" panose="020B0004020202020204" pitchFamily="34" charset="0"/>
                        </a:rPr>
                        <a:t>656 826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653089</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algn="ctr" rtl="0" fontAlgn="ctr">
                        <a:buNone/>
                      </a:pPr>
                      <a:r>
                        <a:rPr lang="fr-FR" sz="1400" b="1" dirty="0">
                          <a:effectLst/>
                          <a:latin typeface="Aptos Narrow" panose="020B0004020202020204" pitchFamily="34" charset="0"/>
                        </a:rPr>
                        <a:t>835280</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831474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fr-FR" sz="1400" b="1" dirty="0">
                          <a:effectLst/>
                          <a:latin typeface="Aptos Narrow" panose="020B0004020202020204" pitchFamily="34" charset="0"/>
                        </a:rPr>
                        <a:t>97,0%</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tc>
                  <a:txBody>
                    <a:bodyPr/>
                    <a:lstStyle/>
                    <a:p>
                      <a:pPr marL="0" algn="ctr" defTabSz="914400" rtl="0" eaLnBrk="1" fontAlgn="ctr" latinLnBrk="0" hangingPunct="1">
                        <a:buNone/>
                      </a:pPr>
                      <a:r>
                        <a:rPr lang="fr-FR" sz="1400" b="1" kern="1200" dirty="0">
                          <a:solidFill>
                            <a:schemeClr val="tx1"/>
                          </a:solidFill>
                          <a:effectLst/>
                          <a:latin typeface="Aptos Narrow" panose="020B0004020202020204" pitchFamily="34" charset="0"/>
                          <a:ea typeface="+mn-ea"/>
                          <a:cs typeface="+mn-cs"/>
                        </a:rPr>
                        <a:t>96,6%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AD3"/>
                    </a:solidFill>
                  </a:tcPr>
                </a:tc>
                <a:extLst>
                  <a:ext uri="{0D108BD9-81ED-4DB2-BD59-A6C34878D82A}">
                    <a16:rowId xmlns:a16="http://schemas.microsoft.com/office/drawing/2014/main" val="1794242920"/>
                  </a:ext>
                </a:extLst>
              </a:tr>
              <a:tr h="695303">
                <a:tc>
                  <a:txBody>
                    <a:bodyPr/>
                    <a:lstStyle/>
                    <a:p>
                      <a:pPr algn="ctr" rtl="0" fontAlgn="ctr">
                        <a:buNone/>
                      </a:pPr>
                      <a:r>
                        <a:rPr lang="fr-FR" sz="1600" b="1" dirty="0">
                          <a:solidFill>
                            <a:srgbClr val="FFFF00"/>
                          </a:solidFill>
                          <a:effectLst/>
                          <a:latin typeface="Aptos Narrow" panose="020B0004020202020204" pitchFamily="34" charset="0"/>
                        </a:rPr>
                        <a:t>Total_9 Provinces</a:t>
                      </a:r>
                    </a:p>
                  </a:txBody>
                  <a:tcPr marL="19749" marR="19749" marT="13166" marB="131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rtl="0" fontAlgn="ctr">
                        <a:buNone/>
                      </a:pPr>
                      <a:r>
                        <a:rPr lang="fr-FR" sz="1600" b="1" dirty="0">
                          <a:solidFill>
                            <a:srgbClr val="FFFF00"/>
                          </a:solidFill>
                          <a:effectLst/>
                          <a:latin typeface="Aptos Narrow" panose="020B0004020202020204" pitchFamily="34" charset="0"/>
                        </a:rPr>
                        <a:t>85,8%</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rtl="0" fontAlgn="ctr">
                        <a:buNone/>
                      </a:pPr>
                      <a:r>
                        <a:rPr lang="fr-FR" sz="1600" b="1" dirty="0">
                          <a:solidFill>
                            <a:srgbClr val="FFFF00"/>
                          </a:solidFill>
                          <a:effectLst/>
                          <a:latin typeface="Aptos Narrow" panose="020B0004020202020204" pitchFamily="34" charset="0"/>
                        </a:rPr>
                        <a:t>11674189</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rtl="0" fontAlgn="ctr">
                        <a:buNone/>
                      </a:pPr>
                      <a:r>
                        <a:rPr lang="fr-FR" sz="1600" b="1" dirty="0">
                          <a:solidFill>
                            <a:srgbClr val="FFFF00"/>
                          </a:solidFill>
                          <a:effectLst/>
                          <a:latin typeface="Aptos Narrow" panose="020B0004020202020204" pitchFamily="34" charset="0"/>
                        </a:rPr>
                        <a:t>2430839</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rtl="0" fontAlgn="ctr">
                        <a:buNone/>
                      </a:pPr>
                      <a:r>
                        <a:rPr lang="fr-FR" sz="1600" b="1" dirty="0">
                          <a:solidFill>
                            <a:srgbClr val="FFFF00"/>
                          </a:solidFill>
                          <a:effectLst/>
                          <a:latin typeface="Aptos Narrow" panose="020B0004020202020204" pitchFamily="34" charset="0"/>
                        </a:rPr>
                        <a:t>2406378</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rtl="0" fontAlgn="ctr">
                        <a:buNone/>
                      </a:pPr>
                      <a:r>
                        <a:rPr lang="fr-FR" sz="1600" b="1" dirty="0">
                          <a:solidFill>
                            <a:srgbClr val="FFFF00"/>
                          </a:solidFill>
                          <a:effectLst/>
                          <a:latin typeface="Aptos Narrow" panose="020B0004020202020204" pitchFamily="34" charset="0"/>
                        </a:rPr>
                        <a:t>8366746</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rtl="0" fontAlgn="ctr">
                        <a:buNone/>
                      </a:pPr>
                      <a:r>
                        <a:rPr lang="fr-FR" sz="1600" b="1" dirty="0">
                          <a:solidFill>
                            <a:srgbClr val="FFFF00"/>
                          </a:solidFill>
                          <a:effectLst/>
                          <a:latin typeface="Aptos Narrow" panose="020B0004020202020204" pitchFamily="34" charset="0"/>
                        </a:rPr>
                        <a:t>8292824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rtl="0" fontAlgn="ctr">
                        <a:buNone/>
                      </a:pPr>
                      <a:r>
                        <a:rPr lang="fr-FR" sz="1600" b="1" dirty="0">
                          <a:solidFill>
                            <a:srgbClr val="FFFF00"/>
                          </a:solidFill>
                          <a:effectLst/>
                          <a:latin typeface="Aptos Narrow" panose="020B0004020202020204" pitchFamily="34" charset="0"/>
                        </a:rPr>
                        <a:t>10797585</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rtl="0" fontAlgn="ctr">
                        <a:buNone/>
                      </a:pPr>
                      <a:r>
                        <a:rPr lang="fr-FR" sz="1600" b="1" dirty="0">
                          <a:solidFill>
                            <a:srgbClr val="FFFF00"/>
                          </a:solidFill>
                          <a:effectLst/>
                          <a:latin typeface="Aptos Narrow" panose="020B0004020202020204" pitchFamily="34" charset="0"/>
                        </a:rPr>
                        <a:t>10698552</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algn="ctr" rtl="0" fontAlgn="ctr">
                        <a:buNone/>
                      </a:pPr>
                      <a:r>
                        <a:rPr lang="fr-FR" sz="1600" b="1" dirty="0">
                          <a:solidFill>
                            <a:srgbClr val="FFFF00"/>
                          </a:solidFill>
                          <a:effectLst/>
                          <a:latin typeface="Aptos Narrow" panose="020B0004020202020204" pitchFamily="34" charset="0"/>
                        </a:rPr>
                        <a:t>92,4%</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tc>
                  <a:txBody>
                    <a:bodyPr/>
                    <a:lstStyle/>
                    <a:p>
                      <a:pPr marL="0" algn="ctr" defTabSz="914400" rtl="0" eaLnBrk="1" fontAlgn="ctr" latinLnBrk="0" hangingPunct="1">
                        <a:buNone/>
                      </a:pPr>
                      <a:r>
                        <a:rPr lang="fr-FR" sz="1600" b="1" kern="1200" dirty="0">
                          <a:solidFill>
                            <a:srgbClr val="FFFF00"/>
                          </a:solidFill>
                          <a:effectLst/>
                          <a:latin typeface="Aptos Narrow" panose="020B0004020202020204" pitchFamily="34" charset="0"/>
                          <a:ea typeface="+mn-ea"/>
                          <a:cs typeface="+mn-cs"/>
                        </a:rPr>
                        <a:t>91,7%</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1130"/>
                    </a:solidFill>
                  </a:tcPr>
                </a:tc>
                <a:extLst>
                  <a:ext uri="{0D108BD9-81ED-4DB2-BD59-A6C34878D82A}">
                    <a16:rowId xmlns:a16="http://schemas.microsoft.com/office/drawing/2014/main" val="1722784754"/>
                  </a:ext>
                </a:extLst>
              </a:tr>
            </a:tbl>
          </a:graphicData>
        </a:graphic>
      </p:graphicFrame>
      <p:sp>
        <p:nvSpPr>
          <p:cNvPr id="4" name="ZoneTexte 3">
            <a:extLst>
              <a:ext uri="{FF2B5EF4-FFF2-40B4-BE49-F238E27FC236}">
                <a16:creationId xmlns:a16="http://schemas.microsoft.com/office/drawing/2014/main" id="{5136B397-E122-DF51-2558-9CC2F3347A32}"/>
              </a:ext>
            </a:extLst>
          </p:cNvPr>
          <p:cNvSpPr txBox="1"/>
          <p:nvPr/>
        </p:nvSpPr>
        <p:spPr>
          <a:xfrm>
            <a:off x="117020" y="71099"/>
            <a:ext cx="11947161" cy="461665"/>
          </a:xfrm>
          <a:prstGeom prst="rect">
            <a:avLst/>
          </a:prstGeom>
          <a:solidFill>
            <a:srgbClr val="002060"/>
          </a:solidFill>
          <a:ln w="28575">
            <a:solidFill>
              <a:schemeClr val="tx1"/>
            </a:solidFill>
          </a:ln>
        </p:spPr>
        <p:txBody>
          <a:bodyPr wrap="square" rtlCol="0">
            <a:spAutoFit/>
          </a:bodyPr>
          <a:lstStyle/>
          <a:p>
            <a:pPr algn="ctr"/>
            <a:r>
              <a:rPr lang="fr-FR" sz="2400" b="1" dirty="0">
                <a:solidFill>
                  <a:schemeClr val="bg1"/>
                </a:solidFill>
                <a:latin typeface="Aptos Narrow" panose="020B0004020202020204" pitchFamily="34" charset="0"/>
              </a:rPr>
              <a:t>3. Résultats administratifs de la riposte par antigène pour les 9 provinces</a:t>
            </a:r>
            <a:endParaRPr lang="fr-FR" sz="2400" b="1" dirty="0">
              <a:solidFill>
                <a:schemeClr val="bg1"/>
              </a:solidFill>
              <a:highlight>
                <a:srgbClr val="FFFF00"/>
              </a:highlight>
              <a:latin typeface="Aptos Narrow" panose="020B0004020202020204" pitchFamily="34" charset="0"/>
            </a:endParaRPr>
          </a:p>
        </p:txBody>
      </p:sp>
      <p:sp>
        <p:nvSpPr>
          <p:cNvPr id="3" name="ZoneTexte 2">
            <a:extLst>
              <a:ext uri="{FF2B5EF4-FFF2-40B4-BE49-F238E27FC236}">
                <a16:creationId xmlns:a16="http://schemas.microsoft.com/office/drawing/2014/main" id="{D85F99B8-E689-51FB-B872-BF626E8EF0A8}"/>
              </a:ext>
            </a:extLst>
          </p:cNvPr>
          <p:cNvSpPr txBox="1"/>
          <p:nvPr/>
        </p:nvSpPr>
        <p:spPr>
          <a:xfrm>
            <a:off x="244839" y="5850430"/>
            <a:ext cx="11947161" cy="1077218"/>
          </a:xfrm>
          <a:prstGeom prst="rect">
            <a:avLst/>
          </a:prstGeom>
          <a:noFill/>
        </p:spPr>
        <p:txBody>
          <a:bodyPr wrap="square" rtlCol="0">
            <a:spAutoFit/>
          </a:bodyPr>
          <a:lstStyle/>
          <a:p>
            <a:pPr marL="285750" indent="-285750">
              <a:buFont typeface="Arial" panose="020B0604020202020204" pitchFamily="34" charset="0"/>
              <a:buChar char="•"/>
            </a:pPr>
            <a:r>
              <a:rPr lang="fr-FR" sz="1600" dirty="0">
                <a:latin typeface="Aptos Narrow" panose="020B0004020202020204" pitchFamily="34" charset="0"/>
              </a:rPr>
              <a:t>La complétude est de 85,8% pour les données de vaccination. </a:t>
            </a:r>
          </a:p>
          <a:p>
            <a:pPr marL="285750" indent="-285750">
              <a:buFont typeface="Arial" panose="020B0604020202020204" pitchFamily="34" charset="0"/>
              <a:buChar char="•"/>
            </a:pPr>
            <a:r>
              <a:rPr lang="fr-FR" sz="1600" dirty="0">
                <a:latin typeface="Aptos Narrow" panose="020B0004020202020204" pitchFamily="34" charset="0"/>
              </a:rPr>
              <a:t>La couverture globale est de 92,4% pour le nVPO2 et 91,7% pour le </a:t>
            </a:r>
            <a:r>
              <a:rPr lang="fr-FR" sz="1600" dirty="0" err="1">
                <a:latin typeface="Aptos Narrow" panose="020B0004020202020204" pitchFamily="34" charset="0"/>
              </a:rPr>
              <a:t>VPOb</a:t>
            </a:r>
            <a:r>
              <a:rPr lang="fr-FR" sz="1600" dirty="0">
                <a:latin typeface="Aptos Narrow" panose="020B0004020202020204" pitchFamily="34" charset="0"/>
              </a:rPr>
              <a:t>, soit une différence de 0,6% entre les 2 antigènes. Ces couvertures varient de 55,8% (Haut Uele) à 106,3% (Haut Katanga) pour le nVPO2 et de 55,7% (Haut Uele) à 106,4% (Haut Katanga) pour le </a:t>
            </a:r>
            <a:r>
              <a:rPr lang="fr-FR" sz="1600" dirty="0" err="1">
                <a:latin typeface="Aptos Narrow" panose="020B0004020202020204" pitchFamily="34" charset="0"/>
              </a:rPr>
              <a:t>VPOb</a:t>
            </a:r>
            <a:r>
              <a:rPr lang="fr-FR" sz="1600" dirty="0">
                <a:latin typeface="Aptos Narrow" panose="020B0004020202020204" pitchFamily="34" charset="0"/>
              </a:rPr>
              <a:t>.</a:t>
            </a:r>
          </a:p>
          <a:p>
            <a:pPr marL="285750" indent="-285750">
              <a:buFont typeface="Arial" panose="020B0604020202020204" pitchFamily="34" charset="0"/>
              <a:buChar char="•"/>
            </a:pPr>
            <a:r>
              <a:rPr lang="fr-FR" sz="1600" dirty="0">
                <a:latin typeface="Aptos Narrow" panose="020B0004020202020204" pitchFamily="34" charset="0"/>
              </a:rPr>
              <a:t> Notons que la province de Bas Uélé n’a pas encore démarré la campagne.</a:t>
            </a:r>
          </a:p>
        </p:txBody>
      </p:sp>
    </p:spTree>
    <p:extLst>
      <p:ext uri="{BB962C8B-B14F-4D97-AF65-F5344CB8AC3E}">
        <p14:creationId xmlns:p14="http://schemas.microsoft.com/office/powerpoint/2010/main" val="768764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g2f1c646a89f_0_0"/>
          <p:cNvSpPr txBox="1"/>
          <p:nvPr/>
        </p:nvSpPr>
        <p:spPr>
          <a:xfrm>
            <a:off x="134460" y="148448"/>
            <a:ext cx="11923080" cy="731600"/>
          </a:xfrm>
          <a:prstGeom prst="rect">
            <a:avLst/>
          </a:prstGeom>
          <a:solidFill>
            <a:srgbClr val="002060"/>
          </a:solidFill>
          <a:ln>
            <a:noFill/>
          </a:ln>
        </p:spPr>
        <p:txBody>
          <a:bodyPr spcFirstLastPara="1" wrap="square" lIns="0" tIns="0" rIns="0" bIns="0" anchor="t" anchorCtr="0">
            <a:noAutofit/>
          </a:bodyPr>
          <a:lstStyle/>
          <a:p>
            <a:pPr marL="0" marR="0" lvl="0" algn="l" rtl="0">
              <a:lnSpc>
                <a:spcPct val="100000"/>
              </a:lnSpc>
              <a:spcBef>
                <a:spcPts val="0"/>
              </a:spcBef>
              <a:spcAft>
                <a:spcPts val="0"/>
              </a:spcAft>
              <a:buClr>
                <a:schemeClr val="dk1"/>
              </a:buClr>
              <a:buSzPts val="2200"/>
              <a:buFont typeface="Arial" panose="020B0604020202020204"/>
              <a:buNone/>
            </a:pPr>
            <a:r>
              <a:rPr lang="fr-FR" sz="2400" b="1" dirty="0">
                <a:solidFill>
                  <a:schemeClr val="bg1"/>
                </a:solidFill>
                <a:latin typeface="Book Antiqua" panose="02040602050305030304" pitchFamily="18" charset="0"/>
                <a:sym typeface="+mn-ea"/>
              </a:rPr>
              <a:t>3. Tableau synoptique des campagnes de vaccination contre la polio conduite en 2025</a:t>
            </a:r>
            <a:endParaRPr lang="fr-FR" sz="2400" b="1" i="0" u="none" strike="noStrike" cap="none" dirty="0">
              <a:solidFill>
                <a:schemeClr val="bg1"/>
              </a:solidFill>
              <a:latin typeface="Book Antiqua" panose="02040602050305030304" pitchFamily="18" charset="0"/>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2" name="Google Shape;343;p30">
            <a:extLst>
              <a:ext uri="{FF2B5EF4-FFF2-40B4-BE49-F238E27FC236}">
                <a16:creationId xmlns:a16="http://schemas.microsoft.com/office/drawing/2014/main" id="{F13CC2EC-F331-311D-1599-0A23D39859E0}"/>
              </a:ext>
            </a:extLst>
          </p:cNvPr>
          <p:cNvGraphicFramePr/>
          <p:nvPr>
            <p:extLst>
              <p:ext uri="{D42A27DB-BD31-4B8C-83A1-F6EECF244321}">
                <p14:modId xmlns:p14="http://schemas.microsoft.com/office/powerpoint/2010/main" val="3188954423"/>
              </p:ext>
            </p:extLst>
          </p:nvPr>
        </p:nvGraphicFramePr>
        <p:xfrm>
          <a:off x="134460" y="1161630"/>
          <a:ext cx="11923080" cy="5045203"/>
        </p:xfrm>
        <a:graphic>
          <a:graphicData uri="http://schemas.openxmlformats.org/drawingml/2006/table">
            <a:tbl>
              <a:tblPr>
                <a:noFill/>
              </a:tblPr>
              <a:tblGrid>
                <a:gridCol w="1266637">
                  <a:extLst>
                    <a:ext uri="{9D8B030D-6E8A-4147-A177-3AD203B41FA5}">
                      <a16:colId xmlns:a16="http://schemas.microsoft.com/office/drawing/2014/main" val="20000"/>
                    </a:ext>
                  </a:extLst>
                </a:gridCol>
                <a:gridCol w="692017">
                  <a:extLst>
                    <a:ext uri="{9D8B030D-6E8A-4147-A177-3AD203B41FA5}">
                      <a16:colId xmlns:a16="http://schemas.microsoft.com/office/drawing/2014/main" val="1257356678"/>
                    </a:ext>
                  </a:extLst>
                </a:gridCol>
                <a:gridCol w="812318">
                  <a:extLst>
                    <a:ext uri="{9D8B030D-6E8A-4147-A177-3AD203B41FA5}">
                      <a16:colId xmlns:a16="http://schemas.microsoft.com/office/drawing/2014/main" val="2410732472"/>
                    </a:ext>
                  </a:extLst>
                </a:gridCol>
                <a:gridCol w="774155">
                  <a:extLst>
                    <a:ext uri="{9D8B030D-6E8A-4147-A177-3AD203B41FA5}">
                      <a16:colId xmlns:a16="http://schemas.microsoft.com/office/drawing/2014/main" val="724348997"/>
                    </a:ext>
                  </a:extLst>
                </a:gridCol>
                <a:gridCol w="934087">
                  <a:extLst>
                    <a:ext uri="{9D8B030D-6E8A-4147-A177-3AD203B41FA5}">
                      <a16:colId xmlns:a16="http://schemas.microsoft.com/office/drawing/2014/main" val="785384729"/>
                    </a:ext>
                  </a:extLst>
                </a:gridCol>
                <a:gridCol w="894424">
                  <a:extLst>
                    <a:ext uri="{9D8B030D-6E8A-4147-A177-3AD203B41FA5}">
                      <a16:colId xmlns:a16="http://schemas.microsoft.com/office/drawing/2014/main" val="1869642909"/>
                    </a:ext>
                  </a:extLst>
                </a:gridCol>
                <a:gridCol w="801925">
                  <a:extLst>
                    <a:ext uri="{9D8B030D-6E8A-4147-A177-3AD203B41FA5}">
                      <a16:colId xmlns:a16="http://schemas.microsoft.com/office/drawing/2014/main" val="43039037"/>
                    </a:ext>
                  </a:extLst>
                </a:gridCol>
                <a:gridCol w="895585">
                  <a:extLst>
                    <a:ext uri="{9D8B030D-6E8A-4147-A177-3AD203B41FA5}">
                      <a16:colId xmlns:a16="http://schemas.microsoft.com/office/drawing/2014/main" val="905055289"/>
                    </a:ext>
                  </a:extLst>
                </a:gridCol>
                <a:gridCol w="744644">
                  <a:extLst>
                    <a:ext uri="{9D8B030D-6E8A-4147-A177-3AD203B41FA5}">
                      <a16:colId xmlns:a16="http://schemas.microsoft.com/office/drawing/2014/main" val="1867861915"/>
                    </a:ext>
                  </a:extLst>
                </a:gridCol>
                <a:gridCol w="1092998">
                  <a:extLst>
                    <a:ext uri="{9D8B030D-6E8A-4147-A177-3AD203B41FA5}">
                      <a16:colId xmlns:a16="http://schemas.microsoft.com/office/drawing/2014/main" val="3044285726"/>
                    </a:ext>
                  </a:extLst>
                </a:gridCol>
                <a:gridCol w="1047273">
                  <a:extLst>
                    <a:ext uri="{9D8B030D-6E8A-4147-A177-3AD203B41FA5}">
                      <a16:colId xmlns:a16="http://schemas.microsoft.com/office/drawing/2014/main" val="1329421620"/>
                    </a:ext>
                  </a:extLst>
                </a:gridCol>
                <a:gridCol w="758963">
                  <a:extLst>
                    <a:ext uri="{9D8B030D-6E8A-4147-A177-3AD203B41FA5}">
                      <a16:colId xmlns:a16="http://schemas.microsoft.com/office/drawing/2014/main" val="3273990302"/>
                    </a:ext>
                  </a:extLst>
                </a:gridCol>
                <a:gridCol w="604027">
                  <a:extLst>
                    <a:ext uri="{9D8B030D-6E8A-4147-A177-3AD203B41FA5}">
                      <a16:colId xmlns:a16="http://schemas.microsoft.com/office/drawing/2014/main" val="4213949205"/>
                    </a:ext>
                  </a:extLst>
                </a:gridCol>
                <a:gridCol w="604027">
                  <a:extLst>
                    <a:ext uri="{9D8B030D-6E8A-4147-A177-3AD203B41FA5}">
                      <a16:colId xmlns:a16="http://schemas.microsoft.com/office/drawing/2014/main" val="3474126859"/>
                    </a:ext>
                  </a:extLst>
                </a:gridCol>
              </a:tblGrid>
              <a:tr h="543127">
                <a:tc rowSpan="2">
                  <a:txBody>
                    <a:bodyPr/>
                    <a:lstStyle/>
                    <a:p>
                      <a:pPr marL="0" marR="0" lvl="0" indent="0" algn="ctr" defTabSz="914400" rtl="0" eaLnBrk="1" latinLnBrk="0" hangingPunct="1">
                        <a:spcBef>
                          <a:spcPts val="0"/>
                        </a:spcBef>
                        <a:spcAft>
                          <a:spcPts val="0"/>
                        </a:spcAft>
                        <a:buNone/>
                      </a:pPr>
                      <a:r>
                        <a:rPr lang="fr-FR" sz="1000" b="1" kern="1200" dirty="0">
                          <a:solidFill>
                            <a:schemeClr val="bg1"/>
                          </a:solidFill>
                          <a:latin typeface="Arial Black" panose="020B0A04020102020204" pitchFamily="34" charset="0"/>
                          <a:ea typeface="+mn-ea"/>
                          <a:cs typeface="+mn-cs"/>
                        </a:rPr>
                        <a:t>Périodes</a:t>
                      </a:r>
                      <a:endParaRPr sz="10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rowSpan="2">
                  <a:txBody>
                    <a:bodyPr/>
                    <a:lstStyle/>
                    <a:p>
                      <a:pPr marL="0" marR="0" lvl="0" indent="0" algn="ctr" defTabSz="914400" rtl="0" eaLnBrk="1" latinLnBrk="0" hangingPunct="1">
                        <a:spcBef>
                          <a:spcPts val="0"/>
                        </a:spcBef>
                        <a:spcAft>
                          <a:spcPts val="0"/>
                        </a:spcAft>
                        <a:buNone/>
                      </a:pPr>
                      <a:r>
                        <a:rPr lang="fr-FR" sz="1000" b="1" kern="1200" dirty="0">
                          <a:solidFill>
                            <a:schemeClr val="bg1"/>
                          </a:solidFill>
                          <a:latin typeface="Arial Black" panose="020B0A04020102020204" pitchFamily="34" charset="0"/>
                          <a:ea typeface="+mn-ea"/>
                          <a:cs typeface="+mn-cs"/>
                        </a:rPr>
                        <a:t>Provinces </a:t>
                      </a:r>
                      <a:endParaRPr sz="10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rowSpan="2">
                  <a:txBody>
                    <a:bodyPr/>
                    <a:lstStyle/>
                    <a:p>
                      <a:pPr marL="0" marR="0" lvl="0" indent="0" algn="ctr" defTabSz="914400" rtl="0" eaLnBrk="1" latinLnBrk="0" hangingPunct="1">
                        <a:spcBef>
                          <a:spcPts val="0"/>
                        </a:spcBef>
                        <a:spcAft>
                          <a:spcPts val="0"/>
                        </a:spcAft>
                        <a:buNone/>
                      </a:pPr>
                      <a:r>
                        <a:rPr lang="fr-FR" sz="1000" b="1" kern="1200" dirty="0">
                          <a:solidFill>
                            <a:schemeClr val="bg1"/>
                          </a:solidFill>
                          <a:latin typeface="Arial Black" panose="020B0A04020102020204" pitchFamily="34" charset="0"/>
                          <a:ea typeface="+mn-ea"/>
                          <a:cs typeface="+mn-cs"/>
                        </a:rPr>
                        <a:t>ZS</a:t>
                      </a:r>
                    </a:p>
                    <a:p>
                      <a:pPr marL="0" marR="0" lvl="0" indent="0" algn="ctr" defTabSz="914400" rtl="0" eaLnBrk="1" latinLnBrk="0" hangingPunct="1">
                        <a:spcBef>
                          <a:spcPts val="0"/>
                        </a:spcBef>
                        <a:spcAft>
                          <a:spcPts val="0"/>
                        </a:spcAft>
                        <a:buNone/>
                      </a:pPr>
                      <a:r>
                        <a:rPr lang="fr-FR" sz="1000" b="1" kern="1200" dirty="0">
                          <a:solidFill>
                            <a:schemeClr val="bg1"/>
                          </a:solidFill>
                          <a:latin typeface="Arial Black" panose="020B0A04020102020204" pitchFamily="34" charset="0"/>
                          <a:ea typeface="+mn-ea"/>
                          <a:cs typeface="+mn-cs"/>
                        </a:rPr>
                        <a:t>Couvertes</a:t>
                      </a:r>
                      <a:endParaRPr sz="10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rowSpan="2">
                  <a:txBody>
                    <a:bodyPr/>
                    <a:lstStyle/>
                    <a:p>
                      <a:pPr marL="0" marR="0" lvl="0" indent="0" algn="ctr" defTabSz="914400" rtl="0" eaLnBrk="1" latinLnBrk="0" hangingPunct="1">
                        <a:spcBef>
                          <a:spcPts val="0"/>
                        </a:spcBef>
                        <a:spcAft>
                          <a:spcPts val="0"/>
                        </a:spcAft>
                        <a:buNone/>
                      </a:pPr>
                      <a:r>
                        <a:rPr lang="fr-FR" sz="1000" b="1" kern="1200" dirty="0">
                          <a:solidFill>
                            <a:schemeClr val="bg1"/>
                          </a:solidFill>
                          <a:latin typeface="Arial Black" panose="020B0A04020102020204" pitchFamily="34" charset="0"/>
                          <a:ea typeface="+mn-ea"/>
                          <a:cs typeface="+mn-cs"/>
                        </a:rPr>
                        <a:t>Type</a:t>
                      </a:r>
                    </a:p>
                    <a:p>
                      <a:pPr marL="0" marR="0" lvl="0" indent="0" algn="ctr" defTabSz="914400" rtl="0" eaLnBrk="1" latinLnBrk="0" hangingPunct="1">
                        <a:spcBef>
                          <a:spcPts val="0"/>
                        </a:spcBef>
                        <a:spcAft>
                          <a:spcPts val="0"/>
                        </a:spcAft>
                        <a:buNone/>
                      </a:pPr>
                      <a:r>
                        <a:rPr lang="fr-FR" sz="1000" b="1" kern="1200" dirty="0">
                          <a:solidFill>
                            <a:schemeClr val="bg1"/>
                          </a:solidFill>
                          <a:latin typeface="Arial Black" panose="020B0A04020102020204" pitchFamily="34" charset="0"/>
                          <a:ea typeface="+mn-ea"/>
                          <a:cs typeface="+mn-cs"/>
                        </a:rPr>
                        <a:t>vaccins</a:t>
                      </a:r>
                      <a:endParaRPr sz="10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a:txBody>
                    <a:bodyPr/>
                    <a:lstStyle/>
                    <a:p>
                      <a:pPr marL="0" marR="0" lvl="0" indent="0" algn="ctr" defTabSz="914400" rtl="0" eaLnBrk="1" latinLnBrk="0" hangingPunct="1">
                        <a:spcBef>
                          <a:spcPts val="0"/>
                        </a:spcBef>
                        <a:spcAft>
                          <a:spcPts val="0"/>
                        </a:spcAft>
                        <a:buNone/>
                      </a:pPr>
                      <a:r>
                        <a:rPr lang="fr-FR" sz="1000" b="1" kern="1200" dirty="0">
                          <a:solidFill>
                            <a:schemeClr val="bg1"/>
                          </a:solidFill>
                          <a:latin typeface="Arial Black" panose="020B0A04020102020204" pitchFamily="34" charset="0"/>
                          <a:ea typeface="+mn-ea"/>
                          <a:cs typeface="+mn-cs"/>
                        </a:rPr>
                        <a:t>Cible attendue</a:t>
                      </a:r>
                    </a:p>
                    <a:p>
                      <a:pPr marL="0" marR="0" lvl="0" indent="0" algn="ctr" defTabSz="914400" rtl="0" eaLnBrk="1" latinLnBrk="0" hangingPunct="1">
                        <a:spcBef>
                          <a:spcPts val="0"/>
                        </a:spcBef>
                        <a:spcAft>
                          <a:spcPts val="0"/>
                        </a:spcAft>
                        <a:buNone/>
                      </a:pPr>
                      <a:r>
                        <a:rPr lang="fr-FR" sz="1000" b="1" kern="1200" dirty="0">
                          <a:solidFill>
                            <a:schemeClr val="bg1"/>
                          </a:solidFill>
                          <a:latin typeface="Arial Black" panose="020B0A04020102020204" pitchFamily="34" charset="0"/>
                          <a:ea typeface="+mn-ea"/>
                          <a:cs typeface="+mn-cs"/>
                        </a:rPr>
                        <a:t> 0-59 mois</a:t>
                      </a:r>
                      <a:endParaRPr sz="1000" b="1" kern="1200" dirty="0">
                        <a:solidFill>
                          <a:schemeClr val="bg1"/>
                        </a:solidFill>
                        <a:latin typeface="Arial Black" panose="020B0A04020102020204" pitchFamily="34" charset="0"/>
                        <a:ea typeface="+mn-ea"/>
                        <a:cs typeface="+mn-cs"/>
                      </a:endParaRPr>
                    </a:p>
                  </a:txBody>
                  <a:tcPr marL="71725" marR="71725" marT="35875" marB="35875">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gridSpan="2">
                  <a:txBody>
                    <a:bodyPr/>
                    <a:lstStyle/>
                    <a:p>
                      <a:pPr marL="0" marR="0" lvl="0" indent="0" algn="ctr" defTabSz="914400" rtl="0" eaLnBrk="1" latinLnBrk="0" hangingPunct="1">
                        <a:spcBef>
                          <a:spcPts val="0"/>
                        </a:spcBef>
                        <a:spcAft>
                          <a:spcPts val="0"/>
                        </a:spcAft>
                        <a:buNone/>
                      </a:pPr>
                      <a:r>
                        <a:rPr lang="fr-FR" sz="1000" b="1" kern="1200" dirty="0">
                          <a:solidFill>
                            <a:schemeClr val="bg1"/>
                          </a:solidFill>
                          <a:latin typeface="Arial Black" panose="020B0A04020102020204" pitchFamily="34" charset="0"/>
                          <a:ea typeface="+mn-ea"/>
                          <a:cs typeface="+mn-cs"/>
                        </a:rPr>
                        <a:t>Vaccinés </a:t>
                      </a:r>
                    </a:p>
                    <a:p>
                      <a:pPr marL="0" marR="0" lvl="0" indent="0" algn="ctr" defTabSz="914400" rtl="0" eaLnBrk="1" latinLnBrk="0" hangingPunct="1">
                        <a:spcBef>
                          <a:spcPts val="0"/>
                        </a:spcBef>
                        <a:spcAft>
                          <a:spcPts val="0"/>
                        </a:spcAft>
                        <a:buNone/>
                      </a:pPr>
                      <a:r>
                        <a:rPr lang="fr-FR" sz="1000" b="1" kern="1200" dirty="0">
                          <a:solidFill>
                            <a:schemeClr val="bg1"/>
                          </a:solidFill>
                          <a:latin typeface="Arial Black" panose="020B0A04020102020204" pitchFamily="34" charset="0"/>
                          <a:ea typeface="+mn-ea"/>
                          <a:cs typeface="+mn-cs"/>
                        </a:rPr>
                        <a:t>0-59 mois </a:t>
                      </a:r>
                      <a:endParaRPr sz="10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hMerge="1">
                  <a:txBody>
                    <a:bodyPr/>
                    <a:lstStyle/>
                    <a:p>
                      <a:endParaRPr lang="fr-F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b="1" kern="1200" dirty="0">
                          <a:solidFill>
                            <a:schemeClr val="bg1"/>
                          </a:solidFill>
                          <a:latin typeface="Arial Black" panose="020B0A04020102020204" pitchFamily="34" charset="0"/>
                          <a:ea typeface="+mn-ea"/>
                          <a:cs typeface="+mn-cs"/>
                        </a:rPr>
                        <a:t>Vaccinés 5-14 ans </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hMerge="1">
                  <a:txBody>
                    <a:bodyPr/>
                    <a:lstStyle/>
                    <a:p>
                      <a:pPr marL="0" marR="0" lvl="0" indent="0" algn="ctr" rtl="0">
                        <a:spcBef>
                          <a:spcPts val="0"/>
                        </a:spcBef>
                        <a:spcAft>
                          <a:spcPts val="0"/>
                        </a:spcAft>
                        <a:buNone/>
                      </a:pPr>
                      <a:endParaRPr sz="1600" dirty="0">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chemeClr val="accent5">
                        <a:lumMod val="20000"/>
                        <a:lumOff val="80000"/>
                      </a:schemeClr>
                    </a:solidFill>
                  </a:tcPr>
                </a:tc>
                <a:tc gridSpan="2">
                  <a:txBody>
                    <a:bodyPr/>
                    <a:lstStyle/>
                    <a:p>
                      <a:pPr marL="0" marR="0" lvl="0" indent="0" algn="ctr" defTabSz="914400" rtl="0" eaLnBrk="1" latinLnBrk="0" hangingPunct="1">
                        <a:spcBef>
                          <a:spcPts val="0"/>
                        </a:spcBef>
                        <a:spcAft>
                          <a:spcPts val="0"/>
                        </a:spcAft>
                        <a:buNone/>
                      </a:pPr>
                      <a:r>
                        <a:rPr lang="fr-FR" sz="1000" b="1" kern="1200" dirty="0">
                          <a:solidFill>
                            <a:schemeClr val="bg1"/>
                          </a:solidFill>
                          <a:latin typeface="Arial Black" panose="020B0A04020102020204" pitchFamily="34" charset="0"/>
                          <a:ea typeface="+mn-ea"/>
                          <a:cs typeface="+mn-cs"/>
                        </a:rPr>
                        <a:t>MI</a:t>
                      </a:r>
                      <a:endParaRPr sz="10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hMerge="1">
                  <a:txBody>
                    <a:bodyPr/>
                    <a:lstStyle/>
                    <a:p>
                      <a:pPr marL="0" marR="0" lvl="0" indent="0" algn="ctr" rtl="0">
                        <a:spcBef>
                          <a:spcPts val="0"/>
                        </a:spcBef>
                        <a:spcAft>
                          <a:spcPts val="0"/>
                        </a:spcAft>
                        <a:buNone/>
                      </a:pPr>
                      <a:endParaRPr sz="1400" dirty="0"/>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chemeClr val="accent5">
                        <a:lumMod val="20000"/>
                        <a:lumOff val="80000"/>
                      </a:schemeClr>
                    </a:solidFill>
                  </a:tcPr>
                </a:tc>
                <a:tc gridSpan="2">
                  <a:txBody>
                    <a:bodyPr/>
                    <a:lstStyle/>
                    <a:p>
                      <a:pPr marL="0" marR="0" lvl="0" indent="0" algn="ctr" defTabSz="914400" rtl="0" eaLnBrk="1" latinLnBrk="0" hangingPunct="1">
                        <a:spcBef>
                          <a:spcPts val="0"/>
                        </a:spcBef>
                        <a:spcAft>
                          <a:spcPts val="0"/>
                        </a:spcAft>
                        <a:buNone/>
                      </a:pPr>
                      <a:r>
                        <a:rPr lang="fr-FR" sz="1000" b="1" kern="1200" dirty="0">
                          <a:solidFill>
                            <a:schemeClr val="bg1"/>
                          </a:solidFill>
                          <a:latin typeface="Arial Black" panose="020B0A04020102020204" pitchFamily="34" charset="0"/>
                          <a:ea typeface="+mn-ea"/>
                          <a:cs typeface="+mn-cs"/>
                        </a:rPr>
                        <a:t>LQAS</a:t>
                      </a:r>
                      <a:endParaRPr sz="10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hMerge="1">
                  <a:txBody>
                    <a:bodyPr/>
                    <a:lstStyle/>
                    <a:p>
                      <a:pPr marL="0" marR="0" lvl="0" indent="0" algn="ctr" rtl="0">
                        <a:spcBef>
                          <a:spcPts val="0"/>
                        </a:spcBef>
                        <a:spcAft>
                          <a:spcPts val="0"/>
                        </a:spcAft>
                        <a:buNone/>
                      </a:pPr>
                      <a:endParaRPr sz="1400" dirty="0"/>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chemeClr val="accent5">
                        <a:lumMod val="20000"/>
                        <a:lumOff val="80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b="1" kern="1200" dirty="0">
                          <a:solidFill>
                            <a:schemeClr val="bg1"/>
                          </a:solidFill>
                          <a:latin typeface="Arial Black" panose="020B0A04020102020204" pitchFamily="34" charset="0"/>
                          <a:ea typeface="+mn-ea"/>
                          <a:cs typeface="+mn-cs"/>
                        </a:rPr>
                        <a:t>PFA notifiés </a:t>
                      </a:r>
                    </a:p>
                    <a:p>
                      <a:pPr marL="0" marR="0" lvl="0" indent="0" algn="ctr" defTabSz="914400" rtl="0" eaLnBrk="1" latinLnBrk="0" hangingPunct="1">
                        <a:spcBef>
                          <a:spcPts val="0"/>
                        </a:spcBef>
                        <a:spcAft>
                          <a:spcPts val="0"/>
                        </a:spcAft>
                        <a:buNone/>
                      </a:pPr>
                      <a:endParaRPr sz="10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extLst>
                  <a:ext uri="{0D108BD9-81ED-4DB2-BD59-A6C34878D82A}">
                    <a16:rowId xmlns:a16="http://schemas.microsoft.com/office/drawing/2014/main" val="10000"/>
                  </a:ext>
                </a:extLst>
              </a:tr>
              <a:tr h="637017">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0" marR="0" lvl="0" indent="0" algn="ctr" defTabSz="914400" rtl="0" eaLnBrk="1" latinLnBrk="0" hangingPunct="1">
                        <a:spcBef>
                          <a:spcPts val="0"/>
                        </a:spcBef>
                        <a:spcAft>
                          <a:spcPts val="0"/>
                        </a:spcAft>
                        <a:buNone/>
                      </a:pPr>
                      <a:r>
                        <a:rPr lang="fr-FR" sz="900" b="1" kern="1200" dirty="0">
                          <a:solidFill>
                            <a:schemeClr val="bg1"/>
                          </a:solidFill>
                          <a:latin typeface="Arial Black" panose="020B0A04020102020204" pitchFamily="34" charset="0"/>
                          <a:ea typeface="+mn-ea"/>
                          <a:cs typeface="+mn-cs"/>
                        </a:rPr>
                        <a:t># nombre</a:t>
                      </a:r>
                      <a:endParaRPr sz="9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a:txBody>
                    <a:bodyPr/>
                    <a:lstStyle/>
                    <a:p>
                      <a:pPr marL="0" marR="0" lvl="0" indent="0" algn="ctr" defTabSz="914400" rtl="0" eaLnBrk="1" latinLnBrk="0" hangingPunct="1">
                        <a:spcBef>
                          <a:spcPts val="0"/>
                        </a:spcBef>
                        <a:spcAft>
                          <a:spcPts val="0"/>
                        </a:spcAft>
                        <a:buNone/>
                      </a:pPr>
                      <a:r>
                        <a:rPr lang="fr-FR" sz="900" b="1" kern="1200" dirty="0">
                          <a:solidFill>
                            <a:schemeClr val="bg1"/>
                          </a:solidFill>
                          <a:latin typeface="Arial Black" panose="020B0A04020102020204" pitchFamily="34" charset="0"/>
                          <a:ea typeface="+mn-ea"/>
                          <a:cs typeface="+mn-cs"/>
                        </a:rPr>
                        <a:t># nombre</a:t>
                      </a:r>
                      <a:endParaRPr sz="9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a:txBody>
                    <a:bodyPr/>
                    <a:lstStyle/>
                    <a:p>
                      <a:pPr marL="0" marR="0" lvl="0" indent="0" algn="ctr" defTabSz="914400" rtl="0" eaLnBrk="1" latinLnBrk="0" hangingPunct="1">
                        <a:spcBef>
                          <a:spcPts val="0"/>
                        </a:spcBef>
                        <a:spcAft>
                          <a:spcPts val="0"/>
                        </a:spcAft>
                        <a:buNone/>
                      </a:pPr>
                      <a:r>
                        <a:rPr lang="fr-FR" sz="900" b="1" kern="1200" dirty="0">
                          <a:solidFill>
                            <a:schemeClr val="bg1"/>
                          </a:solidFill>
                          <a:latin typeface="Arial Black" panose="020B0A04020102020204" pitchFamily="34" charset="0"/>
                          <a:ea typeface="+mn-ea"/>
                          <a:cs typeface="+mn-cs"/>
                        </a:rPr>
                        <a:t>CV</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a:txBody>
                    <a:bodyPr/>
                    <a:lstStyle/>
                    <a:p>
                      <a:pPr marL="0" marR="0" lvl="0" indent="0" algn="ctr" defTabSz="914400" rtl="0" eaLnBrk="1" latinLnBrk="0" hangingPunct="1">
                        <a:spcBef>
                          <a:spcPts val="0"/>
                        </a:spcBef>
                        <a:spcAft>
                          <a:spcPts val="0"/>
                        </a:spcAft>
                        <a:buNone/>
                      </a:pPr>
                      <a:r>
                        <a:rPr lang="fr-FR" sz="900" b="1" kern="1200" dirty="0">
                          <a:solidFill>
                            <a:schemeClr val="bg1"/>
                          </a:solidFill>
                          <a:latin typeface="Arial Black" panose="020B0A04020102020204" pitchFamily="34" charset="0"/>
                          <a:ea typeface="+mn-ea"/>
                          <a:cs typeface="+mn-cs"/>
                        </a:rPr>
                        <a:t># nombre</a:t>
                      </a:r>
                      <a:endParaRPr sz="9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a:txBody>
                    <a:bodyPr/>
                    <a:lstStyle/>
                    <a:p>
                      <a:pPr marL="0" marR="0" lvl="0" indent="0" algn="ctr" defTabSz="914400" rtl="0" eaLnBrk="1" latinLnBrk="0" hangingPunct="1">
                        <a:spcBef>
                          <a:spcPts val="0"/>
                        </a:spcBef>
                        <a:spcAft>
                          <a:spcPts val="0"/>
                        </a:spcAft>
                        <a:buNone/>
                      </a:pPr>
                      <a:r>
                        <a:rPr lang="fr-FR" sz="900" b="1" kern="1200" dirty="0">
                          <a:solidFill>
                            <a:schemeClr val="bg1"/>
                          </a:solidFill>
                          <a:latin typeface="Arial Black" panose="020B0A04020102020204" pitchFamily="34" charset="0"/>
                          <a:ea typeface="+mn-ea"/>
                          <a:cs typeface="+mn-cs"/>
                        </a:rPr>
                        <a:t>CV</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a:txBody>
                    <a:bodyPr/>
                    <a:lstStyle/>
                    <a:p>
                      <a:pPr marL="0" marR="0" lvl="0" indent="0" algn="ctr" defTabSz="914400" rtl="0" eaLnBrk="1" latinLnBrk="0" hangingPunct="1">
                        <a:spcBef>
                          <a:spcPts val="0"/>
                        </a:spcBef>
                        <a:spcAft>
                          <a:spcPts val="0"/>
                        </a:spcAft>
                        <a:buNone/>
                      </a:pPr>
                      <a:r>
                        <a:rPr lang="fr-FR" sz="900" b="1" kern="1200" dirty="0">
                          <a:solidFill>
                            <a:schemeClr val="bg1"/>
                          </a:solidFill>
                          <a:latin typeface="Arial Black" panose="020B0A04020102020204" pitchFamily="34" charset="0"/>
                          <a:ea typeface="+mn-ea"/>
                          <a:cs typeface="+mn-cs"/>
                        </a:rPr>
                        <a:t>Proportion </a:t>
                      </a:r>
                      <a:r>
                        <a:rPr lang="fr-FR" sz="900" b="1" kern="1200" dirty="0" err="1">
                          <a:solidFill>
                            <a:schemeClr val="bg1"/>
                          </a:solidFill>
                          <a:latin typeface="Arial Black" panose="020B0A04020102020204" pitchFamily="34" charset="0"/>
                          <a:ea typeface="+mn-ea"/>
                          <a:cs typeface="+mn-cs"/>
                        </a:rPr>
                        <a:t>enfts</a:t>
                      </a:r>
                      <a:r>
                        <a:rPr lang="fr-FR" sz="900" b="1" kern="1200" dirty="0">
                          <a:solidFill>
                            <a:schemeClr val="bg1"/>
                          </a:solidFill>
                          <a:latin typeface="Arial Black" panose="020B0A04020102020204" pitchFamily="34" charset="0"/>
                          <a:ea typeface="+mn-ea"/>
                          <a:cs typeface="+mn-cs"/>
                        </a:rPr>
                        <a:t> manqués dans les ménages</a:t>
                      </a:r>
                      <a:endParaRPr sz="9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a:txBody>
                    <a:bodyPr/>
                    <a:lstStyle/>
                    <a:p>
                      <a:pPr marL="0" marR="0" lvl="0" indent="0" algn="ctr" defTabSz="914400" rtl="0" eaLnBrk="1" latinLnBrk="0" hangingPunct="1">
                        <a:spcBef>
                          <a:spcPts val="0"/>
                        </a:spcBef>
                        <a:spcAft>
                          <a:spcPts val="0"/>
                        </a:spcAft>
                        <a:buNone/>
                      </a:pPr>
                      <a:r>
                        <a:rPr lang="fr-FR" sz="900" b="1" kern="1200" dirty="0">
                          <a:solidFill>
                            <a:schemeClr val="bg1"/>
                          </a:solidFill>
                          <a:latin typeface="Arial Black" panose="020B0A04020102020204" pitchFamily="34" charset="0"/>
                          <a:ea typeface="+mn-ea"/>
                          <a:cs typeface="+mn-cs"/>
                        </a:rPr>
                        <a:t>Proportion </a:t>
                      </a:r>
                      <a:r>
                        <a:rPr lang="fr-FR" sz="900" b="1" kern="1200" dirty="0" err="1">
                          <a:solidFill>
                            <a:schemeClr val="bg1"/>
                          </a:solidFill>
                          <a:latin typeface="Arial Black" panose="020B0A04020102020204" pitchFamily="34" charset="0"/>
                          <a:ea typeface="+mn-ea"/>
                          <a:cs typeface="+mn-cs"/>
                        </a:rPr>
                        <a:t>enfts</a:t>
                      </a:r>
                      <a:r>
                        <a:rPr lang="fr-FR" sz="900" b="1" kern="1200" dirty="0">
                          <a:solidFill>
                            <a:schemeClr val="bg1"/>
                          </a:solidFill>
                          <a:latin typeface="Arial Black" panose="020B0A04020102020204" pitchFamily="34" charset="0"/>
                          <a:ea typeface="+mn-ea"/>
                          <a:cs typeface="+mn-cs"/>
                        </a:rPr>
                        <a:t> manqués en hors ménages</a:t>
                      </a: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a:txBody>
                    <a:bodyPr/>
                    <a:lstStyle/>
                    <a:p>
                      <a:pPr marL="0" marR="0" lvl="0" indent="0" algn="ctr" defTabSz="914400" rtl="0" eaLnBrk="1" latinLnBrk="0" hangingPunct="1">
                        <a:spcBef>
                          <a:spcPts val="0"/>
                        </a:spcBef>
                        <a:spcAft>
                          <a:spcPts val="0"/>
                        </a:spcAft>
                        <a:buNone/>
                      </a:pPr>
                      <a:r>
                        <a:rPr lang="fr-FR" sz="900" b="1" kern="1200" dirty="0">
                          <a:solidFill>
                            <a:schemeClr val="bg1"/>
                          </a:solidFill>
                          <a:latin typeface="Arial Black" panose="020B0A04020102020204" pitchFamily="34" charset="0"/>
                          <a:ea typeface="+mn-ea"/>
                          <a:cs typeface="+mn-cs"/>
                        </a:rPr>
                        <a:t>Nb </a:t>
                      </a:r>
                      <a:r>
                        <a:rPr lang="fr-FR" sz="900" b="1" kern="1200" dirty="0" err="1">
                          <a:solidFill>
                            <a:schemeClr val="bg1"/>
                          </a:solidFill>
                          <a:latin typeface="Arial Black" panose="020B0A04020102020204" pitchFamily="34" charset="0"/>
                          <a:ea typeface="+mn-ea"/>
                          <a:cs typeface="+mn-cs"/>
                        </a:rPr>
                        <a:t>zs</a:t>
                      </a:r>
                      <a:r>
                        <a:rPr lang="fr-FR" sz="900" b="1" kern="1200" dirty="0">
                          <a:solidFill>
                            <a:schemeClr val="bg1"/>
                          </a:solidFill>
                          <a:latin typeface="Arial Black" panose="020B0A04020102020204" pitchFamily="34" charset="0"/>
                          <a:ea typeface="+mn-ea"/>
                          <a:cs typeface="+mn-cs"/>
                        </a:rPr>
                        <a:t> rejetées</a:t>
                      </a:r>
                      <a:endParaRPr sz="900" b="1" kern="1200" dirty="0">
                        <a:solidFill>
                          <a:schemeClr val="bg1"/>
                        </a:solidFill>
                        <a:latin typeface="Arial Black" panose="020B0A040201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a:txBody>
                    <a:bodyPr/>
                    <a:lstStyle/>
                    <a:p>
                      <a:pPr marL="0" marR="0" lvl="0" indent="0" algn="ctr" defTabSz="914400" rtl="0" eaLnBrk="1" latinLnBrk="0" hangingPunct="1">
                        <a:spcBef>
                          <a:spcPts val="0"/>
                        </a:spcBef>
                        <a:spcAft>
                          <a:spcPts val="0"/>
                        </a:spcAft>
                        <a:buNone/>
                      </a:pPr>
                      <a:r>
                        <a:rPr lang="fr-FR" sz="900" b="1" kern="1200" dirty="0">
                          <a:solidFill>
                            <a:schemeClr val="bg1"/>
                          </a:solidFill>
                          <a:latin typeface="Arial Black" panose="020B0A04020102020204" pitchFamily="34" charset="0"/>
                          <a:ea typeface="+mn-ea"/>
                          <a:cs typeface="+mn-cs"/>
                        </a:rPr>
                        <a:t>Prop % </a:t>
                      </a:r>
                      <a:r>
                        <a:rPr lang="fr-FR" sz="900" b="1" kern="1200" dirty="0" err="1">
                          <a:solidFill>
                            <a:schemeClr val="bg1"/>
                          </a:solidFill>
                          <a:latin typeface="Arial Black" panose="020B0A04020102020204" pitchFamily="34" charset="0"/>
                          <a:ea typeface="+mn-ea"/>
                          <a:cs typeface="+mn-cs"/>
                        </a:rPr>
                        <a:t>zs</a:t>
                      </a:r>
                      <a:r>
                        <a:rPr lang="fr-FR" sz="900" b="1" kern="1200" dirty="0">
                          <a:solidFill>
                            <a:schemeClr val="bg1"/>
                          </a:solidFill>
                          <a:latin typeface="Arial Black" panose="020B0A04020102020204" pitchFamily="34" charset="0"/>
                          <a:ea typeface="+mn-ea"/>
                          <a:cs typeface="+mn-cs"/>
                        </a:rPr>
                        <a:t> acceptées</a:t>
                      </a: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tc vMerge="1">
                  <a:txBody>
                    <a:bodyPr/>
                    <a:lstStyle/>
                    <a:p>
                      <a:pPr algn="ctr"/>
                      <a:endParaRPr lang="fr-FR" sz="2000" dirty="0">
                        <a:solidFill>
                          <a:schemeClr val="bg1"/>
                        </a:solidFill>
                      </a:endParaRP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0070C0"/>
                    </a:solidFill>
                  </a:tcPr>
                </a:tc>
                <a:extLst>
                  <a:ext uri="{0D108BD9-81ED-4DB2-BD59-A6C34878D82A}">
                    <a16:rowId xmlns:a16="http://schemas.microsoft.com/office/drawing/2014/main" val="3332181955"/>
                  </a:ext>
                </a:extLst>
              </a:tr>
              <a:tr h="449237">
                <a:tc>
                  <a:txBody>
                    <a:bodyPr/>
                    <a:lstStyle/>
                    <a:p>
                      <a:pPr marL="0" marR="0" lvl="0" indent="0" algn="ctr" rtl="0">
                        <a:spcBef>
                          <a:spcPts val="0"/>
                        </a:spcBef>
                        <a:spcAft>
                          <a:spcPts val="0"/>
                        </a:spcAft>
                        <a:buNone/>
                      </a:pPr>
                      <a:r>
                        <a:rPr lang="fr-FR" sz="1200" b="1" dirty="0">
                          <a:solidFill>
                            <a:srgbClr val="000000"/>
                          </a:solidFill>
                          <a:latin typeface="Aptos Narrow" panose="020B0004020202020204" pitchFamily="34" charset="0"/>
                        </a:rPr>
                        <a:t>23 - 25 janvier  2025</a:t>
                      </a:r>
                      <a:endParaRPr sz="1200" b="1" dirty="0">
                        <a:latin typeface="Aptos Narrow" panose="020B0004020202020204" pitchFamily="34" charset="0"/>
                      </a:endParaRP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fr-FR" sz="1200" b="1" dirty="0">
                          <a:latin typeface="Aptos Narrow" panose="020B0004020202020204" pitchFamily="34" charset="0"/>
                        </a:rPr>
                        <a:t>1</a:t>
                      </a:r>
                      <a:endParaRPr sz="1200" b="1" dirty="0">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12</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nVPO2</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1 137 837</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1 674 442</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147,2%</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endParaRPr lang="fr-F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latinLnBrk="0" hangingPunct="1">
                        <a:spcBef>
                          <a:spcPts val="0"/>
                        </a:spcBef>
                        <a:spcAft>
                          <a:spcPts val="0"/>
                        </a:spcAft>
                        <a:buNone/>
                      </a:pPr>
                      <a:endParaRPr lang="fr-F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latin typeface="Aptos Narrow" panose="020B0004020202020204" pitchFamily="34" charset="0"/>
                          <a:ea typeface="+mn-ea"/>
                          <a:cs typeface="+mn-cs"/>
                        </a:rPr>
                        <a:t>2,9%</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latin typeface="Aptos Narrow" panose="020B0004020202020204" pitchFamily="34" charset="0"/>
                          <a:ea typeface="+mn-ea"/>
                          <a:cs typeface="+mn-cs"/>
                        </a:rPr>
                        <a:t>1,7%</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rgbClr val="000000"/>
                          </a:solidFill>
                          <a:latin typeface="Aptos Narrow" panose="020B0004020202020204" pitchFamily="34" charset="0"/>
                          <a:ea typeface="+mn-ea"/>
                          <a:cs typeface="+mn-cs"/>
                        </a:rPr>
                        <a:t>1/12</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fr-FR" sz="1200" b="1" dirty="0">
                          <a:highlight>
                            <a:srgbClr val="00FF00"/>
                          </a:highlight>
                          <a:latin typeface="Aptos Narrow" panose="020B0004020202020204" pitchFamily="34" charset="0"/>
                        </a:rPr>
                        <a:t>92%</a:t>
                      </a:r>
                      <a:endParaRPr sz="1200" b="1" dirty="0">
                        <a:highlight>
                          <a:srgbClr val="00FF00"/>
                        </a:highlight>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algn="ctr" rtl="0" fontAlgn="b"/>
                      <a:r>
                        <a:rPr lang="fr-FR" sz="1200" b="1" dirty="0">
                          <a:effectLst/>
                          <a:latin typeface="Arial Rounded"/>
                        </a:rPr>
                        <a:t>7</a:t>
                      </a:r>
                    </a:p>
                  </a:txBody>
                  <a:tcPr marL="28575" marR="28575" marT="19050" marB="1905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2134">
                <a:tc rowSpan="2">
                  <a:txBody>
                    <a:bodyPr/>
                    <a:lstStyle/>
                    <a:p>
                      <a:pPr marL="0" marR="0" lvl="0" indent="0" algn="ctr" rtl="0">
                        <a:spcBef>
                          <a:spcPts val="0"/>
                        </a:spcBef>
                        <a:spcAft>
                          <a:spcPts val="0"/>
                        </a:spcAft>
                        <a:buNone/>
                      </a:pPr>
                      <a:r>
                        <a:rPr lang="fr-FR" sz="1200" b="1" kern="1200" dirty="0">
                          <a:solidFill>
                            <a:srgbClr val="000000"/>
                          </a:solidFill>
                          <a:latin typeface="Aptos Narrow" panose="020B0004020202020204" pitchFamily="34" charset="0"/>
                          <a:ea typeface="+mn-ea"/>
                          <a:cs typeface="+mn-cs"/>
                        </a:rPr>
                        <a:t>10 – 12 Avril 2025</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fr-FR" sz="1200" b="1" dirty="0">
                          <a:latin typeface="Aptos Narrow" panose="020B0004020202020204" pitchFamily="34" charset="0"/>
                        </a:rPr>
                        <a:t>4</a:t>
                      </a:r>
                      <a:endParaRPr sz="1200" b="1" dirty="0">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89</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nVPO2</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6822251</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7599997</a:t>
                      </a:r>
                      <a:endParaRPr sz="1200" b="1" kern="1200" dirty="0">
                        <a:solidFill>
                          <a:schemeClr val="tx1"/>
                        </a:solidFill>
                        <a:latin typeface="Aptos Narrow" panose="020B0004020202020204" pitchFamily="34" charset="0"/>
                        <a:ea typeface="+mn-ea"/>
                        <a:cs typeface="+mn-cs"/>
                      </a:endParaRPr>
                    </a:p>
                  </a:txBody>
                  <a:tcPr marL="4975" marR="4975" marT="4975" marB="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111,4%</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lumMod val="75000"/>
                      </a:schemeClr>
                    </a:solidFill>
                  </a:tcPr>
                </a:tc>
                <a:tc>
                  <a:txBody>
                    <a:bodyPr/>
                    <a:lstStyle/>
                    <a:p>
                      <a:pPr marL="0" marR="0" lvl="0" indent="0" algn="ctr" defTabSz="914400" rtl="0" eaLnBrk="1" latinLnBrk="0" hangingPunct="1">
                        <a:spcBef>
                          <a:spcPts val="0"/>
                        </a:spcBef>
                        <a:spcAft>
                          <a:spcPts val="0"/>
                        </a:spcAft>
                        <a:buNone/>
                      </a:pPr>
                      <a:endParaRPr lang="fr-F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lumMod val="75000"/>
                      </a:schemeClr>
                    </a:solidFill>
                  </a:tcPr>
                </a:tc>
                <a:tc rowSpan="2">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1,5%</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2,5%</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rtl="0">
                        <a:spcBef>
                          <a:spcPts val="0"/>
                        </a:spcBef>
                        <a:spcAft>
                          <a:spcPts val="0"/>
                        </a:spcAft>
                        <a:buNone/>
                      </a:pPr>
                      <a:r>
                        <a:rPr lang="fr-FR" sz="1200" b="1" kern="1200" dirty="0">
                          <a:solidFill>
                            <a:srgbClr val="000000"/>
                          </a:solidFill>
                          <a:latin typeface="Aptos Narrow" panose="020B0004020202020204" pitchFamily="34" charset="0"/>
                          <a:ea typeface="+mn-ea"/>
                          <a:cs typeface="+mn-cs"/>
                        </a:rPr>
                        <a:t>10/102</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rtl="0">
                        <a:spcBef>
                          <a:spcPts val="0"/>
                        </a:spcBef>
                        <a:spcAft>
                          <a:spcPts val="0"/>
                        </a:spcAft>
                        <a:buNone/>
                      </a:pPr>
                      <a:r>
                        <a:rPr lang="fr-FR" sz="1200" b="1" dirty="0">
                          <a:highlight>
                            <a:srgbClr val="00FF00"/>
                          </a:highlight>
                          <a:latin typeface="Aptos Narrow" panose="020B0004020202020204" pitchFamily="34" charset="0"/>
                        </a:rPr>
                        <a:t>88%</a:t>
                      </a:r>
                      <a:endParaRPr sz="1200" b="1" dirty="0">
                        <a:highlight>
                          <a:srgbClr val="00FF00"/>
                        </a:highlight>
                        <a:latin typeface="Aptos Narrow" panose="020B0004020202020204" pitchFamily="34" charset="0"/>
                      </a:endParaRP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algn="ctr" rtl="0" fontAlgn="b"/>
                      <a:r>
                        <a:rPr lang="fr-FR" sz="1200" b="1" dirty="0">
                          <a:solidFill>
                            <a:schemeClr val="tx1"/>
                          </a:solidFill>
                          <a:effectLst/>
                          <a:latin typeface="Arial Rounded"/>
                        </a:rPr>
                        <a:t>157</a:t>
                      </a:r>
                    </a:p>
                  </a:txBody>
                  <a:tcPr marL="28575" marR="28575" marT="19050" marB="1905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78260">
                <a:tc vMerge="1">
                  <a:txBody>
                    <a:bodyPr/>
                    <a:lstStyle/>
                    <a:p>
                      <a:pPr marL="0" marR="0" lvl="0" indent="0" algn="ctr" rtl="0">
                        <a:spcBef>
                          <a:spcPts val="0"/>
                        </a:spcBef>
                        <a:spcAft>
                          <a:spcPts val="0"/>
                        </a:spcAft>
                        <a:buNone/>
                      </a:pPr>
                      <a:endParaRPr sz="1200" b="1" dirty="0">
                        <a:latin typeface="Aptos Narrow" panose="020B0004020202020204" pitchFamily="34" charset="0"/>
                      </a:endParaRP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fr-FR" sz="1200" b="1" kern="1200" dirty="0">
                          <a:solidFill>
                            <a:srgbClr val="000000"/>
                          </a:solidFill>
                          <a:latin typeface="Aptos Narrow" panose="020B0004020202020204" pitchFamily="34" charset="0"/>
                          <a:ea typeface="+mn-ea"/>
                          <a:cs typeface="+mn-cs"/>
                        </a:rPr>
                        <a:t>2</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29</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err="1">
                          <a:solidFill>
                            <a:srgbClr val="000000"/>
                          </a:solidFill>
                          <a:latin typeface="Aptos Narrow" panose="020B0004020202020204" pitchFamily="34" charset="0"/>
                          <a:ea typeface="+mn-ea"/>
                          <a:cs typeface="+mn-cs"/>
                        </a:rPr>
                        <a:t>VPOb</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1116043</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1174257</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105,2%</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rgbClr val="000000"/>
                          </a:solidFill>
                          <a:latin typeface="Aptos Narrow" panose="020B0004020202020204" pitchFamily="34" charset="0"/>
                          <a:ea typeface="+mn-ea"/>
                          <a:cs typeface="+mn-cs"/>
                        </a:rPr>
                        <a:t>1 756 684</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102,2%</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latinLnBrk="0" hangingPunct="1">
                        <a:spcBef>
                          <a:spcPts val="0"/>
                        </a:spcBef>
                        <a:spcAft>
                          <a:spcPts val="0"/>
                        </a:spcAft>
                        <a:buNone/>
                      </a:pP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latinLnBrk="0" hangingPunct="1">
                        <a:spcBef>
                          <a:spcPts val="0"/>
                        </a:spcBef>
                        <a:spcAft>
                          <a:spcPts val="0"/>
                        </a:spcAft>
                        <a:buNone/>
                      </a:pP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rtl="0">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rtl="0">
                        <a:spcBef>
                          <a:spcPts val="0"/>
                        </a:spcBef>
                        <a:spcAft>
                          <a:spcPts val="0"/>
                        </a:spcAft>
                        <a:buNone/>
                      </a:pPr>
                      <a:endParaRPr sz="1200" b="1" dirty="0">
                        <a:highlight>
                          <a:srgbClr val="00FF00"/>
                        </a:highlight>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algn="ctr" rtl="0" fontAlgn="b"/>
                      <a:endParaRPr lang="fr-FR" sz="1200" b="1" dirty="0">
                        <a:solidFill>
                          <a:schemeClr val="tx1"/>
                        </a:solidFill>
                        <a:effectLst/>
                        <a:latin typeface="Arial Rounded"/>
                      </a:endParaRPr>
                    </a:p>
                  </a:txBody>
                  <a:tcPr marL="28575" marR="28575" marT="19050" marB="1905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3855697"/>
                  </a:ext>
                </a:extLst>
              </a:tr>
              <a:tr h="307271">
                <a:tc>
                  <a:txBody>
                    <a:bodyPr/>
                    <a:lstStyle/>
                    <a:p>
                      <a:pPr marL="0" marR="0" lvl="0" indent="0" algn="ctr" rtl="0">
                        <a:spcBef>
                          <a:spcPts val="0"/>
                        </a:spcBef>
                        <a:spcAft>
                          <a:spcPts val="0"/>
                        </a:spcAft>
                        <a:buNone/>
                      </a:pPr>
                      <a:r>
                        <a:rPr lang="fr-FR" sz="1200" b="1" kern="1200" dirty="0">
                          <a:solidFill>
                            <a:srgbClr val="000000"/>
                          </a:solidFill>
                          <a:latin typeface="Aptos Narrow" panose="020B0004020202020204" pitchFamily="34" charset="0"/>
                          <a:ea typeface="+mn-ea"/>
                          <a:cs typeface="+mn-cs"/>
                        </a:rPr>
                        <a:t>29-31 Mai 2025</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fr-FR" sz="1200" b="1" kern="1200" dirty="0">
                          <a:solidFill>
                            <a:srgbClr val="000000"/>
                          </a:solidFill>
                          <a:latin typeface="Aptos Narrow" panose="020B0004020202020204" pitchFamily="34" charset="0"/>
                          <a:ea typeface="+mn-ea"/>
                          <a:cs typeface="+mn-cs"/>
                        </a:rPr>
                        <a:t>1</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5</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err="1">
                          <a:solidFill>
                            <a:srgbClr val="000000"/>
                          </a:solidFill>
                          <a:latin typeface="Aptos Narrow" panose="020B0004020202020204" pitchFamily="34" charset="0"/>
                          <a:ea typeface="+mn-ea"/>
                          <a:cs typeface="+mn-cs"/>
                        </a:rPr>
                        <a:t>VPOb</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188 136</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195 823</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104,1%</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0,1%</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0,8%</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fr-FR" sz="1200" b="1" kern="1200" dirty="0">
                          <a:solidFill>
                            <a:srgbClr val="000000"/>
                          </a:solidFill>
                          <a:latin typeface="Aptos Narrow" panose="020B0004020202020204" pitchFamily="34" charset="0"/>
                          <a:ea typeface="+mn-ea"/>
                          <a:cs typeface="+mn-cs"/>
                        </a:rPr>
                        <a:t>0/5</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fr-FR" sz="1200" b="1" dirty="0">
                          <a:highlight>
                            <a:srgbClr val="00FF00"/>
                          </a:highlight>
                          <a:latin typeface="Aptos Narrow" panose="020B0004020202020204" pitchFamily="34" charset="0"/>
                        </a:rPr>
                        <a:t>100%</a:t>
                      </a:r>
                      <a:endParaRPr sz="1200" b="1" dirty="0">
                        <a:highlight>
                          <a:srgbClr val="00FF00"/>
                        </a:highlight>
                        <a:latin typeface="Aptos Narrow" panose="020B0004020202020204" pitchFamily="34" charset="0"/>
                      </a:endParaRPr>
                    </a:p>
                  </a:txBody>
                  <a:tcPr marL="71725" marR="71725" marT="35875" marB="35875"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fr-FR" sz="1200" b="1" dirty="0">
                          <a:effectLst/>
                          <a:latin typeface="Arial Rounded"/>
                        </a:rPr>
                        <a:t>3</a:t>
                      </a:r>
                    </a:p>
                  </a:txBody>
                  <a:tcPr marL="28575" marR="28575" marT="19050" marB="1905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08065">
                <a:tc rowSpan="2">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27-29 Juin 2025_</a:t>
                      </a:r>
                      <a:endParaRPr sz="1200" b="1" kern="1200" dirty="0">
                        <a:solidFill>
                          <a:srgbClr val="000000"/>
                        </a:solidFill>
                        <a:latin typeface="Aptos Narrow" panose="020B0004020202020204" pitchFamily="34" charset="0"/>
                        <a:ea typeface="+mn-ea"/>
                        <a:cs typeface="+mn-cs"/>
                      </a:endParaRPr>
                    </a:p>
                  </a:txBody>
                  <a:tcPr marL="9525" marR="9525" marT="9525"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5</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120</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nVPO2</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b" latinLnBrk="0" hangingPunct="1">
                        <a:spcBef>
                          <a:spcPts val="0"/>
                        </a:spcBef>
                        <a:spcAft>
                          <a:spcPts val="0"/>
                        </a:spcAft>
                        <a:buNone/>
                      </a:pPr>
                      <a:r>
                        <a:rPr lang="fr-FR" sz="1200" b="1" kern="1200">
                          <a:solidFill>
                            <a:srgbClr val="000000"/>
                          </a:solidFill>
                          <a:latin typeface="Aptos Narrow" panose="020B0004020202020204" pitchFamily="34" charset="0"/>
                          <a:ea typeface="+mn-ea"/>
                          <a:cs typeface="+mn-cs"/>
                        </a:rPr>
                        <a:t>7768216</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b" latinLnBrk="0" hangingPunct="1">
                        <a:spcBef>
                          <a:spcPts val="0"/>
                        </a:spcBef>
                        <a:spcAft>
                          <a:spcPts val="0"/>
                        </a:spcAft>
                        <a:buNone/>
                      </a:pPr>
                      <a:r>
                        <a:rPr lang="fr-FR" sz="1200" b="1" kern="1200">
                          <a:solidFill>
                            <a:srgbClr val="000000"/>
                          </a:solidFill>
                          <a:latin typeface="Aptos Narrow" panose="020B0004020202020204" pitchFamily="34" charset="0"/>
                          <a:ea typeface="+mn-ea"/>
                          <a:cs typeface="+mn-cs"/>
                        </a:rPr>
                        <a:t>8922669</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b"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114,9%</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lumMod val="75000"/>
                      </a:schemeClr>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lumMod val="75000"/>
                      </a:schemeClr>
                    </a:solidFill>
                  </a:tcPr>
                </a:tc>
                <a:tc rowSpan="2">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1,5%</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2,2%</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7/116</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rtl="0">
                        <a:spcBef>
                          <a:spcPts val="0"/>
                        </a:spcBef>
                        <a:spcAft>
                          <a:spcPts val="0"/>
                        </a:spcAft>
                        <a:buNone/>
                      </a:pPr>
                      <a:r>
                        <a:rPr lang="fr-FR" sz="1200" b="1" dirty="0">
                          <a:highlight>
                            <a:srgbClr val="00FF00"/>
                          </a:highlight>
                          <a:latin typeface="Aptos Narrow" panose="020B0004020202020204" pitchFamily="34" charset="0"/>
                        </a:rPr>
                        <a:t>91%</a:t>
                      </a:r>
                      <a:endParaRPr sz="1200" b="1" dirty="0">
                        <a:highlight>
                          <a:srgbClr val="00FF00"/>
                        </a:highlight>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algn="ctr" defTabSz="914400" rtl="0" eaLnBrk="1" fontAlgn="b" latinLnBrk="0" hangingPunct="1"/>
                      <a:r>
                        <a:rPr lang="fr-FR" sz="1200" b="1" kern="1200" dirty="0">
                          <a:solidFill>
                            <a:schemeClr val="tx1"/>
                          </a:solidFill>
                          <a:effectLst/>
                          <a:latin typeface="Arial Rounded"/>
                          <a:ea typeface="+mn-ea"/>
                          <a:cs typeface="+mn-cs"/>
                        </a:rPr>
                        <a:t>154</a:t>
                      </a:r>
                    </a:p>
                  </a:txBody>
                  <a:tcPr marL="28575" marR="28575" marT="19050" marB="1905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8382348"/>
                  </a:ext>
                </a:extLst>
              </a:tr>
              <a:tr h="273826">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b="1" kern="1200" dirty="0">
                        <a:solidFill>
                          <a:srgbClr val="000000"/>
                        </a:solidFill>
                        <a:latin typeface="Aptos Narrow" panose="020B0004020202020204" pitchFamily="34" charset="0"/>
                        <a:ea typeface="+mn-ea"/>
                        <a:cs typeface="+mn-cs"/>
                      </a:endParaRPr>
                    </a:p>
                  </a:txBody>
                  <a:tcPr marL="9525" marR="9525" marT="9525"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2</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29</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_</a:t>
                      </a:r>
                      <a:r>
                        <a:rPr lang="fr-FR" sz="1200" b="1" kern="1200" dirty="0" err="1">
                          <a:solidFill>
                            <a:srgbClr val="000000"/>
                          </a:solidFill>
                          <a:latin typeface="Aptos Narrow" panose="020B0004020202020204" pitchFamily="34" charset="0"/>
                          <a:ea typeface="+mn-ea"/>
                          <a:cs typeface="+mn-cs"/>
                        </a:rPr>
                        <a:t>VPOb</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1117525</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1187002</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106,2%</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1742073</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101,4%</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latinLnBrk="0" hangingPunct="1">
                        <a:spcBef>
                          <a:spcPts val="0"/>
                        </a:spcBef>
                        <a:spcAft>
                          <a:spcPts val="0"/>
                        </a:spcAft>
                        <a:buNone/>
                      </a:pP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latinLnBrk="0" hangingPunct="1">
                        <a:spcBef>
                          <a:spcPts val="0"/>
                        </a:spcBef>
                        <a:spcAft>
                          <a:spcPts val="0"/>
                        </a:spcAft>
                        <a:buNone/>
                      </a:pP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rtl="0">
                        <a:spcBef>
                          <a:spcPts val="0"/>
                        </a:spcBef>
                        <a:spcAft>
                          <a:spcPts val="0"/>
                        </a:spcAft>
                        <a:buNone/>
                      </a:pPr>
                      <a:endParaRPr sz="1200" b="1" dirty="0">
                        <a:highlight>
                          <a:srgbClr val="00FF00"/>
                        </a:highlight>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algn="ctr" defTabSz="914400" rtl="0" eaLnBrk="1" fontAlgn="b" latinLnBrk="0" hangingPunct="1"/>
                      <a:endParaRPr lang="fr-FR" sz="1200" b="1" kern="1200" dirty="0">
                        <a:solidFill>
                          <a:schemeClr val="tx1"/>
                        </a:solidFill>
                        <a:effectLst/>
                        <a:latin typeface="Arial Rounded"/>
                        <a:ea typeface="+mn-ea"/>
                        <a:cs typeface="+mn-cs"/>
                      </a:endParaRPr>
                    </a:p>
                  </a:txBody>
                  <a:tcPr marL="28575" marR="28575" marT="19050" marB="1905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10837872"/>
                  </a:ext>
                </a:extLst>
              </a:tr>
              <a:tr h="273826">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rgbClr val="000000"/>
                          </a:solidFill>
                          <a:latin typeface="Aptos Narrow" panose="020B0004020202020204" pitchFamily="34" charset="0"/>
                          <a:ea typeface="+mn-ea"/>
                          <a:cs typeface="+mn-cs"/>
                        </a:rPr>
                        <a:t>28-30 Août 2025</a:t>
                      </a:r>
                    </a:p>
                  </a:txBody>
                  <a:tcPr marL="9525" marR="9525" marT="9525"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fontAlgn="b">
                        <a:buNone/>
                      </a:pPr>
                      <a:r>
                        <a:rPr lang="fr-FR" sz="1200" b="1" kern="1200">
                          <a:solidFill>
                            <a:srgbClr val="000000"/>
                          </a:solidFill>
                          <a:latin typeface="Aptos Narrow" panose="020B0004020202020204" pitchFamily="34" charset="0"/>
                          <a:ea typeface="+mn-ea"/>
                          <a:cs typeface="+mn-cs"/>
                        </a:rPr>
                        <a:t>26</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algn="ctr" fontAlgn="b">
                        <a:buNone/>
                      </a:pPr>
                      <a:r>
                        <a:rPr lang="fr-FR" sz="1200" b="1" kern="1200" dirty="0">
                          <a:solidFill>
                            <a:srgbClr val="000000"/>
                          </a:solidFill>
                          <a:latin typeface="Aptos Narrow" panose="020B0004020202020204" pitchFamily="34" charset="0"/>
                          <a:ea typeface="+mn-ea"/>
                          <a:cs typeface="+mn-cs"/>
                        </a:rPr>
                        <a:t>519</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nVPO2</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algn="ctr" fontAlgn="b">
                        <a:buNone/>
                      </a:pPr>
                      <a:r>
                        <a:rPr lang="fr-FR" sz="1200" b="1" kern="1200" dirty="0">
                          <a:solidFill>
                            <a:srgbClr val="000000"/>
                          </a:solidFill>
                          <a:latin typeface="Aptos Narrow" panose="020B0004020202020204" pitchFamily="34" charset="0"/>
                          <a:ea typeface="+mn-ea"/>
                          <a:cs typeface="+mn-cs"/>
                        </a:rPr>
                        <a:t>26884292</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algn="ctr" fontAlgn="b">
                        <a:buNone/>
                      </a:pPr>
                      <a:r>
                        <a:rPr lang="fr-FR" sz="1200" b="1" kern="1200" dirty="0">
                          <a:solidFill>
                            <a:srgbClr val="000000"/>
                          </a:solidFill>
                          <a:latin typeface="Aptos Narrow" panose="020B0004020202020204" pitchFamily="34" charset="0"/>
                          <a:ea typeface="+mn-ea"/>
                          <a:cs typeface="+mn-cs"/>
                        </a:rPr>
                        <a:t>30219546</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algn="ctr" fontAlgn="b">
                        <a:buNone/>
                      </a:pPr>
                      <a:r>
                        <a:rPr lang="fr-FR" sz="1200" b="1" kern="1200" dirty="0">
                          <a:solidFill>
                            <a:srgbClr val="000000"/>
                          </a:solidFill>
                          <a:latin typeface="Aptos Narrow" panose="020B0004020202020204" pitchFamily="34" charset="0"/>
                          <a:ea typeface="+mn-ea"/>
                          <a:cs typeface="+mn-cs"/>
                        </a:rPr>
                        <a:t>112,4%</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lumMod val="75000"/>
                      </a:schemeClr>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lumMod val="75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latin typeface="Aptos Narrow" panose="020B0004020202020204" pitchFamily="34" charset="0"/>
                          <a:ea typeface="+mn-ea"/>
                          <a:cs typeface="+mn-cs"/>
                        </a:rPr>
                        <a:t>0,9%</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0,3%</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21/329</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rtl="0">
                        <a:spcBef>
                          <a:spcPts val="0"/>
                        </a:spcBef>
                        <a:spcAft>
                          <a:spcPts val="0"/>
                        </a:spcAft>
                        <a:buNone/>
                      </a:pPr>
                      <a:r>
                        <a:rPr lang="fr-FR" sz="1200" b="1" dirty="0">
                          <a:highlight>
                            <a:srgbClr val="00FF00"/>
                          </a:highlight>
                          <a:latin typeface="Aptos Narrow" panose="020B0004020202020204" pitchFamily="34" charset="0"/>
                        </a:rPr>
                        <a:t>94%</a:t>
                      </a:r>
                      <a:endParaRPr sz="1200" b="1" dirty="0">
                        <a:highlight>
                          <a:srgbClr val="00FF00"/>
                        </a:highlight>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rtl="0">
                        <a:spcBef>
                          <a:spcPts val="0"/>
                        </a:spcBef>
                        <a:spcAft>
                          <a:spcPts val="0"/>
                        </a:spcAft>
                        <a:buNone/>
                      </a:pPr>
                      <a:r>
                        <a:rPr lang="fr-FR" sz="1200" b="1" kern="1200" dirty="0">
                          <a:solidFill>
                            <a:schemeClr val="tx1"/>
                          </a:solidFill>
                          <a:effectLst/>
                          <a:latin typeface="Arial Rounded"/>
                          <a:ea typeface="+mn-ea"/>
                          <a:cs typeface="+mn-cs"/>
                        </a:rPr>
                        <a:t>453</a:t>
                      </a:r>
                      <a:endParaRPr sz="1200" b="1" kern="1200" dirty="0">
                        <a:solidFill>
                          <a:schemeClr val="tx1"/>
                        </a:solidFill>
                        <a:effectLst/>
                        <a:latin typeface="Arial Rounded"/>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565419"/>
                  </a:ext>
                </a:extLst>
              </a:tr>
              <a:tr h="35963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b="1" kern="1200" dirty="0">
                        <a:solidFill>
                          <a:srgbClr val="000000"/>
                        </a:solidFill>
                        <a:latin typeface="Aptos Narrow" panose="020B0004020202020204" pitchFamily="34" charset="0"/>
                        <a:ea typeface="+mn-ea"/>
                        <a:cs typeface="+mn-cs"/>
                      </a:endParaRPr>
                    </a:p>
                  </a:txBody>
                  <a:tcPr marL="9525" marR="9525" marT="9525"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23</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err="1">
                          <a:solidFill>
                            <a:srgbClr val="000000"/>
                          </a:solidFill>
                          <a:latin typeface="Aptos Narrow" panose="020B0004020202020204" pitchFamily="34" charset="0"/>
                          <a:ea typeface="+mn-ea"/>
                          <a:cs typeface="+mn-cs"/>
                        </a:rPr>
                        <a:t>VPOb</a:t>
                      </a:r>
                      <a:endParaRPr lang="fr-F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889993</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929328</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104,4%</a:t>
                      </a:r>
                    </a:p>
                  </a:txBody>
                  <a:tcPr marL="9525" marR="9525" marT="9525" marB="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lumMod val="75000"/>
                      </a:schemeClr>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latinLnBrk="0" hangingPunct="1">
                        <a:spcBef>
                          <a:spcPts val="0"/>
                        </a:spcBef>
                        <a:spcAft>
                          <a:spcPts val="0"/>
                        </a:spcAft>
                        <a:buNone/>
                      </a:pP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rtl="0">
                        <a:spcBef>
                          <a:spcPts val="0"/>
                        </a:spcBef>
                        <a:spcAft>
                          <a:spcPts val="0"/>
                        </a:spcAft>
                        <a:buNone/>
                      </a:pPr>
                      <a:endParaRPr sz="1200" b="1" dirty="0">
                        <a:highlight>
                          <a:srgbClr val="00FF00"/>
                        </a:highlight>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05747739"/>
                  </a:ext>
                </a:extLst>
              </a:tr>
              <a:tr h="385344">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rgbClr val="000000"/>
                          </a:solidFill>
                          <a:latin typeface="Aptos Narrow" panose="020B0004020202020204" pitchFamily="34" charset="0"/>
                          <a:ea typeface="+mn-ea"/>
                          <a:cs typeface="+mn-cs"/>
                        </a:rPr>
                        <a:t>30 </a:t>
                      </a:r>
                      <a:r>
                        <a:rPr lang="fr-FR" sz="1200" b="1" kern="1200" dirty="0" err="1">
                          <a:solidFill>
                            <a:srgbClr val="000000"/>
                          </a:solidFill>
                          <a:latin typeface="Aptos Narrow" panose="020B0004020202020204" pitchFamily="34" charset="0"/>
                          <a:ea typeface="+mn-ea"/>
                          <a:cs typeface="+mn-cs"/>
                        </a:rPr>
                        <a:t>Oct</a:t>
                      </a:r>
                      <a:r>
                        <a:rPr lang="fr-FR" sz="1200" b="1" kern="1200" dirty="0">
                          <a:solidFill>
                            <a:srgbClr val="000000"/>
                          </a:solidFill>
                          <a:latin typeface="Aptos Narrow" panose="020B0004020202020204" pitchFamily="34" charset="0"/>
                          <a:ea typeface="+mn-ea"/>
                          <a:cs typeface="+mn-cs"/>
                        </a:rPr>
                        <a:t> au 01 </a:t>
                      </a:r>
                      <a:r>
                        <a:rPr lang="fr-FR" sz="1200" b="1" kern="1200" dirty="0" err="1">
                          <a:solidFill>
                            <a:srgbClr val="000000"/>
                          </a:solidFill>
                          <a:latin typeface="Aptos Narrow" panose="020B0004020202020204" pitchFamily="34" charset="0"/>
                          <a:ea typeface="+mn-ea"/>
                          <a:cs typeface="+mn-cs"/>
                        </a:rPr>
                        <a:t>Nov</a:t>
                      </a:r>
                      <a:r>
                        <a:rPr lang="fr-FR" sz="1200" b="1" kern="1200" dirty="0">
                          <a:solidFill>
                            <a:srgbClr val="000000"/>
                          </a:solidFill>
                          <a:latin typeface="Aptos Narrow" panose="020B0004020202020204" pitchFamily="34" charset="0"/>
                          <a:ea typeface="+mn-ea"/>
                          <a:cs typeface="+mn-cs"/>
                        </a:rPr>
                        <a:t> 2025</a:t>
                      </a:r>
                    </a:p>
                  </a:txBody>
                  <a:tcPr marL="9525" marR="9525" marT="9525"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3</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7</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rgbClr val="000000"/>
                          </a:solidFill>
                          <a:latin typeface="Aptos Narrow" panose="020B0004020202020204" pitchFamily="34" charset="0"/>
                          <a:ea typeface="+mn-ea"/>
                          <a:cs typeface="+mn-cs"/>
                        </a:rPr>
                        <a:t>nVPO2</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rgbClr val="000000"/>
                          </a:solidFill>
                          <a:latin typeface="Aptos Narrow" panose="020B0004020202020204" pitchFamily="34" charset="0"/>
                          <a:ea typeface="+mn-ea"/>
                          <a:cs typeface="+mn-cs"/>
                        </a:rPr>
                        <a:t>287438</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286494</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99,7%</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lumMod val="75000"/>
                      </a:schemeClr>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lumMod val="75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latin typeface="Aptos Narrow" panose="020B0004020202020204" pitchFamily="34" charset="0"/>
                          <a:ea typeface="+mn-ea"/>
                          <a:cs typeface="+mn-cs"/>
                        </a:rPr>
                        <a:t>0,5%</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0,0%</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0/7</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rtl="0">
                        <a:spcBef>
                          <a:spcPts val="0"/>
                        </a:spcBef>
                        <a:spcAft>
                          <a:spcPts val="0"/>
                        </a:spcAft>
                        <a:buNone/>
                      </a:pPr>
                      <a:r>
                        <a:rPr lang="fr-FR" sz="1200" b="1" dirty="0">
                          <a:highlight>
                            <a:srgbClr val="00FF00"/>
                          </a:highlight>
                          <a:latin typeface="Aptos Narrow" panose="020B0004020202020204" pitchFamily="34" charset="0"/>
                        </a:rPr>
                        <a:t>100%</a:t>
                      </a:r>
                      <a:endParaRPr sz="1200" b="1" dirty="0">
                        <a:highlight>
                          <a:srgbClr val="00FF00"/>
                        </a:highlight>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rtl="0">
                        <a:spcBef>
                          <a:spcPts val="0"/>
                        </a:spcBef>
                        <a:spcAft>
                          <a:spcPts val="0"/>
                        </a:spcAft>
                        <a:buNone/>
                      </a:pPr>
                      <a:r>
                        <a:rPr lang="fr-FR" sz="1200" b="1" kern="1200" dirty="0">
                          <a:solidFill>
                            <a:schemeClr val="tx1"/>
                          </a:solidFill>
                          <a:effectLst/>
                          <a:latin typeface="Arial Rounded"/>
                          <a:ea typeface="+mn-ea"/>
                          <a:cs typeface="+mn-cs"/>
                        </a:rPr>
                        <a:t>2</a:t>
                      </a:r>
                      <a:endParaRPr sz="1200" b="1" kern="1200" dirty="0">
                        <a:solidFill>
                          <a:schemeClr val="tx1"/>
                        </a:solidFill>
                        <a:effectLst/>
                        <a:latin typeface="Arial Rounded"/>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30659306"/>
                  </a:ext>
                </a:extLst>
              </a:tr>
              <a:tr h="38534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b="1" kern="1200" dirty="0">
                        <a:solidFill>
                          <a:srgbClr val="000000"/>
                        </a:solidFill>
                        <a:latin typeface="Aptos Narrow" panose="020B0004020202020204" pitchFamily="34" charset="0"/>
                        <a:ea typeface="+mn-ea"/>
                        <a:cs typeface="+mn-cs"/>
                      </a:endParaRPr>
                    </a:p>
                  </a:txBody>
                  <a:tcPr marL="9525" marR="9525" marT="9525"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3</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7</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err="1">
                          <a:solidFill>
                            <a:srgbClr val="000000"/>
                          </a:solidFill>
                          <a:latin typeface="Aptos Narrow" panose="020B0004020202020204" pitchFamily="34" charset="0"/>
                          <a:ea typeface="+mn-ea"/>
                          <a:cs typeface="+mn-cs"/>
                        </a:rPr>
                        <a:t>VPOb</a:t>
                      </a:r>
                      <a:endParaRPr lang="fr-F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rgbClr val="000000"/>
                          </a:solidFill>
                          <a:latin typeface="Aptos Narrow" panose="020B0004020202020204" pitchFamily="34" charset="0"/>
                          <a:ea typeface="+mn-ea"/>
                          <a:cs typeface="+mn-cs"/>
                        </a:rPr>
                        <a:t>287438</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286494</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99,7%</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lumMod val="75000"/>
                      </a:schemeClr>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latinLnBrk="0" hangingPunct="1">
                        <a:spcBef>
                          <a:spcPts val="0"/>
                        </a:spcBef>
                        <a:spcAft>
                          <a:spcPts val="0"/>
                        </a:spcAft>
                        <a:buNone/>
                      </a:pP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rtl="0">
                        <a:spcBef>
                          <a:spcPts val="0"/>
                        </a:spcBef>
                        <a:spcAft>
                          <a:spcPts val="0"/>
                        </a:spcAft>
                        <a:buNone/>
                      </a:pPr>
                      <a:endParaRPr sz="1200" b="1" dirty="0">
                        <a:highlight>
                          <a:srgbClr val="00FF00"/>
                        </a:highlight>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rtl="0">
                        <a:spcBef>
                          <a:spcPts val="0"/>
                        </a:spcBef>
                        <a:spcAft>
                          <a:spcPts val="0"/>
                        </a:spcAft>
                        <a:buNone/>
                      </a:pPr>
                      <a:endParaRPr sz="1200" b="1" kern="1200" dirty="0">
                        <a:solidFill>
                          <a:schemeClr val="tx1"/>
                        </a:solidFill>
                        <a:effectLst/>
                        <a:latin typeface="Arial Rounded"/>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0478732"/>
                  </a:ext>
                </a:extLst>
              </a:tr>
              <a:tr h="28106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rgbClr val="000000"/>
                          </a:solidFill>
                          <a:latin typeface="Aptos Narrow" panose="020B0004020202020204" pitchFamily="34" charset="0"/>
                          <a:ea typeface="+mn-ea"/>
                          <a:cs typeface="+mn-cs"/>
                        </a:rPr>
                        <a:t>13-15 </a:t>
                      </a:r>
                      <a:r>
                        <a:rPr lang="fr-FR" sz="1200" b="1" kern="1200" dirty="0" err="1">
                          <a:solidFill>
                            <a:srgbClr val="000000"/>
                          </a:solidFill>
                          <a:latin typeface="Aptos Narrow" panose="020B0004020202020204" pitchFamily="34" charset="0"/>
                          <a:ea typeface="+mn-ea"/>
                          <a:cs typeface="+mn-cs"/>
                        </a:rPr>
                        <a:t>Nov</a:t>
                      </a:r>
                      <a:r>
                        <a:rPr lang="fr-FR" sz="1200" b="1" kern="1200" dirty="0">
                          <a:solidFill>
                            <a:srgbClr val="000000"/>
                          </a:solidFill>
                          <a:latin typeface="Aptos Narrow" panose="020B0004020202020204" pitchFamily="34" charset="0"/>
                          <a:ea typeface="+mn-ea"/>
                          <a:cs typeface="+mn-cs"/>
                        </a:rPr>
                        <a:t> 2025</a:t>
                      </a:r>
                    </a:p>
                  </a:txBody>
                  <a:tcPr marL="9525" marR="9525" marT="9525"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3</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11</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rgbClr val="000000"/>
                          </a:solidFill>
                          <a:latin typeface="Aptos Narrow" panose="020B0004020202020204" pitchFamily="34" charset="0"/>
                          <a:ea typeface="+mn-ea"/>
                          <a:cs typeface="+mn-cs"/>
                        </a:rPr>
                        <a:t>nVPO2</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1" kern="1200" noProof="0" dirty="0">
                          <a:solidFill>
                            <a:srgbClr val="000000"/>
                          </a:solidFill>
                          <a:latin typeface="Aptos Narrow" panose="020B0004020202020204" pitchFamily="34" charset="0"/>
                          <a:ea typeface="+mn-ea"/>
                          <a:cs typeface="+mn-cs"/>
                        </a:rPr>
                        <a:t>630675</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1" kern="1200" noProof="0">
                          <a:solidFill>
                            <a:srgbClr val="000000"/>
                          </a:solidFill>
                          <a:latin typeface="Aptos Narrow" panose="020B0004020202020204" pitchFamily="34" charset="0"/>
                          <a:ea typeface="+mn-ea"/>
                          <a:cs typeface="+mn-cs"/>
                        </a:rPr>
                        <a:t>631662</a:t>
                      </a:r>
                      <a:endParaRPr lang="fr-FR" sz="1200" b="1" kern="1200" noProof="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1" kern="1200" noProof="0" dirty="0">
                          <a:solidFill>
                            <a:srgbClr val="000000"/>
                          </a:solidFill>
                          <a:latin typeface="Aptos Narrow" panose="020B0004020202020204" pitchFamily="34" charset="0"/>
                          <a:ea typeface="+mn-ea"/>
                          <a:cs typeface="+mn-cs"/>
                        </a:rPr>
                        <a:t>100,2%</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lumMod val="75000"/>
                      </a:schemeClr>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solidFill>
                      <a:schemeClr val="bg1">
                        <a:lumMod val="75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latin typeface="Aptos Narrow" panose="020B0004020202020204" pitchFamily="34" charset="0"/>
                          <a:ea typeface="+mn-ea"/>
                          <a:cs typeface="+mn-cs"/>
                        </a:rPr>
                        <a:t>1,3%</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solidFill>
                        <a:srgbClr val="000000"/>
                      </a:solidFill>
                      <a:prstDash val="solid"/>
                      <a:round/>
                      <a:headEnd type="none" w="sm" len="sm"/>
                      <a:tailEnd type="none" w="sm" len="sm"/>
                    </a:lnB>
                    <a:solidFill>
                      <a:schemeClr val="bg1"/>
                    </a:solidFill>
                  </a:tcPr>
                </a:tc>
                <a:tc rowSpan="2">
                  <a:txBody>
                    <a:bodyPr/>
                    <a:lstStyle/>
                    <a:p>
                      <a:pPr marL="0" marR="0" lvl="0" indent="0" algn="ctr" defTabSz="914400" rtl="0" eaLnBrk="1" latinLnBrk="0" hangingPunct="1">
                        <a:spcBef>
                          <a:spcPts val="0"/>
                        </a:spcBef>
                        <a:spcAft>
                          <a:spcPts val="0"/>
                        </a:spcAft>
                        <a:buNone/>
                      </a:pPr>
                      <a:r>
                        <a:rPr lang="fr-FR" sz="1200" b="1" kern="1200" dirty="0">
                          <a:solidFill>
                            <a:schemeClr val="tx1"/>
                          </a:solidFill>
                          <a:latin typeface="Aptos Narrow" panose="020B0004020202020204" pitchFamily="34" charset="0"/>
                          <a:ea typeface="+mn-ea"/>
                          <a:cs typeface="+mn-cs"/>
                        </a:rPr>
                        <a:t>2,6%</a:t>
                      </a:r>
                      <a:endParaRPr sz="1200" b="1" kern="1200" dirty="0">
                        <a:solidFill>
                          <a:schemeClr val="tx1"/>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solidFill>
                        <a:srgbClr val="000000"/>
                      </a:solidFill>
                      <a:prstDash val="solid"/>
                      <a:round/>
                      <a:headEnd type="none" w="sm" len="sm"/>
                      <a:tailEnd type="none" w="sm" len="sm"/>
                    </a:lnB>
                    <a:solidFill>
                      <a:schemeClr val="bg1"/>
                    </a:solidFill>
                  </a:tcPr>
                </a:tc>
                <a:tc rowSpan="2">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0/11</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solidFill>
                        <a:srgbClr val="000000"/>
                      </a:solidFill>
                      <a:prstDash val="solid"/>
                      <a:round/>
                      <a:headEnd type="none" w="sm" len="sm"/>
                      <a:tailEnd type="none" w="sm" len="sm"/>
                    </a:lnB>
                    <a:solidFill>
                      <a:schemeClr val="bg1"/>
                    </a:solidFill>
                  </a:tcPr>
                </a:tc>
                <a:tc rowSpan="2">
                  <a:txBody>
                    <a:bodyPr/>
                    <a:lstStyle/>
                    <a:p>
                      <a:pPr marL="0" marR="0" lvl="0" indent="0" algn="ctr" rtl="0">
                        <a:spcBef>
                          <a:spcPts val="0"/>
                        </a:spcBef>
                        <a:spcAft>
                          <a:spcPts val="0"/>
                        </a:spcAft>
                        <a:buNone/>
                      </a:pPr>
                      <a:r>
                        <a:rPr lang="fr-FR" sz="1200" b="1" dirty="0">
                          <a:highlight>
                            <a:srgbClr val="00FF00"/>
                          </a:highlight>
                          <a:latin typeface="Aptos Narrow" panose="020B0004020202020204" pitchFamily="34" charset="0"/>
                        </a:rPr>
                        <a:t>100%</a:t>
                      </a:r>
                      <a:endParaRPr sz="1200" b="1" dirty="0">
                        <a:highlight>
                          <a:srgbClr val="00FF00"/>
                        </a:highlight>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solidFill>
                        <a:srgbClr val="000000"/>
                      </a:solidFill>
                      <a:prstDash val="solid"/>
                      <a:round/>
                      <a:headEnd type="none" w="sm" len="sm"/>
                      <a:tailEnd type="none" w="sm" len="sm"/>
                    </a:lnB>
                    <a:solidFill>
                      <a:schemeClr val="bg1"/>
                    </a:solidFill>
                  </a:tcPr>
                </a:tc>
                <a:tc rowSpan="2">
                  <a:txBody>
                    <a:bodyPr/>
                    <a:lstStyle/>
                    <a:p>
                      <a:pPr marL="0" marR="0" lvl="0" indent="0" algn="ctr" rtl="0">
                        <a:spcBef>
                          <a:spcPts val="0"/>
                        </a:spcBef>
                        <a:spcAft>
                          <a:spcPts val="0"/>
                        </a:spcAft>
                        <a:buNone/>
                      </a:pPr>
                      <a:r>
                        <a:rPr lang="fr-FR" sz="1200" b="1" kern="1200" dirty="0">
                          <a:solidFill>
                            <a:schemeClr val="tx1"/>
                          </a:solidFill>
                          <a:effectLst/>
                          <a:latin typeface="Arial Rounded"/>
                          <a:ea typeface="+mn-ea"/>
                          <a:cs typeface="+mn-cs"/>
                        </a:rPr>
                        <a:t>10</a:t>
                      </a:r>
                      <a:endParaRPr sz="1200" b="1" kern="1200" dirty="0">
                        <a:solidFill>
                          <a:schemeClr val="tx1"/>
                        </a:solidFill>
                        <a:effectLst/>
                        <a:latin typeface="Arial Rounded"/>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771980834"/>
                  </a:ext>
                </a:extLst>
              </a:tr>
              <a:tr h="28106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b="1" kern="1200" dirty="0">
                        <a:solidFill>
                          <a:srgbClr val="000000"/>
                        </a:solidFill>
                        <a:latin typeface="Aptos Narrow" panose="020B0004020202020204" pitchFamily="34" charset="0"/>
                        <a:ea typeface="+mn-ea"/>
                        <a:cs typeface="+mn-cs"/>
                      </a:endParaRPr>
                    </a:p>
                  </a:txBody>
                  <a:tcPr marL="9525" marR="9525" marT="9525" marB="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3</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r>
                        <a:rPr lang="fr-FR" sz="1200" b="1" kern="1200" dirty="0">
                          <a:solidFill>
                            <a:srgbClr val="000000"/>
                          </a:solidFill>
                          <a:latin typeface="Aptos Narrow" panose="020B0004020202020204" pitchFamily="34" charset="0"/>
                          <a:ea typeface="+mn-ea"/>
                          <a:cs typeface="+mn-cs"/>
                        </a:rPr>
                        <a:t>11</a:t>
                      </a: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200" dirty="0" err="1">
                          <a:solidFill>
                            <a:srgbClr val="000000"/>
                          </a:solidFill>
                          <a:latin typeface="Aptos Narrow" panose="020B0004020202020204" pitchFamily="34" charset="0"/>
                          <a:ea typeface="+mn-ea"/>
                          <a:cs typeface="+mn-cs"/>
                        </a:rPr>
                        <a:t>VPOb</a:t>
                      </a:r>
                      <a:endParaRPr lang="fr-F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1" kern="1200" noProof="0" dirty="0">
                          <a:solidFill>
                            <a:srgbClr val="000000"/>
                          </a:solidFill>
                          <a:latin typeface="Aptos Narrow" panose="020B0004020202020204" pitchFamily="34" charset="0"/>
                          <a:ea typeface="+mn-ea"/>
                          <a:cs typeface="+mn-cs"/>
                        </a:rPr>
                        <a:t>630675</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1" kern="1200" noProof="0" dirty="0">
                          <a:solidFill>
                            <a:srgbClr val="000000"/>
                          </a:solidFill>
                          <a:latin typeface="Aptos Narrow" panose="020B0004020202020204" pitchFamily="34" charset="0"/>
                          <a:ea typeface="+mn-ea"/>
                          <a:cs typeface="+mn-cs"/>
                        </a:rPr>
                        <a:t>631662</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1" kern="1200" noProof="0" dirty="0">
                          <a:solidFill>
                            <a:srgbClr val="000000"/>
                          </a:solidFill>
                          <a:latin typeface="Aptos Narrow" panose="020B0004020202020204" pitchFamily="34" charset="0"/>
                          <a:ea typeface="+mn-ea"/>
                          <a:cs typeface="+mn-cs"/>
                        </a:rPr>
                        <a:t>100,2%</a:t>
                      </a: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lumMod val="75000"/>
                      </a:schemeClr>
                    </a:solidFill>
                  </a:tcPr>
                </a:tc>
                <a:tc>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lumMod val="75000"/>
                      </a:schemeClr>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solidFill>
                  </a:tcPr>
                </a:tc>
                <a:tc vMerge="1">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solidFill>
                  </a:tcPr>
                </a:tc>
                <a:tc vMerge="1">
                  <a:txBody>
                    <a:bodyPr/>
                    <a:lstStyle/>
                    <a:p>
                      <a:pPr marL="0" marR="0" lvl="0" indent="0" algn="ctr" defTabSz="914400" rtl="0" eaLnBrk="1" latinLnBrk="0" hangingPunct="1">
                        <a:spcBef>
                          <a:spcPts val="0"/>
                        </a:spcBef>
                        <a:spcAft>
                          <a:spcPts val="0"/>
                        </a:spcAft>
                        <a:buNone/>
                      </a:pPr>
                      <a:endParaRPr sz="1200" b="1" kern="1200" dirty="0">
                        <a:solidFill>
                          <a:srgbClr val="000000"/>
                        </a:solidFill>
                        <a:latin typeface="Aptos Narrow" panose="020B0004020202020204" pitchFamily="34" charset="0"/>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solidFill>
                  </a:tcPr>
                </a:tc>
                <a:tc vMerge="1">
                  <a:txBody>
                    <a:bodyPr/>
                    <a:lstStyle/>
                    <a:p>
                      <a:pPr marL="0" marR="0" lvl="0" indent="0" algn="ctr" rtl="0">
                        <a:spcBef>
                          <a:spcPts val="0"/>
                        </a:spcBef>
                        <a:spcAft>
                          <a:spcPts val="0"/>
                        </a:spcAft>
                        <a:buNone/>
                      </a:pPr>
                      <a:endParaRPr sz="1200" b="1" dirty="0">
                        <a:highlight>
                          <a:srgbClr val="00FF00"/>
                        </a:highlight>
                        <a:latin typeface="Aptos Narrow" panose="020B0004020202020204" pitchFamily="34" charset="0"/>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solidFill>
                  </a:tcPr>
                </a:tc>
                <a:tc vMerge="1">
                  <a:txBody>
                    <a:bodyPr/>
                    <a:lstStyle/>
                    <a:p>
                      <a:pPr marL="0" marR="0" lvl="0" indent="0" algn="ctr" rtl="0">
                        <a:spcBef>
                          <a:spcPts val="0"/>
                        </a:spcBef>
                        <a:spcAft>
                          <a:spcPts val="0"/>
                        </a:spcAft>
                        <a:buNone/>
                      </a:pPr>
                      <a:endParaRPr sz="1200" b="1" kern="1200" dirty="0">
                        <a:solidFill>
                          <a:schemeClr val="tx1"/>
                        </a:solidFill>
                        <a:effectLst/>
                        <a:latin typeface="Arial Rounded"/>
                        <a:ea typeface="+mn-ea"/>
                        <a:cs typeface="+mn-cs"/>
                      </a:endParaRPr>
                    </a:p>
                  </a:txBody>
                  <a:tcPr marL="71725" marR="71725" marT="35875" marB="35875"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9615401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6">
            <a:extLst>
              <a:ext uri="{FF2B5EF4-FFF2-40B4-BE49-F238E27FC236}">
                <a16:creationId xmlns:a16="http://schemas.microsoft.com/office/drawing/2014/main" id="{1520EDB6-4AEF-CD61-2F10-8D51C354FBF3}"/>
              </a:ext>
            </a:extLst>
          </p:cNvPr>
          <p:cNvGraphicFramePr>
            <a:graphicFrameLocks noGrp="1"/>
          </p:cNvGraphicFramePr>
          <p:nvPr>
            <p:ph sz="half" idx="1"/>
          </p:nvPr>
        </p:nvGraphicFramePr>
        <p:xfrm>
          <a:off x="103909" y="1181392"/>
          <a:ext cx="5992090" cy="43513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Espace réservé du contenu 5">
            <a:extLst>
              <a:ext uri="{FF2B5EF4-FFF2-40B4-BE49-F238E27FC236}">
                <a16:creationId xmlns:a16="http://schemas.microsoft.com/office/drawing/2014/main" id="{348C28F0-5915-4C8D-4B88-2722918B411F}"/>
              </a:ext>
            </a:extLst>
          </p:cNvPr>
          <p:cNvGraphicFramePr>
            <a:graphicFrameLocks noGrp="1"/>
          </p:cNvGraphicFramePr>
          <p:nvPr>
            <p:ph sz="half" idx="2"/>
          </p:nvPr>
        </p:nvGraphicFramePr>
        <p:xfrm>
          <a:off x="6095999" y="1153680"/>
          <a:ext cx="6047509" cy="4351338"/>
        </p:xfrm>
        <a:graphic>
          <a:graphicData uri="http://schemas.openxmlformats.org/drawingml/2006/chart">
            <c:chart xmlns:c="http://schemas.openxmlformats.org/drawingml/2006/chart" xmlns:r="http://schemas.openxmlformats.org/officeDocument/2006/relationships" r:id="rId3"/>
          </a:graphicData>
        </a:graphic>
      </p:graphicFrame>
      <p:sp>
        <p:nvSpPr>
          <p:cNvPr id="7" name="Titre 1">
            <a:extLst>
              <a:ext uri="{FF2B5EF4-FFF2-40B4-BE49-F238E27FC236}">
                <a16:creationId xmlns:a16="http://schemas.microsoft.com/office/drawing/2014/main" id="{9E462964-14CB-D3AF-04B6-7E309410D026}"/>
              </a:ext>
            </a:extLst>
          </p:cNvPr>
          <p:cNvSpPr txBox="1">
            <a:spLocks/>
          </p:cNvSpPr>
          <p:nvPr/>
        </p:nvSpPr>
        <p:spPr>
          <a:xfrm>
            <a:off x="96967" y="173179"/>
            <a:ext cx="5915892" cy="738046"/>
          </a:xfrm>
          <a:prstGeom prst="rect">
            <a:avLst/>
          </a:prstGeom>
          <a:solidFill>
            <a:schemeClr val="accent1"/>
          </a:solidFill>
          <a:ln>
            <a:solidFill>
              <a:schemeClr val="accent1"/>
            </a:solidFill>
          </a:ln>
        </p:spPr>
        <p:txBody>
          <a:bodyPr vert="horz" lIns="68580" tIns="34290" rIns="68580" bIns="3429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685800"/>
            <a:r>
              <a:rPr lang="fr-FR" sz="1800" b="1" dirty="0">
                <a:solidFill>
                  <a:prstClr val="white"/>
                </a:solidFill>
                <a:latin typeface="Aptos Display" panose="02110004020202020204"/>
              </a:rPr>
              <a:t>3. AIRES</a:t>
            </a:r>
            <a:r>
              <a:rPr lang="fr-FR" sz="2000" b="1" dirty="0">
                <a:solidFill>
                  <a:prstClr val="white"/>
                </a:solidFill>
                <a:latin typeface="Aptos Display" panose="02110004020202020204"/>
              </a:rPr>
              <a:t> DE SANTE SANS DONNEES DE RECUPERATIONS JNV AOUT 2025</a:t>
            </a:r>
            <a:endParaRPr lang="fr-FR" sz="2000" dirty="0">
              <a:solidFill>
                <a:prstClr val="white"/>
              </a:solidFill>
              <a:latin typeface="Aptos Display" panose="02110004020202020204"/>
            </a:endParaRPr>
          </a:p>
        </p:txBody>
      </p:sp>
      <p:sp>
        <p:nvSpPr>
          <p:cNvPr id="8" name="ZoneTexte 7">
            <a:extLst>
              <a:ext uri="{FF2B5EF4-FFF2-40B4-BE49-F238E27FC236}">
                <a16:creationId xmlns:a16="http://schemas.microsoft.com/office/drawing/2014/main" id="{687F4591-9920-7474-BAC4-BF5148129DE7}"/>
              </a:ext>
            </a:extLst>
          </p:cNvPr>
          <p:cNvSpPr txBox="1"/>
          <p:nvPr/>
        </p:nvSpPr>
        <p:spPr>
          <a:xfrm>
            <a:off x="6186074" y="13548"/>
            <a:ext cx="5999018" cy="1077218"/>
          </a:xfrm>
          <a:prstGeom prst="rect">
            <a:avLst/>
          </a:prstGeom>
          <a:solidFill>
            <a:srgbClr val="002060"/>
          </a:solidFill>
        </p:spPr>
        <p:txBody>
          <a:bodyPr wrap="square" rtlCol="0">
            <a:spAutoFit/>
          </a:bodyPr>
          <a:lstStyle/>
          <a:p>
            <a:pPr algn="ctr">
              <a:defRPr sz="1400" b="1" i="0" u="none" strike="noStrike" kern="1200" spc="0" baseline="0">
                <a:solidFill>
                  <a:srgbClr val="002060"/>
                </a:solidFill>
                <a:latin typeface="+mn-lt"/>
                <a:ea typeface="+mn-ea"/>
                <a:cs typeface="+mn-cs"/>
              </a:defRPr>
            </a:pPr>
            <a:r>
              <a:rPr lang="fr-FR" sz="1600" b="1" dirty="0">
                <a:solidFill>
                  <a:schemeClr val="bg1"/>
                </a:solidFill>
              </a:rPr>
              <a:t>3. Comparaison des % d'AS n'ayant pas les données de récupération des enfants pendant les JNV d’Aout et de Novembre</a:t>
            </a:r>
          </a:p>
          <a:p>
            <a:pPr algn="ctr">
              <a:defRPr sz="1400" b="1" i="0" u="none" strike="noStrike" kern="1200" spc="0" baseline="0">
                <a:solidFill>
                  <a:srgbClr val="002060"/>
                </a:solidFill>
                <a:latin typeface="+mn-lt"/>
                <a:ea typeface="+mn-ea"/>
                <a:cs typeface="+mn-cs"/>
              </a:defRPr>
            </a:pPr>
            <a:r>
              <a:rPr lang="fr-FR" sz="1600" b="1" dirty="0">
                <a:solidFill>
                  <a:schemeClr val="bg1"/>
                </a:solidFill>
              </a:rPr>
              <a:t>dans 17 Provinces</a:t>
            </a:r>
          </a:p>
        </p:txBody>
      </p:sp>
      <p:sp>
        <p:nvSpPr>
          <p:cNvPr id="9" name="ZoneTexte 8">
            <a:extLst>
              <a:ext uri="{FF2B5EF4-FFF2-40B4-BE49-F238E27FC236}">
                <a16:creationId xmlns:a16="http://schemas.microsoft.com/office/drawing/2014/main" id="{9A7792AB-2417-9435-48A4-5928DB622EAC}"/>
              </a:ext>
            </a:extLst>
          </p:cNvPr>
          <p:cNvSpPr txBox="1"/>
          <p:nvPr/>
        </p:nvSpPr>
        <p:spPr>
          <a:xfrm>
            <a:off x="90032" y="5609011"/>
            <a:ext cx="6019800" cy="1169551"/>
          </a:xfrm>
          <a:prstGeom prst="rect">
            <a:avLst/>
          </a:prstGeom>
          <a:solidFill>
            <a:schemeClr val="accent1"/>
          </a:solidFill>
        </p:spPr>
        <p:txBody>
          <a:bodyPr wrap="square" rtlCol="0">
            <a:spAutoFit/>
          </a:bodyPr>
          <a:lstStyle/>
          <a:p>
            <a:pPr marL="285750" indent="-285750">
              <a:buFont typeface="Arial" panose="020B0604020202020204" pitchFamily="34" charset="0"/>
              <a:buChar char="•"/>
            </a:pPr>
            <a:r>
              <a:rPr lang="fr-FR" sz="1400" dirty="0">
                <a:solidFill>
                  <a:schemeClr val="bg1"/>
                </a:solidFill>
              </a:rPr>
              <a:t>Un cinquième d’AS n’ont pas renseigné les données en rapport avec la récupération des EZD et SV,</a:t>
            </a:r>
          </a:p>
          <a:p>
            <a:pPr marL="285750" indent="-285750">
              <a:buFont typeface="Arial" panose="020B0604020202020204" pitchFamily="34" charset="0"/>
              <a:buChar char="•"/>
            </a:pPr>
            <a:r>
              <a:rPr lang="fr-FR" sz="1400" dirty="0">
                <a:solidFill>
                  <a:schemeClr val="bg1"/>
                </a:solidFill>
              </a:rPr>
              <a:t>Pour les provinces du </a:t>
            </a:r>
            <a:r>
              <a:rPr lang="fr-FR" sz="1400" b="1" dirty="0">
                <a:solidFill>
                  <a:schemeClr val="bg1"/>
                </a:solidFill>
              </a:rPr>
              <a:t>Nord Ubangi et Lualaba </a:t>
            </a:r>
            <a:r>
              <a:rPr lang="fr-FR" sz="1400" dirty="0">
                <a:solidFill>
                  <a:schemeClr val="bg1"/>
                </a:solidFill>
              </a:rPr>
              <a:t>plus de la moitié d’AS n’ont pas rapporté les données de récupération,</a:t>
            </a:r>
          </a:p>
          <a:p>
            <a:r>
              <a:rPr lang="fr-FR" sz="1400" dirty="0">
                <a:solidFill>
                  <a:schemeClr val="bg1"/>
                </a:solidFill>
              </a:rPr>
              <a:t> </a:t>
            </a:r>
          </a:p>
        </p:txBody>
      </p:sp>
      <p:sp>
        <p:nvSpPr>
          <p:cNvPr id="10" name="ZoneTexte 9">
            <a:extLst>
              <a:ext uri="{FF2B5EF4-FFF2-40B4-BE49-F238E27FC236}">
                <a16:creationId xmlns:a16="http://schemas.microsoft.com/office/drawing/2014/main" id="{4649569F-3953-8D5F-8BA7-73DC5C17CF69}"/>
              </a:ext>
            </a:extLst>
          </p:cNvPr>
          <p:cNvSpPr txBox="1"/>
          <p:nvPr/>
        </p:nvSpPr>
        <p:spPr>
          <a:xfrm>
            <a:off x="6095999" y="5570691"/>
            <a:ext cx="6047530" cy="1200329"/>
          </a:xfrm>
          <a:prstGeom prst="rect">
            <a:avLst/>
          </a:prstGeom>
          <a:solidFill>
            <a:srgbClr val="002060"/>
          </a:solidFill>
        </p:spPr>
        <p:txBody>
          <a:bodyPr wrap="square" rtlCol="0">
            <a:spAutoFit/>
          </a:bodyPr>
          <a:lstStyle/>
          <a:p>
            <a:pPr marL="285750" indent="-285750">
              <a:buFont typeface="Arial" panose="020B0604020202020204" pitchFamily="34" charset="0"/>
              <a:buChar char="•"/>
              <a:defRPr sz="1400" b="1" i="0" u="none" strike="noStrike" kern="1200" spc="0" baseline="0">
                <a:solidFill>
                  <a:srgbClr val="002060"/>
                </a:solidFill>
                <a:latin typeface="+mn-lt"/>
                <a:ea typeface="+mn-ea"/>
                <a:cs typeface="+mn-cs"/>
              </a:defRPr>
            </a:pPr>
            <a:r>
              <a:rPr lang="fr-FR" sz="1200" dirty="0">
                <a:solidFill>
                  <a:schemeClr val="bg1"/>
                </a:solidFill>
              </a:rPr>
              <a:t>La province du Kwilu maintient un taux élevé d’AS sans données de récupération.</a:t>
            </a:r>
          </a:p>
          <a:p>
            <a:pPr marL="285750" indent="-285750">
              <a:buFont typeface="Arial" panose="020B0604020202020204" pitchFamily="34" charset="0"/>
              <a:buChar char="•"/>
              <a:defRPr sz="1400" b="1" i="0" u="none" strike="noStrike" kern="1200" spc="0" baseline="0">
                <a:solidFill>
                  <a:srgbClr val="002060"/>
                </a:solidFill>
                <a:latin typeface="+mn-lt"/>
                <a:ea typeface="+mn-ea"/>
                <a:cs typeface="+mn-cs"/>
              </a:defRPr>
            </a:pPr>
            <a:r>
              <a:rPr lang="fr-FR" sz="1200" dirty="0">
                <a:solidFill>
                  <a:schemeClr val="bg1"/>
                </a:solidFill>
              </a:rPr>
              <a:t>La proportion des AS sans données de récupération d’enfants ZD et SV est stable autour de 22-23%.</a:t>
            </a:r>
          </a:p>
          <a:p>
            <a:pPr marL="285750" indent="-285750">
              <a:buFont typeface="Arial" panose="020B0604020202020204" pitchFamily="34" charset="0"/>
              <a:buChar char="•"/>
              <a:defRPr sz="1400" b="1" i="0" u="none" strike="noStrike" kern="1200" spc="0" baseline="0">
                <a:solidFill>
                  <a:srgbClr val="002060"/>
                </a:solidFill>
                <a:latin typeface="+mn-lt"/>
                <a:ea typeface="+mn-ea"/>
                <a:cs typeface="+mn-cs"/>
              </a:defRPr>
            </a:pPr>
            <a:r>
              <a:rPr lang="fr-FR" sz="1200" dirty="0">
                <a:solidFill>
                  <a:schemeClr val="bg1"/>
                </a:solidFill>
              </a:rPr>
              <a:t>Les provinces du Sankuru, du Maniema et du Kasaï Oriental maintiennent une faible proportion d’AS sans données de récupération.</a:t>
            </a:r>
          </a:p>
        </p:txBody>
      </p:sp>
    </p:spTree>
    <p:extLst>
      <p:ext uri="{BB962C8B-B14F-4D97-AF65-F5344CB8AC3E}">
        <p14:creationId xmlns:p14="http://schemas.microsoft.com/office/powerpoint/2010/main" val="3352742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0A27E1-D302-A908-F686-4447053E5B1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re 1">
            <a:extLst>
              <a:ext uri="{FF2B5EF4-FFF2-40B4-BE49-F238E27FC236}">
                <a16:creationId xmlns:a16="http://schemas.microsoft.com/office/drawing/2014/main" id="{183D0975-87C0-CF3E-C1F7-9487B9096BB6}"/>
              </a:ext>
            </a:extLst>
          </p:cNvPr>
          <p:cNvSpPr txBox="1">
            <a:spLocks/>
          </p:cNvSpPr>
          <p:nvPr/>
        </p:nvSpPr>
        <p:spPr>
          <a:xfrm>
            <a:off x="556532" y="643467"/>
            <a:ext cx="11210925" cy="744836"/>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2700" b="1" kern="1200" dirty="0">
                <a:solidFill>
                  <a:schemeClr val="bg1"/>
                </a:solidFill>
                <a:latin typeface="+mj-lt"/>
                <a:ea typeface="+mj-ea"/>
                <a:cs typeface="+mj-cs"/>
              </a:rPr>
              <a:t>3. NOMBRE D’ENFANTS RECUPERES 24-59 MOIS JNV D’AOUT 2025</a:t>
            </a:r>
            <a:endParaRPr lang="en-US" sz="2700" kern="1200" dirty="0">
              <a:solidFill>
                <a:schemeClr val="bg1"/>
              </a:solidFill>
              <a:latin typeface="+mj-lt"/>
              <a:ea typeface="+mj-ea"/>
              <a:cs typeface="+mj-cs"/>
            </a:endParaRPr>
          </a:p>
        </p:txBody>
      </p:sp>
      <p:sp>
        <p:nvSpPr>
          <p:cNvPr id="4" name="ZoneTexte 3">
            <a:extLst>
              <a:ext uri="{FF2B5EF4-FFF2-40B4-BE49-F238E27FC236}">
                <a16:creationId xmlns:a16="http://schemas.microsoft.com/office/drawing/2014/main" id="{C04638E6-AE5D-184F-1D33-BCCF91D2D579}"/>
              </a:ext>
            </a:extLst>
          </p:cNvPr>
          <p:cNvSpPr txBox="1"/>
          <p:nvPr/>
        </p:nvSpPr>
        <p:spPr>
          <a:xfrm>
            <a:off x="2462464" y="1034716"/>
            <a:ext cx="1852863" cy="369332"/>
          </a:xfrm>
          <a:prstGeom prst="rect">
            <a:avLst/>
          </a:prstGeom>
          <a:noFill/>
        </p:spPr>
        <p:txBody>
          <a:bodyPr wrap="square" rtlCol="0">
            <a:spAutoFit/>
          </a:bodyPr>
          <a:lstStyle/>
          <a:p>
            <a:endParaRPr lang="fr-FR" dirty="0"/>
          </a:p>
        </p:txBody>
      </p:sp>
      <p:graphicFrame>
        <p:nvGraphicFramePr>
          <p:cNvPr id="2" name="Tableau 1">
            <a:extLst>
              <a:ext uri="{FF2B5EF4-FFF2-40B4-BE49-F238E27FC236}">
                <a16:creationId xmlns:a16="http://schemas.microsoft.com/office/drawing/2014/main" id="{5B91650A-A12F-5506-BC77-86233CAE25CB}"/>
              </a:ext>
            </a:extLst>
          </p:cNvPr>
          <p:cNvGraphicFramePr>
            <a:graphicFrameLocks noGrp="1"/>
          </p:cNvGraphicFramePr>
          <p:nvPr>
            <p:extLst>
              <p:ext uri="{D42A27DB-BD31-4B8C-83A1-F6EECF244321}">
                <p14:modId xmlns:p14="http://schemas.microsoft.com/office/powerpoint/2010/main" val="676619818"/>
              </p:ext>
            </p:extLst>
          </p:nvPr>
        </p:nvGraphicFramePr>
        <p:xfrm>
          <a:off x="1106557" y="1675225"/>
          <a:ext cx="10071652" cy="5063516"/>
        </p:xfrm>
        <a:graphic>
          <a:graphicData uri="http://schemas.openxmlformats.org/drawingml/2006/table">
            <a:tbl>
              <a:tblPr/>
              <a:tblGrid>
                <a:gridCol w="2025033">
                  <a:extLst>
                    <a:ext uri="{9D8B030D-6E8A-4147-A177-3AD203B41FA5}">
                      <a16:colId xmlns:a16="http://schemas.microsoft.com/office/drawing/2014/main" val="238458470"/>
                    </a:ext>
                  </a:extLst>
                </a:gridCol>
                <a:gridCol w="690407">
                  <a:extLst>
                    <a:ext uri="{9D8B030D-6E8A-4147-A177-3AD203B41FA5}">
                      <a16:colId xmlns:a16="http://schemas.microsoft.com/office/drawing/2014/main" val="1599026162"/>
                    </a:ext>
                  </a:extLst>
                </a:gridCol>
                <a:gridCol w="1091523">
                  <a:extLst>
                    <a:ext uri="{9D8B030D-6E8A-4147-A177-3AD203B41FA5}">
                      <a16:colId xmlns:a16="http://schemas.microsoft.com/office/drawing/2014/main" val="1859789362"/>
                    </a:ext>
                  </a:extLst>
                </a:gridCol>
                <a:gridCol w="871577">
                  <a:extLst>
                    <a:ext uri="{9D8B030D-6E8A-4147-A177-3AD203B41FA5}">
                      <a16:colId xmlns:a16="http://schemas.microsoft.com/office/drawing/2014/main" val="673133028"/>
                    </a:ext>
                  </a:extLst>
                </a:gridCol>
                <a:gridCol w="1091523">
                  <a:extLst>
                    <a:ext uri="{9D8B030D-6E8A-4147-A177-3AD203B41FA5}">
                      <a16:colId xmlns:a16="http://schemas.microsoft.com/office/drawing/2014/main" val="2268333962"/>
                    </a:ext>
                  </a:extLst>
                </a:gridCol>
                <a:gridCol w="723737">
                  <a:extLst>
                    <a:ext uri="{9D8B030D-6E8A-4147-A177-3AD203B41FA5}">
                      <a16:colId xmlns:a16="http://schemas.microsoft.com/office/drawing/2014/main" val="3151247679"/>
                    </a:ext>
                  </a:extLst>
                </a:gridCol>
                <a:gridCol w="1188593">
                  <a:extLst>
                    <a:ext uri="{9D8B030D-6E8A-4147-A177-3AD203B41FA5}">
                      <a16:colId xmlns:a16="http://schemas.microsoft.com/office/drawing/2014/main" val="737601261"/>
                    </a:ext>
                  </a:extLst>
                </a:gridCol>
                <a:gridCol w="672966">
                  <a:extLst>
                    <a:ext uri="{9D8B030D-6E8A-4147-A177-3AD203B41FA5}">
                      <a16:colId xmlns:a16="http://schemas.microsoft.com/office/drawing/2014/main" val="2308937287"/>
                    </a:ext>
                  </a:extLst>
                </a:gridCol>
                <a:gridCol w="1115961">
                  <a:extLst>
                    <a:ext uri="{9D8B030D-6E8A-4147-A177-3AD203B41FA5}">
                      <a16:colId xmlns:a16="http://schemas.microsoft.com/office/drawing/2014/main" val="2980191786"/>
                    </a:ext>
                  </a:extLst>
                </a:gridCol>
                <a:gridCol w="600332">
                  <a:extLst>
                    <a:ext uri="{9D8B030D-6E8A-4147-A177-3AD203B41FA5}">
                      <a16:colId xmlns:a16="http://schemas.microsoft.com/office/drawing/2014/main" val="385111285"/>
                    </a:ext>
                  </a:extLst>
                </a:gridCol>
              </a:tblGrid>
              <a:tr h="174604">
                <a:tc rowSpan="2">
                  <a:txBody>
                    <a:bodyPr/>
                    <a:lstStyle/>
                    <a:p>
                      <a:pPr algn="ctr" rtl="0" fontAlgn="ctr"/>
                      <a:r>
                        <a:rPr lang="fr-FR" sz="1100" b="1" i="0" u="none" strike="noStrike">
                          <a:solidFill>
                            <a:srgbClr val="000000"/>
                          </a:solidFill>
                          <a:effectLst/>
                          <a:latin typeface="Aptos Narrow" panose="020B0004020202020204" pitchFamily="34" charset="0"/>
                        </a:rPr>
                        <a:t>Antenne</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rtl="0" fontAlgn="ctr"/>
                      <a:r>
                        <a:rPr lang="fr-FR" sz="1100" b="1" i="0" u="none" strike="noStrike">
                          <a:solidFill>
                            <a:srgbClr val="000000"/>
                          </a:solidFill>
                          <a:effectLst/>
                          <a:latin typeface="Aptos Narrow" panose="020B0004020202020204" pitchFamily="34" charset="0"/>
                        </a:rPr>
                        <a:t>AS</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rtl="0" fontAlgn="ctr"/>
                      <a:r>
                        <a:rPr lang="fr-FR" sz="1100" b="1" i="0" u="none" strike="noStrike">
                          <a:solidFill>
                            <a:srgbClr val="000000"/>
                          </a:solidFill>
                          <a:effectLst/>
                          <a:latin typeface="Aptos Narrow" panose="020B0004020202020204" pitchFamily="34" charset="0"/>
                        </a:rPr>
                        <a:t>Aucune Récup</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000"/>
                    </a:solidFill>
                  </a:tcPr>
                </a:tc>
                <a:tc hMerge="1">
                  <a:txBody>
                    <a:bodyPr/>
                    <a:lstStyle/>
                    <a:p>
                      <a:endParaRPr lang="fr-FR"/>
                    </a:p>
                  </a:txBody>
                  <a:tcPr/>
                </a:tc>
                <a:tc gridSpan="2">
                  <a:txBody>
                    <a:bodyPr/>
                    <a:lstStyle/>
                    <a:p>
                      <a:pPr algn="ctr" rtl="0" fontAlgn="ctr"/>
                      <a:r>
                        <a:rPr lang="fr-FR" sz="1100" b="1" i="0" u="none" strike="noStrike">
                          <a:solidFill>
                            <a:srgbClr val="000000"/>
                          </a:solidFill>
                          <a:effectLst/>
                          <a:latin typeface="Aptos Narrow" panose="020B0004020202020204" pitchFamily="34" charset="0"/>
                        </a:rPr>
                        <a:t>1-50 Récup</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fr-FR"/>
                    </a:p>
                  </a:txBody>
                  <a:tcPr/>
                </a:tc>
                <a:tc gridSpan="2">
                  <a:txBody>
                    <a:bodyPr/>
                    <a:lstStyle/>
                    <a:p>
                      <a:pPr algn="ctr" rtl="0" fontAlgn="ctr"/>
                      <a:r>
                        <a:rPr lang="fr-FR" sz="1100" b="1" i="0" u="none" strike="noStrike">
                          <a:solidFill>
                            <a:srgbClr val="000000"/>
                          </a:solidFill>
                          <a:effectLst/>
                          <a:latin typeface="Aptos Narrow" panose="020B0004020202020204" pitchFamily="34" charset="0"/>
                        </a:rPr>
                        <a:t>50-100 Récup</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D973"/>
                    </a:solidFill>
                  </a:tcPr>
                </a:tc>
                <a:tc hMerge="1">
                  <a:txBody>
                    <a:bodyPr/>
                    <a:lstStyle/>
                    <a:p>
                      <a:endParaRPr lang="fr-FR"/>
                    </a:p>
                  </a:txBody>
                  <a:tcPr/>
                </a:tc>
                <a:tc gridSpan="2">
                  <a:txBody>
                    <a:bodyPr/>
                    <a:lstStyle/>
                    <a:p>
                      <a:pPr algn="ctr" rtl="0" fontAlgn="ctr"/>
                      <a:r>
                        <a:rPr lang="fr-FR" sz="1100" b="1" i="0" u="none" strike="noStrike">
                          <a:solidFill>
                            <a:srgbClr val="000000"/>
                          </a:solidFill>
                          <a:effectLst/>
                          <a:latin typeface="Aptos Narrow" panose="020B0004020202020204" pitchFamily="34" charset="0"/>
                        </a:rPr>
                        <a:t>100 Récup et plus </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B7D23"/>
                    </a:solidFill>
                  </a:tcPr>
                </a:tc>
                <a:tc hMerge="1">
                  <a:txBody>
                    <a:bodyPr/>
                    <a:lstStyle/>
                    <a:p>
                      <a:endParaRPr lang="fr-FR"/>
                    </a:p>
                  </a:txBody>
                  <a:tcPr/>
                </a:tc>
                <a:extLst>
                  <a:ext uri="{0D108BD9-81ED-4DB2-BD59-A6C34878D82A}">
                    <a16:rowId xmlns:a16="http://schemas.microsoft.com/office/drawing/2014/main" val="967147452"/>
                  </a:ext>
                </a:extLst>
              </a:tr>
              <a:tr h="174604">
                <a:tc vMerge="1">
                  <a:txBody>
                    <a:bodyPr/>
                    <a:lstStyle/>
                    <a:p>
                      <a:endParaRPr lang="fr-FR"/>
                    </a:p>
                  </a:txBody>
                  <a:tcPr/>
                </a:tc>
                <a:tc vMerge="1">
                  <a:txBody>
                    <a:bodyPr/>
                    <a:lstStyle/>
                    <a:p>
                      <a:endParaRPr lang="fr-FR"/>
                    </a:p>
                  </a:txBody>
                  <a:tcPr/>
                </a:tc>
                <a:tc>
                  <a:txBody>
                    <a:bodyPr/>
                    <a:lstStyle/>
                    <a:p>
                      <a:pPr algn="ctr" rtl="0" fontAlgn="ctr"/>
                      <a:r>
                        <a:rPr lang="fr-FR" sz="1100" b="1" i="0" u="none" strike="noStrike">
                          <a:solidFill>
                            <a:srgbClr val="000000"/>
                          </a:solidFill>
                          <a:effectLst/>
                          <a:latin typeface="Aptos Narrow" panose="020B0004020202020204" pitchFamily="34" charset="0"/>
                        </a:rPr>
                        <a:t>Nb Aires</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000"/>
                    </a:solidFill>
                  </a:tcPr>
                </a:tc>
                <a:tc>
                  <a:txBody>
                    <a:bodyPr/>
                    <a:lstStyle/>
                    <a:p>
                      <a:pPr algn="ctr" rtl="0" fontAlgn="ctr"/>
                      <a:r>
                        <a:rPr lang="fr-FR" sz="1100" b="1" i="0" u="none" strike="noStrike">
                          <a:solidFill>
                            <a:srgbClr val="000000"/>
                          </a:solidFill>
                          <a:effectLst/>
                          <a:latin typeface="Aptos Narrow" panose="020B0004020202020204" pitchFamily="34" charset="0"/>
                        </a:rPr>
                        <a:t>%</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000"/>
                    </a:solidFill>
                  </a:tcPr>
                </a:tc>
                <a:tc>
                  <a:txBody>
                    <a:bodyPr/>
                    <a:lstStyle/>
                    <a:p>
                      <a:pPr algn="ctr" rtl="0" fontAlgn="ctr"/>
                      <a:r>
                        <a:rPr lang="fr-FR" sz="1100" b="1" i="0" u="none" strike="noStrike">
                          <a:solidFill>
                            <a:srgbClr val="000000"/>
                          </a:solidFill>
                          <a:effectLst/>
                          <a:latin typeface="Aptos Narrow" panose="020B0004020202020204" pitchFamily="34" charset="0"/>
                        </a:rPr>
                        <a:t>Nb Aires</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ctr"/>
                      <a:r>
                        <a:rPr lang="fr-FR" sz="1100" b="1" i="0" u="none" strike="noStrike">
                          <a:solidFill>
                            <a:srgbClr val="000000"/>
                          </a:solidFill>
                          <a:effectLst/>
                          <a:latin typeface="Aptos Narrow" panose="020B0004020202020204" pitchFamily="34" charset="0"/>
                        </a:rPr>
                        <a:t>%</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ctr"/>
                      <a:r>
                        <a:rPr lang="fr-FR" sz="1100" b="1" i="0" u="none" strike="noStrike">
                          <a:solidFill>
                            <a:srgbClr val="000000"/>
                          </a:solidFill>
                          <a:effectLst/>
                          <a:latin typeface="Aptos Narrow" panose="020B0004020202020204" pitchFamily="34" charset="0"/>
                        </a:rPr>
                        <a:t>Nb Aires</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D973"/>
                    </a:solidFill>
                  </a:tcPr>
                </a:tc>
                <a:tc>
                  <a:txBody>
                    <a:bodyPr/>
                    <a:lstStyle/>
                    <a:p>
                      <a:pPr algn="ctr" rtl="0" fontAlgn="ctr"/>
                      <a:r>
                        <a:rPr lang="fr-FR" sz="1100" b="1" i="0" u="none" strike="noStrike">
                          <a:solidFill>
                            <a:srgbClr val="000000"/>
                          </a:solidFill>
                          <a:effectLst/>
                          <a:latin typeface="Aptos Narrow" panose="020B0004020202020204" pitchFamily="34" charset="0"/>
                        </a:rPr>
                        <a:t>%</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D973"/>
                    </a:solidFill>
                  </a:tcPr>
                </a:tc>
                <a:tc>
                  <a:txBody>
                    <a:bodyPr/>
                    <a:lstStyle/>
                    <a:p>
                      <a:pPr algn="ctr" rtl="0" fontAlgn="ctr"/>
                      <a:r>
                        <a:rPr lang="fr-FR" sz="1100" b="1" i="0" u="none" strike="noStrike">
                          <a:solidFill>
                            <a:srgbClr val="000000"/>
                          </a:solidFill>
                          <a:effectLst/>
                          <a:latin typeface="Aptos Narrow" panose="020B0004020202020204" pitchFamily="34" charset="0"/>
                        </a:rPr>
                        <a:t>Nb Aires</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B7D23"/>
                    </a:solidFill>
                  </a:tcPr>
                </a:tc>
                <a:tc>
                  <a:txBody>
                    <a:bodyPr/>
                    <a:lstStyle/>
                    <a:p>
                      <a:pPr algn="ctr" rtl="0" fontAlgn="ctr"/>
                      <a:r>
                        <a:rPr lang="fr-FR" sz="1100" b="1" i="0" u="none" strike="noStrike">
                          <a:solidFill>
                            <a:srgbClr val="000000"/>
                          </a:solidFill>
                          <a:effectLst/>
                          <a:latin typeface="Aptos Narrow" panose="020B0004020202020204" pitchFamily="34" charset="0"/>
                        </a:rPr>
                        <a:t>%</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B7D23"/>
                    </a:solidFill>
                  </a:tcPr>
                </a:tc>
                <a:extLst>
                  <a:ext uri="{0D108BD9-81ED-4DB2-BD59-A6C34878D82A}">
                    <a16:rowId xmlns:a16="http://schemas.microsoft.com/office/drawing/2014/main" val="4152950091"/>
                  </a:ext>
                </a:extLst>
              </a:tr>
              <a:tr h="174604">
                <a:tc>
                  <a:txBody>
                    <a:bodyPr/>
                    <a:lstStyle/>
                    <a:p>
                      <a:pPr algn="l" fontAlgn="ctr"/>
                      <a:r>
                        <a:rPr lang="fr-FR" sz="1100" b="0" i="0" u="none" strike="noStrike">
                          <a:solidFill>
                            <a:srgbClr val="000000"/>
                          </a:solidFill>
                          <a:effectLst/>
                          <a:latin typeface="Aptos Narrow" panose="020B0004020202020204" pitchFamily="34" charset="0"/>
                        </a:rPr>
                        <a:t>BAS UELE</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182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180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8653668"/>
                  </a:ext>
                </a:extLst>
              </a:tr>
              <a:tr h="174604">
                <a:tc>
                  <a:txBody>
                    <a:bodyPr/>
                    <a:lstStyle/>
                    <a:p>
                      <a:pPr algn="l" fontAlgn="ctr"/>
                      <a:r>
                        <a:rPr lang="fr-FR" sz="1100" b="0" i="0" u="none" strike="noStrike">
                          <a:solidFill>
                            <a:srgbClr val="000000"/>
                          </a:solidFill>
                          <a:effectLst/>
                          <a:latin typeface="Aptos Narrow" panose="020B0004020202020204" pitchFamily="34" charset="0"/>
                        </a:rPr>
                        <a:t>EQUATEUR</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284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282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8986728"/>
                  </a:ext>
                </a:extLst>
              </a:tr>
              <a:tr h="174604">
                <a:tc>
                  <a:txBody>
                    <a:bodyPr/>
                    <a:lstStyle/>
                    <a:p>
                      <a:pPr algn="l" fontAlgn="ctr"/>
                      <a:r>
                        <a:rPr lang="fr-FR" sz="1100" b="0" i="0" u="none" strike="noStrike">
                          <a:solidFill>
                            <a:srgbClr val="000000"/>
                          </a:solidFill>
                          <a:effectLst/>
                          <a:latin typeface="Aptos Narrow" panose="020B0004020202020204" pitchFamily="34" charset="0"/>
                        </a:rPr>
                        <a:t>HAUT KATANGA</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493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476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4543410"/>
                  </a:ext>
                </a:extLst>
              </a:tr>
              <a:tr h="174604">
                <a:tc>
                  <a:txBody>
                    <a:bodyPr/>
                    <a:lstStyle/>
                    <a:p>
                      <a:pPr algn="l" fontAlgn="ctr"/>
                      <a:r>
                        <a:rPr lang="fr-FR" sz="1100" b="0" i="0" u="none" strike="noStrike">
                          <a:solidFill>
                            <a:srgbClr val="000000"/>
                          </a:solidFill>
                          <a:effectLst/>
                          <a:latin typeface="Aptos Narrow" panose="020B0004020202020204" pitchFamily="34" charset="0"/>
                        </a:rPr>
                        <a:t>HAUT LOMAMI</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392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333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85%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54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27739"/>
                  </a:ext>
                </a:extLst>
              </a:tr>
              <a:tr h="174604">
                <a:tc>
                  <a:txBody>
                    <a:bodyPr/>
                    <a:lstStyle/>
                    <a:p>
                      <a:pPr algn="l" fontAlgn="ctr"/>
                      <a:r>
                        <a:rPr lang="fr-FR" sz="1100" b="0" i="0" u="none" strike="noStrike">
                          <a:solidFill>
                            <a:srgbClr val="000000"/>
                          </a:solidFill>
                          <a:effectLst/>
                          <a:latin typeface="Aptos Narrow" panose="020B0004020202020204" pitchFamily="34" charset="0"/>
                        </a:rPr>
                        <a:t>HAUT UELE</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214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208</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9756336"/>
                  </a:ext>
                </a:extLst>
              </a:tr>
              <a:tr h="174604">
                <a:tc>
                  <a:txBody>
                    <a:bodyPr/>
                    <a:lstStyle/>
                    <a:p>
                      <a:pPr algn="l" fontAlgn="ctr"/>
                      <a:r>
                        <a:rPr lang="fr-FR" sz="1100" b="0" i="0" u="none" strike="noStrike">
                          <a:solidFill>
                            <a:srgbClr val="000000"/>
                          </a:solidFill>
                          <a:effectLst/>
                          <a:latin typeface="Aptos Narrow" panose="020B0004020202020204" pitchFamily="34" charset="0"/>
                        </a:rPr>
                        <a:t>ITURI</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610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594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928058"/>
                  </a:ext>
                </a:extLst>
              </a:tr>
              <a:tr h="174604">
                <a:tc>
                  <a:txBody>
                    <a:bodyPr/>
                    <a:lstStyle/>
                    <a:p>
                      <a:pPr algn="l" fontAlgn="ctr"/>
                      <a:r>
                        <a:rPr lang="fr-FR" sz="1100" b="0" i="0" u="none" strike="noStrike">
                          <a:solidFill>
                            <a:srgbClr val="000000"/>
                          </a:solidFill>
                          <a:effectLst/>
                          <a:latin typeface="Aptos Narrow" panose="020B0004020202020204" pitchFamily="34" charset="0"/>
                        </a:rPr>
                        <a:t>KASAI</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501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389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78%</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84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6515199"/>
                  </a:ext>
                </a:extLst>
              </a:tr>
              <a:tr h="174604">
                <a:tc>
                  <a:txBody>
                    <a:bodyPr/>
                    <a:lstStyle/>
                    <a:p>
                      <a:pPr algn="l" fontAlgn="ctr"/>
                      <a:r>
                        <a:rPr lang="fr-FR" sz="1100" b="0" i="0" u="none" strike="noStrike">
                          <a:solidFill>
                            <a:srgbClr val="000000"/>
                          </a:solidFill>
                          <a:effectLst/>
                          <a:latin typeface="Aptos Narrow" panose="020B0004020202020204" pitchFamily="34" charset="0"/>
                        </a:rPr>
                        <a:t>KASAI CENTRAL</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461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441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2968846"/>
                  </a:ext>
                </a:extLst>
              </a:tr>
              <a:tr h="174604">
                <a:tc>
                  <a:txBody>
                    <a:bodyPr/>
                    <a:lstStyle/>
                    <a:p>
                      <a:pPr algn="l" fontAlgn="ctr"/>
                      <a:r>
                        <a:rPr lang="fr-FR" sz="1100" b="0" i="0" u="none" strike="noStrike">
                          <a:solidFill>
                            <a:srgbClr val="000000"/>
                          </a:solidFill>
                          <a:effectLst/>
                          <a:latin typeface="Aptos Narrow" panose="020B0004020202020204" pitchFamily="34" charset="0"/>
                        </a:rPr>
                        <a:t>KASAI ORIENTAL</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317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285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1244823"/>
                  </a:ext>
                </a:extLst>
              </a:tr>
              <a:tr h="174604">
                <a:tc>
                  <a:txBody>
                    <a:bodyPr/>
                    <a:lstStyle/>
                    <a:p>
                      <a:pPr algn="l" fontAlgn="ctr"/>
                      <a:r>
                        <a:rPr lang="fr-FR" sz="1100" b="0" i="0" u="none" strike="noStrike">
                          <a:solidFill>
                            <a:srgbClr val="000000"/>
                          </a:solidFill>
                          <a:effectLst/>
                          <a:latin typeface="Aptos Narrow" panose="020B0004020202020204" pitchFamily="34" charset="0"/>
                        </a:rPr>
                        <a:t>KINSHASA</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421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409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3858871"/>
                  </a:ext>
                </a:extLst>
              </a:tr>
              <a:tr h="174604">
                <a:tc>
                  <a:txBody>
                    <a:bodyPr/>
                    <a:lstStyle/>
                    <a:p>
                      <a:pPr algn="l" fontAlgn="ctr"/>
                      <a:r>
                        <a:rPr lang="fr-FR" sz="1100" b="0" i="0" u="none" strike="noStrike">
                          <a:solidFill>
                            <a:srgbClr val="000000"/>
                          </a:solidFill>
                          <a:effectLst/>
                          <a:latin typeface="Aptos Narrow" panose="020B0004020202020204" pitchFamily="34" charset="0"/>
                        </a:rPr>
                        <a:t>KONGO CENTRAL</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419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417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100%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0499599"/>
                  </a:ext>
                </a:extLst>
              </a:tr>
              <a:tr h="174604">
                <a:tc>
                  <a:txBody>
                    <a:bodyPr/>
                    <a:lstStyle/>
                    <a:p>
                      <a:pPr algn="l" fontAlgn="ctr"/>
                      <a:r>
                        <a:rPr lang="fr-FR" sz="1100" b="0" i="0" u="none" strike="noStrike">
                          <a:solidFill>
                            <a:srgbClr val="000000"/>
                          </a:solidFill>
                          <a:effectLst/>
                          <a:latin typeface="Aptos Narrow" panose="020B0004020202020204" pitchFamily="34" charset="0"/>
                        </a:rPr>
                        <a:t>KWANGO</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353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333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076393"/>
                  </a:ext>
                </a:extLst>
              </a:tr>
              <a:tr h="174604">
                <a:tc>
                  <a:txBody>
                    <a:bodyPr/>
                    <a:lstStyle/>
                    <a:p>
                      <a:pPr algn="l" fontAlgn="ctr"/>
                      <a:r>
                        <a:rPr lang="fr-FR" sz="1100" b="0" i="0" u="none" strike="noStrike">
                          <a:solidFill>
                            <a:srgbClr val="000000"/>
                          </a:solidFill>
                          <a:effectLst/>
                          <a:latin typeface="Aptos Narrow" panose="020B0004020202020204" pitchFamily="34" charset="0"/>
                        </a:rPr>
                        <a:t>KWILU</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755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721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4671779"/>
                  </a:ext>
                </a:extLst>
              </a:tr>
              <a:tr h="174604">
                <a:tc>
                  <a:txBody>
                    <a:bodyPr/>
                    <a:lstStyle/>
                    <a:p>
                      <a:pPr algn="l" fontAlgn="ctr"/>
                      <a:r>
                        <a:rPr lang="fr-FR" sz="1100" b="0" i="0" u="none" strike="noStrike">
                          <a:solidFill>
                            <a:srgbClr val="000000"/>
                          </a:solidFill>
                          <a:effectLst/>
                          <a:latin typeface="Aptos Narrow" panose="020B0004020202020204" pitchFamily="34" charset="0"/>
                        </a:rPr>
                        <a:t>LOMAMI</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316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315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100%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dirty="0">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2277810"/>
                  </a:ext>
                </a:extLst>
              </a:tr>
              <a:tr h="174604">
                <a:tc>
                  <a:txBody>
                    <a:bodyPr/>
                    <a:lstStyle/>
                    <a:p>
                      <a:pPr algn="l" fontAlgn="ctr"/>
                      <a:r>
                        <a:rPr lang="fr-FR" sz="1100" b="0" i="0" u="none" strike="noStrike">
                          <a:solidFill>
                            <a:srgbClr val="000000"/>
                          </a:solidFill>
                          <a:effectLst/>
                          <a:latin typeface="Aptos Narrow" panose="020B0004020202020204" pitchFamily="34" charset="0"/>
                        </a:rPr>
                        <a:t>LUALABA</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281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277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6902265"/>
                  </a:ext>
                </a:extLst>
              </a:tr>
              <a:tr h="174604">
                <a:tc>
                  <a:txBody>
                    <a:bodyPr/>
                    <a:lstStyle/>
                    <a:p>
                      <a:pPr algn="l" fontAlgn="ctr"/>
                      <a:r>
                        <a:rPr lang="fr-FR" sz="1100" b="0" i="0" u="none" strike="noStrike">
                          <a:solidFill>
                            <a:srgbClr val="000000"/>
                          </a:solidFill>
                          <a:effectLst/>
                          <a:latin typeface="Aptos Narrow" panose="020B0004020202020204" pitchFamily="34" charset="0"/>
                        </a:rPr>
                        <a:t>MAI NDOMBE</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310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261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84%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7742354"/>
                  </a:ext>
                </a:extLst>
              </a:tr>
              <a:tr h="174604">
                <a:tc>
                  <a:txBody>
                    <a:bodyPr/>
                    <a:lstStyle/>
                    <a:p>
                      <a:pPr algn="l" fontAlgn="ctr"/>
                      <a:r>
                        <a:rPr lang="fr-FR" sz="1100" b="0" i="0" u="none" strike="noStrike">
                          <a:solidFill>
                            <a:srgbClr val="000000"/>
                          </a:solidFill>
                          <a:effectLst/>
                          <a:latin typeface="Aptos Narrow" panose="020B0004020202020204" pitchFamily="34" charset="0"/>
                        </a:rPr>
                        <a:t>MANIEMA</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283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274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2897654"/>
                  </a:ext>
                </a:extLst>
              </a:tr>
              <a:tr h="174604">
                <a:tc>
                  <a:txBody>
                    <a:bodyPr/>
                    <a:lstStyle/>
                    <a:p>
                      <a:pPr algn="l" fontAlgn="ctr"/>
                      <a:r>
                        <a:rPr lang="fr-FR" sz="1100" b="0" i="0" u="none" strike="noStrike">
                          <a:solidFill>
                            <a:srgbClr val="000000"/>
                          </a:solidFill>
                          <a:effectLst/>
                          <a:latin typeface="Aptos Narrow" panose="020B0004020202020204" pitchFamily="34" charset="0"/>
                        </a:rPr>
                        <a:t>MONGALA</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295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181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61%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9982531"/>
                  </a:ext>
                </a:extLst>
              </a:tr>
              <a:tr h="174604">
                <a:tc>
                  <a:txBody>
                    <a:bodyPr/>
                    <a:lstStyle/>
                    <a:p>
                      <a:pPr algn="l" fontAlgn="ctr"/>
                      <a:r>
                        <a:rPr lang="fr-FR" sz="1100" b="0" i="0" u="none" strike="noStrike">
                          <a:solidFill>
                            <a:srgbClr val="000000"/>
                          </a:solidFill>
                          <a:effectLst/>
                          <a:latin typeface="Aptos Narrow" panose="020B0004020202020204" pitchFamily="34" charset="0"/>
                        </a:rPr>
                        <a:t>NORD KIVU</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678</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641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9405610"/>
                  </a:ext>
                </a:extLst>
              </a:tr>
              <a:tr h="174604">
                <a:tc>
                  <a:txBody>
                    <a:bodyPr/>
                    <a:lstStyle/>
                    <a:p>
                      <a:pPr algn="l" fontAlgn="ctr"/>
                      <a:r>
                        <a:rPr lang="fr-FR" sz="1100" b="0" i="0" u="none" strike="noStrike">
                          <a:solidFill>
                            <a:srgbClr val="000000"/>
                          </a:solidFill>
                          <a:effectLst/>
                          <a:latin typeface="Aptos Narrow" panose="020B0004020202020204" pitchFamily="34" charset="0"/>
                        </a:rPr>
                        <a:t>NORD UBANGI</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192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191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6179705"/>
                  </a:ext>
                </a:extLst>
              </a:tr>
              <a:tr h="174604">
                <a:tc>
                  <a:txBody>
                    <a:bodyPr/>
                    <a:lstStyle/>
                    <a:p>
                      <a:pPr algn="l" fontAlgn="ctr"/>
                      <a:r>
                        <a:rPr lang="fr-FR" sz="1100" b="0" i="0" u="none" strike="noStrike">
                          <a:solidFill>
                            <a:srgbClr val="000000"/>
                          </a:solidFill>
                          <a:effectLst/>
                          <a:latin typeface="Aptos Narrow" panose="020B0004020202020204" pitchFamily="34" charset="0"/>
                        </a:rPr>
                        <a:t>SANKURU</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248</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184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74%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57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dirty="0">
                          <a:solidFill>
                            <a:srgbClr val="000000"/>
                          </a:solidFill>
                          <a:effectLst/>
                          <a:latin typeface="Aptos Narrow" panose="020B0004020202020204" pitchFamily="34" charset="0"/>
                        </a:rPr>
                        <a:t>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9279670"/>
                  </a:ext>
                </a:extLst>
              </a:tr>
              <a:tr h="174604">
                <a:tc>
                  <a:txBody>
                    <a:bodyPr/>
                    <a:lstStyle/>
                    <a:p>
                      <a:pPr algn="l" fontAlgn="ctr"/>
                      <a:r>
                        <a:rPr lang="fr-FR" sz="1100" b="0" i="0" u="none" strike="noStrike">
                          <a:solidFill>
                            <a:srgbClr val="000000"/>
                          </a:solidFill>
                          <a:effectLst/>
                          <a:latin typeface="Aptos Narrow" panose="020B0004020202020204" pitchFamily="34" charset="0"/>
                        </a:rPr>
                        <a:t>SUD-KIVU</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672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663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9701125"/>
                  </a:ext>
                </a:extLst>
              </a:tr>
              <a:tr h="174604">
                <a:tc>
                  <a:txBody>
                    <a:bodyPr/>
                    <a:lstStyle/>
                    <a:p>
                      <a:pPr algn="l" fontAlgn="ctr"/>
                      <a:r>
                        <a:rPr lang="fr-FR" sz="1100" b="0" i="0" u="none" strike="noStrike">
                          <a:solidFill>
                            <a:srgbClr val="000000"/>
                          </a:solidFill>
                          <a:effectLst/>
                          <a:latin typeface="Aptos Narrow" panose="020B0004020202020204" pitchFamily="34" charset="0"/>
                        </a:rPr>
                        <a:t>SUD-UBANGI</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329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309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4098588"/>
                  </a:ext>
                </a:extLst>
              </a:tr>
              <a:tr h="174604">
                <a:tc>
                  <a:txBody>
                    <a:bodyPr/>
                    <a:lstStyle/>
                    <a:p>
                      <a:pPr algn="l" fontAlgn="ctr"/>
                      <a:r>
                        <a:rPr lang="fr-FR" sz="1100" b="0" i="0" u="none" strike="noStrike">
                          <a:solidFill>
                            <a:srgbClr val="000000"/>
                          </a:solidFill>
                          <a:effectLst/>
                          <a:latin typeface="Aptos Narrow" panose="020B0004020202020204" pitchFamily="34" charset="0"/>
                        </a:rPr>
                        <a:t>TANGANYIKA</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267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196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73%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71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9321275"/>
                  </a:ext>
                </a:extLst>
              </a:tr>
              <a:tr h="174604">
                <a:tc>
                  <a:txBody>
                    <a:bodyPr/>
                    <a:lstStyle/>
                    <a:p>
                      <a:pPr algn="l" fontAlgn="ctr"/>
                      <a:r>
                        <a:rPr lang="fr-FR" sz="1100" b="0" i="0" u="none" strike="noStrike">
                          <a:solidFill>
                            <a:srgbClr val="000000"/>
                          </a:solidFill>
                          <a:effectLst/>
                          <a:latin typeface="Aptos Narrow" panose="020B0004020202020204" pitchFamily="34" charset="0"/>
                        </a:rPr>
                        <a:t>TSHOPO</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442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336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76%</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87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18</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8380102"/>
                  </a:ext>
                </a:extLst>
              </a:tr>
              <a:tr h="174604">
                <a:tc>
                  <a:txBody>
                    <a:bodyPr/>
                    <a:lstStyle/>
                    <a:p>
                      <a:pPr algn="l" fontAlgn="ctr"/>
                      <a:r>
                        <a:rPr lang="fr-FR" sz="1100" b="0" i="0" u="none" strike="noStrike">
                          <a:solidFill>
                            <a:srgbClr val="000000"/>
                          </a:solidFill>
                          <a:effectLst/>
                          <a:latin typeface="Aptos Narrow" panose="020B0004020202020204" pitchFamily="34" charset="0"/>
                        </a:rPr>
                        <a:t>TSHUAPA</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278</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178</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64%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94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34%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5</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2%</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fr-FR" sz="1100" b="0" i="0" u="none" strike="noStrike">
                          <a:solidFill>
                            <a:srgbClr val="000000"/>
                          </a:solidFill>
                          <a:effectLst/>
                          <a:latin typeface="Aptos Narrow" panose="020B0004020202020204" pitchFamily="34" charset="0"/>
                        </a:rPr>
                        <a:t>0%</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0290268"/>
                  </a:ext>
                </a:extLst>
              </a:tr>
              <a:tr h="174604">
                <a:tc>
                  <a:txBody>
                    <a:bodyPr/>
                    <a:lstStyle/>
                    <a:p>
                      <a:pPr algn="l" rtl="0" fontAlgn="ctr"/>
                      <a:r>
                        <a:rPr lang="fr-FR" sz="1100" b="1" i="0" u="none" strike="noStrike">
                          <a:solidFill>
                            <a:srgbClr val="FFFFFF"/>
                          </a:solidFill>
                          <a:effectLst/>
                          <a:latin typeface="Aptos Narrow" panose="020B0004020202020204" pitchFamily="34" charset="0"/>
                        </a:rPr>
                        <a:t>RDC</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fr-FR" sz="1100" b="1" i="0" u="none" strike="noStrike">
                          <a:solidFill>
                            <a:srgbClr val="FFFFFF"/>
                          </a:solidFill>
                          <a:effectLst/>
                          <a:latin typeface="Aptos Narrow" panose="020B0004020202020204" pitchFamily="34" charset="0"/>
                        </a:rPr>
                        <a:t>9993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fr-FR" sz="1100" b="1" i="0" u="none" strike="noStrike">
                          <a:solidFill>
                            <a:srgbClr val="FFFFFF"/>
                          </a:solidFill>
                          <a:effectLst/>
                          <a:latin typeface="Aptos Narrow" panose="020B0004020202020204" pitchFamily="34" charset="0"/>
                        </a:rPr>
                        <a:t>9074</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fr-FR" sz="1100" b="1" i="0" u="none" strike="noStrike">
                          <a:solidFill>
                            <a:srgbClr val="FFFFFF"/>
                          </a:solidFill>
                          <a:effectLst/>
                          <a:latin typeface="Aptos Narrow" panose="020B0004020202020204" pitchFamily="34" charset="0"/>
                        </a:rPr>
                        <a:t>91%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fr-FR" sz="1100" b="1" i="0" u="none" strike="noStrike">
                          <a:solidFill>
                            <a:srgbClr val="FFFFFF"/>
                          </a:solidFill>
                          <a:effectLst/>
                          <a:latin typeface="Aptos Narrow" panose="020B0004020202020204" pitchFamily="34" charset="0"/>
                        </a:rPr>
                        <a:t>809</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fr-FR" sz="1100" b="1" i="0" u="none" strike="noStrike">
                          <a:solidFill>
                            <a:srgbClr val="FFFFFF"/>
                          </a:solidFill>
                          <a:effectLst/>
                          <a:latin typeface="Aptos Narrow" panose="020B0004020202020204" pitchFamily="34" charset="0"/>
                        </a:rPr>
                        <a:t>8%</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fr-FR" sz="1100" b="1" i="0" u="none" strike="noStrike">
                          <a:solidFill>
                            <a:srgbClr val="FFFFFF"/>
                          </a:solidFill>
                          <a:effectLst/>
                          <a:latin typeface="Aptos Narrow" panose="020B0004020202020204" pitchFamily="34" charset="0"/>
                        </a:rPr>
                        <a:t>53</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fr-FR" sz="1100" b="1" i="0" u="none" strike="noStrike">
                          <a:solidFill>
                            <a:srgbClr val="FFFFFF"/>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fr-FR" sz="1100" b="1" i="0" u="none" strike="noStrike">
                          <a:solidFill>
                            <a:srgbClr val="FFFFFF"/>
                          </a:solidFill>
                          <a:effectLst/>
                          <a:latin typeface="Aptos Narrow" panose="020B0004020202020204" pitchFamily="34" charset="0"/>
                        </a:rPr>
                        <a:t>57</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fr-FR" sz="1100" b="1" i="0" u="none" strike="noStrike" dirty="0">
                          <a:solidFill>
                            <a:srgbClr val="FFFFFF"/>
                          </a:solidFill>
                          <a:effectLst/>
                          <a:latin typeface="Aptos Narrow" panose="020B0004020202020204" pitchFamily="34" charset="0"/>
                        </a:rPr>
                        <a:t>1%</a:t>
                      </a:r>
                    </a:p>
                  </a:txBody>
                  <a:tcPr marL="5182" marR="5182" marT="51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208963382"/>
                  </a:ext>
                </a:extLst>
              </a:tr>
            </a:tbl>
          </a:graphicData>
        </a:graphic>
      </p:graphicFrame>
    </p:spTree>
    <p:extLst>
      <p:ext uri="{BB962C8B-B14F-4D97-AF65-F5344CB8AC3E}">
        <p14:creationId xmlns:p14="http://schemas.microsoft.com/office/powerpoint/2010/main" val="3931913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re 1">
            <a:extLst>
              <a:ext uri="{FF2B5EF4-FFF2-40B4-BE49-F238E27FC236}">
                <a16:creationId xmlns:a16="http://schemas.microsoft.com/office/drawing/2014/main" id="{6951652E-45F0-8384-7523-9A25C1C2853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lnSpc>
                <a:spcPct val="90000"/>
              </a:lnSpc>
              <a:spcBef>
                <a:spcPct val="0"/>
              </a:spcBef>
            </a:pPr>
            <a:r>
              <a:rPr lang="en-US" sz="2700" b="1" kern="1200" noProof="0">
                <a:solidFill>
                  <a:schemeClr val="bg1"/>
                </a:solidFill>
                <a:latin typeface="+mj-lt"/>
                <a:ea typeface="+mj-ea"/>
                <a:cs typeface="+mj-cs"/>
              </a:rPr>
              <a:t>3. Notification des PFA et autres MPV lors des dernières AVS(S50)</a:t>
            </a:r>
          </a:p>
        </p:txBody>
      </p:sp>
      <p:graphicFrame>
        <p:nvGraphicFramePr>
          <p:cNvPr id="6" name="Tableau 5">
            <a:extLst>
              <a:ext uri="{FF2B5EF4-FFF2-40B4-BE49-F238E27FC236}">
                <a16:creationId xmlns:a16="http://schemas.microsoft.com/office/drawing/2014/main" id="{4A765AA7-588B-5104-22C1-DCFD4A53081E}"/>
              </a:ext>
            </a:extLst>
          </p:cNvPr>
          <p:cNvGraphicFramePr>
            <a:graphicFrameLocks noGrp="1"/>
          </p:cNvGraphicFramePr>
          <p:nvPr>
            <p:extLst>
              <p:ext uri="{D42A27DB-BD31-4B8C-83A1-F6EECF244321}">
                <p14:modId xmlns:p14="http://schemas.microsoft.com/office/powerpoint/2010/main" val="2956856945"/>
              </p:ext>
            </p:extLst>
          </p:nvPr>
        </p:nvGraphicFramePr>
        <p:xfrm>
          <a:off x="643467" y="1706073"/>
          <a:ext cx="10905067" cy="4332508"/>
        </p:xfrm>
        <a:graphic>
          <a:graphicData uri="http://schemas.openxmlformats.org/drawingml/2006/table">
            <a:tbl>
              <a:tblPr firstRow="1" bandRow="1"/>
              <a:tblGrid>
                <a:gridCol w="1398363">
                  <a:extLst>
                    <a:ext uri="{9D8B030D-6E8A-4147-A177-3AD203B41FA5}">
                      <a16:colId xmlns:a16="http://schemas.microsoft.com/office/drawing/2014/main" val="2021964124"/>
                    </a:ext>
                  </a:extLst>
                </a:gridCol>
                <a:gridCol w="1325200">
                  <a:extLst>
                    <a:ext uri="{9D8B030D-6E8A-4147-A177-3AD203B41FA5}">
                      <a16:colId xmlns:a16="http://schemas.microsoft.com/office/drawing/2014/main" val="908628586"/>
                    </a:ext>
                  </a:extLst>
                </a:gridCol>
                <a:gridCol w="1337924">
                  <a:extLst>
                    <a:ext uri="{9D8B030D-6E8A-4147-A177-3AD203B41FA5}">
                      <a16:colId xmlns:a16="http://schemas.microsoft.com/office/drawing/2014/main" val="3778488926"/>
                    </a:ext>
                  </a:extLst>
                </a:gridCol>
                <a:gridCol w="1649661">
                  <a:extLst>
                    <a:ext uri="{9D8B030D-6E8A-4147-A177-3AD203B41FA5}">
                      <a16:colId xmlns:a16="http://schemas.microsoft.com/office/drawing/2014/main" val="3555964707"/>
                    </a:ext>
                  </a:extLst>
                </a:gridCol>
                <a:gridCol w="1904140">
                  <a:extLst>
                    <a:ext uri="{9D8B030D-6E8A-4147-A177-3AD203B41FA5}">
                      <a16:colId xmlns:a16="http://schemas.microsoft.com/office/drawing/2014/main" val="3397099787"/>
                    </a:ext>
                  </a:extLst>
                </a:gridCol>
                <a:gridCol w="1640118">
                  <a:extLst>
                    <a:ext uri="{9D8B030D-6E8A-4147-A177-3AD203B41FA5}">
                      <a16:colId xmlns:a16="http://schemas.microsoft.com/office/drawing/2014/main" val="4286781511"/>
                    </a:ext>
                  </a:extLst>
                </a:gridCol>
                <a:gridCol w="1649661">
                  <a:extLst>
                    <a:ext uri="{9D8B030D-6E8A-4147-A177-3AD203B41FA5}">
                      <a16:colId xmlns:a16="http://schemas.microsoft.com/office/drawing/2014/main" val="2661710387"/>
                    </a:ext>
                  </a:extLst>
                </a:gridCol>
              </a:tblGrid>
              <a:tr h="775907">
                <a:tc>
                  <a:txBody>
                    <a:bodyPr/>
                    <a:lstStyle/>
                    <a:p>
                      <a:pPr algn="l" fontAlgn="ctr"/>
                      <a:r>
                        <a:rPr lang="fr-FR" sz="1600" b="1" i="0" u="none" strike="noStrike" noProof="0">
                          <a:solidFill>
                            <a:srgbClr val="000000"/>
                          </a:solidFill>
                          <a:effectLst/>
                          <a:latin typeface="Calibri" panose="020F0502020204030204" pitchFamily="34" charset="0"/>
                        </a:rPr>
                        <a:t>Date des AVS</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fr-FR" sz="1600" b="1" i="0" u="none" strike="noStrike" noProof="0">
                          <a:solidFill>
                            <a:srgbClr val="000000"/>
                          </a:solidFill>
                          <a:effectLst/>
                          <a:latin typeface="Calibri" panose="020F0502020204030204" pitchFamily="34" charset="0"/>
                        </a:rPr>
                        <a:t>Échelle des AVS</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fr-FR" sz="1600" b="1" i="0" u="none" strike="noStrike" noProof="0">
                          <a:solidFill>
                            <a:srgbClr val="000000"/>
                          </a:solidFill>
                          <a:effectLst/>
                          <a:latin typeface="Calibri" panose="020F0502020204030204" pitchFamily="34" charset="0"/>
                        </a:rPr>
                        <a:t>Antigène</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fr-FR" sz="1600" b="1" i="0" u="none" strike="noStrike" noProof="0">
                          <a:solidFill>
                            <a:srgbClr val="000000"/>
                          </a:solidFill>
                          <a:effectLst/>
                          <a:latin typeface="Calibri" panose="020F0502020204030204" pitchFamily="34" charset="0"/>
                        </a:rPr>
                        <a:t>Nombre de cas de PFA notifiés</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fr-FR" sz="1600" b="1" i="0" u="none" strike="noStrike" noProof="0">
                          <a:solidFill>
                            <a:srgbClr val="000000"/>
                          </a:solidFill>
                          <a:effectLst/>
                          <a:latin typeface="Calibri" panose="020F0502020204030204" pitchFamily="34" charset="0"/>
                        </a:rPr>
                        <a:t>Nombre de cas suspects de rougeole</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fr-FR" sz="1600" b="1" i="0" u="none" strike="noStrike" noProof="0">
                          <a:solidFill>
                            <a:srgbClr val="000000"/>
                          </a:solidFill>
                          <a:effectLst/>
                          <a:latin typeface="Calibri" panose="020F0502020204030204" pitchFamily="34" charset="0"/>
                        </a:rPr>
                        <a:t>Nombre de cas suspects de fièvre jaune</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fr-FR" sz="1600" b="1" i="0" u="none" strike="noStrike" noProof="0">
                          <a:solidFill>
                            <a:srgbClr val="000000"/>
                          </a:solidFill>
                          <a:effectLst/>
                          <a:latin typeface="Calibri" panose="020F0502020204030204" pitchFamily="34" charset="0"/>
                        </a:rPr>
                        <a:t>Nombre de cas de Tétanos Néonatal</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642443713"/>
                  </a:ext>
                </a:extLst>
              </a:tr>
              <a:tr h="348382">
                <a:tc>
                  <a:txBody>
                    <a:bodyPr/>
                    <a:lstStyle/>
                    <a:p>
                      <a:pPr algn="l" fontAlgn="ctr"/>
                      <a:r>
                        <a:rPr lang="fr-FR" sz="1600" b="1" i="0" u="none" strike="noStrike">
                          <a:solidFill>
                            <a:srgbClr val="000000"/>
                          </a:solidFill>
                          <a:effectLst/>
                          <a:latin typeface="Calibri" panose="020F0502020204030204" pitchFamily="34" charset="0"/>
                        </a:rPr>
                        <a:t>23/01/2025</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600" b="0" i="0" u="none" strike="noStrike">
                          <a:solidFill>
                            <a:srgbClr val="000000"/>
                          </a:solidFill>
                          <a:effectLst/>
                          <a:latin typeface="Calibri" panose="020F0502020204030204" pitchFamily="34" charset="0"/>
                        </a:rPr>
                        <a:t>Riposte Rapide</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600" b="0" i="0" u="none" strike="noStrike">
                          <a:solidFill>
                            <a:srgbClr val="000000"/>
                          </a:solidFill>
                          <a:effectLst/>
                          <a:latin typeface="Calibri" panose="020F0502020204030204" pitchFamily="34" charset="0"/>
                        </a:rPr>
                        <a:t>nVPO2</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7</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2000" b="0" i="0" u="none" strike="noStrike">
                          <a:solidFill>
                            <a:srgbClr val="000000"/>
                          </a:solidFill>
                          <a:effectLst/>
                          <a:latin typeface="Calibri" panose="020F0502020204030204" pitchFamily="34" charset="0"/>
                        </a:rPr>
                        <a:t>19</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0</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0</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048826"/>
                  </a:ext>
                </a:extLst>
              </a:tr>
              <a:tr h="348382">
                <a:tc>
                  <a:txBody>
                    <a:bodyPr/>
                    <a:lstStyle/>
                    <a:p>
                      <a:pPr algn="l" fontAlgn="ctr"/>
                      <a:r>
                        <a:rPr lang="fr-FR" sz="1600" b="1" i="0" u="none" strike="noStrike">
                          <a:solidFill>
                            <a:srgbClr val="000000"/>
                          </a:solidFill>
                          <a:effectLst/>
                          <a:latin typeface="Calibri" panose="020F0502020204030204" pitchFamily="34" charset="0"/>
                        </a:rPr>
                        <a:t>10/04/2025</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600" b="0" i="0" u="none" strike="noStrike">
                          <a:solidFill>
                            <a:srgbClr val="000000"/>
                          </a:solidFill>
                          <a:effectLst/>
                          <a:latin typeface="Calibri" panose="020F0502020204030204" pitchFamily="34" charset="0"/>
                        </a:rPr>
                        <a:t>JLV</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600" b="0" i="0" u="none" strike="noStrike">
                          <a:solidFill>
                            <a:srgbClr val="000000"/>
                          </a:solidFill>
                          <a:effectLst/>
                          <a:latin typeface="Calibri" panose="020F0502020204030204" pitchFamily="34" charset="0"/>
                        </a:rPr>
                        <a:t>bOPV/nVPO2</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155</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2000" b="0" i="0" u="none" strike="noStrike">
                          <a:solidFill>
                            <a:srgbClr val="000000"/>
                          </a:solidFill>
                          <a:effectLst/>
                          <a:latin typeface="Calibri" panose="020F0502020204030204" pitchFamily="34" charset="0"/>
                        </a:rPr>
                        <a:t>888</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47</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1</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5810193"/>
                  </a:ext>
                </a:extLst>
              </a:tr>
              <a:tr h="348382">
                <a:tc>
                  <a:txBody>
                    <a:bodyPr/>
                    <a:lstStyle/>
                    <a:p>
                      <a:pPr algn="l" fontAlgn="ctr"/>
                      <a:r>
                        <a:rPr lang="fr-FR" sz="1600" b="1" i="0" u="none" strike="noStrike">
                          <a:solidFill>
                            <a:srgbClr val="000000"/>
                          </a:solidFill>
                          <a:effectLst/>
                          <a:latin typeface="Calibri" panose="020F0502020204030204" pitchFamily="34" charset="0"/>
                        </a:rPr>
                        <a:t>29/05/2025</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600" b="0" i="0" u="none" strike="noStrike">
                          <a:solidFill>
                            <a:srgbClr val="000000"/>
                          </a:solidFill>
                          <a:effectLst/>
                          <a:latin typeface="Calibri" panose="020F0502020204030204" pitchFamily="34" charset="0"/>
                        </a:rPr>
                        <a:t>JLV</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600" b="0" i="0" u="none" strike="noStrike">
                          <a:solidFill>
                            <a:srgbClr val="000000"/>
                          </a:solidFill>
                          <a:effectLst/>
                          <a:latin typeface="Calibri" panose="020F0502020204030204" pitchFamily="34" charset="0"/>
                        </a:rPr>
                        <a:t>nVPO2</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3</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2000" b="0" i="0" u="none" strike="noStrike">
                          <a:solidFill>
                            <a:srgbClr val="000000"/>
                          </a:solidFill>
                          <a:effectLst/>
                          <a:latin typeface="Calibri" panose="020F0502020204030204" pitchFamily="34" charset="0"/>
                        </a:rPr>
                        <a:t>1</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0</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0</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798695"/>
                  </a:ext>
                </a:extLst>
              </a:tr>
              <a:tr h="531607">
                <a:tc>
                  <a:txBody>
                    <a:bodyPr/>
                    <a:lstStyle/>
                    <a:p>
                      <a:pPr algn="l" fontAlgn="ctr"/>
                      <a:r>
                        <a:rPr lang="fr-CD" sz="1600" b="1" i="0" u="none" strike="noStrike">
                          <a:solidFill>
                            <a:srgbClr val="000000"/>
                          </a:solidFill>
                          <a:effectLst/>
                          <a:latin typeface="Calibri" panose="020F0502020204030204" pitchFamily="34" charset="0"/>
                        </a:rPr>
                        <a:t>26/06-13-17/07/2025</a:t>
                      </a:r>
                      <a:endParaRPr lang="fr-FR" sz="1600" b="1"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CD" sz="1600" b="0" i="0" u="none" strike="noStrike">
                          <a:solidFill>
                            <a:srgbClr val="000000"/>
                          </a:solidFill>
                          <a:effectLst/>
                          <a:latin typeface="Calibri" panose="020F0502020204030204" pitchFamily="34" charset="0"/>
                        </a:rPr>
                        <a:t>JLV</a:t>
                      </a:r>
                      <a:endParaRPr lang="fr-FR" sz="16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CD" sz="1600" b="0" i="0" u="none" strike="noStrike">
                          <a:solidFill>
                            <a:srgbClr val="000000"/>
                          </a:solidFill>
                          <a:effectLst/>
                          <a:latin typeface="Calibri" panose="020F0502020204030204" pitchFamily="34" charset="0"/>
                        </a:rPr>
                        <a:t>nVPO2</a:t>
                      </a:r>
                      <a:endParaRPr lang="fr-FR" sz="16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CD" sz="2000" b="0" i="0" u="none" strike="noStrike">
                          <a:solidFill>
                            <a:srgbClr val="000000"/>
                          </a:solidFill>
                          <a:effectLst/>
                          <a:latin typeface="Calibri" panose="020F0502020204030204" pitchFamily="34" charset="0"/>
                        </a:rPr>
                        <a:t>70</a:t>
                      </a:r>
                      <a:endParaRPr lang="fr-FR" sz="20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CD" sz="2000" b="0" i="0" u="none" strike="noStrike">
                          <a:solidFill>
                            <a:srgbClr val="000000"/>
                          </a:solidFill>
                          <a:effectLst/>
                          <a:latin typeface="Calibri" panose="020F0502020204030204" pitchFamily="34" charset="0"/>
                        </a:rPr>
                        <a:t>419</a:t>
                      </a:r>
                      <a:endParaRPr lang="fr-FR" sz="20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CD" sz="2000" b="0" i="0" u="none" strike="noStrike">
                          <a:solidFill>
                            <a:srgbClr val="000000"/>
                          </a:solidFill>
                          <a:effectLst/>
                          <a:latin typeface="Calibri" panose="020F0502020204030204" pitchFamily="34" charset="0"/>
                        </a:rPr>
                        <a:t>9</a:t>
                      </a:r>
                      <a:endParaRPr lang="fr-FR" sz="20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CD" sz="2000" b="0" i="0" u="none" strike="noStrike">
                          <a:solidFill>
                            <a:srgbClr val="000000"/>
                          </a:solidFill>
                          <a:effectLst/>
                          <a:latin typeface="Calibri" panose="020F0502020204030204" pitchFamily="34" charset="0"/>
                        </a:rPr>
                        <a:t>0</a:t>
                      </a:r>
                      <a:endParaRPr lang="fr-FR" sz="20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6846322"/>
                  </a:ext>
                </a:extLst>
              </a:tr>
              <a:tr h="348382">
                <a:tc>
                  <a:txBody>
                    <a:bodyPr/>
                    <a:lstStyle/>
                    <a:p>
                      <a:pPr algn="l" fontAlgn="ctr"/>
                      <a:r>
                        <a:rPr lang="fr-CD" sz="1600" b="1" i="0" u="none" strike="noStrike">
                          <a:solidFill>
                            <a:srgbClr val="000000"/>
                          </a:solidFill>
                          <a:effectLst/>
                          <a:latin typeface="Calibri" panose="020F0502020204030204" pitchFamily="34" charset="0"/>
                        </a:rPr>
                        <a:t>28-29/08/2025</a:t>
                      </a:r>
                      <a:endParaRPr lang="fr-FR" sz="1600" b="1"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CD" sz="1600" b="0" i="0" u="none" strike="noStrike">
                          <a:solidFill>
                            <a:srgbClr val="000000"/>
                          </a:solidFill>
                          <a:effectLst/>
                          <a:latin typeface="Calibri" panose="020F0502020204030204" pitchFamily="34" charset="0"/>
                        </a:rPr>
                        <a:t>JNV</a:t>
                      </a:r>
                      <a:endParaRPr lang="fr-FR" sz="16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CD" sz="1600" b="0" i="0" u="none" strike="noStrike">
                          <a:solidFill>
                            <a:srgbClr val="000000"/>
                          </a:solidFill>
                          <a:effectLst/>
                          <a:latin typeface="Calibri" panose="020F0502020204030204" pitchFamily="34" charset="0"/>
                        </a:rPr>
                        <a:t>nVOP2/bOPV2</a:t>
                      </a:r>
                      <a:endParaRPr lang="fr-FR" sz="16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CD" sz="2000" b="0" i="0" u="none" strike="noStrike">
                          <a:solidFill>
                            <a:srgbClr val="000000"/>
                          </a:solidFill>
                          <a:effectLst/>
                          <a:latin typeface="Calibri" panose="020F0502020204030204" pitchFamily="34" charset="0"/>
                        </a:rPr>
                        <a:t>454</a:t>
                      </a:r>
                      <a:endParaRPr lang="fr-FR" sz="20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CD" sz="2000" b="0" i="0" u="none" strike="noStrike">
                          <a:solidFill>
                            <a:srgbClr val="000000"/>
                          </a:solidFill>
                          <a:effectLst/>
                          <a:latin typeface="Calibri" panose="020F0502020204030204" pitchFamily="34" charset="0"/>
                        </a:rPr>
                        <a:t>2985</a:t>
                      </a:r>
                      <a:endParaRPr lang="fr-FR" sz="20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CD" sz="2000" b="0" i="0" u="none" strike="noStrike">
                          <a:solidFill>
                            <a:srgbClr val="000000"/>
                          </a:solidFill>
                          <a:effectLst/>
                          <a:latin typeface="Calibri" panose="020F0502020204030204" pitchFamily="34" charset="0"/>
                        </a:rPr>
                        <a:t>184</a:t>
                      </a:r>
                      <a:endParaRPr lang="fr-FR" sz="20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CD" sz="2000" b="0" i="0" u="none" strike="noStrike">
                          <a:solidFill>
                            <a:srgbClr val="000000"/>
                          </a:solidFill>
                          <a:effectLst/>
                          <a:latin typeface="Calibri" panose="020F0502020204030204" pitchFamily="34" charset="0"/>
                        </a:rPr>
                        <a:t>6</a:t>
                      </a:r>
                      <a:endParaRPr lang="fr-FR" sz="20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792315"/>
                  </a:ext>
                </a:extLst>
              </a:tr>
              <a:tr h="531607">
                <a:tc>
                  <a:txBody>
                    <a:bodyPr/>
                    <a:lstStyle/>
                    <a:p>
                      <a:pPr algn="l" fontAlgn="ctr"/>
                      <a:r>
                        <a:rPr lang="fr-FR" sz="1600" b="1" i="0" u="none" strike="noStrike">
                          <a:solidFill>
                            <a:srgbClr val="000000"/>
                          </a:solidFill>
                          <a:effectLst/>
                          <a:latin typeface="Calibri" panose="020F0502020204030204" pitchFamily="34" charset="0"/>
                        </a:rPr>
                        <a:t>30 oct-01nov 2025</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0" i="0" u="none" strike="noStrike">
                          <a:solidFill>
                            <a:srgbClr val="000000"/>
                          </a:solidFill>
                          <a:effectLst/>
                          <a:latin typeface="Calibri" panose="020F0502020204030204" pitchFamily="34" charset="0"/>
                        </a:rPr>
                        <a:t>Riposte Rapide</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CD" sz="1600" b="0" i="0" u="none" strike="noStrike">
                          <a:solidFill>
                            <a:srgbClr val="000000"/>
                          </a:solidFill>
                          <a:effectLst/>
                          <a:latin typeface="Calibri" panose="020F0502020204030204" pitchFamily="34" charset="0"/>
                        </a:rPr>
                        <a:t>nVOP2/bOPV2</a:t>
                      </a:r>
                      <a:endParaRPr lang="fr-FR" sz="16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3</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2000" b="0" i="0" u="none" strike="noStrike">
                          <a:solidFill>
                            <a:srgbClr val="000000"/>
                          </a:solidFill>
                          <a:effectLst/>
                          <a:latin typeface="Calibri" panose="020F0502020204030204" pitchFamily="34" charset="0"/>
                        </a:rPr>
                        <a:t>4</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5</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0</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6584683"/>
                  </a:ext>
                </a:extLst>
              </a:tr>
              <a:tr h="348382">
                <a:tc>
                  <a:txBody>
                    <a:bodyPr/>
                    <a:lstStyle/>
                    <a:p>
                      <a:pPr algn="l" fontAlgn="ctr"/>
                      <a:r>
                        <a:rPr lang="fr-FR" sz="1600" b="1" i="0" u="none" strike="noStrike">
                          <a:solidFill>
                            <a:srgbClr val="000000"/>
                          </a:solidFill>
                          <a:effectLst/>
                          <a:latin typeface="Calibri" panose="020F0502020204030204" pitchFamily="34" charset="0"/>
                        </a:rPr>
                        <a:t>13-15/11/2025</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0" i="0" u="none" strike="noStrike">
                          <a:solidFill>
                            <a:srgbClr val="000000"/>
                          </a:solidFill>
                          <a:effectLst/>
                          <a:latin typeface="Calibri" panose="020F0502020204030204" pitchFamily="34" charset="0"/>
                        </a:rPr>
                        <a:t>Riposte rapide</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CD" sz="1600" b="0" i="0" u="none" strike="noStrike">
                          <a:solidFill>
                            <a:srgbClr val="000000"/>
                          </a:solidFill>
                          <a:effectLst/>
                          <a:latin typeface="Calibri" panose="020F0502020204030204" pitchFamily="34" charset="0"/>
                        </a:rPr>
                        <a:t>nVOP2/bOPV2</a:t>
                      </a:r>
                      <a:endParaRPr lang="fr-FR" sz="16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10</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2000" b="0" i="0" u="none" strike="noStrike">
                          <a:solidFill>
                            <a:srgbClr val="000000"/>
                          </a:solidFill>
                          <a:effectLst/>
                          <a:latin typeface="Calibri" panose="020F0502020204030204" pitchFamily="34" charset="0"/>
                        </a:rPr>
                        <a:t>188</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6</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0</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8338166"/>
                  </a:ext>
                </a:extLst>
              </a:tr>
              <a:tr h="348382">
                <a:tc>
                  <a:txBody>
                    <a:bodyPr/>
                    <a:lstStyle/>
                    <a:p>
                      <a:pPr algn="l" fontAlgn="ctr"/>
                      <a:r>
                        <a:rPr lang="fr-FR" sz="1600" b="1" i="0" u="none" strike="noStrike">
                          <a:solidFill>
                            <a:srgbClr val="000000"/>
                          </a:solidFill>
                          <a:effectLst/>
                          <a:latin typeface="Calibri" panose="020F0502020204030204" pitchFamily="34" charset="0"/>
                        </a:rPr>
                        <a:t>27-30/11/2025</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0" i="0" u="none" strike="noStrike">
                          <a:solidFill>
                            <a:srgbClr val="000000"/>
                          </a:solidFill>
                          <a:effectLst/>
                          <a:latin typeface="Calibri" panose="020F0502020204030204" pitchFamily="34" charset="0"/>
                        </a:rPr>
                        <a:t>JNV</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CD" sz="1600" b="0" i="0" u="none" strike="noStrike">
                          <a:solidFill>
                            <a:srgbClr val="000000"/>
                          </a:solidFill>
                          <a:effectLst/>
                          <a:latin typeface="Calibri" panose="020F0502020204030204" pitchFamily="34" charset="0"/>
                        </a:rPr>
                        <a:t>nVOP2/bOPV2</a:t>
                      </a:r>
                      <a:endParaRPr lang="fr-FR" sz="1600" b="0" i="0" u="none" strike="noStrike">
                        <a:solidFill>
                          <a:srgbClr val="000000"/>
                        </a:solidFill>
                        <a:effectLst/>
                        <a:latin typeface="Calibri" panose="020F0502020204030204" pitchFamily="34" charset="0"/>
                      </a:endParaRP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443</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2000" b="0" i="0" u="none" strike="noStrike">
                          <a:solidFill>
                            <a:srgbClr val="000000"/>
                          </a:solidFill>
                          <a:effectLst/>
                          <a:latin typeface="Calibri" panose="020F0502020204030204" pitchFamily="34" charset="0"/>
                        </a:rPr>
                        <a:t>1781</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119</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2000" b="0" i="0" u="none" strike="noStrike">
                          <a:solidFill>
                            <a:srgbClr val="000000"/>
                          </a:solidFill>
                          <a:effectLst/>
                          <a:latin typeface="Calibri" panose="020F0502020204030204" pitchFamily="34" charset="0"/>
                        </a:rPr>
                        <a:t>1</a:t>
                      </a:r>
                    </a:p>
                  </a:txBody>
                  <a:tcPr marL="6362" marR="6362" marT="6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9832024"/>
                  </a:ext>
                </a:extLst>
              </a:tr>
              <a:tr h="403095">
                <a:tc gridSpan="3">
                  <a:txBody>
                    <a:bodyPr/>
                    <a:lstStyle/>
                    <a:p>
                      <a:r>
                        <a:rPr lang="fr-FR" sz="1900"/>
                        <a:t>Total 2025(S50)</a:t>
                      </a:r>
                    </a:p>
                  </a:txBody>
                  <a:tcPr marL="91612" marR="91612" marT="45806" marB="45806">
                    <a:lnT w="12700" cap="flat" cmpd="sng" algn="ctr">
                      <a:solidFill>
                        <a:schemeClr val="tx1"/>
                      </a:solidFill>
                      <a:prstDash val="solid"/>
                      <a:round/>
                      <a:headEnd type="none" w="med" len="med"/>
                      <a:tailEnd type="none" w="med" len="med"/>
                    </a:lnT>
                  </a:tcPr>
                </a:tc>
                <a:tc hMerge="1">
                  <a:txBody>
                    <a:bodyPr/>
                    <a:lstStyle/>
                    <a:p>
                      <a:endParaRPr lang="fr-FR"/>
                    </a:p>
                  </a:txBody>
                  <a:tcPr/>
                </a:tc>
                <a:tc hMerge="1">
                  <a:txBody>
                    <a:bodyPr/>
                    <a:lstStyle/>
                    <a:p>
                      <a:endParaRPr lang="fr-FR"/>
                    </a:p>
                  </a:txBody>
                  <a:tcPr/>
                </a:tc>
                <a:tc>
                  <a:txBody>
                    <a:bodyPr/>
                    <a:lstStyle/>
                    <a:p>
                      <a:pPr algn="ctr" rtl="0" fontAlgn="ctr">
                        <a:buNone/>
                      </a:pPr>
                      <a:r>
                        <a:rPr lang="fr-FR" sz="1800" b="0" i="0" u="none" strike="noStrike">
                          <a:solidFill>
                            <a:srgbClr val="000000"/>
                          </a:solidFill>
                          <a:effectLst/>
                          <a:latin typeface="Arial" panose="020B0604020202020204" pitchFamily="34" charset="0"/>
                        </a:rPr>
                        <a:t>1145</a:t>
                      </a:r>
                    </a:p>
                  </a:txBody>
                  <a:tcPr marL="0" marR="0" marT="0"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1800" b="0" i="0" u="none" strike="noStrike">
                          <a:solidFill>
                            <a:srgbClr val="000000"/>
                          </a:solidFill>
                          <a:effectLst/>
                          <a:latin typeface="Arial" panose="020B0604020202020204" pitchFamily="34" charset="0"/>
                        </a:rPr>
                        <a:t>6285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1800" b="0" i="0" u="none" strike="noStrike">
                          <a:solidFill>
                            <a:srgbClr val="000000"/>
                          </a:solidFill>
                          <a:effectLst/>
                          <a:latin typeface="Arial" panose="020B0604020202020204" pitchFamily="34" charset="0"/>
                        </a:rPr>
                        <a:t>370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1800" b="0" i="0" u="none" strike="noStrike">
                          <a:solidFill>
                            <a:srgbClr val="000000"/>
                          </a:solidFill>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3236051"/>
                  </a:ext>
                </a:extLst>
              </a:tr>
            </a:tbl>
          </a:graphicData>
        </a:graphic>
      </p:graphicFrame>
    </p:spTree>
    <p:extLst>
      <p:ext uri="{BB962C8B-B14F-4D97-AF65-F5344CB8AC3E}">
        <p14:creationId xmlns:p14="http://schemas.microsoft.com/office/powerpoint/2010/main" val="1272579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D1190B-4B7D-97D4-868F-4C6A15CC277F}"/>
              </a:ext>
            </a:extLst>
          </p:cNvPr>
          <p:cNvSpPr>
            <a:spLocks noGrp="1"/>
          </p:cNvSpPr>
          <p:nvPr>
            <p:ph type="title"/>
          </p:nvPr>
        </p:nvSpPr>
        <p:spPr>
          <a:xfrm>
            <a:off x="6314660" y="258446"/>
            <a:ext cx="4848639" cy="417416"/>
          </a:xfrm>
          <a:solidFill>
            <a:schemeClr val="accent1">
              <a:lumMod val="20000"/>
              <a:lumOff val="80000"/>
            </a:schemeClr>
          </a:solidFill>
        </p:spPr>
        <p:txBody>
          <a:bodyPr>
            <a:normAutofit fontScale="90000"/>
          </a:bodyPr>
          <a:lstStyle/>
          <a:p>
            <a:r>
              <a:rPr lang="pt-AO" b="1" dirty="0"/>
              <a:t>Hypothèses de base</a:t>
            </a:r>
            <a:endParaRPr lang="pt-AO" dirty="0"/>
          </a:p>
        </p:txBody>
      </p:sp>
      <p:graphicFrame>
        <p:nvGraphicFramePr>
          <p:cNvPr id="4" name="Marcador de Posição de Conteúdo 3">
            <a:extLst>
              <a:ext uri="{FF2B5EF4-FFF2-40B4-BE49-F238E27FC236}">
                <a16:creationId xmlns:a16="http://schemas.microsoft.com/office/drawing/2014/main" id="{A6D9E4DA-2CBC-C129-7242-044715EE726A}"/>
              </a:ext>
            </a:extLst>
          </p:cNvPr>
          <p:cNvGraphicFramePr>
            <a:graphicFrameLocks noGrp="1"/>
          </p:cNvGraphicFramePr>
          <p:nvPr>
            <p:ph idx="1"/>
            <p:extLst>
              <p:ext uri="{D42A27DB-BD31-4B8C-83A1-F6EECF244321}">
                <p14:modId xmlns:p14="http://schemas.microsoft.com/office/powerpoint/2010/main" val="2728628262"/>
              </p:ext>
            </p:extLst>
          </p:nvPr>
        </p:nvGraphicFramePr>
        <p:xfrm>
          <a:off x="6414051" y="877530"/>
          <a:ext cx="5267740" cy="5782310"/>
        </p:xfrm>
        <a:graphic>
          <a:graphicData uri="http://schemas.openxmlformats.org/drawingml/2006/table">
            <a:tbl>
              <a:tblPr firstRow="1" firstCol="1" bandRow="1"/>
              <a:tblGrid>
                <a:gridCol w="2633870">
                  <a:extLst>
                    <a:ext uri="{9D8B030D-6E8A-4147-A177-3AD203B41FA5}">
                      <a16:colId xmlns:a16="http://schemas.microsoft.com/office/drawing/2014/main" val="32601864"/>
                    </a:ext>
                  </a:extLst>
                </a:gridCol>
                <a:gridCol w="2633870">
                  <a:extLst>
                    <a:ext uri="{9D8B030D-6E8A-4147-A177-3AD203B41FA5}">
                      <a16:colId xmlns:a16="http://schemas.microsoft.com/office/drawing/2014/main" val="3621275292"/>
                    </a:ext>
                  </a:extLst>
                </a:gridCol>
              </a:tblGrid>
              <a:tr h="341967">
                <a:tc>
                  <a:txBody>
                    <a:bodyPr/>
                    <a:lstStyle/>
                    <a:p>
                      <a:pPr>
                        <a:lnSpc>
                          <a:spcPct val="200000"/>
                        </a:lnSpc>
                        <a:spcAft>
                          <a:spcPts val="800"/>
                        </a:spcAft>
                        <a:buNone/>
                      </a:pPr>
                      <a:r>
                        <a:rPr lang="pt-AO" sz="1400" b="1" kern="100" dirty="0">
                          <a:effectLst/>
                          <a:highlight>
                            <a:srgbClr val="FFFF00"/>
                          </a:highlight>
                          <a:latin typeface="Aptos" panose="020B0004020202020204" pitchFamily="34" charset="0"/>
                          <a:ea typeface="Aptos" panose="020B0004020202020204" pitchFamily="34" charset="0"/>
                          <a:cs typeface="Arial" panose="020B0604020202020204" pitchFamily="34" charset="0"/>
                        </a:rPr>
                        <a:t>Élément</a:t>
                      </a:r>
                      <a:endParaRPr lang="pt-AO" sz="1400" kern="1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solidFill>
                      <a:schemeClr val="accent1">
                        <a:lumMod val="20000"/>
                        <a:lumOff val="80000"/>
                      </a:schemeClr>
                    </a:solidFill>
                  </a:tcPr>
                </a:tc>
                <a:tc>
                  <a:txBody>
                    <a:bodyPr/>
                    <a:lstStyle/>
                    <a:p>
                      <a:pPr>
                        <a:lnSpc>
                          <a:spcPct val="200000"/>
                        </a:lnSpc>
                        <a:spcAft>
                          <a:spcPts val="800"/>
                        </a:spcAft>
                        <a:buNone/>
                      </a:pPr>
                      <a:r>
                        <a:rPr lang="pt-AO" sz="1400" b="1" kern="100" dirty="0">
                          <a:effectLst/>
                          <a:highlight>
                            <a:srgbClr val="FFFF00"/>
                          </a:highlight>
                          <a:latin typeface="Aptos" panose="020B0004020202020204" pitchFamily="34" charset="0"/>
                          <a:ea typeface="Aptos" panose="020B0004020202020204" pitchFamily="34" charset="0"/>
                          <a:cs typeface="Arial" panose="020B0604020202020204" pitchFamily="34" charset="0"/>
                        </a:rPr>
                        <a:t>Hypothèse</a:t>
                      </a:r>
                      <a:endParaRPr lang="pt-AO" sz="1400" kern="1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108909468"/>
                  </a:ext>
                </a:extLst>
              </a:tr>
              <a:tr h="1093445">
                <a:tc>
                  <a:txBody>
                    <a:bodyPr/>
                    <a:lstStyle/>
                    <a:p>
                      <a:pPr>
                        <a:lnSpc>
                          <a:spcPct val="200000"/>
                        </a:lnSpc>
                        <a:spcAft>
                          <a:spcPts val="800"/>
                        </a:spcAft>
                        <a:buNone/>
                      </a:pPr>
                      <a:r>
                        <a:rPr lang="pt-AO" sz="1400" b="1" kern="100" dirty="0">
                          <a:effectLst/>
                          <a:latin typeface="Aptos" panose="020B0004020202020204" pitchFamily="34" charset="0"/>
                          <a:ea typeface="Aptos" panose="020B0004020202020204" pitchFamily="34" charset="0"/>
                          <a:cs typeface="Arial" panose="020B0604020202020204" pitchFamily="34" charset="0"/>
                        </a:rPr>
                        <a:t>Tendance des cas</a:t>
                      </a:r>
                      <a:endParaRPr lang="pt-AO" sz="14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solidFill>
                      <a:schemeClr val="accent1">
                        <a:lumMod val="20000"/>
                        <a:lumOff val="80000"/>
                      </a:schemeClr>
                    </a:solidFill>
                  </a:tcPr>
                </a:tc>
                <a:tc>
                  <a:txBody>
                    <a:bodyPr/>
                    <a:lstStyle/>
                    <a:p>
                      <a:pPr>
                        <a:lnSpc>
                          <a:spcPct val="200000"/>
                        </a:lnSpc>
                        <a:spcAft>
                          <a:spcPts val="800"/>
                        </a:spcAft>
                        <a:buNone/>
                      </a:pPr>
                      <a:r>
                        <a:rPr lang="pt-AO" sz="1400" b="1" kern="100">
                          <a:effectLst/>
                          <a:latin typeface="Aptos" panose="020B0004020202020204" pitchFamily="34" charset="0"/>
                          <a:ea typeface="Aptos" panose="020B0004020202020204" pitchFamily="34" charset="0"/>
                          <a:cs typeface="Arial" panose="020B0604020202020204" pitchFamily="34" charset="0"/>
                        </a:rPr>
                        <a:t>Maintien ou légère hausse des cas cVDPV2 si riposte partielle ou retardée</a:t>
                      </a:r>
                      <a:endParaRPr lang="pt-AO" sz="14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30012913"/>
                  </a:ext>
                </a:extLst>
              </a:tr>
              <a:tr h="1469184">
                <a:tc>
                  <a:txBody>
                    <a:bodyPr/>
                    <a:lstStyle/>
                    <a:p>
                      <a:pPr>
                        <a:lnSpc>
                          <a:spcPct val="200000"/>
                        </a:lnSpc>
                        <a:spcAft>
                          <a:spcPts val="800"/>
                        </a:spcAft>
                        <a:buNone/>
                      </a:pPr>
                      <a:r>
                        <a:rPr lang="pt-AO" sz="1400" b="1" kern="100" dirty="0">
                          <a:effectLst/>
                          <a:latin typeface="Aptos" panose="020B0004020202020204" pitchFamily="34" charset="0"/>
                          <a:ea typeface="Aptos" panose="020B0004020202020204" pitchFamily="34" charset="0"/>
                          <a:cs typeface="Arial" panose="020B0604020202020204" pitchFamily="34" charset="0"/>
                        </a:rPr>
                        <a:t>Zones silencieuses</a:t>
                      </a:r>
                      <a:endParaRPr lang="pt-AO" sz="14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solidFill>
                      <a:schemeClr val="accent1">
                        <a:lumMod val="20000"/>
                        <a:lumOff val="80000"/>
                      </a:schemeClr>
                    </a:solidFill>
                  </a:tcPr>
                </a:tc>
                <a:tc>
                  <a:txBody>
                    <a:bodyPr/>
                    <a:lstStyle/>
                    <a:p>
                      <a:pPr>
                        <a:lnSpc>
                          <a:spcPct val="200000"/>
                        </a:lnSpc>
                        <a:spcAft>
                          <a:spcPts val="800"/>
                        </a:spcAft>
                        <a:buNone/>
                      </a:pPr>
                      <a:r>
                        <a:rPr lang="pt-AO" sz="1400" b="1" kern="100">
                          <a:effectLst/>
                          <a:latin typeface="Aptos" panose="020B0004020202020204" pitchFamily="34" charset="0"/>
                          <a:ea typeface="Aptos" panose="020B0004020202020204" pitchFamily="34" charset="0"/>
                          <a:cs typeface="Arial" panose="020B0604020202020204" pitchFamily="34" charset="0"/>
                        </a:rPr>
                        <a:t>Persistantes dans l'Est (Nord/Sud-Kivu, Ituri) sans amélioration majeure sans accès sécurisé</a:t>
                      </a:r>
                      <a:endParaRPr lang="pt-AO" sz="14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849964929"/>
                  </a:ext>
                </a:extLst>
              </a:tr>
              <a:tr h="717706">
                <a:tc>
                  <a:txBody>
                    <a:bodyPr/>
                    <a:lstStyle/>
                    <a:p>
                      <a:pPr>
                        <a:lnSpc>
                          <a:spcPct val="200000"/>
                        </a:lnSpc>
                        <a:spcAft>
                          <a:spcPts val="800"/>
                        </a:spcAft>
                        <a:buNone/>
                      </a:pPr>
                      <a:r>
                        <a:rPr lang="pt-AO" sz="1400" b="1" kern="100">
                          <a:effectLst/>
                          <a:latin typeface="Aptos" panose="020B0004020202020204" pitchFamily="34" charset="0"/>
                          <a:ea typeface="Aptos" panose="020B0004020202020204" pitchFamily="34" charset="0"/>
                          <a:cs typeface="Arial" panose="020B0604020202020204" pitchFamily="34" charset="0"/>
                        </a:rPr>
                        <a:t>Surveillance PFA</a:t>
                      </a:r>
                      <a:endParaRPr lang="pt-AO" sz="14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solidFill>
                      <a:schemeClr val="accent1">
                        <a:lumMod val="20000"/>
                        <a:lumOff val="80000"/>
                      </a:schemeClr>
                    </a:solidFill>
                  </a:tcPr>
                </a:tc>
                <a:tc>
                  <a:txBody>
                    <a:bodyPr/>
                    <a:lstStyle/>
                    <a:p>
                      <a:pPr>
                        <a:lnSpc>
                          <a:spcPct val="200000"/>
                        </a:lnSpc>
                        <a:spcAft>
                          <a:spcPts val="800"/>
                        </a:spcAft>
                        <a:buNone/>
                      </a:pPr>
                      <a:r>
                        <a:rPr lang="pt-AO" sz="1400" b="1" kern="100">
                          <a:effectLst/>
                          <a:latin typeface="Aptos" panose="020B0004020202020204" pitchFamily="34" charset="0"/>
                          <a:ea typeface="Aptos" panose="020B0004020202020204" pitchFamily="34" charset="0"/>
                          <a:cs typeface="Arial" panose="020B0604020202020204" pitchFamily="34" charset="0"/>
                        </a:rPr>
                        <a:t>Stagnation autour de 70% de ZS avec PFANP ≥3/100.000</a:t>
                      </a:r>
                      <a:endParaRPr lang="pt-AO" sz="14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690330760"/>
                  </a:ext>
                </a:extLst>
              </a:tr>
              <a:tr h="1093445">
                <a:tc>
                  <a:txBody>
                    <a:bodyPr/>
                    <a:lstStyle/>
                    <a:p>
                      <a:pPr>
                        <a:lnSpc>
                          <a:spcPct val="200000"/>
                        </a:lnSpc>
                        <a:spcAft>
                          <a:spcPts val="800"/>
                        </a:spcAft>
                        <a:buNone/>
                      </a:pPr>
                      <a:r>
                        <a:rPr lang="pt-AO" sz="1400" b="1" kern="100">
                          <a:effectLst/>
                          <a:latin typeface="Aptos" panose="020B0004020202020204" pitchFamily="34" charset="0"/>
                          <a:ea typeface="Aptos" panose="020B0004020202020204" pitchFamily="34" charset="0"/>
                          <a:cs typeface="Arial" panose="020B0604020202020204" pitchFamily="34" charset="0"/>
                        </a:rPr>
                        <a:t>Circulation virale</a:t>
                      </a:r>
                      <a:endParaRPr lang="pt-AO" sz="14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solidFill>
                      <a:schemeClr val="accent1">
                        <a:lumMod val="20000"/>
                        <a:lumOff val="80000"/>
                      </a:schemeClr>
                    </a:solidFill>
                  </a:tcPr>
                </a:tc>
                <a:tc>
                  <a:txBody>
                    <a:bodyPr/>
                    <a:lstStyle/>
                    <a:p>
                      <a:pPr>
                        <a:lnSpc>
                          <a:spcPct val="200000"/>
                        </a:lnSpc>
                        <a:spcAft>
                          <a:spcPts val="800"/>
                        </a:spcAft>
                        <a:buNone/>
                      </a:pPr>
                      <a:r>
                        <a:rPr lang="pt-AO" sz="1400" b="1" kern="100" dirty="0">
                          <a:effectLst/>
                          <a:latin typeface="Aptos" panose="020B0004020202020204" pitchFamily="34" charset="0"/>
                          <a:ea typeface="Aptos" panose="020B0004020202020204" pitchFamily="34" charset="0"/>
                          <a:cs typeface="Arial" panose="020B0604020202020204" pitchFamily="34" charset="0"/>
                        </a:rPr>
                        <a:t>Concentrée dans les provinces prioritaires 2025 : Maniema, Kongo Central, Tshopo, Kinshasa</a:t>
                      </a:r>
                      <a:endParaRPr lang="pt-AO" sz="14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823979883"/>
                  </a:ext>
                </a:extLst>
              </a:tr>
            </a:tbl>
          </a:graphicData>
        </a:graphic>
      </p:graphicFrame>
      <p:sp>
        <p:nvSpPr>
          <p:cNvPr id="5" name="Marcador de Posição de Conteúdo 2">
            <a:extLst>
              <a:ext uri="{FF2B5EF4-FFF2-40B4-BE49-F238E27FC236}">
                <a16:creationId xmlns:a16="http://schemas.microsoft.com/office/drawing/2014/main" id="{401C6329-9F9C-6929-3D28-60D8E6F14CED}"/>
              </a:ext>
            </a:extLst>
          </p:cNvPr>
          <p:cNvSpPr txBox="1">
            <a:spLocks/>
          </p:cNvSpPr>
          <p:nvPr/>
        </p:nvSpPr>
        <p:spPr>
          <a:xfrm>
            <a:off x="384311" y="2776329"/>
            <a:ext cx="5267741" cy="1219201"/>
          </a:xfrm>
          <a:prstGeom prst="rect">
            <a:avLst/>
          </a:prstGeom>
          <a:solidFill>
            <a:schemeClr val="bg2">
              <a:lumMod val="90000"/>
            </a:schemeClr>
          </a:solidFill>
          <a:ln>
            <a:solidFill>
              <a:schemeClr val="tx1"/>
            </a:solidFill>
          </a:ln>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lumMod val="75000"/>
                    <a:lumOff val="25000"/>
                  </a:schemeClr>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lumMod val="75000"/>
                    <a:lumOff val="25000"/>
                  </a:schemeClr>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lumMod val="75000"/>
                    <a:lumOff val="25000"/>
                  </a:schemeClr>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lumMod val="75000"/>
                    <a:lumOff val="25000"/>
                  </a:schemeClr>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AO" sz="1800" b="1" dirty="0"/>
              <a:t>Prévoir la tendance des cas de poliovirus variants (cVDPV1, cVDPV2, VDPV2, aVDPV2) et la performance de la surveillance PFA pour orienter les priorités de riposte et de supervision au S1 2026.</a:t>
            </a:r>
            <a:endParaRPr lang="pt-AO" sz="1800" dirty="0"/>
          </a:p>
          <a:p>
            <a:endParaRPr lang="pt-AO" sz="1800" dirty="0"/>
          </a:p>
        </p:txBody>
      </p:sp>
      <p:sp>
        <p:nvSpPr>
          <p:cNvPr id="6" name="Título 1">
            <a:extLst>
              <a:ext uri="{FF2B5EF4-FFF2-40B4-BE49-F238E27FC236}">
                <a16:creationId xmlns:a16="http://schemas.microsoft.com/office/drawing/2014/main" id="{E724AEC6-F3F6-E1D4-0514-2AA7D67E4C01}"/>
              </a:ext>
            </a:extLst>
          </p:cNvPr>
          <p:cNvSpPr txBox="1">
            <a:spLocks/>
          </p:cNvSpPr>
          <p:nvPr/>
        </p:nvSpPr>
        <p:spPr>
          <a:xfrm>
            <a:off x="510210" y="1557160"/>
            <a:ext cx="4711148" cy="1027016"/>
          </a:xfrm>
          <a:prstGeom prst="rect">
            <a:avLst/>
          </a:prstGeom>
          <a:solidFill>
            <a:schemeClr val="bg2">
              <a:lumMod val="90000"/>
            </a:schemeClr>
          </a:solidFill>
        </p:spPr>
        <p:txBody>
          <a:bodyPr vert="horz" lIns="91440" tIns="45720" rIns="91440" bIns="45720" rtlCol="0" anchor="ctr" anchorCtr="0">
            <a:normAutofit fontScale="75000" lnSpcReduction="20000"/>
          </a:bodyPr>
          <a:lstStyle>
            <a:lvl1pPr algn="l" defTabSz="914400" rtl="0" eaLnBrk="1" latinLnBrk="0" hangingPunct="1">
              <a:lnSpc>
                <a:spcPct val="90000"/>
              </a:lnSpc>
              <a:spcBef>
                <a:spcPct val="0"/>
              </a:spcBef>
              <a:buNone/>
              <a:defRPr sz="4400" b="1" kern="1200">
                <a:solidFill>
                  <a:schemeClr val="tx1"/>
                </a:solidFill>
                <a:effectLst/>
                <a:latin typeface="Calibri Light" panose="020F0302020204030204" pitchFamily="34" charset="0"/>
                <a:ea typeface="+mj-ea"/>
                <a:cs typeface="+mj-cs"/>
              </a:defRPr>
            </a:lvl1pPr>
          </a:lstStyle>
          <a:p>
            <a:r>
              <a:rPr lang="pt-AO" dirty="0"/>
              <a:t>Objectif de la modélisation</a:t>
            </a:r>
            <a:br>
              <a:rPr lang="pt-AO" dirty="0"/>
            </a:br>
            <a:endParaRPr lang="pt-AO" dirty="0"/>
          </a:p>
        </p:txBody>
      </p:sp>
      <p:sp>
        <p:nvSpPr>
          <p:cNvPr id="3" name="ZoneTexte 2">
            <a:extLst>
              <a:ext uri="{FF2B5EF4-FFF2-40B4-BE49-F238E27FC236}">
                <a16:creationId xmlns:a16="http://schemas.microsoft.com/office/drawing/2014/main" id="{0AD2A7C4-6511-4540-C7BE-010DBD4341C9}"/>
              </a:ext>
            </a:extLst>
          </p:cNvPr>
          <p:cNvSpPr txBox="1"/>
          <p:nvPr/>
        </p:nvSpPr>
        <p:spPr>
          <a:xfrm>
            <a:off x="510210" y="331304"/>
            <a:ext cx="5009320" cy="646331"/>
          </a:xfrm>
          <a:prstGeom prst="rect">
            <a:avLst/>
          </a:prstGeom>
          <a:solidFill>
            <a:schemeClr val="accent1">
              <a:lumMod val="50000"/>
            </a:schemeClr>
          </a:solidFill>
        </p:spPr>
        <p:txBody>
          <a:bodyPr wrap="square" rtlCol="0">
            <a:spAutoFit/>
          </a:bodyPr>
          <a:lstStyle/>
          <a:p>
            <a:r>
              <a:rPr lang="fr-FR" sz="3600" dirty="0">
                <a:solidFill>
                  <a:schemeClr val="bg1"/>
                </a:solidFill>
              </a:rPr>
              <a:t> 4. ANALYSE DE RISQUE </a:t>
            </a:r>
          </a:p>
        </p:txBody>
      </p:sp>
    </p:spTree>
    <p:extLst>
      <p:ext uri="{BB962C8B-B14F-4D97-AF65-F5344CB8AC3E}">
        <p14:creationId xmlns:p14="http://schemas.microsoft.com/office/powerpoint/2010/main" val="1440229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3EDCABF-2784-EDDF-F6D7-79F18E6800A2}"/>
              </a:ext>
            </a:extLst>
          </p:cNvPr>
          <p:cNvSpPr>
            <a:spLocks noGrp="1"/>
          </p:cNvSpPr>
          <p:nvPr>
            <p:ph type="title"/>
          </p:nvPr>
        </p:nvSpPr>
        <p:spPr>
          <a:xfrm>
            <a:off x="212035" y="1683756"/>
            <a:ext cx="3688937" cy="2396359"/>
          </a:xfrm>
        </p:spPr>
        <p:txBody>
          <a:bodyPr anchor="b">
            <a:normAutofit/>
          </a:bodyPr>
          <a:lstStyle/>
          <a:p>
            <a:pPr algn="r"/>
            <a:r>
              <a:rPr lang="fr-FR" sz="4000" b="1" dirty="0">
                <a:solidFill>
                  <a:srgbClr val="FFFFFF"/>
                </a:solidFill>
              </a:rPr>
              <a:t>4.</a:t>
            </a:r>
            <a:r>
              <a:rPr lang="pt-AO" sz="4000" b="1" dirty="0">
                <a:solidFill>
                  <a:srgbClr val="FFFFFF"/>
                </a:solidFill>
              </a:rPr>
              <a:t>Méthodologie de projection</a:t>
            </a:r>
            <a:endParaRPr lang="pt-AO" sz="4000" dirty="0">
              <a:solidFill>
                <a:srgbClr val="FFFFFF"/>
              </a:solidFill>
            </a:endParaRPr>
          </a:p>
        </p:txBody>
      </p:sp>
      <p:graphicFrame>
        <p:nvGraphicFramePr>
          <p:cNvPr id="5" name="Marcador de Posição de Conteúdo 2">
            <a:extLst>
              <a:ext uri="{FF2B5EF4-FFF2-40B4-BE49-F238E27FC236}">
                <a16:creationId xmlns:a16="http://schemas.microsoft.com/office/drawing/2014/main" id="{92761406-E0B5-2996-B450-97B2C4B7DE49}"/>
              </a:ext>
            </a:extLst>
          </p:cNvPr>
          <p:cNvGraphicFramePr>
            <a:graphicFrameLocks noGrp="1"/>
          </p:cNvGraphicFramePr>
          <p:nvPr>
            <p:ph idx="1"/>
            <p:extLst>
              <p:ext uri="{D42A27DB-BD31-4B8C-83A1-F6EECF244321}">
                <p14:modId xmlns:p14="http://schemas.microsoft.com/office/powerpoint/2010/main" val="2395105388"/>
              </p:ext>
            </p:extLst>
          </p:nvPr>
        </p:nvGraphicFramePr>
        <p:xfrm>
          <a:off x="4624302" y="511387"/>
          <a:ext cx="7185526" cy="5924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0175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3C3F7D-3937-3259-36E2-2007AE091C1B}"/>
              </a:ext>
            </a:extLst>
          </p:cNvPr>
          <p:cNvSpPr>
            <a:spLocks noGrp="1"/>
          </p:cNvSpPr>
          <p:nvPr>
            <p:ph type="title"/>
          </p:nvPr>
        </p:nvSpPr>
        <p:spPr>
          <a:xfrm>
            <a:off x="115956" y="0"/>
            <a:ext cx="5602357" cy="759154"/>
          </a:xfrm>
          <a:solidFill>
            <a:schemeClr val="accent1">
              <a:lumMod val="50000"/>
            </a:schemeClr>
          </a:solidFill>
        </p:spPr>
        <p:txBody>
          <a:bodyPr>
            <a:normAutofit/>
          </a:bodyPr>
          <a:lstStyle/>
          <a:p>
            <a:pPr algn="ctr"/>
            <a:r>
              <a:rPr lang="fr-FR" sz="3200" b="1" dirty="0">
                <a:solidFill>
                  <a:schemeClr val="bg1"/>
                </a:solidFill>
              </a:rPr>
              <a:t> </a:t>
            </a:r>
            <a:r>
              <a:rPr lang="pt-AO" sz="3200" b="1" dirty="0">
                <a:solidFill>
                  <a:schemeClr val="bg1"/>
                </a:solidFill>
              </a:rPr>
              <a:t>Construction de la projection</a:t>
            </a:r>
            <a:r>
              <a:rPr lang="en-US" sz="3200" b="1" dirty="0">
                <a:solidFill>
                  <a:schemeClr val="bg1"/>
                </a:solidFill>
              </a:rPr>
              <a:t> A.</a:t>
            </a:r>
            <a:endParaRPr lang="pt-AO" sz="3200" dirty="0">
              <a:solidFill>
                <a:schemeClr val="bg1"/>
              </a:solidFill>
            </a:endParaRPr>
          </a:p>
        </p:txBody>
      </p:sp>
      <p:graphicFrame>
        <p:nvGraphicFramePr>
          <p:cNvPr id="4" name="Marcador de Posição de Conteúdo 3">
            <a:extLst>
              <a:ext uri="{FF2B5EF4-FFF2-40B4-BE49-F238E27FC236}">
                <a16:creationId xmlns:a16="http://schemas.microsoft.com/office/drawing/2014/main" id="{AC850F48-4218-3103-4743-47405B87579E}"/>
              </a:ext>
            </a:extLst>
          </p:cNvPr>
          <p:cNvGraphicFramePr>
            <a:graphicFrameLocks noGrp="1"/>
          </p:cNvGraphicFramePr>
          <p:nvPr>
            <p:ph idx="1"/>
            <p:extLst>
              <p:ext uri="{D42A27DB-BD31-4B8C-83A1-F6EECF244321}">
                <p14:modId xmlns:p14="http://schemas.microsoft.com/office/powerpoint/2010/main" val="644874858"/>
              </p:ext>
            </p:extLst>
          </p:nvPr>
        </p:nvGraphicFramePr>
        <p:xfrm>
          <a:off x="236553" y="2755169"/>
          <a:ext cx="6555186" cy="875792"/>
        </p:xfrm>
        <a:graphic>
          <a:graphicData uri="http://schemas.openxmlformats.org/drawingml/2006/table">
            <a:tbl>
              <a:tblPr firstRow="1" firstCol="1" bandRow="1"/>
              <a:tblGrid>
                <a:gridCol w="2185062">
                  <a:extLst>
                    <a:ext uri="{9D8B030D-6E8A-4147-A177-3AD203B41FA5}">
                      <a16:colId xmlns:a16="http://schemas.microsoft.com/office/drawing/2014/main" val="1322110255"/>
                    </a:ext>
                  </a:extLst>
                </a:gridCol>
                <a:gridCol w="2185062">
                  <a:extLst>
                    <a:ext uri="{9D8B030D-6E8A-4147-A177-3AD203B41FA5}">
                      <a16:colId xmlns:a16="http://schemas.microsoft.com/office/drawing/2014/main" val="3300476467"/>
                    </a:ext>
                  </a:extLst>
                </a:gridCol>
                <a:gridCol w="2185062">
                  <a:extLst>
                    <a:ext uri="{9D8B030D-6E8A-4147-A177-3AD203B41FA5}">
                      <a16:colId xmlns:a16="http://schemas.microsoft.com/office/drawing/2014/main" val="4293146212"/>
                    </a:ext>
                  </a:extLst>
                </a:gridCol>
              </a:tblGrid>
              <a:tr h="204253">
                <a:tc>
                  <a:txBody>
                    <a:bodyPr/>
                    <a:lstStyle/>
                    <a:p>
                      <a:pPr>
                        <a:lnSpc>
                          <a:spcPct val="115000"/>
                        </a:lnSpc>
                        <a:spcAft>
                          <a:spcPts val="800"/>
                        </a:spcAft>
                        <a:buNone/>
                      </a:pPr>
                      <a:r>
                        <a:rPr lang="pt-AO" sz="1200" b="1" kern="100">
                          <a:effectLst/>
                          <a:latin typeface="Aptos" panose="020B0004020202020204" pitchFamily="34" charset="0"/>
                          <a:ea typeface="Aptos" panose="020B0004020202020204" pitchFamily="34" charset="0"/>
                          <a:cs typeface="Arial" panose="020B0604020202020204" pitchFamily="34" charset="0"/>
                        </a:rPr>
                        <a:t>Trimestre</a:t>
                      </a:r>
                      <a:endParaRPr lang="pt-AO"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noFill/>
                  </a:tcPr>
                </a:tc>
                <a:tc>
                  <a:txBody>
                    <a:bodyPr/>
                    <a:lstStyle/>
                    <a:p>
                      <a:pPr>
                        <a:lnSpc>
                          <a:spcPct val="115000"/>
                        </a:lnSpc>
                        <a:spcAft>
                          <a:spcPts val="800"/>
                        </a:spcAft>
                        <a:buNone/>
                      </a:pPr>
                      <a:r>
                        <a:rPr lang="pt-AO" sz="1200" b="1" kern="100">
                          <a:effectLst/>
                          <a:latin typeface="Aptos" panose="020B0004020202020204" pitchFamily="34" charset="0"/>
                          <a:ea typeface="Aptos" panose="020B0004020202020204" pitchFamily="34" charset="0"/>
                          <a:cs typeface="Arial" panose="020B0604020202020204" pitchFamily="34" charset="0"/>
                        </a:rPr>
                        <a:t>Estimation basse</a:t>
                      </a:r>
                      <a:endParaRPr lang="pt-AO"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noFill/>
                  </a:tcPr>
                </a:tc>
                <a:tc>
                  <a:txBody>
                    <a:bodyPr/>
                    <a:lstStyle/>
                    <a:p>
                      <a:pPr>
                        <a:lnSpc>
                          <a:spcPct val="115000"/>
                        </a:lnSpc>
                        <a:spcAft>
                          <a:spcPts val="800"/>
                        </a:spcAft>
                        <a:buNone/>
                      </a:pPr>
                      <a:r>
                        <a:rPr lang="pt-AO" sz="1200" b="1" kern="100">
                          <a:effectLst/>
                          <a:latin typeface="Aptos" panose="020B0004020202020204" pitchFamily="34" charset="0"/>
                          <a:ea typeface="Aptos" panose="020B0004020202020204" pitchFamily="34" charset="0"/>
                          <a:cs typeface="Arial" panose="020B0604020202020204" pitchFamily="34" charset="0"/>
                        </a:rPr>
                        <a:t>Estimation haute</a:t>
                      </a:r>
                      <a:endParaRPr lang="pt-AO"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1482626893"/>
                  </a:ext>
                </a:extLst>
              </a:tr>
              <a:tr h="204253">
                <a:tc>
                  <a:txBody>
                    <a:bodyPr/>
                    <a:lstStyle/>
                    <a:p>
                      <a:pPr>
                        <a:lnSpc>
                          <a:spcPct val="115000"/>
                        </a:lnSpc>
                        <a:spcAft>
                          <a:spcPts val="800"/>
                        </a:spcAft>
                        <a:buNone/>
                      </a:pPr>
                      <a:r>
                        <a:rPr lang="pt-AO" sz="1200" kern="100">
                          <a:effectLst/>
                          <a:latin typeface="Aptos" panose="020B0004020202020204" pitchFamily="34" charset="0"/>
                          <a:ea typeface="Aptos" panose="020B0004020202020204" pitchFamily="34" charset="0"/>
                          <a:cs typeface="Arial" panose="020B0604020202020204" pitchFamily="34" charset="0"/>
                        </a:rPr>
                        <a:t>T1 2026 (jan–mars)</a:t>
                      </a:r>
                    </a:p>
                  </a:txBody>
                  <a:tcPr marL="9525" marR="9525" marT="9525" marB="9525" anchor="ctr">
                    <a:lnL>
                      <a:noFill/>
                    </a:lnL>
                    <a:lnR>
                      <a:noFill/>
                    </a:lnR>
                    <a:lnT>
                      <a:noFill/>
                    </a:lnT>
                    <a:lnB>
                      <a:noFill/>
                    </a:lnB>
                    <a:noFill/>
                  </a:tcPr>
                </a:tc>
                <a:tc>
                  <a:txBody>
                    <a:bodyPr/>
                    <a:lstStyle/>
                    <a:p>
                      <a:pPr>
                        <a:lnSpc>
                          <a:spcPct val="115000"/>
                        </a:lnSpc>
                        <a:spcAft>
                          <a:spcPts val="800"/>
                        </a:spcAft>
                        <a:buNone/>
                      </a:pPr>
                      <a:r>
                        <a:rPr lang="pt-AO" sz="1200" kern="100">
                          <a:effectLst/>
                          <a:latin typeface="Aptos" panose="020B0004020202020204" pitchFamily="34" charset="0"/>
                          <a:ea typeface="Aptos" panose="020B0004020202020204" pitchFamily="34" charset="0"/>
                          <a:cs typeface="Arial" panose="020B0604020202020204" pitchFamily="34" charset="0"/>
                        </a:rPr>
                        <a:t>4–6 cas</a:t>
                      </a:r>
                    </a:p>
                  </a:txBody>
                  <a:tcPr marL="9525" marR="9525" marT="9525" marB="9525" anchor="ctr">
                    <a:lnL>
                      <a:noFill/>
                    </a:lnL>
                    <a:lnR>
                      <a:noFill/>
                    </a:lnR>
                    <a:lnT>
                      <a:noFill/>
                    </a:lnT>
                    <a:lnB>
                      <a:noFill/>
                    </a:lnB>
                    <a:noFill/>
                  </a:tcPr>
                </a:tc>
                <a:tc>
                  <a:txBody>
                    <a:bodyPr/>
                    <a:lstStyle/>
                    <a:p>
                      <a:pPr>
                        <a:lnSpc>
                          <a:spcPct val="115000"/>
                        </a:lnSpc>
                        <a:spcAft>
                          <a:spcPts val="800"/>
                        </a:spcAft>
                        <a:buNone/>
                      </a:pPr>
                      <a:r>
                        <a:rPr lang="pt-AO" sz="1200" kern="100">
                          <a:effectLst/>
                          <a:latin typeface="Aptos" panose="020B0004020202020204" pitchFamily="34" charset="0"/>
                          <a:ea typeface="Aptos" panose="020B0004020202020204" pitchFamily="34" charset="0"/>
                          <a:cs typeface="Arial" panose="020B0604020202020204" pitchFamily="34" charset="0"/>
                        </a:rPr>
                        <a:t>8–10 cas</a:t>
                      </a:r>
                    </a:p>
                  </a:txBody>
                  <a:tcPr marL="9525" marR="9525" marT="9525" marB="9525" anchor="ctr">
                    <a:lnL>
                      <a:noFill/>
                    </a:lnL>
                    <a:lnR>
                      <a:noFill/>
                    </a:lnR>
                    <a:lnT>
                      <a:noFill/>
                    </a:lnT>
                    <a:lnB>
                      <a:noFill/>
                    </a:lnB>
                    <a:noFill/>
                  </a:tcPr>
                </a:tc>
                <a:extLst>
                  <a:ext uri="{0D108BD9-81ED-4DB2-BD59-A6C34878D82A}">
                    <a16:rowId xmlns:a16="http://schemas.microsoft.com/office/drawing/2014/main" val="2609694223"/>
                  </a:ext>
                </a:extLst>
              </a:tr>
              <a:tr h="204253">
                <a:tc>
                  <a:txBody>
                    <a:bodyPr/>
                    <a:lstStyle/>
                    <a:p>
                      <a:pPr>
                        <a:lnSpc>
                          <a:spcPct val="115000"/>
                        </a:lnSpc>
                        <a:spcAft>
                          <a:spcPts val="800"/>
                        </a:spcAft>
                        <a:buNone/>
                      </a:pPr>
                      <a:r>
                        <a:rPr lang="pt-AO" sz="1200" kern="100">
                          <a:effectLst/>
                          <a:latin typeface="Aptos" panose="020B0004020202020204" pitchFamily="34" charset="0"/>
                          <a:ea typeface="Aptos" panose="020B0004020202020204" pitchFamily="34" charset="0"/>
                          <a:cs typeface="Arial" panose="020B0604020202020204" pitchFamily="34" charset="0"/>
                        </a:rPr>
                        <a:t>T2 2026 (avr–juin)</a:t>
                      </a:r>
                    </a:p>
                  </a:txBody>
                  <a:tcPr marL="9525" marR="9525" marT="9525" marB="9525" anchor="ctr">
                    <a:lnL>
                      <a:noFill/>
                    </a:lnL>
                    <a:lnR>
                      <a:noFill/>
                    </a:lnR>
                    <a:lnT>
                      <a:noFill/>
                    </a:lnT>
                    <a:lnB>
                      <a:noFill/>
                    </a:lnB>
                    <a:noFill/>
                  </a:tcPr>
                </a:tc>
                <a:tc>
                  <a:txBody>
                    <a:bodyPr/>
                    <a:lstStyle/>
                    <a:p>
                      <a:pPr>
                        <a:lnSpc>
                          <a:spcPct val="115000"/>
                        </a:lnSpc>
                        <a:spcAft>
                          <a:spcPts val="800"/>
                        </a:spcAft>
                        <a:buNone/>
                      </a:pPr>
                      <a:r>
                        <a:rPr lang="pt-AO" sz="1200" kern="100">
                          <a:effectLst/>
                          <a:latin typeface="Aptos" panose="020B0004020202020204" pitchFamily="34" charset="0"/>
                          <a:ea typeface="Aptos" panose="020B0004020202020204" pitchFamily="34" charset="0"/>
                          <a:cs typeface="Arial" panose="020B0604020202020204" pitchFamily="34" charset="0"/>
                        </a:rPr>
                        <a:t>4–6 cas</a:t>
                      </a:r>
                    </a:p>
                  </a:txBody>
                  <a:tcPr marL="9525" marR="9525" marT="9525" marB="9525" anchor="ctr">
                    <a:lnL>
                      <a:noFill/>
                    </a:lnL>
                    <a:lnR>
                      <a:noFill/>
                    </a:lnR>
                    <a:lnT>
                      <a:noFill/>
                    </a:lnT>
                    <a:lnB>
                      <a:noFill/>
                    </a:lnB>
                    <a:noFill/>
                  </a:tcPr>
                </a:tc>
                <a:tc>
                  <a:txBody>
                    <a:bodyPr/>
                    <a:lstStyle/>
                    <a:p>
                      <a:pPr>
                        <a:lnSpc>
                          <a:spcPct val="115000"/>
                        </a:lnSpc>
                        <a:spcAft>
                          <a:spcPts val="800"/>
                        </a:spcAft>
                        <a:buNone/>
                      </a:pPr>
                      <a:r>
                        <a:rPr lang="pt-AO" sz="1200" kern="100">
                          <a:effectLst/>
                          <a:latin typeface="Aptos" panose="020B0004020202020204" pitchFamily="34" charset="0"/>
                          <a:ea typeface="Aptos" panose="020B0004020202020204" pitchFamily="34" charset="0"/>
                          <a:cs typeface="Arial" panose="020B0604020202020204" pitchFamily="34" charset="0"/>
                        </a:rPr>
                        <a:t>8–10 cas</a:t>
                      </a:r>
                    </a:p>
                  </a:txBody>
                  <a:tcPr marL="9525" marR="9525" marT="9525" marB="9525" anchor="ctr">
                    <a:lnL>
                      <a:noFill/>
                    </a:lnL>
                    <a:lnR>
                      <a:noFill/>
                    </a:lnR>
                    <a:lnT>
                      <a:noFill/>
                    </a:lnT>
                    <a:lnB>
                      <a:noFill/>
                    </a:lnB>
                    <a:noFill/>
                  </a:tcPr>
                </a:tc>
                <a:extLst>
                  <a:ext uri="{0D108BD9-81ED-4DB2-BD59-A6C34878D82A}">
                    <a16:rowId xmlns:a16="http://schemas.microsoft.com/office/drawing/2014/main" val="2006942822"/>
                  </a:ext>
                </a:extLst>
              </a:tr>
              <a:tr h="204253">
                <a:tc>
                  <a:txBody>
                    <a:bodyPr/>
                    <a:lstStyle/>
                    <a:p>
                      <a:pPr>
                        <a:lnSpc>
                          <a:spcPct val="115000"/>
                        </a:lnSpc>
                        <a:spcAft>
                          <a:spcPts val="800"/>
                        </a:spcAft>
                        <a:buNone/>
                      </a:pPr>
                      <a:r>
                        <a:rPr lang="pt-AO" sz="1200" b="1" kern="100">
                          <a:effectLst/>
                          <a:latin typeface="Aptos" panose="020B0004020202020204" pitchFamily="34" charset="0"/>
                          <a:ea typeface="Aptos" panose="020B0004020202020204" pitchFamily="34" charset="0"/>
                          <a:cs typeface="Arial" panose="020B0604020202020204" pitchFamily="34" charset="0"/>
                        </a:rPr>
                        <a:t>Total S1 2026</a:t>
                      </a:r>
                      <a:endParaRPr lang="pt-AO"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noFill/>
                  </a:tcPr>
                </a:tc>
                <a:tc>
                  <a:txBody>
                    <a:bodyPr/>
                    <a:lstStyle/>
                    <a:p>
                      <a:pPr>
                        <a:lnSpc>
                          <a:spcPct val="115000"/>
                        </a:lnSpc>
                        <a:spcAft>
                          <a:spcPts val="800"/>
                        </a:spcAft>
                        <a:buNone/>
                      </a:pPr>
                      <a:r>
                        <a:rPr lang="pt-AO" sz="1200" b="1" kern="100" dirty="0">
                          <a:effectLst/>
                          <a:latin typeface="Aptos" panose="020B0004020202020204" pitchFamily="34" charset="0"/>
                          <a:ea typeface="Aptos" panose="020B0004020202020204" pitchFamily="34" charset="0"/>
                          <a:cs typeface="Arial" panose="020B0604020202020204" pitchFamily="34" charset="0"/>
                        </a:rPr>
                        <a:t>8–12 cas</a:t>
                      </a:r>
                      <a:endParaRPr lang="pt-AO"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noFill/>
                  </a:tcPr>
                </a:tc>
                <a:tc>
                  <a:txBody>
                    <a:bodyPr/>
                    <a:lstStyle/>
                    <a:p>
                      <a:pPr>
                        <a:lnSpc>
                          <a:spcPct val="115000"/>
                        </a:lnSpc>
                        <a:spcAft>
                          <a:spcPts val="800"/>
                        </a:spcAft>
                        <a:buNone/>
                      </a:pPr>
                      <a:r>
                        <a:rPr lang="pt-AO" sz="1200" b="1" kern="100" dirty="0">
                          <a:effectLst/>
                          <a:latin typeface="Aptos" panose="020B0004020202020204" pitchFamily="34" charset="0"/>
                          <a:ea typeface="Aptos" panose="020B0004020202020204" pitchFamily="34" charset="0"/>
                          <a:cs typeface="Arial" panose="020B0604020202020204" pitchFamily="34" charset="0"/>
                        </a:rPr>
                        <a:t>16–20 cas</a:t>
                      </a:r>
                      <a:endParaRPr lang="pt-AO"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331465793"/>
                  </a:ext>
                </a:extLst>
              </a:tr>
            </a:tbl>
          </a:graphicData>
        </a:graphic>
      </p:graphicFrame>
      <p:sp>
        <p:nvSpPr>
          <p:cNvPr id="5" name="Rectangle 1">
            <a:extLst>
              <a:ext uri="{FF2B5EF4-FFF2-40B4-BE49-F238E27FC236}">
                <a16:creationId xmlns:a16="http://schemas.microsoft.com/office/drawing/2014/main" id="{AFFB5A6C-8F91-6925-1360-6714C226263D}"/>
              </a:ext>
            </a:extLst>
          </p:cNvPr>
          <p:cNvSpPr>
            <a:spLocks noChangeArrowheads="1"/>
          </p:cNvSpPr>
          <p:nvPr/>
        </p:nvSpPr>
        <p:spPr bwMode="auto">
          <a:xfrm>
            <a:off x="198784" y="904008"/>
            <a:ext cx="6044854" cy="1448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pt-AO" altLang="pt-AO" sz="12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a. Modèle semi-quantitatif</a:t>
            </a:r>
            <a:endParaRPr kumimoji="0" lang="pt-AO" altLang="pt-AO" sz="800" b="0" i="0" u="none" strike="noStrike" cap="none" normalizeH="0" baseline="0" dirty="0">
              <a:ln>
                <a:noFill/>
              </a:ln>
              <a:solidFill>
                <a:schemeClr val="tx1"/>
              </a:solidFill>
              <a:effectLst/>
            </a:endParaRPr>
          </a:p>
          <a:p>
            <a:pPr lvl="1" eaLnBrk="0" fontAlgn="base" hangingPunct="0">
              <a:lnSpc>
                <a:spcPct val="150000"/>
              </a:lnSpc>
              <a:spcBef>
                <a:spcPct val="0"/>
              </a:spcBef>
              <a:spcAft>
                <a:spcPct val="0"/>
              </a:spcAft>
              <a:buFontTx/>
              <a:buChar char="•"/>
            </a:pPr>
            <a:r>
              <a:rPr kumimoji="0" lang="pt-AO" altLang="pt-AO" sz="12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Basé sur la moyenne mensuelle de cas observés en 2025 (≈1–2 cas/mois)</a:t>
            </a:r>
          </a:p>
          <a:p>
            <a:pPr lvl="1" eaLnBrk="0" fontAlgn="base" hangingPunct="0">
              <a:lnSpc>
                <a:spcPct val="150000"/>
              </a:lnSpc>
              <a:spcBef>
                <a:spcPct val="0"/>
              </a:spcBef>
              <a:spcAft>
                <a:spcPct val="0"/>
              </a:spcAft>
              <a:buFontTx/>
              <a:buChar char="•"/>
            </a:pPr>
            <a:r>
              <a:rPr kumimoji="0" lang="pt-AO" altLang="pt-AO" sz="12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Ajusté selon les facteurs aggravants/atténuants</a:t>
            </a:r>
          </a:p>
          <a:p>
            <a:pPr lvl="1" eaLnBrk="0" fontAlgn="base" hangingPunct="0">
              <a:lnSpc>
                <a:spcPct val="150000"/>
              </a:lnSpc>
              <a:spcBef>
                <a:spcPct val="0"/>
              </a:spcBef>
              <a:spcAft>
                <a:spcPct val="0"/>
              </a:spcAft>
              <a:buFontTx/>
              <a:buChar char="•"/>
            </a:pPr>
            <a:r>
              <a:rPr kumimoji="0" lang="pt-AO" altLang="pt-AO" sz="12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Pondération par province selon niveau de priorité et historique de circulation</a:t>
            </a:r>
            <a:endParaRPr kumimoji="0" lang="pt-PT" altLang="pt-AO" sz="12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pt-AO" altLang="pt-AO" sz="12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b. Scénario de base (sans amélioration majeure)</a:t>
            </a:r>
            <a:endParaRPr kumimoji="0" lang="pt-AO" altLang="pt-AO" sz="1800" b="0" i="0" u="none" strike="noStrike" cap="none" normalizeH="0" baseline="0" dirty="0">
              <a:ln>
                <a:noFill/>
              </a:ln>
              <a:solidFill>
                <a:schemeClr val="tx1"/>
              </a:solidFill>
              <a:effectLst/>
              <a:latin typeface="Arial" panose="020B0604020202020204" pitchFamily="34" charset="0"/>
            </a:endParaRPr>
          </a:p>
        </p:txBody>
      </p:sp>
      <p:sp>
        <p:nvSpPr>
          <p:cNvPr id="7" name="CaixaDeTexto 6">
            <a:extLst>
              <a:ext uri="{FF2B5EF4-FFF2-40B4-BE49-F238E27FC236}">
                <a16:creationId xmlns:a16="http://schemas.microsoft.com/office/drawing/2014/main" id="{D22AB666-3476-F18C-1F66-0D4EB9EA4E6E}"/>
              </a:ext>
            </a:extLst>
          </p:cNvPr>
          <p:cNvSpPr txBox="1"/>
          <p:nvPr/>
        </p:nvSpPr>
        <p:spPr>
          <a:xfrm>
            <a:off x="492034" y="4102831"/>
            <a:ext cx="6100923" cy="2293705"/>
          </a:xfrm>
          <a:prstGeom prst="rect">
            <a:avLst/>
          </a:prstGeom>
          <a:noFill/>
        </p:spPr>
        <p:txBody>
          <a:bodyPr wrap="square">
            <a:spAutoFit/>
          </a:bodyPr>
          <a:lstStyle/>
          <a:p>
            <a:pPr>
              <a:lnSpc>
                <a:spcPct val="115000"/>
              </a:lnSpc>
              <a:spcAft>
                <a:spcPts val="800"/>
              </a:spcAft>
              <a:buNone/>
            </a:pPr>
            <a:r>
              <a:rPr lang="pt-AO" sz="2400" b="1" kern="100" dirty="0">
                <a:effectLst/>
                <a:latin typeface="Aptos" panose="020B0004020202020204" pitchFamily="34" charset="0"/>
                <a:ea typeface="Aptos" panose="020B0004020202020204" pitchFamily="34" charset="0"/>
                <a:cs typeface="Arial" panose="020B0604020202020204" pitchFamily="34" charset="0"/>
              </a:rPr>
              <a:t>Conclusion</a:t>
            </a:r>
            <a:endParaRPr lang="pt-AO" sz="2400" kern="100" dirty="0">
              <a:effectLst/>
              <a:latin typeface="Aptos" panose="020B0004020202020204" pitchFamily="34" charset="0"/>
              <a:ea typeface="Aptos" panose="020B0004020202020204" pitchFamily="34" charset="0"/>
              <a:cs typeface="Arial" panose="020B0604020202020204" pitchFamily="34" charset="0"/>
            </a:endParaRPr>
          </a:p>
          <a:p>
            <a:pPr lvl="1">
              <a:lnSpc>
                <a:spcPct val="115000"/>
              </a:lnSpc>
              <a:spcAft>
                <a:spcPts val="800"/>
              </a:spcAft>
            </a:pPr>
            <a:r>
              <a:rPr lang="pt-AO" sz="1200" kern="100" dirty="0">
                <a:effectLst/>
                <a:latin typeface="Aptos" panose="020B0004020202020204" pitchFamily="34" charset="0"/>
                <a:ea typeface="Aptos" panose="020B0004020202020204" pitchFamily="34" charset="0"/>
                <a:cs typeface="Arial" panose="020B0604020202020204" pitchFamily="34" charset="0"/>
              </a:rPr>
              <a:t>Cette projection est volontairement simple, mais elle repose sur :</a:t>
            </a:r>
          </a:p>
          <a:p>
            <a:pPr marL="800100" lvl="1" indent="-342900">
              <a:lnSpc>
                <a:spcPct val="115000"/>
              </a:lnSpc>
              <a:spcAft>
                <a:spcPts val="800"/>
              </a:spcAft>
              <a:buSzPts val="1000"/>
              <a:buFont typeface="Symbol" panose="05050102010706020507" pitchFamily="18" charset="2"/>
              <a:buChar char=""/>
              <a:tabLst>
                <a:tab pos="457200" algn="l"/>
              </a:tabLst>
            </a:pPr>
            <a:r>
              <a:rPr lang="pt-AO" sz="1200" kern="100" dirty="0">
                <a:effectLst/>
                <a:latin typeface="Aptos" panose="020B0004020202020204" pitchFamily="34" charset="0"/>
                <a:ea typeface="Aptos" panose="020B0004020202020204" pitchFamily="34" charset="0"/>
                <a:cs typeface="Arial" panose="020B0604020202020204" pitchFamily="34" charset="0"/>
              </a:rPr>
              <a:t>Les données consolidées de surveillance et de séquençage</a:t>
            </a:r>
          </a:p>
          <a:p>
            <a:pPr marL="800100" lvl="1" indent="-342900">
              <a:lnSpc>
                <a:spcPct val="115000"/>
              </a:lnSpc>
              <a:spcAft>
                <a:spcPts val="800"/>
              </a:spcAft>
              <a:buSzPts val="1000"/>
              <a:buFont typeface="Symbol" panose="05050102010706020507" pitchFamily="18" charset="2"/>
              <a:buChar char=""/>
              <a:tabLst>
                <a:tab pos="457200" algn="l"/>
              </a:tabLst>
            </a:pPr>
            <a:r>
              <a:rPr lang="pt-AO" sz="1200" kern="100" dirty="0">
                <a:effectLst/>
                <a:latin typeface="Aptos" panose="020B0004020202020204" pitchFamily="34" charset="0"/>
                <a:ea typeface="Aptos" panose="020B0004020202020204" pitchFamily="34" charset="0"/>
                <a:cs typeface="Arial" panose="020B0604020202020204" pitchFamily="34" charset="0"/>
              </a:rPr>
              <a:t>Les dynamiques de circulation virale</a:t>
            </a:r>
          </a:p>
          <a:p>
            <a:pPr marL="800100" lvl="1" indent="-342900">
              <a:lnSpc>
                <a:spcPct val="115000"/>
              </a:lnSpc>
              <a:spcAft>
                <a:spcPts val="800"/>
              </a:spcAft>
              <a:buSzPts val="1000"/>
              <a:buFont typeface="Symbol" panose="05050102010706020507" pitchFamily="18" charset="2"/>
              <a:buChar char=""/>
              <a:tabLst>
                <a:tab pos="457200" algn="l"/>
              </a:tabLst>
            </a:pPr>
            <a:r>
              <a:rPr lang="pt-AO" sz="1200" kern="100" dirty="0">
                <a:effectLst/>
                <a:latin typeface="Aptos" panose="020B0004020202020204" pitchFamily="34" charset="0"/>
                <a:ea typeface="Aptos" panose="020B0004020202020204" pitchFamily="34" charset="0"/>
                <a:cs typeface="Arial" panose="020B0604020202020204" pitchFamily="34" charset="0"/>
              </a:rPr>
              <a:t>Les lacunes de surveillance et d’accès</a:t>
            </a:r>
          </a:p>
          <a:p>
            <a:pPr lvl="1">
              <a:lnSpc>
                <a:spcPct val="115000"/>
              </a:lnSpc>
              <a:spcAft>
                <a:spcPts val="800"/>
              </a:spcAft>
            </a:pPr>
            <a:r>
              <a:rPr lang="pt-AO" sz="1200" kern="100" dirty="0">
                <a:solidFill>
                  <a:srgbClr val="FF0000"/>
                </a:solidFill>
                <a:effectLst/>
                <a:latin typeface="Aptos" panose="020B0004020202020204" pitchFamily="34" charset="0"/>
                <a:ea typeface="Aptos" panose="020B0004020202020204" pitchFamily="34" charset="0"/>
                <a:cs typeface="Arial" panose="020B0604020202020204" pitchFamily="34" charset="0"/>
              </a:rPr>
              <a:t>Elle peut être affinée avec un modèle probabiliste ou spatial si vous souhaitez intégrer des données de mobilité, de couverture vaccinale ou de sécurité.</a:t>
            </a:r>
          </a:p>
        </p:txBody>
      </p:sp>
      <p:sp>
        <p:nvSpPr>
          <p:cNvPr id="3" name="Título 1">
            <a:extLst>
              <a:ext uri="{FF2B5EF4-FFF2-40B4-BE49-F238E27FC236}">
                <a16:creationId xmlns:a16="http://schemas.microsoft.com/office/drawing/2014/main" id="{AF0DDCA9-1977-BA31-250D-1815713E48B2}"/>
              </a:ext>
            </a:extLst>
          </p:cNvPr>
          <p:cNvSpPr txBox="1">
            <a:spLocks/>
          </p:cNvSpPr>
          <p:nvPr/>
        </p:nvSpPr>
        <p:spPr>
          <a:xfrm>
            <a:off x="6791739" y="224350"/>
            <a:ext cx="5201476" cy="759154"/>
          </a:xfrm>
          <a:prstGeom prst="rect">
            <a:avLst/>
          </a:prstGeom>
          <a:solidFill>
            <a:schemeClr val="accent1">
              <a:lumMod val="50000"/>
            </a:schemeClr>
          </a:solidFill>
        </p:spPr>
        <p:txBody>
          <a:bodyPr vert="horz" lIns="91440" tIns="45720" rIns="91440" bIns="45720" rtlCol="0" anchor="ctr" anchorCtr="0">
            <a:normAutofit fontScale="92500"/>
          </a:bodyPr>
          <a:lstStyle>
            <a:lvl1pPr algn="ctr">
              <a:lnSpc>
                <a:spcPct val="90000"/>
              </a:lnSpc>
              <a:spcBef>
                <a:spcPct val="0"/>
              </a:spcBef>
              <a:buNone/>
              <a:defRPr sz="3200" b="1">
                <a:solidFill>
                  <a:schemeClr val="bg1"/>
                </a:solidFill>
                <a:effectLst/>
                <a:latin typeface="Calibri Light" panose="020F0302020204030204" pitchFamily="34" charset="0"/>
                <a:ea typeface="+mj-ea"/>
                <a:cs typeface="+mj-cs"/>
              </a:defRPr>
            </a:lvl1pPr>
          </a:lstStyle>
          <a:p>
            <a:r>
              <a:rPr lang="pt-AO" dirty="0"/>
              <a:t>Construction de la projection</a:t>
            </a:r>
            <a:r>
              <a:rPr lang="en-US" dirty="0"/>
              <a:t> B.</a:t>
            </a:r>
            <a:endParaRPr lang="pt-AO" dirty="0"/>
          </a:p>
        </p:txBody>
      </p:sp>
      <p:sp>
        <p:nvSpPr>
          <p:cNvPr id="6" name="Rectangle 1">
            <a:extLst>
              <a:ext uri="{FF2B5EF4-FFF2-40B4-BE49-F238E27FC236}">
                <a16:creationId xmlns:a16="http://schemas.microsoft.com/office/drawing/2014/main" id="{4977D9FE-7438-0CD8-0444-855D13A8FFF9}"/>
              </a:ext>
            </a:extLst>
          </p:cNvPr>
          <p:cNvSpPr>
            <a:spLocks noChangeArrowheads="1"/>
          </p:cNvSpPr>
          <p:nvPr/>
        </p:nvSpPr>
        <p:spPr bwMode="auto">
          <a:xfrm>
            <a:off x="6791739" y="983504"/>
            <a:ext cx="5201476" cy="633257"/>
          </a:xfrm>
          <a:prstGeom prst="rect">
            <a:avLst/>
          </a:prstGeom>
          <a:solidFill>
            <a:schemeClr val="bg2">
              <a:lumMod val="90000"/>
            </a:schemeClr>
          </a:solidFill>
        </p:spPr>
        <p:txBody>
          <a:bodyPr vert="horz" lIns="91440" tIns="45720" rIns="91440" bIns="45720" numCol="1" rtlCol="0" anchor="ctr" anchorCtr="0" compatLnSpc="1">
            <a:prstTxWarp prst="textNoShape">
              <a:avLst/>
            </a:prstTxWarp>
            <a:normAutofit/>
          </a:bodyPr>
          <a:lstStyle/>
          <a:p>
            <a:pPr marL="0" marR="0" lvl="0" indent="-228600" algn="ctr" fontAlgn="base">
              <a:lnSpc>
                <a:spcPct val="90000"/>
              </a:lnSpc>
              <a:spcBef>
                <a:spcPct val="0"/>
              </a:spcBef>
              <a:spcAft>
                <a:spcPts val="600"/>
              </a:spcAft>
              <a:buClrTx/>
              <a:buSzTx/>
              <a:buFont typeface="Arial" panose="020B0604020202020204" pitchFamily="34" charset="0"/>
              <a:buChar char="•"/>
              <a:tabLst/>
            </a:pPr>
            <a:r>
              <a:rPr kumimoji="0" lang="en-US" altLang="pt-AO" sz="1400" b="1" i="0" u="none" strike="noStrike" cap="none" normalizeH="0" baseline="0" dirty="0" err="1">
                <a:ln>
                  <a:noFill/>
                </a:ln>
                <a:effectLst/>
              </a:rPr>
              <a:t>Basé</a:t>
            </a:r>
            <a:r>
              <a:rPr kumimoji="0" lang="en-US" altLang="pt-AO" sz="1400" b="1" i="0" u="none" strike="noStrike" cap="none" normalizeH="0" baseline="0" dirty="0">
                <a:ln>
                  <a:noFill/>
                </a:ln>
                <a:effectLst/>
              </a:rPr>
              <a:t> sur la tendance 2025 (10 </a:t>
            </a:r>
            <a:r>
              <a:rPr kumimoji="0" lang="en-US" altLang="pt-AO" sz="1400" b="1" i="0" u="none" strike="noStrike" cap="none" normalizeH="0" baseline="0" dirty="0" err="1">
                <a:ln>
                  <a:noFill/>
                </a:ln>
                <a:effectLst/>
              </a:rPr>
              <a:t>cas</a:t>
            </a:r>
            <a:r>
              <a:rPr kumimoji="0" lang="en-US" altLang="pt-AO" sz="1400" b="1" i="0" u="none" strike="noStrike" cap="none" normalizeH="0" baseline="0" dirty="0">
                <a:ln>
                  <a:noFill/>
                </a:ln>
                <a:effectLst/>
              </a:rPr>
              <a:t> à S44) et la </a:t>
            </a:r>
            <a:r>
              <a:rPr kumimoji="0" lang="en-US" altLang="pt-AO" sz="1400" b="1" i="0" u="none" strike="noStrike" cap="none" normalizeH="0" baseline="0" dirty="0" err="1">
                <a:ln>
                  <a:noFill/>
                </a:ln>
                <a:effectLst/>
              </a:rPr>
              <a:t>baisse</a:t>
            </a:r>
            <a:r>
              <a:rPr kumimoji="0" lang="en-US" altLang="pt-AO" sz="1400" b="1" i="0" u="none" strike="noStrike" cap="none" normalizeH="0" baseline="0" dirty="0">
                <a:ln>
                  <a:noFill/>
                </a:ln>
                <a:effectLst/>
              </a:rPr>
              <a:t> des AVS dans </a:t>
            </a:r>
            <a:r>
              <a:rPr kumimoji="0" lang="en-US" altLang="pt-AO" sz="1400" b="1" i="0" u="none" strike="noStrike" cap="none" normalizeH="0" baseline="0" dirty="0" err="1">
                <a:ln>
                  <a:noFill/>
                </a:ln>
                <a:effectLst/>
              </a:rPr>
              <a:t>certaines</a:t>
            </a:r>
            <a:r>
              <a:rPr kumimoji="0" lang="en-US" altLang="pt-AO" sz="1400" b="1" i="0" u="none" strike="noStrike" cap="none" normalizeH="0" baseline="0" dirty="0">
                <a:ln>
                  <a:noFill/>
                </a:ln>
                <a:effectLst/>
              </a:rPr>
              <a:t> zones.</a:t>
            </a:r>
            <a:endParaRPr kumimoji="0" lang="en-US" altLang="pt-AO" sz="1400" b="0" i="0" u="none" strike="noStrike" cap="none" normalizeH="0" baseline="0" dirty="0">
              <a:ln>
                <a:noFill/>
              </a:ln>
              <a:effectLst/>
            </a:endParaRPr>
          </a:p>
        </p:txBody>
      </p:sp>
      <p:graphicFrame>
        <p:nvGraphicFramePr>
          <p:cNvPr id="9" name="Marcador de Posição de Conteúdo 3">
            <a:extLst>
              <a:ext uri="{FF2B5EF4-FFF2-40B4-BE49-F238E27FC236}">
                <a16:creationId xmlns:a16="http://schemas.microsoft.com/office/drawing/2014/main" id="{353BF467-61A2-8360-608E-C2EB9A18FA5C}"/>
              </a:ext>
            </a:extLst>
          </p:cNvPr>
          <p:cNvGraphicFramePr>
            <a:graphicFrameLocks/>
          </p:cNvGraphicFramePr>
          <p:nvPr>
            <p:extLst>
              <p:ext uri="{D42A27DB-BD31-4B8C-83A1-F6EECF244321}">
                <p14:modId xmlns:p14="http://schemas.microsoft.com/office/powerpoint/2010/main" val="1346329463"/>
              </p:ext>
            </p:extLst>
          </p:nvPr>
        </p:nvGraphicFramePr>
        <p:xfrm>
          <a:off x="6791739" y="1623387"/>
          <a:ext cx="5201476" cy="4956316"/>
        </p:xfrm>
        <a:graphic>
          <a:graphicData uri="http://schemas.openxmlformats.org/drawingml/2006/table">
            <a:tbl>
              <a:tblPr firstRow="1" firstCol="1" bandRow="1"/>
              <a:tblGrid>
                <a:gridCol w="1297238">
                  <a:extLst>
                    <a:ext uri="{9D8B030D-6E8A-4147-A177-3AD203B41FA5}">
                      <a16:colId xmlns:a16="http://schemas.microsoft.com/office/drawing/2014/main" val="565094659"/>
                    </a:ext>
                  </a:extLst>
                </a:gridCol>
                <a:gridCol w="2145884">
                  <a:extLst>
                    <a:ext uri="{9D8B030D-6E8A-4147-A177-3AD203B41FA5}">
                      <a16:colId xmlns:a16="http://schemas.microsoft.com/office/drawing/2014/main" val="3172991156"/>
                    </a:ext>
                  </a:extLst>
                </a:gridCol>
                <a:gridCol w="1758354">
                  <a:extLst>
                    <a:ext uri="{9D8B030D-6E8A-4147-A177-3AD203B41FA5}">
                      <a16:colId xmlns:a16="http://schemas.microsoft.com/office/drawing/2014/main" val="1027095154"/>
                    </a:ext>
                  </a:extLst>
                </a:gridCol>
              </a:tblGrid>
              <a:tr h="716880">
                <a:tc>
                  <a:txBody>
                    <a:bodyPr/>
                    <a:lstStyle/>
                    <a:p>
                      <a:pPr algn="l" fontAlgn="ctr">
                        <a:lnSpc>
                          <a:spcPct val="115000"/>
                        </a:lnSpc>
                        <a:spcAft>
                          <a:spcPts val="800"/>
                        </a:spcAft>
                        <a:buNone/>
                      </a:pPr>
                      <a:r>
                        <a:rPr lang="pt-AO" sz="1400" b="1" i="0" u="none" strike="noStrike" kern="100" dirty="0">
                          <a:effectLst/>
                          <a:latin typeface="Aptos" panose="020B0004020202020204" pitchFamily="34" charset="0"/>
                          <a:ea typeface="Aptos" panose="020B0004020202020204" pitchFamily="34" charset="0"/>
                          <a:cs typeface="Arial" panose="020B0604020202020204" pitchFamily="34" charset="0"/>
                        </a:rPr>
                        <a:t>Type de poliovirus</a:t>
                      </a:r>
                      <a:endParaRPr lang="pt-AO" sz="2000" b="0" i="0" u="none" strike="noStrike" dirty="0">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tc>
                  <a:txBody>
                    <a:bodyPr/>
                    <a:lstStyle/>
                    <a:p>
                      <a:pPr algn="l" fontAlgn="ctr">
                        <a:lnSpc>
                          <a:spcPct val="115000"/>
                        </a:lnSpc>
                        <a:spcAft>
                          <a:spcPts val="800"/>
                        </a:spcAft>
                        <a:buNone/>
                      </a:pPr>
                      <a:r>
                        <a:rPr lang="pt-AO" sz="1400" b="1" i="0" u="none" strike="noStrike" kern="100" dirty="0">
                          <a:effectLst/>
                          <a:latin typeface="Aptos" panose="020B0004020202020204" pitchFamily="34" charset="0"/>
                          <a:ea typeface="Aptos" panose="020B0004020202020204" pitchFamily="34" charset="0"/>
                          <a:cs typeface="Arial" panose="020B0604020202020204" pitchFamily="34" charset="0"/>
                        </a:rPr>
                        <a:t>Cas cumulés estimés (S1 2026)</a:t>
                      </a:r>
                      <a:endParaRPr lang="pt-AO" sz="2000" b="0" i="0" u="none" strike="noStrike" dirty="0">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tc>
                  <a:txBody>
                    <a:bodyPr/>
                    <a:lstStyle/>
                    <a:p>
                      <a:pPr algn="l" fontAlgn="ctr">
                        <a:lnSpc>
                          <a:spcPct val="115000"/>
                        </a:lnSpc>
                        <a:spcAft>
                          <a:spcPts val="800"/>
                        </a:spcAft>
                        <a:buNone/>
                      </a:pPr>
                      <a:r>
                        <a:rPr lang="pt-AO" sz="1400" b="1" i="0" u="none" strike="noStrike" kern="100" dirty="0">
                          <a:effectLst/>
                          <a:latin typeface="Aptos" panose="020B0004020202020204" pitchFamily="34" charset="0"/>
                          <a:ea typeface="Aptos" panose="020B0004020202020204" pitchFamily="34" charset="0"/>
                          <a:cs typeface="Arial" panose="020B0604020202020204" pitchFamily="34" charset="0"/>
                        </a:rPr>
                        <a:t>Provinces à risque</a:t>
                      </a:r>
                      <a:endParaRPr lang="pt-AO" sz="2000" b="0" i="0" u="none" strike="noStrike" dirty="0">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extLst>
                  <a:ext uri="{0D108BD9-81ED-4DB2-BD59-A6C34878D82A}">
                    <a16:rowId xmlns:a16="http://schemas.microsoft.com/office/drawing/2014/main" val="2283519200"/>
                  </a:ext>
                </a:extLst>
              </a:tr>
              <a:tr h="1745817">
                <a:tc>
                  <a:txBody>
                    <a:bodyPr/>
                    <a:lstStyle/>
                    <a:p>
                      <a:pPr algn="l" fontAlgn="ctr">
                        <a:lnSpc>
                          <a:spcPct val="115000"/>
                        </a:lnSpc>
                        <a:spcAft>
                          <a:spcPts val="800"/>
                        </a:spcAft>
                        <a:buNone/>
                      </a:pPr>
                      <a:r>
                        <a:rPr lang="pt-AO" sz="1400" b="1" i="0" u="none" strike="noStrike" kern="100" dirty="0">
                          <a:effectLst/>
                          <a:latin typeface="Aptos" panose="020B0004020202020204" pitchFamily="34" charset="0"/>
                          <a:ea typeface="Aptos" panose="020B0004020202020204" pitchFamily="34" charset="0"/>
                          <a:cs typeface="Arial" panose="020B0604020202020204" pitchFamily="34" charset="0"/>
                        </a:rPr>
                        <a:t>cVDPV2</a:t>
                      </a:r>
                      <a:endParaRPr lang="pt-AO" sz="2000" b="0" i="0" u="none" strike="noStrike" dirty="0">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tc>
                  <a:txBody>
                    <a:bodyPr/>
                    <a:lstStyle/>
                    <a:p>
                      <a:pPr algn="l" fontAlgn="ctr">
                        <a:lnSpc>
                          <a:spcPct val="115000"/>
                        </a:lnSpc>
                        <a:spcAft>
                          <a:spcPts val="800"/>
                        </a:spcAft>
                        <a:buNone/>
                      </a:pPr>
                      <a:r>
                        <a:rPr lang="pt-AO" sz="1400" b="1" i="0" u="none" strike="noStrike" kern="100" dirty="0">
                          <a:effectLst/>
                          <a:latin typeface="Aptos" panose="020B0004020202020204" pitchFamily="34" charset="0"/>
                          <a:ea typeface="Aptos" panose="020B0004020202020204" pitchFamily="34" charset="0"/>
                          <a:cs typeface="Arial" panose="020B0604020202020204" pitchFamily="34" charset="0"/>
                        </a:rPr>
                        <a:t>8–15 nouveaux cas</a:t>
                      </a:r>
                      <a:endParaRPr lang="pt-AO" sz="2000" b="0" i="0" u="none" strike="noStrike" dirty="0">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tc>
                  <a:txBody>
                    <a:bodyPr/>
                    <a:lstStyle/>
                    <a:p>
                      <a:pPr algn="l" fontAlgn="ctr">
                        <a:lnSpc>
                          <a:spcPct val="115000"/>
                        </a:lnSpc>
                        <a:spcAft>
                          <a:spcPts val="800"/>
                        </a:spcAft>
                        <a:buNone/>
                      </a:pPr>
                      <a:r>
                        <a:rPr lang="pt-AO" sz="1400" b="1" i="0" u="none" strike="noStrike" kern="100" dirty="0">
                          <a:effectLst/>
                          <a:latin typeface="Aptos" panose="020B0004020202020204" pitchFamily="34" charset="0"/>
                          <a:ea typeface="Aptos" panose="020B0004020202020204" pitchFamily="34" charset="0"/>
                          <a:cs typeface="Arial" panose="020B0604020202020204" pitchFamily="34" charset="0"/>
                        </a:rPr>
                        <a:t>Maniema, Kongo Central, Tshopo, Equateur</a:t>
                      </a:r>
                      <a:endParaRPr lang="pt-AO" sz="2000" b="0" i="0" u="none" strike="noStrike" dirty="0">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extLst>
                  <a:ext uri="{0D108BD9-81ED-4DB2-BD59-A6C34878D82A}">
                    <a16:rowId xmlns:a16="http://schemas.microsoft.com/office/drawing/2014/main" val="3499724590"/>
                  </a:ext>
                </a:extLst>
              </a:tr>
              <a:tr h="716880">
                <a:tc>
                  <a:txBody>
                    <a:bodyPr/>
                    <a:lstStyle/>
                    <a:p>
                      <a:pPr algn="l" fontAlgn="ctr">
                        <a:lnSpc>
                          <a:spcPct val="115000"/>
                        </a:lnSpc>
                        <a:spcAft>
                          <a:spcPts val="800"/>
                        </a:spcAft>
                        <a:buNone/>
                      </a:pPr>
                      <a:r>
                        <a:rPr lang="pt-AO" sz="1400" b="1" i="0" u="none" strike="noStrike" kern="100">
                          <a:effectLst/>
                          <a:latin typeface="Aptos" panose="020B0004020202020204" pitchFamily="34" charset="0"/>
                          <a:ea typeface="Aptos" panose="020B0004020202020204" pitchFamily="34" charset="0"/>
                          <a:cs typeface="Arial" panose="020B0604020202020204" pitchFamily="34" charset="0"/>
                        </a:rPr>
                        <a:t>cVDPV1</a:t>
                      </a:r>
                      <a:endParaRPr lang="pt-AO" sz="2000" b="0" i="0" u="none" strike="noStrike">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tc>
                  <a:txBody>
                    <a:bodyPr/>
                    <a:lstStyle/>
                    <a:p>
                      <a:pPr algn="l" fontAlgn="ctr">
                        <a:lnSpc>
                          <a:spcPct val="115000"/>
                        </a:lnSpc>
                        <a:spcAft>
                          <a:spcPts val="800"/>
                        </a:spcAft>
                        <a:buNone/>
                      </a:pPr>
                      <a:r>
                        <a:rPr lang="pt-AO" sz="1400" b="1" i="0" u="none" strike="noStrike" kern="100" dirty="0">
                          <a:effectLst/>
                          <a:latin typeface="Aptos" panose="020B0004020202020204" pitchFamily="34" charset="0"/>
                          <a:ea typeface="Aptos" panose="020B0004020202020204" pitchFamily="34" charset="0"/>
                          <a:cs typeface="Arial" panose="020B0604020202020204" pitchFamily="34" charset="0"/>
                        </a:rPr>
                        <a:t>1–2 cas</a:t>
                      </a:r>
                      <a:endParaRPr lang="pt-AO" sz="2000" b="0" i="0" u="none" strike="noStrike" dirty="0">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tc>
                  <a:txBody>
                    <a:bodyPr/>
                    <a:lstStyle/>
                    <a:p>
                      <a:pPr algn="l" fontAlgn="ctr">
                        <a:lnSpc>
                          <a:spcPct val="115000"/>
                        </a:lnSpc>
                        <a:spcAft>
                          <a:spcPts val="800"/>
                        </a:spcAft>
                        <a:buNone/>
                      </a:pPr>
                      <a:r>
                        <a:rPr lang="pt-AO" sz="1400" b="1" i="0" u="none" strike="noStrike" kern="100" dirty="0">
                          <a:effectLst/>
                          <a:latin typeface="Aptos" panose="020B0004020202020204" pitchFamily="34" charset="0"/>
                          <a:ea typeface="Aptos" panose="020B0004020202020204" pitchFamily="34" charset="0"/>
                          <a:cs typeface="Arial" panose="020B0604020202020204" pitchFamily="34" charset="0"/>
                        </a:rPr>
                        <a:t>Tshopo, Tanganyika</a:t>
                      </a:r>
                      <a:endParaRPr lang="pt-AO" sz="2000" b="0" i="0" u="none" strike="noStrike" dirty="0">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extLst>
                  <a:ext uri="{0D108BD9-81ED-4DB2-BD59-A6C34878D82A}">
                    <a16:rowId xmlns:a16="http://schemas.microsoft.com/office/drawing/2014/main" val="3622585273"/>
                  </a:ext>
                </a:extLst>
              </a:tr>
              <a:tr h="1059859">
                <a:tc>
                  <a:txBody>
                    <a:bodyPr/>
                    <a:lstStyle/>
                    <a:p>
                      <a:pPr algn="l" fontAlgn="ctr">
                        <a:lnSpc>
                          <a:spcPct val="115000"/>
                        </a:lnSpc>
                        <a:spcAft>
                          <a:spcPts val="800"/>
                        </a:spcAft>
                        <a:buNone/>
                      </a:pPr>
                      <a:r>
                        <a:rPr lang="pt-AO" sz="1400" b="1" i="0" u="none" strike="noStrike" kern="100">
                          <a:effectLst/>
                          <a:latin typeface="Aptos" panose="020B0004020202020204" pitchFamily="34" charset="0"/>
                          <a:ea typeface="Aptos" panose="020B0004020202020204" pitchFamily="34" charset="0"/>
                          <a:cs typeface="Arial" panose="020B0604020202020204" pitchFamily="34" charset="0"/>
                        </a:rPr>
                        <a:t>VDPV2</a:t>
                      </a:r>
                      <a:endParaRPr lang="pt-AO" sz="2000" b="0" i="0" u="none" strike="noStrike">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tc>
                  <a:txBody>
                    <a:bodyPr/>
                    <a:lstStyle/>
                    <a:p>
                      <a:pPr algn="l" fontAlgn="ctr">
                        <a:lnSpc>
                          <a:spcPct val="115000"/>
                        </a:lnSpc>
                        <a:spcAft>
                          <a:spcPts val="800"/>
                        </a:spcAft>
                        <a:buNone/>
                      </a:pPr>
                      <a:r>
                        <a:rPr lang="pt-AO" sz="1400" b="1" i="0" u="none" strike="noStrike" kern="100">
                          <a:effectLst/>
                          <a:latin typeface="Aptos" panose="020B0004020202020204" pitchFamily="34" charset="0"/>
                          <a:ea typeface="Aptos" panose="020B0004020202020204" pitchFamily="34" charset="0"/>
                          <a:cs typeface="Arial" panose="020B0604020202020204" pitchFamily="34" charset="0"/>
                        </a:rPr>
                        <a:t>3–5 cas</a:t>
                      </a:r>
                      <a:endParaRPr lang="pt-AO" sz="2000" b="0" i="0" u="none" strike="noStrike">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tc>
                  <a:txBody>
                    <a:bodyPr/>
                    <a:lstStyle/>
                    <a:p>
                      <a:pPr algn="l" fontAlgn="ctr">
                        <a:lnSpc>
                          <a:spcPct val="115000"/>
                        </a:lnSpc>
                        <a:spcAft>
                          <a:spcPts val="800"/>
                        </a:spcAft>
                        <a:buNone/>
                      </a:pPr>
                      <a:r>
                        <a:rPr lang="pt-AO" sz="1400" b="1" i="0" u="none" strike="noStrike" kern="100" dirty="0">
                          <a:effectLst/>
                          <a:latin typeface="Aptos" panose="020B0004020202020204" pitchFamily="34" charset="0"/>
                          <a:ea typeface="Aptos" panose="020B0004020202020204" pitchFamily="34" charset="0"/>
                          <a:cs typeface="Arial" panose="020B0604020202020204" pitchFamily="34" charset="0"/>
                        </a:rPr>
                        <a:t>Kongo Central, Equateur</a:t>
                      </a:r>
                      <a:endParaRPr lang="pt-AO" sz="2000" b="0" i="0" u="none" strike="noStrike" dirty="0">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extLst>
                  <a:ext uri="{0D108BD9-81ED-4DB2-BD59-A6C34878D82A}">
                    <a16:rowId xmlns:a16="http://schemas.microsoft.com/office/drawing/2014/main" val="4254508703"/>
                  </a:ext>
                </a:extLst>
              </a:tr>
              <a:tr h="716880">
                <a:tc>
                  <a:txBody>
                    <a:bodyPr/>
                    <a:lstStyle/>
                    <a:p>
                      <a:pPr algn="l" fontAlgn="ctr">
                        <a:lnSpc>
                          <a:spcPct val="115000"/>
                        </a:lnSpc>
                        <a:spcAft>
                          <a:spcPts val="800"/>
                        </a:spcAft>
                        <a:buNone/>
                      </a:pPr>
                      <a:r>
                        <a:rPr lang="pt-AO" sz="1400" b="1" i="0" u="none" strike="noStrike" kern="100">
                          <a:effectLst/>
                          <a:latin typeface="Aptos" panose="020B0004020202020204" pitchFamily="34" charset="0"/>
                          <a:ea typeface="Aptos" panose="020B0004020202020204" pitchFamily="34" charset="0"/>
                          <a:cs typeface="Arial" panose="020B0604020202020204" pitchFamily="34" charset="0"/>
                        </a:rPr>
                        <a:t>aVDPV2 (ENV)</a:t>
                      </a:r>
                      <a:endParaRPr lang="pt-AO" sz="2000" b="0" i="0" u="none" strike="noStrike">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tc>
                  <a:txBody>
                    <a:bodyPr/>
                    <a:lstStyle/>
                    <a:p>
                      <a:pPr algn="l" fontAlgn="ctr">
                        <a:lnSpc>
                          <a:spcPct val="115000"/>
                        </a:lnSpc>
                        <a:spcAft>
                          <a:spcPts val="800"/>
                        </a:spcAft>
                        <a:buNone/>
                      </a:pPr>
                      <a:r>
                        <a:rPr lang="pt-AO" sz="1400" b="1" i="0" u="none" strike="noStrike" kern="100">
                          <a:effectLst/>
                          <a:latin typeface="Aptos" panose="020B0004020202020204" pitchFamily="34" charset="0"/>
                          <a:ea typeface="Aptos" panose="020B0004020202020204" pitchFamily="34" charset="0"/>
                          <a:cs typeface="Arial" panose="020B0604020202020204" pitchFamily="34" charset="0"/>
                        </a:rPr>
                        <a:t>1–3 détections</a:t>
                      </a:r>
                      <a:endParaRPr lang="pt-AO" sz="2000" b="0" i="0" u="none" strike="noStrike">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tc>
                  <a:txBody>
                    <a:bodyPr/>
                    <a:lstStyle/>
                    <a:p>
                      <a:pPr algn="l" fontAlgn="ctr">
                        <a:lnSpc>
                          <a:spcPct val="115000"/>
                        </a:lnSpc>
                        <a:spcAft>
                          <a:spcPts val="800"/>
                        </a:spcAft>
                        <a:buNone/>
                      </a:pPr>
                      <a:r>
                        <a:rPr lang="pt-AO" sz="1400" b="1" i="0" u="none" strike="noStrike" kern="100" dirty="0">
                          <a:effectLst/>
                          <a:latin typeface="Aptos" panose="020B0004020202020204" pitchFamily="34" charset="0"/>
                          <a:ea typeface="Aptos" panose="020B0004020202020204" pitchFamily="34" charset="0"/>
                          <a:cs typeface="Arial" panose="020B0604020202020204" pitchFamily="34" charset="0"/>
                        </a:rPr>
                        <a:t>Kinshasa, Kongo Central</a:t>
                      </a:r>
                      <a:endParaRPr lang="pt-AO" sz="2000" b="0" i="0" u="none" strike="noStrike" dirty="0">
                        <a:effectLst/>
                        <a:latin typeface="Arial" panose="020B0604020202020204" pitchFamily="34" charset="0"/>
                      </a:endParaRPr>
                    </a:p>
                  </a:txBody>
                  <a:tcPr marL="18172" marR="18172" marT="18172" marB="18172" anchor="ctr">
                    <a:lnL>
                      <a:noFill/>
                    </a:lnL>
                    <a:lnR>
                      <a:noFill/>
                    </a:lnR>
                    <a:lnT>
                      <a:noFill/>
                    </a:lnT>
                    <a:lnB>
                      <a:noFill/>
                    </a:lnB>
                    <a:solidFill>
                      <a:schemeClr val="bg2">
                        <a:lumMod val="90000"/>
                      </a:schemeClr>
                    </a:solidFill>
                  </a:tcPr>
                </a:tc>
                <a:extLst>
                  <a:ext uri="{0D108BD9-81ED-4DB2-BD59-A6C34878D82A}">
                    <a16:rowId xmlns:a16="http://schemas.microsoft.com/office/drawing/2014/main" val="2529504858"/>
                  </a:ext>
                </a:extLst>
              </a:tr>
            </a:tbl>
          </a:graphicData>
        </a:graphic>
      </p:graphicFrame>
    </p:spTree>
    <p:extLst>
      <p:ext uri="{BB962C8B-B14F-4D97-AF65-F5344CB8AC3E}">
        <p14:creationId xmlns:p14="http://schemas.microsoft.com/office/powerpoint/2010/main" val="3865629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AF7B880-5BF0-35DB-C8CA-9CBD70E5C4B3}"/>
              </a:ext>
            </a:extLst>
          </p:cNvPr>
          <p:cNvSpPr>
            <a:spLocks noGrp="1"/>
          </p:cNvSpPr>
          <p:nvPr>
            <p:ph type="body" idx="1"/>
          </p:nvPr>
        </p:nvSpPr>
        <p:spPr>
          <a:xfrm>
            <a:off x="57910" y="446247"/>
            <a:ext cx="5157787" cy="823912"/>
          </a:xfrm>
        </p:spPr>
        <p:txBody>
          <a:bodyPr/>
          <a:lstStyle/>
          <a:p>
            <a:r>
              <a:rPr lang="pt-AO" dirty="0"/>
              <a:t>3. Zones critiques à surveiller</a:t>
            </a:r>
            <a:endParaRPr lang="fr-FR" dirty="0"/>
          </a:p>
        </p:txBody>
      </p:sp>
      <p:graphicFrame>
        <p:nvGraphicFramePr>
          <p:cNvPr id="12" name="Espace réservé du contenu 3">
            <a:extLst>
              <a:ext uri="{FF2B5EF4-FFF2-40B4-BE49-F238E27FC236}">
                <a16:creationId xmlns:a16="http://schemas.microsoft.com/office/drawing/2014/main" id="{CA42F297-F18A-189F-7C62-E530EFF0B6D1}"/>
              </a:ext>
            </a:extLst>
          </p:cNvPr>
          <p:cNvGraphicFramePr>
            <a:graphicFrameLocks noGrp="1"/>
          </p:cNvGraphicFramePr>
          <p:nvPr>
            <p:ph sz="half" idx="2"/>
          </p:nvPr>
        </p:nvGraphicFramePr>
        <p:xfrm>
          <a:off x="212036" y="1376529"/>
          <a:ext cx="5785540" cy="36592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texte 4">
            <a:extLst>
              <a:ext uri="{FF2B5EF4-FFF2-40B4-BE49-F238E27FC236}">
                <a16:creationId xmlns:a16="http://schemas.microsoft.com/office/drawing/2014/main" id="{62E16BBA-FB49-E2B0-30D4-402814B11D25}"/>
              </a:ext>
            </a:extLst>
          </p:cNvPr>
          <p:cNvSpPr>
            <a:spLocks noGrp="1"/>
          </p:cNvSpPr>
          <p:nvPr>
            <p:ph type="body" sz="quarter" idx="3"/>
          </p:nvPr>
        </p:nvSpPr>
        <p:spPr>
          <a:xfrm>
            <a:off x="6172200" y="748747"/>
            <a:ext cx="5183188" cy="448527"/>
          </a:xfrm>
        </p:spPr>
        <p:txBody>
          <a:bodyPr/>
          <a:lstStyle/>
          <a:p>
            <a:r>
              <a:rPr lang="pt-AO" dirty="0"/>
              <a:t>4. Recommandations opérationnelles</a:t>
            </a:r>
            <a:endParaRPr lang="fr-FR" dirty="0"/>
          </a:p>
        </p:txBody>
      </p:sp>
      <p:sp>
        <p:nvSpPr>
          <p:cNvPr id="6" name="Espace réservé du contenu 5">
            <a:extLst>
              <a:ext uri="{FF2B5EF4-FFF2-40B4-BE49-F238E27FC236}">
                <a16:creationId xmlns:a16="http://schemas.microsoft.com/office/drawing/2014/main" id="{FA024791-9763-1673-FCF3-FA7F17890690}"/>
              </a:ext>
            </a:extLst>
          </p:cNvPr>
          <p:cNvSpPr>
            <a:spLocks noGrp="1"/>
          </p:cNvSpPr>
          <p:nvPr>
            <p:ph sz="quarter" idx="4"/>
          </p:nvPr>
        </p:nvSpPr>
        <p:spPr>
          <a:xfrm>
            <a:off x="6009858" y="1244008"/>
            <a:ext cx="6195390" cy="4533940"/>
          </a:xfrm>
        </p:spPr>
        <p:txBody>
          <a:bodyPr>
            <a:noAutofit/>
          </a:bodyPr>
          <a:lstStyle/>
          <a:p>
            <a:pPr>
              <a:lnSpc>
                <a:spcPct val="100000"/>
              </a:lnSpc>
            </a:pPr>
            <a:r>
              <a:rPr lang="pt-AO" sz="1800" dirty="0"/>
              <a:t>a. Riposte ciblée</a:t>
            </a:r>
          </a:p>
          <a:p>
            <a:pPr marL="457200" lvl="1" indent="0">
              <a:lnSpc>
                <a:spcPct val="100000"/>
              </a:lnSpc>
              <a:buNone/>
            </a:pPr>
            <a:r>
              <a:rPr lang="pt-AO" sz="1800" dirty="0"/>
              <a:t>Maintenir la pression sur les provinces à très haute priorité (Maniema, Kongo Central, Tshopo</a:t>
            </a:r>
            <a:r>
              <a:rPr lang="fr-FR" sz="1800" dirty="0"/>
              <a:t>,Tshuapa, Equateur</a:t>
            </a:r>
            <a:r>
              <a:rPr lang="en-US" sz="1800" dirty="0"/>
              <a:t>…</a:t>
            </a:r>
            <a:r>
              <a:rPr lang="pt-AO" sz="1800" dirty="0"/>
              <a:t>)</a:t>
            </a:r>
          </a:p>
          <a:p>
            <a:pPr marL="457200" lvl="1" indent="0">
              <a:lnSpc>
                <a:spcPct val="100000"/>
              </a:lnSpc>
              <a:buNone/>
            </a:pPr>
            <a:r>
              <a:rPr lang="pt-AO" sz="1800" dirty="0"/>
              <a:t>Planifier des AVS dans les ZS avec cas récents ou ENV positifs</a:t>
            </a:r>
          </a:p>
          <a:p>
            <a:pPr>
              <a:lnSpc>
                <a:spcPct val="100000"/>
              </a:lnSpc>
            </a:pPr>
            <a:r>
              <a:rPr lang="pt-AO" sz="1800" dirty="0"/>
              <a:t>b. Renforcement de la surveillance</a:t>
            </a:r>
          </a:p>
          <a:p>
            <a:pPr marL="457200" lvl="1" indent="0">
              <a:lnSpc>
                <a:spcPct val="100000"/>
              </a:lnSpc>
              <a:buNone/>
            </a:pPr>
            <a:r>
              <a:rPr lang="fr-FR" sz="1800" dirty="0"/>
              <a:t>Renforcer la supervision </a:t>
            </a:r>
            <a:r>
              <a:rPr lang="pt-AO" sz="1800" dirty="0"/>
              <a:t> dans les 43 ZS silencieuses</a:t>
            </a:r>
          </a:p>
          <a:p>
            <a:pPr marL="457200" lvl="1" indent="0">
              <a:lnSpc>
                <a:spcPct val="100000"/>
              </a:lnSpc>
              <a:buNone/>
            </a:pPr>
            <a:r>
              <a:rPr lang="pt-AO" sz="1800" dirty="0"/>
              <a:t>Appui aux ZS avec PFANP &lt;3, en particulier dans l’Est</a:t>
            </a:r>
          </a:p>
          <a:p>
            <a:pPr>
              <a:lnSpc>
                <a:spcPct val="100000"/>
              </a:lnSpc>
            </a:pPr>
            <a:r>
              <a:rPr lang="pt-AO" sz="1800" dirty="0"/>
              <a:t>c. Suivi mensuel</a:t>
            </a:r>
          </a:p>
          <a:p>
            <a:pPr marL="457200" lvl="1" indent="0">
              <a:lnSpc>
                <a:spcPct val="100000"/>
              </a:lnSpc>
              <a:buNone/>
            </a:pPr>
            <a:r>
              <a:rPr lang="pt-AO" sz="1800" dirty="0"/>
              <a:t>Mettre à jour la modélisation chaque mois avec : </a:t>
            </a:r>
          </a:p>
          <a:p>
            <a:pPr marL="914400" lvl="2" indent="0">
              <a:lnSpc>
                <a:spcPct val="100000"/>
              </a:lnSpc>
              <a:buNone/>
            </a:pPr>
            <a:r>
              <a:rPr lang="pt-AO" sz="1800" dirty="0"/>
              <a:t>Nouveaux cas</a:t>
            </a:r>
          </a:p>
          <a:p>
            <a:pPr marL="914400" lvl="2" indent="0">
              <a:lnSpc>
                <a:spcPct val="100000"/>
              </a:lnSpc>
              <a:buNone/>
            </a:pPr>
            <a:r>
              <a:rPr lang="pt-AO" sz="1800" dirty="0"/>
              <a:t>Résultats de séquençage</a:t>
            </a:r>
          </a:p>
          <a:p>
            <a:pPr marL="914400" lvl="2" indent="0">
              <a:lnSpc>
                <a:spcPct val="100000"/>
              </a:lnSpc>
              <a:buNone/>
            </a:pPr>
            <a:r>
              <a:rPr lang="pt-AO" sz="1800" dirty="0"/>
              <a:t>Évolution des indicateurs de surveillance</a:t>
            </a:r>
          </a:p>
          <a:p>
            <a:endParaRPr lang="fr-FR" sz="1800" dirty="0"/>
          </a:p>
        </p:txBody>
      </p:sp>
      <p:sp>
        <p:nvSpPr>
          <p:cNvPr id="2" name="ZoneTexte 1">
            <a:extLst>
              <a:ext uri="{FF2B5EF4-FFF2-40B4-BE49-F238E27FC236}">
                <a16:creationId xmlns:a16="http://schemas.microsoft.com/office/drawing/2014/main" id="{93764FE3-D4C3-0138-6415-52F5C08A7910}"/>
              </a:ext>
            </a:extLst>
          </p:cNvPr>
          <p:cNvSpPr txBox="1"/>
          <p:nvPr/>
        </p:nvSpPr>
        <p:spPr>
          <a:xfrm>
            <a:off x="836612" y="57602"/>
            <a:ext cx="5749719" cy="584775"/>
          </a:xfrm>
          <a:prstGeom prst="rect">
            <a:avLst/>
          </a:prstGeom>
          <a:solidFill>
            <a:schemeClr val="accent1">
              <a:lumMod val="50000"/>
            </a:schemeClr>
          </a:solidFill>
        </p:spPr>
        <p:txBody>
          <a:bodyPr wrap="square" rtlCol="0">
            <a:spAutoFit/>
          </a:bodyPr>
          <a:lstStyle/>
          <a:p>
            <a:r>
              <a:rPr lang="fr-FR" sz="3200" b="1" dirty="0">
                <a:solidFill>
                  <a:schemeClr val="bg1"/>
                </a:solidFill>
              </a:rPr>
              <a:t>4. MODELISATION SUITE(Suite)</a:t>
            </a:r>
          </a:p>
        </p:txBody>
      </p:sp>
    </p:spTree>
    <p:extLst>
      <p:ext uri="{BB962C8B-B14F-4D97-AF65-F5344CB8AC3E}">
        <p14:creationId xmlns:p14="http://schemas.microsoft.com/office/powerpoint/2010/main" val="2036224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1EDD30-E8CF-65AB-D1F2-BF225E74B158}"/>
              </a:ext>
            </a:extLst>
          </p:cNvPr>
          <p:cNvSpPr txBox="1">
            <a:spLocks/>
          </p:cNvSpPr>
          <p:nvPr/>
        </p:nvSpPr>
        <p:spPr>
          <a:xfrm>
            <a:off x="0" y="1"/>
            <a:ext cx="12192000" cy="751113"/>
          </a:xfrm>
          <a:prstGeom prst="rect">
            <a:avLst/>
          </a:prstGeom>
          <a:solidFill>
            <a:srgbClr val="00206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fr-FR" sz="3600" b="1" dirty="0">
                <a:solidFill>
                  <a:prstClr val="white"/>
                </a:solidFill>
                <a:latin typeface="Times New Roman" panose="02020603050405020304" pitchFamily="18" charset="0"/>
                <a:cs typeface="Times New Roman" panose="02020603050405020304" pitchFamily="18" charset="0"/>
              </a:rPr>
              <a:t>4. Matrice d’analyse du risque et priorisation des provinces</a:t>
            </a:r>
            <a:endParaRPr kumimoji="0" lang="fr-FR" sz="3600" b="1"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aphicFrame>
        <p:nvGraphicFramePr>
          <p:cNvPr id="8" name="Tableau 7">
            <a:extLst>
              <a:ext uri="{FF2B5EF4-FFF2-40B4-BE49-F238E27FC236}">
                <a16:creationId xmlns:a16="http://schemas.microsoft.com/office/drawing/2014/main" id="{DEAFE08A-0304-4EB1-DABA-2F43D6720437}"/>
              </a:ext>
            </a:extLst>
          </p:cNvPr>
          <p:cNvGraphicFramePr>
            <a:graphicFrameLocks noGrp="1"/>
          </p:cNvGraphicFramePr>
          <p:nvPr>
            <p:extLst>
              <p:ext uri="{D42A27DB-BD31-4B8C-83A1-F6EECF244321}">
                <p14:modId xmlns:p14="http://schemas.microsoft.com/office/powerpoint/2010/main" val="584321041"/>
              </p:ext>
            </p:extLst>
          </p:nvPr>
        </p:nvGraphicFramePr>
        <p:xfrm>
          <a:off x="318842" y="714472"/>
          <a:ext cx="11459369" cy="6082673"/>
        </p:xfrm>
        <a:graphic>
          <a:graphicData uri="http://schemas.openxmlformats.org/drawingml/2006/table">
            <a:tbl>
              <a:tblPr/>
              <a:tblGrid>
                <a:gridCol w="875503">
                  <a:extLst>
                    <a:ext uri="{9D8B030D-6E8A-4147-A177-3AD203B41FA5}">
                      <a16:colId xmlns:a16="http://schemas.microsoft.com/office/drawing/2014/main" val="1307894661"/>
                    </a:ext>
                  </a:extLst>
                </a:gridCol>
                <a:gridCol w="700403">
                  <a:extLst>
                    <a:ext uri="{9D8B030D-6E8A-4147-A177-3AD203B41FA5}">
                      <a16:colId xmlns:a16="http://schemas.microsoft.com/office/drawing/2014/main" val="944862121"/>
                    </a:ext>
                  </a:extLst>
                </a:gridCol>
                <a:gridCol w="700403">
                  <a:extLst>
                    <a:ext uri="{9D8B030D-6E8A-4147-A177-3AD203B41FA5}">
                      <a16:colId xmlns:a16="http://schemas.microsoft.com/office/drawing/2014/main" val="111153164"/>
                    </a:ext>
                  </a:extLst>
                </a:gridCol>
                <a:gridCol w="765255">
                  <a:extLst>
                    <a:ext uri="{9D8B030D-6E8A-4147-A177-3AD203B41FA5}">
                      <a16:colId xmlns:a16="http://schemas.microsoft.com/office/drawing/2014/main" val="2342175646"/>
                    </a:ext>
                  </a:extLst>
                </a:gridCol>
                <a:gridCol w="765255">
                  <a:extLst>
                    <a:ext uri="{9D8B030D-6E8A-4147-A177-3AD203B41FA5}">
                      <a16:colId xmlns:a16="http://schemas.microsoft.com/office/drawing/2014/main" val="4262024502"/>
                    </a:ext>
                  </a:extLst>
                </a:gridCol>
                <a:gridCol w="765255">
                  <a:extLst>
                    <a:ext uri="{9D8B030D-6E8A-4147-A177-3AD203B41FA5}">
                      <a16:colId xmlns:a16="http://schemas.microsoft.com/office/drawing/2014/main" val="2891358613"/>
                    </a:ext>
                  </a:extLst>
                </a:gridCol>
                <a:gridCol w="765255">
                  <a:extLst>
                    <a:ext uri="{9D8B030D-6E8A-4147-A177-3AD203B41FA5}">
                      <a16:colId xmlns:a16="http://schemas.microsoft.com/office/drawing/2014/main" val="390982581"/>
                    </a:ext>
                  </a:extLst>
                </a:gridCol>
                <a:gridCol w="765255">
                  <a:extLst>
                    <a:ext uri="{9D8B030D-6E8A-4147-A177-3AD203B41FA5}">
                      <a16:colId xmlns:a16="http://schemas.microsoft.com/office/drawing/2014/main" val="2304012015"/>
                    </a:ext>
                  </a:extLst>
                </a:gridCol>
                <a:gridCol w="765255">
                  <a:extLst>
                    <a:ext uri="{9D8B030D-6E8A-4147-A177-3AD203B41FA5}">
                      <a16:colId xmlns:a16="http://schemas.microsoft.com/office/drawing/2014/main" val="414190285"/>
                    </a:ext>
                  </a:extLst>
                </a:gridCol>
                <a:gridCol w="765255">
                  <a:extLst>
                    <a:ext uri="{9D8B030D-6E8A-4147-A177-3AD203B41FA5}">
                      <a16:colId xmlns:a16="http://schemas.microsoft.com/office/drawing/2014/main" val="2845726157"/>
                    </a:ext>
                  </a:extLst>
                </a:gridCol>
                <a:gridCol w="765255">
                  <a:extLst>
                    <a:ext uri="{9D8B030D-6E8A-4147-A177-3AD203B41FA5}">
                      <a16:colId xmlns:a16="http://schemas.microsoft.com/office/drawing/2014/main" val="1563281628"/>
                    </a:ext>
                  </a:extLst>
                </a:gridCol>
                <a:gridCol w="765255">
                  <a:extLst>
                    <a:ext uri="{9D8B030D-6E8A-4147-A177-3AD203B41FA5}">
                      <a16:colId xmlns:a16="http://schemas.microsoft.com/office/drawing/2014/main" val="4016011591"/>
                    </a:ext>
                  </a:extLst>
                </a:gridCol>
                <a:gridCol w="765255">
                  <a:extLst>
                    <a:ext uri="{9D8B030D-6E8A-4147-A177-3AD203B41FA5}">
                      <a16:colId xmlns:a16="http://schemas.microsoft.com/office/drawing/2014/main" val="1404249327"/>
                    </a:ext>
                  </a:extLst>
                </a:gridCol>
                <a:gridCol w="765255">
                  <a:extLst>
                    <a:ext uri="{9D8B030D-6E8A-4147-A177-3AD203B41FA5}">
                      <a16:colId xmlns:a16="http://schemas.microsoft.com/office/drawing/2014/main" val="955800317"/>
                    </a:ext>
                  </a:extLst>
                </a:gridCol>
                <a:gridCol w="765255">
                  <a:extLst>
                    <a:ext uri="{9D8B030D-6E8A-4147-A177-3AD203B41FA5}">
                      <a16:colId xmlns:a16="http://schemas.microsoft.com/office/drawing/2014/main" val="959720600"/>
                    </a:ext>
                  </a:extLst>
                </a:gridCol>
              </a:tblGrid>
              <a:tr h="187475">
                <a:tc gridSpan="3">
                  <a:txBody>
                    <a:bodyPr/>
                    <a:lstStyle/>
                    <a:p>
                      <a:pPr algn="ctr" fontAlgn="ctr">
                        <a:buNone/>
                      </a:pPr>
                      <a:r>
                        <a:rPr lang="fr-FR" sz="800" b="1" i="0" u="none" strike="noStrike" dirty="0">
                          <a:solidFill>
                            <a:srgbClr val="000000"/>
                          </a:solidFill>
                          <a:effectLst/>
                          <a:latin typeface="Calibri" panose="020F0502020204030204" pitchFamily="34" charset="0"/>
                        </a:rPr>
                        <a:t>Critère</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fr-FR"/>
                    </a:p>
                  </a:txBody>
                  <a:tcPr/>
                </a:tc>
                <a:tc hMerge="1">
                  <a:txBody>
                    <a:bodyPr/>
                    <a:lstStyle/>
                    <a:p>
                      <a:endParaRPr lang="fr-FR"/>
                    </a:p>
                  </a:txBody>
                  <a:tcPr/>
                </a:tc>
                <a:tc>
                  <a:txBody>
                    <a:bodyPr/>
                    <a:lstStyle/>
                    <a:p>
                      <a:pPr algn="ctr" rtl="0" fontAlgn="ctr">
                        <a:buNone/>
                      </a:pPr>
                      <a:r>
                        <a:rPr lang="fr-FR" sz="800" b="1" i="0" u="none" strike="noStrike">
                          <a:solidFill>
                            <a:srgbClr val="000000"/>
                          </a:solidFill>
                          <a:effectLst/>
                          <a:latin typeface="Calibri" panose="020F0502020204030204" pitchFamily="34" charset="0"/>
                        </a:rPr>
                        <a:t>critère No 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000000"/>
                          </a:solidFill>
                          <a:effectLst/>
                          <a:latin typeface="Calibri" panose="020F0502020204030204" pitchFamily="34" charset="0"/>
                        </a:rPr>
                        <a:t>critère No 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000000"/>
                          </a:solidFill>
                          <a:effectLst/>
                          <a:latin typeface="Calibri" panose="020F0502020204030204" pitchFamily="34" charset="0"/>
                        </a:rPr>
                        <a:t>critère No 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000000"/>
                          </a:solidFill>
                          <a:effectLst/>
                          <a:latin typeface="Calibri" panose="020F0502020204030204" pitchFamily="34" charset="0"/>
                        </a:rPr>
                        <a:t>critère No 4</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000000"/>
                          </a:solidFill>
                          <a:effectLst/>
                          <a:latin typeface="Calibri" panose="020F0502020204030204" pitchFamily="34" charset="0"/>
                        </a:rPr>
                        <a:t>critère No 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000000"/>
                          </a:solidFill>
                          <a:effectLst/>
                          <a:latin typeface="Calibri" panose="020F0502020204030204" pitchFamily="34" charset="0"/>
                        </a:rPr>
                        <a:t>critère No 6</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000000"/>
                          </a:solidFill>
                          <a:effectLst/>
                          <a:latin typeface="Calibri" panose="020F0502020204030204" pitchFamily="34" charset="0"/>
                        </a:rPr>
                        <a:t>critère No 7</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000000"/>
                          </a:solidFill>
                          <a:effectLst/>
                          <a:latin typeface="Calibri" panose="020F0502020204030204" pitchFamily="34" charset="0"/>
                        </a:rPr>
                        <a:t>critère No 8</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000000"/>
                          </a:solidFill>
                          <a:effectLst/>
                          <a:latin typeface="Calibri" panose="020F0502020204030204" pitchFamily="34" charset="0"/>
                        </a:rPr>
                        <a:t>critère No 9</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000000"/>
                          </a:solidFill>
                          <a:effectLst/>
                          <a:latin typeface="Calibri" panose="020F0502020204030204" pitchFamily="34" charset="0"/>
                        </a:rPr>
                        <a:t>critère No 10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000000"/>
                          </a:solidFill>
                          <a:effectLst/>
                          <a:latin typeface="Calibri" panose="020F0502020204030204" pitchFamily="34" charset="0"/>
                        </a:rPr>
                        <a:t>critère No 11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extLst>
                  <a:ext uri="{0D108BD9-81ED-4DB2-BD59-A6C34878D82A}">
                    <a16:rowId xmlns:a16="http://schemas.microsoft.com/office/drawing/2014/main" val="2959168806"/>
                  </a:ext>
                </a:extLst>
              </a:tr>
              <a:tr h="189589">
                <a:tc gridSpan="3">
                  <a:txBody>
                    <a:bodyPr/>
                    <a:lstStyle/>
                    <a:p>
                      <a:pPr algn="ctr" fontAlgn="ctr">
                        <a:buNone/>
                      </a:pPr>
                      <a:r>
                        <a:rPr lang="fr-FR" sz="800" b="1" i="0" u="none" strike="noStrike">
                          <a:solidFill>
                            <a:srgbClr val="000000"/>
                          </a:solidFill>
                          <a:effectLst/>
                          <a:latin typeface="Calibri" panose="020F0502020204030204" pitchFamily="34" charset="0"/>
                        </a:rPr>
                        <a:t>Poids des critères</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fr-FR"/>
                    </a:p>
                  </a:txBody>
                  <a:tcPr/>
                </a:tc>
                <a:tc hMerge="1">
                  <a:txBody>
                    <a:bodyPr/>
                    <a:lstStyle/>
                    <a:p>
                      <a:endParaRPr lang="fr-FR"/>
                    </a:p>
                  </a:txBody>
                  <a:tcPr/>
                </a:tc>
                <a:tc>
                  <a:txBody>
                    <a:bodyPr/>
                    <a:lstStyle/>
                    <a:p>
                      <a:pPr algn="ctr" rtl="0" fontAlgn="ctr">
                        <a:buNone/>
                      </a:pPr>
                      <a:r>
                        <a:rPr lang="fr-FR" sz="800" b="1" i="0" u="none" strike="noStrike">
                          <a:solidFill>
                            <a:srgbClr val="FF0000"/>
                          </a:solidFill>
                          <a:effectLst/>
                          <a:latin typeface="Calibri" panose="020F0502020204030204" pitchFamily="34" charset="0"/>
                        </a:rPr>
                        <a:t>10%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0000"/>
                          </a:solidFill>
                          <a:effectLst/>
                          <a:latin typeface="Calibri" panose="020F0502020204030204" pitchFamily="34" charset="0"/>
                        </a:rPr>
                        <a:t>10%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0000"/>
                          </a:solidFill>
                          <a:effectLst/>
                          <a:latin typeface="Calibri" panose="020F0502020204030204" pitchFamily="34" charset="0"/>
                        </a:rPr>
                        <a:t>15%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0000"/>
                          </a:solidFill>
                          <a:effectLst/>
                          <a:latin typeface="Calibri" panose="020F0502020204030204" pitchFamily="34" charset="0"/>
                        </a:rPr>
                        <a:t>10%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0000"/>
                          </a:solidFill>
                          <a:effectLst/>
                          <a:latin typeface="Calibri" panose="020F0502020204030204" pitchFamily="34" charset="0"/>
                        </a:rPr>
                        <a:t>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0000"/>
                          </a:solidFill>
                          <a:effectLst/>
                          <a:latin typeface="Calibri" panose="020F0502020204030204" pitchFamily="34" charset="0"/>
                        </a:rPr>
                        <a:t>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0000"/>
                          </a:solidFill>
                          <a:effectLst/>
                          <a:latin typeface="Calibri" panose="020F0502020204030204" pitchFamily="34" charset="0"/>
                        </a:rPr>
                        <a:t>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0000"/>
                          </a:solidFill>
                          <a:effectLst/>
                          <a:latin typeface="Calibri" panose="020F0502020204030204" pitchFamily="34" charset="0"/>
                        </a:rPr>
                        <a:t>10%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0000"/>
                          </a:solidFill>
                          <a:effectLst/>
                          <a:latin typeface="Calibri" panose="020F0502020204030204" pitchFamily="34" charset="0"/>
                        </a:rPr>
                        <a:t>10%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0000"/>
                          </a:solidFill>
                          <a:effectLst/>
                          <a:latin typeface="Calibri" panose="020F0502020204030204" pitchFamily="34" charset="0"/>
                        </a:rPr>
                        <a:t>10%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0000"/>
                          </a:solidFill>
                          <a:effectLst/>
                          <a:latin typeface="Calibri" panose="020F0502020204030204" pitchFamily="34" charset="0"/>
                        </a:rPr>
                        <a:t>10%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extLst>
                  <a:ext uri="{0D108BD9-81ED-4DB2-BD59-A6C34878D82A}">
                    <a16:rowId xmlns:a16="http://schemas.microsoft.com/office/drawing/2014/main" val="3858497338"/>
                  </a:ext>
                </a:extLst>
              </a:tr>
              <a:tr h="1472680">
                <a:tc>
                  <a:txBody>
                    <a:bodyPr/>
                    <a:lstStyle/>
                    <a:p>
                      <a:pPr algn="l" fontAlgn="ctr">
                        <a:buNone/>
                      </a:pPr>
                      <a:r>
                        <a:rPr lang="fr-FR" sz="800" b="1" i="0" u="none" strike="noStrike">
                          <a:solidFill>
                            <a:srgbClr val="000000"/>
                          </a:solidFill>
                          <a:effectLst/>
                          <a:latin typeface="Calibri" panose="020F0502020204030204" pitchFamily="34" charset="0"/>
                        </a:rPr>
                        <a:t>PROVINCES</a:t>
                      </a:r>
                    </a:p>
                  </a:txBody>
                  <a:tcPr marL="2865" marR="2865" marT="286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algn="ctr" fontAlgn="ctr">
                        <a:buNone/>
                      </a:pPr>
                      <a:r>
                        <a:rPr lang="fr-FR" sz="800" b="1" i="0" u="none" strike="noStrike" dirty="0">
                          <a:solidFill>
                            <a:srgbClr val="000000"/>
                          </a:solidFill>
                          <a:effectLst/>
                          <a:latin typeface="Calibri" panose="020F0502020204030204" pitchFamily="34" charset="0"/>
                        </a:rPr>
                        <a:t>Nombre de VDPV des émergences à partir de 2022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dirty="0">
                          <a:solidFill>
                            <a:srgbClr val="000000"/>
                          </a:solidFill>
                          <a:effectLst/>
                          <a:latin typeface="Calibri" panose="020F0502020204030204" pitchFamily="34" charset="0"/>
                        </a:rPr>
                        <a:t>Nombre de VDPV dans les 6 derniers mois</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a:solidFill>
                            <a:srgbClr val="000000"/>
                          </a:solidFill>
                          <a:effectLst/>
                          <a:latin typeface="Calibri" panose="020F0502020204030204" pitchFamily="34" charset="0"/>
                        </a:rPr>
                        <a:t>Nombre de VDPV des émergences à partir de 2022 </a:t>
                      </a:r>
                      <a:r>
                        <a:rPr lang="fr-FR" sz="800" b="1" i="0" u="none" strike="noStrike">
                          <a:solidFill>
                            <a:srgbClr val="0070C0"/>
                          </a:solidFill>
                          <a:effectLst/>
                          <a:latin typeface="Calibri" panose="020F0502020204030204" pitchFamily="34" charset="0"/>
                        </a:rPr>
                        <a:t>(0 si Nb=0, 1 si 1≤Nb&lt;10 ; 2 si 10≤Nb&lt;60 ;  3 si Nb≥60)</a:t>
                      </a:r>
                      <a:endParaRPr lang="fr-FR" sz="800" b="1" i="0" u="none" strike="noStrike">
                        <a:solidFill>
                          <a:srgbClr val="000000"/>
                        </a:solidFill>
                        <a:effectLst/>
                        <a:latin typeface="Calibri" panose="020F0502020204030204" pitchFamily="34" charset="0"/>
                      </a:endParaRP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dirty="0">
                          <a:solidFill>
                            <a:srgbClr val="000000"/>
                          </a:solidFill>
                          <a:effectLst/>
                          <a:latin typeface="Calibri" panose="020F0502020204030204" pitchFamily="34" charset="0"/>
                        </a:rPr>
                        <a:t>Nombre de VDPV dans les 12 derniers mois </a:t>
                      </a:r>
                      <a:r>
                        <a:rPr lang="fr-FR" sz="800" b="1" i="0" u="none" strike="noStrike" dirty="0">
                          <a:solidFill>
                            <a:srgbClr val="0070C0"/>
                          </a:solidFill>
                          <a:effectLst/>
                          <a:latin typeface="Calibri" panose="020F0502020204030204" pitchFamily="34" charset="0"/>
                        </a:rPr>
                        <a:t>(0 si pas de VDPV et 3 si VDPV)</a:t>
                      </a:r>
                      <a:endParaRPr lang="fr-FR" sz="800" b="1" i="0" u="none" strike="noStrike" dirty="0">
                        <a:solidFill>
                          <a:srgbClr val="000000"/>
                        </a:solidFill>
                        <a:effectLst/>
                        <a:latin typeface="Calibri" panose="020F0502020204030204" pitchFamily="34" charset="0"/>
                      </a:endParaRP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dirty="0">
                          <a:solidFill>
                            <a:srgbClr val="000000"/>
                          </a:solidFill>
                          <a:effectLst/>
                          <a:latin typeface="Calibri" panose="020F0502020204030204" pitchFamily="34" charset="0"/>
                        </a:rPr>
                        <a:t>Conflit armé </a:t>
                      </a:r>
                      <a:r>
                        <a:rPr lang="fr-FR" sz="800" b="1" i="0" u="none" strike="noStrike" dirty="0">
                          <a:solidFill>
                            <a:srgbClr val="0070C0"/>
                          </a:solidFill>
                          <a:effectLst/>
                          <a:latin typeface="Calibri" panose="020F0502020204030204" pitchFamily="34" charset="0"/>
                        </a:rPr>
                        <a:t>(0 si pas de conflit armé et 3 si conflit armé dans)</a:t>
                      </a:r>
                      <a:endParaRPr lang="fr-FR" sz="800" b="1" i="0" u="none" strike="noStrike" dirty="0">
                        <a:solidFill>
                          <a:srgbClr val="000000"/>
                        </a:solidFill>
                        <a:effectLst/>
                        <a:latin typeface="Calibri" panose="020F0502020204030204" pitchFamily="34" charset="0"/>
                      </a:endParaRP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a:solidFill>
                            <a:srgbClr val="000000"/>
                          </a:solidFill>
                          <a:effectLst/>
                          <a:latin typeface="Calibri" panose="020F0502020204030204" pitchFamily="34" charset="0"/>
                        </a:rPr>
                        <a:t>Nombre d’émergences générées à partir de 2022 </a:t>
                      </a:r>
                      <a:r>
                        <a:rPr lang="fr-FR" sz="800" b="1" i="0" u="none" strike="noStrike">
                          <a:solidFill>
                            <a:srgbClr val="0070C0"/>
                          </a:solidFill>
                          <a:effectLst/>
                          <a:latin typeface="Calibri" panose="020F0502020204030204" pitchFamily="34" charset="0"/>
                        </a:rPr>
                        <a:t>(3 si ≥3em; 2=2em; 1=1em; 0=0em)</a:t>
                      </a:r>
                      <a:endParaRPr lang="fr-FR" sz="800" b="1" i="0" u="none" strike="noStrike">
                        <a:solidFill>
                          <a:srgbClr val="000000"/>
                        </a:solidFill>
                        <a:effectLst/>
                        <a:latin typeface="Calibri" panose="020F0502020204030204" pitchFamily="34" charset="0"/>
                      </a:endParaRP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a:solidFill>
                            <a:srgbClr val="000000"/>
                          </a:solidFill>
                          <a:effectLst/>
                          <a:latin typeface="Calibri" panose="020F0502020204030204" pitchFamily="34" charset="0"/>
                        </a:rPr>
                        <a:t>Historique d'importation </a:t>
                      </a:r>
                      <a:r>
                        <a:rPr lang="fr-FR" sz="800" b="1" i="0" u="none" strike="noStrike">
                          <a:solidFill>
                            <a:srgbClr val="0070C0"/>
                          </a:solidFill>
                          <a:effectLst/>
                          <a:latin typeface="Calibri" panose="020F0502020204030204" pitchFamily="34" charset="0"/>
                        </a:rPr>
                        <a:t>(3 si VDPV importés≥3; 2 si=2; 1 si=1; 0 si=0)</a:t>
                      </a:r>
                      <a:endParaRPr lang="fr-FR" sz="800" b="1" i="0" u="none" strike="noStrike">
                        <a:solidFill>
                          <a:srgbClr val="000000"/>
                        </a:solidFill>
                        <a:effectLst/>
                        <a:latin typeface="Calibri" panose="020F0502020204030204" pitchFamily="34" charset="0"/>
                      </a:endParaRP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a:solidFill>
                            <a:srgbClr val="000000"/>
                          </a:solidFill>
                          <a:effectLst/>
                          <a:latin typeface="Calibri" panose="020F0502020204030204" pitchFamily="34" charset="0"/>
                        </a:rPr>
                        <a:t>Historique d'exportation </a:t>
                      </a:r>
                      <a:r>
                        <a:rPr lang="fr-FR" sz="800" b="1" i="0" u="none" strike="noStrike">
                          <a:solidFill>
                            <a:srgbClr val="0070C0"/>
                          </a:solidFill>
                          <a:effectLst/>
                          <a:latin typeface="Calibri" panose="020F0502020204030204" pitchFamily="34" charset="0"/>
                        </a:rPr>
                        <a:t>(3 si VDPV importés≥3; 2 si=2; 1 si=1; 0 si=0)</a:t>
                      </a:r>
                      <a:endParaRPr lang="fr-FR" sz="800" b="1" i="0" u="none" strike="noStrike">
                        <a:solidFill>
                          <a:srgbClr val="000000"/>
                        </a:solidFill>
                        <a:effectLst/>
                        <a:latin typeface="Calibri" panose="020F0502020204030204" pitchFamily="34" charset="0"/>
                      </a:endParaRP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a:solidFill>
                            <a:srgbClr val="000000"/>
                          </a:solidFill>
                          <a:effectLst/>
                          <a:latin typeface="Calibri" panose="020F0502020204030204" pitchFamily="34" charset="0"/>
                        </a:rPr>
                        <a:t>Contiguité avec les provinces affectés en 2024/2025 et mouvement des populations </a:t>
                      </a:r>
                      <a:r>
                        <a:rPr lang="fr-FR" sz="800" b="1" i="0" u="none" strike="noStrike">
                          <a:solidFill>
                            <a:srgbClr val="0070C0"/>
                          </a:solidFill>
                          <a:effectLst/>
                          <a:latin typeface="Calibri" panose="020F0502020204030204" pitchFamily="34" charset="0"/>
                        </a:rPr>
                        <a:t>(1=NC; 2= C2 sans Mvt; 3= contigu 2 prv et mvt)</a:t>
                      </a:r>
                      <a:endParaRPr lang="fr-FR" sz="800" b="1" i="0" u="none" strike="noStrike">
                        <a:solidFill>
                          <a:srgbClr val="000000"/>
                        </a:solidFill>
                        <a:effectLst/>
                        <a:latin typeface="Calibri" panose="020F0502020204030204" pitchFamily="34" charset="0"/>
                      </a:endParaRP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a:solidFill>
                            <a:srgbClr val="000000"/>
                          </a:solidFill>
                          <a:effectLst/>
                          <a:latin typeface="Calibri" panose="020F0502020204030204" pitchFamily="34" charset="0"/>
                        </a:rPr>
                        <a:t>Couvertures en VPO3 </a:t>
                      </a:r>
                      <a:r>
                        <a:rPr lang="fr-FR" sz="800" b="1" i="0" u="none" strike="noStrike">
                          <a:solidFill>
                            <a:srgbClr val="0070C0"/>
                          </a:solidFill>
                          <a:effectLst/>
                          <a:latin typeface="Calibri" panose="020F0502020204030204" pitchFamily="34" charset="0"/>
                        </a:rPr>
                        <a:t>(1≥80%; 50%≤2&lt;80%; 3&lt;50%)</a:t>
                      </a:r>
                      <a:endParaRPr lang="fr-FR" sz="800" b="1" i="0" u="none" strike="noStrike">
                        <a:solidFill>
                          <a:srgbClr val="000000"/>
                        </a:solidFill>
                        <a:effectLst/>
                        <a:latin typeface="Calibri" panose="020F0502020204030204" pitchFamily="34" charset="0"/>
                      </a:endParaRP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a:solidFill>
                            <a:srgbClr val="000000"/>
                          </a:solidFill>
                          <a:effectLst/>
                          <a:latin typeface="Calibri" panose="020F0502020204030204" pitchFamily="34" charset="0"/>
                        </a:rPr>
                        <a:t>Couvertures en VPI1 </a:t>
                      </a:r>
                      <a:r>
                        <a:rPr lang="fr-FR" sz="800" b="1" i="0" u="none" strike="noStrike">
                          <a:solidFill>
                            <a:srgbClr val="2F75B5"/>
                          </a:solidFill>
                          <a:effectLst/>
                          <a:latin typeface="Calibri" panose="020F0502020204030204" pitchFamily="34" charset="0"/>
                        </a:rPr>
                        <a:t>(1≥80%; 50%≤2&lt;80%; 3&lt;50%)</a:t>
                      </a:r>
                      <a:endParaRPr lang="fr-FR" sz="800" b="1" i="0" u="none" strike="noStrike">
                        <a:solidFill>
                          <a:srgbClr val="000000"/>
                        </a:solidFill>
                        <a:effectLst/>
                        <a:latin typeface="Calibri" panose="020F0502020204030204" pitchFamily="34" charset="0"/>
                      </a:endParaRP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a:solidFill>
                            <a:srgbClr val="000000"/>
                          </a:solidFill>
                          <a:effectLst/>
                          <a:latin typeface="Calibri" panose="020F0502020204030204" pitchFamily="34" charset="0"/>
                        </a:rPr>
                        <a:t>Résultats du LQAS lors des 3 dernières AVS </a:t>
                      </a:r>
                      <a:r>
                        <a:rPr lang="fr-FR" sz="800" b="1" i="0" u="none" strike="noStrike">
                          <a:solidFill>
                            <a:srgbClr val="0070C0"/>
                          </a:solidFill>
                          <a:effectLst/>
                          <a:latin typeface="Calibri" panose="020F0502020204030204" pitchFamily="34" charset="0"/>
                        </a:rPr>
                        <a:t>( 0 si les 3 AVS ≥80% ZS acceptés; 1 si 2 AVS, 2 si de AVS et 3 si 0 AVS)</a:t>
                      </a:r>
                      <a:endParaRPr lang="fr-FR" sz="800" b="1" i="0" u="none" strike="noStrike">
                        <a:solidFill>
                          <a:srgbClr val="000000"/>
                        </a:solidFill>
                        <a:effectLst/>
                        <a:latin typeface="Calibri" panose="020F0502020204030204" pitchFamily="34" charset="0"/>
                      </a:endParaRP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a:solidFill>
                            <a:srgbClr val="000000"/>
                          </a:solidFill>
                          <a:effectLst/>
                          <a:latin typeface="Calibri" panose="020F0502020204030204" pitchFamily="34" charset="0"/>
                        </a:rPr>
                        <a:t>% ZS ayant au moins une fois un &lt; 95% parents informés lors des AVS en RDC en 2024/2025 </a:t>
                      </a:r>
                      <a:r>
                        <a:rPr lang="fr-FR" sz="800" b="1" i="0" u="none" strike="noStrike">
                          <a:solidFill>
                            <a:srgbClr val="0070C0"/>
                          </a:solidFill>
                          <a:effectLst/>
                          <a:latin typeface="Calibri" panose="020F0502020204030204" pitchFamily="34" charset="0"/>
                        </a:rPr>
                        <a:t>(0 si &lt;10% ZS, 1 si 10%≤%&lt;30%; 2 si 30%≤Nb&lt;50%;  3 si Nb≥50%)</a:t>
                      </a:r>
                      <a:endParaRPr lang="fr-FR" sz="800" b="1" i="0" u="none" strike="noStrike">
                        <a:solidFill>
                          <a:srgbClr val="000000"/>
                        </a:solidFill>
                        <a:effectLst/>
                        <a:latin typeface="Calibri" panose="020F0502020204030204" pitchFamily="34" charset="0"/>
                      </a:endParaRPr>
                    </a:p>
                  </a:txBody>
                  <a:tcPr marL="2865" marR="2865" marT="286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fr-FR" sz="800" b="1" i="0" u="none" strike="noStrike">
                          <a:solidFill>
                            <a:srgbClr val="000000"/>
                          </a:solidFill>
                          <a:effectLst/>
                          <a:latin typeface="Calibri" panose="020F0502020204030204" pitchFamily="34" charset="0"/>
                        </a:rPr>
                        <a:t>Côtes</a:t>
                      </a:r>
                    </a:p>
                  </a:txBody>
                  <a:tcPr marL="2865" marR="2865" marT="286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020282916"/>
                  </a:ext>
                </a:extLst>
              </a:tr>
              <a:tr h="166967">
                <a:tc>
                  <a:txBody>
                    <a:bodyPr/>
                    <a:lstStyle/>
                    <a:p>
                      <a:pPr algn="l" fontAlgn="ctr">
                        <a:buNone/>
                      </a:pPr>
                      <a:r>
                        <a:rPr lang="fr-FR" sz="800" b="1" i="0" u="none" strike="noStrike">
                          <a:solidFill>
                            <a:srgbClr val="FF0000"/>
                          </a:solidFill>
                          <a:effectLst/>
                          <a:latin typeface="Calibri" panose="020F0502020204030204" pitchFamily="34" charset="0"/>
                        </a:rPr>
                        <a:t>TSHOPO</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26</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ctr">
                        <a:buNone/>
                      </a:pPr>
                      <a:r>
                        <a:rPr lang="fr-FR" sz="800" b="1" i="0" u="none" strike="noStrike">
                          <a:solidFill>
                            <a:srgbClr val="FF0000"/>
                          </a:solidFill>
                          <a:effectLst/>
                          <a:latin typeface="Calibri" panose="020F0502020204030204" pitchFamily="34" charset="0"/>
                        </a:rPr>
                        <a:t>1.9</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007850772"/>
                  </a:ext>
                </a:extLst>
              </a:tr>
              <a:tr h="288416">
                <a:tc>
                  <a:txBody>
                    <a:bodyPr/>
                    <a:lstStyle/>
                    <a:p>
                      <a:pPr algn="l" fontAlgn="ctr">
                        <a:buNone/>
                      </a:pPr>
                      <a:r>
                        <a:rPr lang="fr-FR" sz="800" b="1" i="0" u="none" strike="noStrike">
                          <a:solidFill>
                            <a:srgbClr val="FF0000"/>
                          </a:solidFill>
                          <a:effectLst/>
                          <a:latin typeface="Calibri" panose="020F0502020204030204" pitchFamily="34" charset="0"/>
                        </a:rPr>
                        <a:t>KONGO CENTRAL</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4</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ctr">
                        <a:buNone/>
                      </a:pPr>
                      <a:r>
                        <a:rPr lang="fr-FR" sz="800" b="1" i="0" u="none" strike="noStrike">
                          <a:solidFill>
                            <a:srgbClr val="FF0000"/>
                          </a:solidFill>
                          <a:effectLst/>
                          <a:latin typeface="Calibri" panose="020F0502020204030204" pitchFamily="34" charset="0"/>
                        </a:rPr>
                        <a:t>1.7</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096085841"/>
                  </a:ext>
                </a:extLst>
              </a:tr>
              <a:tr h="145487">
                <a:tc>
                  <a:txBody>
                    <a:bodyPr/>
                    <a:lstStyle/>
                    <a:p>
                      <a:pPr algn="l" fontAlgn="ctr">
                        <a:buNone/>
                      </a:pPr>
                      <a:r>
                        <a:rPr lang="fr-FR" sz="800" b="1" i="0" u="none" strike="noStrike">
                          <a:solidFill>
                            <a:srgbClr val="FF0000"/>
                          </a:solidFill>
                          <a:effectLst/>
                          <a:latin typeface="Calibri" panose="020F0502020204030204" pitchFamily="34" charset="0"/>
                        </a:rPr>
                        <a:t>HAUT LOMAMI</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124</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ctr">
                        <a:buNone/>
                      </a:pPr>
                      <a:r>
                        <a:rPr lang="fr-FR" sz="800" b="1" i="0" u="none" strike="noStrike">
                          <a:solidFill>
                            <a:srgbClr val="FF0000"/>
                          </a:solidFill>
                          <a:effectLst/>
                          <a:latin typeface="Calibri" panose="020F0502020204030204" pitchFamily="34" charset="0"/>
                        </a:rPr>
                        <a:t>1.65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582298802"/>
                  </a:ext>
                </a:extLst>
              </a:tr>
              <a:tr h="288416">
                <a:tc>
                  <a:txBody>
                    <a:bodyPr/>
                    <a:lstStyle/>
                    <a:p>
                      <a:pPr algn="l" fontAlgn="ctr">
                        <a:buNone/>
                      </a:pPr>
                      <a:r>
                        <a:rPr lang="fr-FR" sz="800" b="1" i="0" u="none" strike="noStrike">
                          <a:solidFill>
                            <a:srgbClr val="FF0000"/>
                          </a:solidFill>
                          <a:effectLst/>
                          <a:latin typeface="Calibri" panose="020F0502020204030204" pitchFamily="34" charset="0"/>
                        </a:rPr>
                        <a:t>HAUT KATANGA</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65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ctr">
                        <a:buNone/>
                      </a:pPr>
                      <a:r>
                        <a:rPr lang="fr-FR" sz="800" b="1" i="0" u="none" strike="noStrike">
                          <a:solidFill>
                            <a:srgbClr val="FF0000"/>
                          </a:solidFill>
                          <a:effectLst/>
                          <a:latin typeface="Calibri" panose="020F0502020204030204" pitchFamily="34" charset="0"/>
                        </a:rPr>
                        <a:t>1.6</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727479986"/>
                  </a:ext>
                </a:extLst>
              </a:tr>
              <a:tr h="145487">
                <a:tc>
                  <a:txBody>
                    <a:bodyPr/>
                    <a:lstStyle/>
                    <a:p>
                      <a:pPr algn="l" fontAlgn="ctr">
                        <a:buNone/>
                      </a:pPr>
                      <a:r>
                        <a:rPr lang="fr-FR" sz="800" b="1" i="0" u="none" strike="noStrike">
                          <a:solidFill>
                            <a:srgbClr val="FF0000"/>
                          </a:solidFill>
                          <a:effectLst/>
                          <a:latin typeface="Calibri" panose="020F0502020204030204" pitchFamily="34" charset="0"/>
                        </a:rPr>
                        <a:t>ITURI</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ctr">
                        <a:buNone/>
                      </a:pPr>
                      <a:r>
                        <a:rPr lang="fr-FR" sz="800" b="1" i="0" u="none" strike="noStrike">
                          <a:solidFill>
                            <a:srgbClr val="FF0000"/>
                          </a:solidFill>
                          <a:effectLst/>
                          <a:latin typeface="Calibri" panose="020F0502020204030204" pitchFamily="34" charset="0"/>
                        </a:rPr>
                        <a:t>1.35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953231383"/>
                  </a:ext>
                </a:extLst>
              </a:tr>
              <a:tr h="145487">
                <a:tc>
                  <a:txBody>
                    <a:bodyPr/>
                    <a:lstStyle/>
                    <a:p>
                      <a:pPr algn="l" fontAlgn="ctr">
                        <a:buNone/>
                      </a:pPr>
                      <a:r>
                        <a:rPr lang="fr-FR" sz="800" b="1" i="0" u="none" strike="noStrike">
                          <a:solidFill>
                            <a:srgbClr val="FF0000"/>
                          </a:solidFill>
                          <a:effectLst/>
                          <a:latin typeface="Calibri" panose="020F0502020204030204" pitchFamily="34" charset="0"/>
                        </a:rPr>
                        <a:t>SUD KIVU</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6</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ctr">
                        <a:buNone/>
                      </a:pPr>
                      <a:r>
                        <a:rPr lang="fr-FR" sz="800" b="1" i="0" u="none" strike="noStrike">
                          <a:solidFill>
                            <a:srgbClr val="FF0000"/>
                          </a:solidFill>
                          <a:effectLst/>
                          <a:latin typeface="Calibri" panose="020F0502020204030204" pitchFamily="34" charset="0"/>
                        </a:rPr>
                        <a:t>1.35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476961649"/>
                  </a:ext>
                </a:extLst>
              </a:tr>
              <a:tr h="145487">
                <a:tc>
                  <a:txBody>
                    <a:bodyPr/>
                    <a:lstStyle/>
                    <a:p>
                      <a:pPr algn="l" fontAlgn="ctr">
                        <a:buNone/>
                      </a:pPr>
                      <a:r>
                        <a:rPr lang="fr-FR" sz="800" b="1" i="0" u="none" strike="noStrike">
                          <a:solidFill>
                            <a:srgbClr val="FF0000"/>
                          </a:solidFill>
                          <a:effectLst/>
                          <a:latin typeface="Calibri" panose="020F0502020204030204" pitchFamily="34" charset="0"/>
                        </a:rPr>
                        <a:t>KINSHASA</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38</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ctr">
                        <a:buNone/>
                      </a:pPr>
                      <a:r>
                        <a:rPr lang="fr-FR" sz="800" b="1" i="0" u="none" strike="noStrike">
                          <a:solidFill>
                            <a:srgbClr val="FF0000"/>
                          </a:solidFill>
                          <a:effectLst/>
                          <a:latin typeface="Calibri" panose="020F0502020204030204" pitchFamily="34" charset="0"/>
                        </a:rPr>
                        <a:t>1.3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869478947"/>
                  </a:ext>
                </a:extLst>
              </a:tr>
              <a:tr h="145487">
                <a:tc>
                  <a:txBody>
                    <a:bodyPr/>
                    <a:lstStyle/>
                    <a:p>
                      <a:pPr algn="l" fontAlgn="ctr">
                        <a:buNone/>
                      </a:pPr>
                      <a:r>
                        <a:rPr lang="fr-FR" sz="800" b="1" i="0" u="none" strike="noStrike">
                          <a:solidFill>
                            <a:srgbClr val="FF0000"/>
                          </a:solidFill>
                          <a:effectLst/>
                          <a:latin typeface="Calibri" panose="020F0502020204030204" pitchFamily="34" charset="0"/>
                        </a:rPr>
                        <a:t>NORD KIVU</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ctr">
                        <a:buNone/>
                      </a:pPr>
                      <a:r>
                        <a:rPr lang="fr-FR" sz="800" b="1" i="0" u="none" strike="noStrike">
                          <a:solidFill>
                            <a:srgbClr val="FF0000"/>
                          </a:solidFill>
                          <a:effectLst/>
                          <a:latin typeface="Calibri" panose="020F0502020204030204" pitchFamily="34" charset="0"/>
                        </a:rPr>
                        <a:t>1.3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305519869"/>
                  </a:ext>
                </a:extLst>
              </a:tr>
              <a:tr h="145487">
                <a:tc>
                  <a:txBody>
                    <a:bodyPr/>
                    <a:lstStyle/>
                    <a:p>
                      <a:pPr algn="l" fontAlgn="ctr">
                        <a:buNone/>
                      </a:pPr>
                      <a:r>
                        <a:rPr lang="fr-FR" sz="800" b="1" i="0" u="none" strike="noStrike">
                          <a:solidFill>
                            <a:srgbClr val="FF0000"/>
                          </a:solidFill>
                          <a:effectLst/>
                          <a:latin typeface="Calibri" panose="020F0502020204030204" pitchFamily="34" charset="0"/>
                        </a:rPr>
                        <a:t>TANGANYIKA</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96</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ctr">
                        <a:buNone/>
                      </a:pPr>
                      <a:r>
                        <a:rPr lang="fr-FR" sz="800" b="1" i="0" u="none" strike="noStrike">
                          <a:solidFill>
                            <a:srgbClr val="FF0000"/>
                          </a:solidFill>
                          <a:effectLst/>
                          <a:latin typeface="Calibri" panose="020F0502020204030204" pitchFamily="34" charset="0"/>
                        </a:rPr>
                        <a:t>1.3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413826251"/>
                  </a:ext>
                </a:extLst>
              </a:tr>
              <a:tr h="145487">
                <a:tc>
                  <a:txBody>
                    <a:bodyPr/>
                    <a:lstStyle/>
                    <a:p>
                      <a:pPr algn="l" fontAlgn="ctr">
                        <a:buNone/>
                      </a:pPr>
                      <a:r>
                        <a:rPr lang="fr-FR" sz="800" b="1" i="0" u="none" strike="noStrike">
                          <a:solidFill>
                            <a:srgbClr val="FF0000"/>
                          </a:solidFill>
                          <a:effectLst/>
                          <a:latin typeface="Calibri" panose="020F0502020204030204" pitchFamily="34" charset="0"/>
                        </a:rPr>
                        <a:t>MANIEMA</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ctr">
                        <a:buNone/>
                      </a:pPr>
                      <a:r>
                        <a:rPr lang="fr-FR" sz="800" b="1" i="0" u="none" strike="noStrike">
                          <a:solidFill>
                            <a:srgbClr val="FF0000"/>
                          </a:solidFill>
                          <a:effectLst/>
                          <a:latin typeface="Calibri" panose="020F0502020204030204" pitchFamily="34" charset="0"/>
                        </a:rPr>
                        <a:t>1.25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385528855"/>
                  </a:ext>
                </a:extLst>
              </a:tr>
              <a:tr h="145487">
                <a:tc>
                  <a:txBody>
                    <a:bodyPr/>
                    <a:lstStyle/>
                    <a:p>
                      <a:pPr algn="l" fontAlgn="ctr">
                        <a:buNone/>
                      </a:pPr>
                      <a:r>
                        <a:rPr lang="fr-FR" sz="800" b="1" i="0" u="none" strike="noStrike">
                          <a:solidFill>
                            <a:srgbClr val="FF0000"/>
                          </a:solidFill>
                          <a:effectLst/>
                          <a:latin typeface="Calibri" panose="020F0502020204030204" pitchFamily="34" charset="0"/>
                        </a:rPr>
                        <a:t>EQUATEUR</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ctr">
                        <a:buNone/>
                      </a:pPr>
                      <a:r>
                        <a:rPr lang="fr-FR" sz="800" b="1" i="0" u="none" strike="noStrike">
                          <a:solidFill>
                            <a:srgbClr val="FF0000"/>
                          </a:solidFill>
                          <a:effectLst/>
                          <a:latin typeface="Calibri" panose="020F0502020204030204" pitchFamily="34" charset="0"/>
                        </a:rPr>
                        <a:t>1.1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976030582"/>
                  </a:ext>
                </a:extLst>
              </a:tr>
              <a:tr h="145487">
                <a:tc>
                  <a:txBody>
                    <a:bodyPr/>
                    <a:lstStyle/>
                    <a:p>
                      <a:pPr algn="l" fontAlgn="ctr">
                        <a:buNone/>
                      </a:pPr>
                      <a:r>
                        <a:rPr lang="fr-FR" sz="800" b="1" i="0" u="none" strike="noStrike">
                          <a:solidFill>
                            <a:srgbClr val="FF0000"/>
                          </a:solidFill>
                          <a:effectLst/>
                          <a:latin typeface="Calibri" panose="020F0502020204030204" pitchFamily="34" charset="0"/>
                        </a:rPr>
                        <a:t>MAINDOMBE</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10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ctr">
                        <a:buNone/>
                      </a:pPr>
                      <a:r>
                        <a:rPr lang="fr-FR" sz="800" b="1" i="0" u="none" strike="noStrike">
                          <a:solidFill>
                            <a:srgbClr val="FF0000"/>
                          </a:solidFill>
                          <a:effectLst/>
                          <a:latin typeface="Calibri" panose="020F0502020204030204" pitchFamily="34" charset="0"/>
                        </a:rPr>
                        <a:t>1.05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141507293"/>
                  </a:ext>
                </a:extLst>
              </a:tr>
              <a:tr h="145487">
                <a:tc>
                  <a:txBody>
                    <a:bodyPr/>
                    <a:lstStyle/>
                    <a:p>
                      <a:pPr algn="l" fontAlgn="ctr">
                        <a:buNone/>
                      </a:pPr>
                      <a:r>
                        <a:rPr lang="fr-FR" sz="800" b="1" i="0" u="none" strike="noStrike">
                          <a:solidFill>
                            <a:srgbClr val="C65911"/>
                          </a:solidFill>
                          <a:effectLst/>
                          <a:latin typeface="Calibri" panose="020F0502020204030204" pitchFamily="34" charset="0"/>
                        </a:rPr>
                        <a:t>KASAI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r" fontAlgn="ctr">
                        <a:buNone/>
                      </a:pPr>
                      <a:r>
                        <a:rPr lang="fr-FR" sz="800" b="1" i="0" u="none" strike="noStrike">
                          <a:solidFill>
                            <a:srgbClr val="C65911"/>
                          </a:solidFill>
                          <a:effectLst/>
                          <a:latin typeface="Calibri" panose="020F0502020204030204" pitchFamily="34" charset="0"/>
                        </a:rPr>
                        <a:t>0.95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176965893"/>
                  </a:ext>
                </a:extLst>
              </a:tr>
              <a:tr h="145487">
                <a:tc>
                  <a:txBody>
                    <a:bodyPr/>
                    <a:lstStyle/>
                    <a:p>
                      <a:pPr algn="l" fontAlgn="ctr">
                        <a:buNone/>
                      </a:pPr>
                      <a:r>
                        <a:rPr lang="fr-FR" sz="800" b="1" i="0" u="none" strike="noStrike">
                          <a:solidFill>
                            <a:srgbClr val="C65911"/>
                          </a:solidFill>
                          <a:effectLst/>
                          <a:latin typeface="Calibri" panose="020F0502020204030204" pitchFamily="34" charset="0"/>
                        </a:rPr>
                        <a:t>BAS UELE</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r" fontAlgn="ctr">
                        <a:buNone/>
                      </a:pPr>
                      <a:r>
                        <a:rPr lang="fr-FR" sz="800" b="1" i="0" u="none" strike="noStrike">
                          <a:solidFill>
                            <a:srgbClr val="C65911"/>
                          </a:solidFill>
                          <a:effectLst/>
                          <a:latin typeface="Calibri" panose="020F0502020204030204" pitchFamily="34" charset="0"/>
                        </a:rPr>
                        <a:t>0.95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738756567"/>
                  </a:ext>
                </a:extLst>
              </a:tr>
              <a:tr h="145487">
                <a:tc>
                  <a:txBody>
                    <a:bodyPr/>
                    <a:lstStyle/>
                    <a:p>
                      <a:pPr algn="l" fontAlgn="ctr">
                        <a:buNone/>
                      </a:pPr>
                      <a:r>
                        <a:rPr lang="fr-FR" sz="800" b="1" i="0" u="none" strike="noStrike">
                          <a:solidFill>
                            <a:srgbClr val="C65911"/>
                          </a:solidFill>
                          <a:effectLst/>
                          <a:latin typeface="Calibri" panose="020F0502020204030204" pitchFamily="34" charset="0"/>
                        </a:rPr>
                        <a:t>LUALABA</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r" fontAlgn="ctr">
                        <a:buNone/>
                      </a:pPr>
                      <a:r>
                        <a:rPr lang="fr-FR" sz="800" b="1" i="0" u="none" strike="noStrike">
                          <a:solidFill>
                            <a:srgbClr val="C65911"/>
                          </a:solidFill>
                          <a:effectLst/>
                          <a:latin typeface="Calibri" panose="020F0502020204030204" pitchFamily="34" charset="0"/>
                        </a:rPr>
                        <a:t>0.95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990365592"/>
                  </a:ext>
                </a:extLst>
              </a:tr>
              <a:tr h="288416">
                <a:tc>
                  <a:txBody>
                    <a:bodyPr/>
                    <a:lstStyle/>
                    <a:p>
                      <a:pPr algn="l" fontAlgn="ctr">
                        <a:buNone/>
                      </a:pPr>
                      <a:r>
                        <a:rPr lang="fr-FR" sz="800" b="1" i="0" u="none" strike="noStrike">
                          <a:solidFill>
                            <a:srgbClr val="C65911"/>
                          </a:solidFill>
                          <a:effectLst/>
                          <a:latin typeface="Calibri" panose="020F0502020204030204" pitchFamily="34" charset="0"/>
                        </a:rPr>
                        <a:t>KASAI ORIENTAL</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34</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r" fontAlgn="ctr">
                        <a:buNone/>
                      </a:pPr>
                      <a:r>
                        <a:rPr lang="fr-FR" sz="800" b="1" i="0" u="none" strike="noStrike">
                          <a:solidFill>
                            <a:srgbClr val="C65911"/>
                          </a:solidFill>
                          <a:effectLst/>
                          <a:latin typeface="Calibri" panose="020F0502020204030204" pitchFamily="34" charset="0"/>
                        </a:rPr>
                        <a:t>0.9</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44552829"/>
                  </a:ext>
                </a:extLst>
              </a:tr>
              <a:tr h="145487">
                <a:tc>
                  <a:txBody>
                    <a:bodyPr/>
                    <a:lstStyle/>
                    <a:p>
                      <a:pPr algn="l" fontAlgn="ctr">
                        <a:buNone/>
                      </a:pPr>
                      <a:r>
                        <a:rPr lang="fr-FR" sz="800" b="1" i="0" u="none" strike="noStrike">
                          <a:solidFill>
                            <a:srgbClr val="C65911"/>
                          </a:solidFill>
                          <a:effectLst/>
                          <a:latin typeface="Calibri" panose="020F0502020204030204" pitchFamily="34" charset="0"/>
                        </a:rPr>
                        <a:t>MONGALA</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r" fontAlgn="ctr">
                        <a:buNone/>
                      </a:pPr>
                      <a:r>
                        <a:rPr lang="fr-FR" sz="800" b="1" i="0" u="none" strike="noStrike">
                          <a:solidFill>
                            <a:srgbClr val="C65911"/>
                          </a:solidFill>
                          <a:effectLst/>
                          <a:latin typeface="Calibri" panose="020F0502020204030204" pitchFamily="34" charset="0"/>
                        </a:rPr>
                        <a:t>0.9</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366104532"/>
                  </a:ext>
                </a:extLst>
              </a:tr>
              <a:tr h="145487">
                <a:tc>
                  <a:txBody>
                    <a:bodyPr/>
                    <a:lstStyle/>
                    <a:p>
                      <a:pPr algn="l" fontAlgn="ctr">
                        <a:buNone/>
                      </a:pPr>
                      <a:r>
                        <a:rPr lang="fr-FR" sz="800" b="1" i="0" u="none" strike="noStrike">
                          <a:solidFill>
                            <a:srgbClr val="C65911"/>
                          </a:solidFill>
                          <a:effectLst/>
                          <a:latin typeface="Calibri" panose="020F0502020204030204" pitchFamily="34" charset="0"/>
                        </a:rPr>
                        <a:t>SUD UBANGI</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r" fontAlgn="ctr">
                        <a:buNone/>
                      </a:pPr>
                      <a:r>
                        <a:rPr lang="fr-FR" sz="800" b="1" i="0" u="none" strike="noStrike">
                          <a:solidFill>
                            <a:srgbClr val="C65911"/>
                          </a:solidFill>
                          <a:effectLst/>
                          <a:latin typeface="Calibri" panose="020F0502020204030204" pitchFamily="34" charset="0"/>
                        </a:rPr>
                        <a:t>0.85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742401934"/>
                  </a:ext>
                </a:extLst>
              </a:tr>
              <a:tr h="145487">
                <a:tc>
                  <a:txBody>
                    <a:bodyPr/>
                    <a:lstStyle/>
                    <a:p>
                      <a:pPr algn="l" fontAlgn="ctr">
                        <a:buNone/>
                      </a:pPr>
                      <a:r>
                        <a:rPr lang="fr-FR" sz="800" b="1" i="0" u="none" strike="noStrike">
                          <a:solidFill>
                            <a:srgbClr val="C65911"/>
                          </a:solidFill>
                          <a:effectLst/>
                          <a:latin typeface="Calibri" panose="020F0502020204030204" pitchFamily="34" charset="0"/>
                        </a:rPr>
                        <a:t>HAUT UELE</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r" fontAlgn="ctr">
                        <a:buNone/>
                      </a:pPr>
                      <a:r>
                        <a:rPr lang="fr-FR" sz="800" b="1" i="0" u="none" strike="noStrike">
                          <a:solidFill>
                            <a:srgbClr val="C65911"/>
                          </a:solidFill>
                          <a:effectLst/>
                          <a:latin typeface="Calibri" panose="020F0502020204030204" pitchFamily="34" charset="0"/>
                        </a:rPr>
                        <a:t>0.75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306715978"/>
                  </a:ext>
                </a:extLst>
              </a:tr>
              <a:tr h="145487">
                <a:tc>
                  <a:txBody>
                    <a:bodyPr/>
                    <a:lstStyle/>
                    <a:p>
                      <a:pPr algn="l" fontAlgn="ctr">
                        <a:buNone/>
                      </a:pPr>
                      <a:r>
                        <a:rPr lang="fr-FR" sz="800" b="1" i="0" u="none" strike="noStrike">
                          <a:solidFill>
                            <a:srgbClr val="002060"/>
                          </a:solidFill>
                          <a:effectLst/>
                          <a:latin typeface="Calibri" panose="020F0502020204030204" pitchFamily="34" charset="0"/>
                        </a:rPr>
                        <a:t>KASAI CENTRAL</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r" fontAlgn="ctr">
                        <a:buNone/>
                      </a:pPr>
                      <a:r>
                        <a:rPr lang="fr-FR" sz="800" b="1" i="0" u="none" strike="noStrike">
                          <a:solidFill>
                            <a:srgbClr val="002060"/>
                          </a:solidFill>
                          <a:effectLst/>
                          <a:latin typeface="Calibri" panose="020F0502020204030204" pitchFamily="34" charset="0"/>
                        </a:rPr>
                        <a:t>0.7</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1059259239"/>
                  </a:ext>
                </a:extLst>
              </a:tr>
              <a:tr h="145487">
                <a:tc>
                  <a:txBody>
                    <a:bodyPr/>
                    <a:lstStyle/>
                    <a:p>
                      <a:pPr algn="l" fontAlgn="ctr">
                        <a:buNone/>
                      </a:pPr>
                      <a:r>
                        <a:rPr lang="fr-FR" sz="800" b="1" i="0" u="none" strike="noStrike">
                          <a:solidFill>
                            <a:srgbClr val="002060"/>
                          </a:solidFill>
                          <a:effectLst/>
                          <a:latin typeface="Calibri" panose="020F0502020204030204" pitchFamily="34" charset="0"/>
                        </a:rPr>
                        <a:t>TSHUAPA</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r" fontAlgn="ctr">
                        <a:buNone/>
                      </a:pPr>
                      <a:r>
                        <a:rPr lang="fr-FR" sz="800" b="1" i="0" u="none" strike="noStrike">
                          <a:solidFill>
                            <a:srgbClr val="002060"/>
                          </a:solidFill>
                          <a:effectLst/>
                          <a:latin typeface="Calibri" panose="020F0502020204030204" pitchFamily="34" charset="0"/>
                        </a:rPr>
                        <a:t>0.7</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4243048598"/>
                  </a:ext>
                </a:extLst>
              </a:tr>
              <a:tr h="145487">
                <a:tc>
                  <a:txBody>
                    <a:bodyPr/>
                    <a:lstStyle/>
                    <a:p>
                      <a:pPr algn="l" fontAlgn="ctr">
                        <a:buNone/>
                      </a:pPr>
                      <a:r>
                        <a:rPr lang="fr-FR" sz="800" b="1" i="0" u="none" strike="noStrike">
                          <a:solidFill>
                            <a:srgbClr val="002060"/>
                          </a:solidFill>
                          <a:effectLst/>
                          <a:latin typeface="Calibri" panose="020F0502020204030204" pitchFamily="34" charset="0"/>
                        </a:rPr>
                        <a:t>LOMAMI</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r" fontAlgn="ctr">
                        <a:buNone/>
                      </a:pPr>
                      <a:r>
                        <a:rPr lang="fr-FR" sz="800" b="1" i="0" u="none" strike="noStrike">
                          <a:solidFill>
                            <a:srgbClr val="002060"/>
                          </a:solidFill>
                          <a:effectLst/>
                          <a:latin typeface="Calibri" panose="020F0502020204030204" pitchFamily="34" charset="0"/>
                        </a:rPr>
                        <a:t>0.65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882102205"/>
                  </a:ext>
                </a:extLst>
              </a:tr>
              <a:tr h="145487">
                <a:tc>
                  <a:txBody>
                    <a:bodyPr/>
                    <a:lstStyle/>
                    <a:p>
                      <a:pPr algn="l" fontAlgn="ctr">
                        <a:buNone/>
                      </a:pPr>
                      <a:r>
                        <a:rPr lang="fr-FR" sz="800" b="1" i="0" u="none" strike="noStrike">
                          <a:solidFill>
                            <a:srgbClr val="002060"/>
                          </a:solidFill>
                          <a:effectLst/>
                          <a:latin typeface="Calibri" panose="020F0502020204030204" pitchFamily="34" charset="0"/>
                        </a:rPr>
                        <a:t>SANKURU</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3</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r" fontAlgn="ctr">
                        <a:buNone/>
                      </a:pPr>
                      <a:r>
                        <a:rPr lang="fr-FR" sz="800" b="1" i="0" u="none" strike="noStrike">
                          <a:solidFill>
                            <a:srgbClr val="002060"/>
                          </a:solidFill>
                          <a:effectLst/>
                          <a:latin typeface="Calibri" panose="020F0502020204030204" pitchFamily="34" charset="0"/>
                        </a:rPr>
                        <a:t>0.65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2450536187"/>
                  </a:ext>
                </a:extLst>
              </a:tr>
              <a:tr h="145487">
                <a:tc>
                  <a:txBody>
                    <a:bodyPr/>
                    <a:lstStyle/>
                    <a:p>
                      <a:pPr algn="l" fontAlgn="ctr">
                        <a:buNone/>
                      </a:pPr>
                      <a:r>
                        <a:rPr lang="fr-FR" sz="800" b="1" i="0" u="none" strike="noStrike">
                          <a:solidFill>
                            <a:srgbClr val="002060"/>
                          </a:solidFill>
                          <a:effectLst/>
                          <a:latin typeface="Calibri" panose="020F0502020204030204" pitchFamily="34" charset="0"/>
                        </a:rPr>
                        <a:t>KWANGO</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r" fontAlgn="ctr">
                        <a:buNone/>
                      </a:pPr>
                      <a:r>
                        <a:rPr lang="fr-FR" sz="800" b="1" i="0" u="none" strike="noStrike">
                          <a:solidFill>
                            <a:srgbClr val="002060"/>
                          </a:solidFill>
                          <a:effectLst/>
                          <a:latin typeface="Calibri" panose="020F0502020204030204" pitchFamily="34" charset="0"/>
                        </a:rPr>
                        <a:t>0.6</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2225831285"/>
                  </a:ext>
                </a:extLst>
              </a:tr>
              <a:tr h="145487">
                <a:tc>
                  <a:txBody>
                    <a:bodyPr/>
                    <a:lstStyle/>
                    <a:p>
                      <a:pPr algn="l" fontAlgn="ctr">
                        <a:buNone/>
                      </a:pPr>
                      <a:r>
                        <a:rPr lang="fr-FR" sz="800" b="1" i="0" u="none" strike="noStrike">
                          <a:solidFill>
                            <a:srgbClr val="002060"/>
                          </a:solidFill>
                          <a:effectLst/>
                          <a:latin typeface="Calibri" panose="020F0502020204030204" pitchFamily="34" charset="0"/>
                        </a:rPr>
                        <a:t>NORD UBANGI</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dirty="0">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r" fontAlgn="ctr">
                        <a:buNone/>
                      </a:pPr>
                      <a:r>
                        <a:rPr lang="fr-FR" sz="800" b="1" i="0" u="none" strike="noStrike" dirty="0">
                          <a:solidFill>
                            <a:srgbClr val="002060"/>
                          </a:solidFill>
                          <a:effectLst/>
                          <a:latin typeface="Calibri" panose="020F0502020204030204" pitchFamily="34" charset="0"/>
                        </a:rPr>
                        <a:t>0.5</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3166996494"/>
                  </a:ext>
                </a:extLst>
              </a:tr>
              <a:tr h="145487">
                <a:tc>
                  <a:txBody>
                    <a:bodyPr/>
                    <a:lstStyle/>
                    <a:p>
                      <a:pPr algn="l" fontAlgn="ctr">
                        <a:buNone/>
                      </a:pPr>
                      <a:r>
                        <a:rPr lang="fr-FR" sz="800" b="1" i="0" u="none" strike="noStrike">
                          <a:solidFill>
                            <a:srgbClr val="002060"/>
                          </a:solidFill>
                          <a:effectLst/>
                          <a:latin typeface="Calibri" panose="020F0502020204030204" pitchFamily="34" charset="0"/>
                        </a:rPr>
                        <a:t>KWILU</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 </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2</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1</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fr-FR" sz="800" b="0" i="0" u="none" strike="noStrike">
                          <a:solidFill>
                            <a:srgbClr val="000000"/>
                          </a:solidFill>
                          <a:effectLst/>
                          <a:latin typeface="Calibri" panose="020F0502020204030204" pitchFamily="34" charset="0"/>
                        </a:rPr>
                        <a:t>0</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r" fontAlgn="ctr">
                        <a:buNone/>
                      </a:pPr>
                      <a:r>
                        <a:rPr lang="fr-FR" sz="800" b="1" i="0" u="none" strike="noStrike" dirty="0">
                          <a:solidFill>
                            <a:srgbClr val="002060"/>
                          </a:solidFill>
                          <a:effectLst/>
                          <a:latin typeface="Calibri" panose="020F0502020204030204" pitchFamily="34" charset="0"/>
                        </a:rPr>
                        <a:t>0.4</a:t>
                      </a:r>
                    </a:p>
                  </a:txBody>
                  <a:tcPr marL="2865" marR="2865" marT="28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1297536415"/>
                  </a:ext>
                </a:extLst>
              </a:tr>
            </a:tbl>
          </a:graphicData>
        </a:graphic>
      </p:graphicFrame>
    </p:spTree>
    <p:extLst>
      <p:ext uri="{BB962C8B-B14F-4D97-AF65-F5344CB8AC3E}">
        <p14:creationId xmlns:p14="http://schemas.microsoft.com/office/powerpoint/2010/main" val="1787408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AE4BA-E3D1-5B63-1FC3-16DC6C87C8E9}"/>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2C90C649-46AA-615A-5C99-D5FDF5EF40E7}"/>
              </a:ext>
            </a:extLst>
          </p:cNvPr>
          <p:cNvPicPr>
            <a:picLocks noChangeAspect="1"/>
          </p:cNvPicPr>
          <p:nvPr/>
        </p:nvPicPr>
        <p:blipFill>
          <a:blip r:embed="rId2"/>
          <a:srcRect l="7871" r="7768"/>
          <a:stretch>
            <a:fillRect/>
          </a:stretch>
        </p:blipFill>
        <p:spPr>
          <a:xfrm>
            <a:off x="212035" y="887855"/>
            <a:ext cx="5184236" cy="4918869"/>
          </a:xfrm>
          <a:prstGeom prst="rect">
            <a:avLst/>
          </a:prstGeom>
        </p:spPr>
      </p:pic>
      <p:pic>
        <p:nvPicPr>
          <p:cNvPr id="7" name="Image 6">
            <a:extLst>
              <a:ext uri="{FF2B5EF4-FFF2-40B4-BE49-F238E27FC236}">
                <a16:creationId xmlns:a16="http://schemas.microsoft.com/office/drawing/2014/main" id="{A0BDF264-76D6-4BB2-DBEB-DBC7D9FFA1C4}"/>
              </a:ext>
            </a:extLst>
          </p:cNvPr>
          <p:cNvPicPr>
            <a:picLocks noChangeAspect="1"/>
          </p:cNvPicPr>
          <p:nvPr/>
        </p:nvPicPr>
        <p:blipFill>
          <a:blip r:embed="rId3"/>
          <a:stretch>
            <a:fillRect/>
          </a:stretch>
        </p:blipFill>
        <p:spPr>
          <a:xfrm>
            <a:off x="212035" y="5234288"/>
            <a:ext cx="2012985" cy="1345892"/>
          </a:xfrm>
          <a:prstGeom prst="rect">
            <a:avLst/>
          </a:prstGeom>
        </p:spPr>
      </p:pic>
      <p:sp>
        <p:nvSpPr>
          <p:cNvPr id="2" name="Titre 1">
            <a:extLst>
              <a:ext uri="{FF2B5EF4-FFF2-40B4-BE49-F238E27FC236}">
                <a16:creationId xmlns:a16="http://schemas.microsoft.com/office/drawing/2014/main" id="{2C1BB556-F328-5FF5-A206-733CD07F5691}"/>
              </a:ext>
            </a:extLst>
          </p:cNvPr>
          <p:cNvSpPr txBox="1">
            <a:spLocks/>
          </p:cNvSpPr>
          <p:nvPr/>
        </p:nvSpPr>
        <p:spPr>
          <a:xfrm>
            <a:off x="0" y="0"/>
            <a:ext cx="12192000" cy="863600"/>
          </a:xfrm>
          <a:prstGeom prst="rect">
            <a:avLst/>
          </a:prstGeom>
          <a:solidFill>
            <a:srgbClr val="00206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b="1" dirty="0">
                <a:solidFill>
                  <a:schemeClr val="bg1"/>
                </a:solidFill>
                <a:latin typeface="Times New Roman" panose="02020603050405020304" pitchFamily="18" charset="0"/>
                <a:cs typeface="Times New Roman" panose="02020603050405020304" pitchFamily="18" charset="0"/>
              </a:rPr>
              <a:t>4. Analyse de risque</a:t>
            </a:r>
          </a:p>
          <a:p>
            <a:pPr algn="ctr"/>
            <a:r>
              <a:rPr lang="fr-FR" sz="2800" b="1" dirty="0">
                <a:solidFill>
                  <a:schemeClr val="bg1"/>
                </a:solidFill>
                <a:latin typeface="Times New Roman" panose="02020603050405020304" pitchFamily="18" charset="0"/>
                <a:cs typeface="Times New Roman" panose="02020603050405020304" pitchFamily="18" charset="0"/>
              </a:rPr>
              <a:t>Niveau de priorité des 26 provinces pour la riposte Polio en RDC</a:t>
            </a:r>
          </a:p>
        </p:txBody>
      </p:sp>
      <p:pic>
        <p:nvPicPr>
          <p:cNvPr id="5" name="Image 4">
            <a:extLst>
              <a:ext uri="{FF2B5EF4-FFF2-40B4-BE49-F238E27FC236}">
                <a16:creationId xmlns:a16="http://schemas.microsoft.com/office/drawing/2014/main" id="{46720146-5CB6-F380-1F45-9B12D1CEDEA2}"/>
              </a:ext>
            </a:extLst>
          </p:cNvPr>
          <p:cNvPicPr>
            <a:picLocks noChangeAspect="1"/>
          </p:cNvPicPr>
          <p:nvPr/>
        </p:nvPicPr>
        <p:blipFill>
          <a:blip r:embed="rId4"/>
          <a:stretch>
            <a:fillRect/>
          </a:stretch>
        </p:blipFill>
        <p:spPr>
          <a:xfrm>
            <a:off x="8244674" y="5830979"/>
            <a:ext cx="3328704" cy="847417"/>
          </a:xfrm>
          <a:prstGeom prst="rect">
            <a:avLst/>
          </a:prstGeom>
        </p:spPr>
      </p:pic>
      <p:pic>
        <p:nvPicPr>
          <p:cNvPr id="6" name="Image 5" descr="Une image contenant carte, texte, atlas&#10;&#10;Le contenu généré par l’IA peut être incorrect.">
            <a:extLst>
              <a:ext uri="{FF2B5EF4-FFF2-40B4-BE49-F238E27FC236}">
                <a16:creationId xmlns:a16="http://schemas.microsoft.com/office/drawing/2014/main" id="{BC2213F9-07BB-9E56-937E-09FFFD36AEC0}"/>
              </a:ext>
            </a:extLst>
          </p:cNvPr>
          <p:cNvPicPr>
            <a:picLocks noChangeAspect="1"/>
          </p:cNvPicPr>
          <p:nvPr/>
        </p:nvPicPr>
        <p:blipFill>
          <a:blip r:embed="rId5"/>
          <a:srcRect l="9601" t="1209" r="5377" b="941"/>
          <a:stretch>
            <a:fillRect/>
          </a:stretch>
        </p:blipFill>
        <p:spPr>
          <a:xfrm>
            <a:off x="6636774" y="894805"/>
            <a:ext cx="5343191" cy="4936174"/>
          </a:xfrm>
          <a:prstGeom prst="rect">
            <a:avLst/>
          </a:prstGeom>
        </p:spPr>
      </p:pic>
    </p:spTree>
    <p:extLst>
      <p:ext uri="{BB962C8B-B14F-4D97-AF65-F5344CB8AC3E}">
        <p14:creationId xmlns:p14="http://schemas.microsoft.com/office/powerpoint/2010/main" val="43651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re 1">
            <a:extLst>
              <a:ext uri="{FF2B5EF4-FFF2-40B4-BE49-F238E27FC236}">
                <a16:creationId xmlns:a16="http://schemas.microsoft.com/office/drawing/2014/main" id="{09AB6CB7-8056-E131-4AD4-71E844BD3E7A}"/>
              </a:ext>
            </a:extLst>
          </p:cNvPr>
          <p:cNvSpPr txBox="1">
            <a:spLocks noGrp="1"/>
          </p:cNvSpPr>
          <p:nvPr>
            <p:ph type="title"/>
          </p:nvPr>
        </p:nvSpPr>
        <p:spPr>
          <a:xfrm>
            <a:off x="635000" y="640823"/>
            <a:ext cx="3418659" cy="5583148"/>
          </a:xfrm>
          <a:prstGeom prst="rect">
            <a:avLst/>
          </a:prstGeom>
          <a:solidFill>
            <a:schemeClr val="accent1">
              <a:lumMod val="50000"/>
            </a:schemeClr>
          </a:solidFill>
        </p:spPr>
        <p:txBody>
          <a:bodyPr vert="horz" lIns="91440" tIns="45720" rIns="91440" bIns="45720" rtlCol="0" anchor="ctr" anchorCtr="1">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lvl="0" indent="0" algn="l">
              <a:spcAft>
                <a:spcPts val="0"/>
              </a:spcAft>
              <a:buSzPts val="1100"/>
            </a:pPr>
            <a:r>
              <a:rPr lang="en-US" altLang="en-GB" sz="4600" b="1" kern="1200" dirty="0">
                <a:solidFill>
                  <a:schemeClr val="bg1"/>
                </a:solidFill>
                <a:latin typeface="+mj-lt"/>
                <a:ea typeface="+mj-ea"/>
                <a:cs typeface="+mj-cs"/>
                <a:sym typeface="Times New Roman" panose="02020603050405020304"/>
              </a:rPr>
              <a:t>5. Actions </a:t>
            </a:r>
            <a:r>
              <a:rPr lang="en-US" altLang="en-GB" sz="4600" b="1" kern="1200" dirty="0" err="1">
                <a:solidFill>
                  <a:schemeClr val="bg1"/>
                </a:solidFill>
                <a:latin typeface="+mj-lt"/>
                <a:ea typeface="+mj-ea"/>
                <a:cs typeface="+mj-cs"/>
                <a:sym typeface="Times New Roman" panose="02020603050405020304"/>
              </a:rPr>
              <a:t>prioritaires</a:t>
            </a:r>
            <a:r>
              <a:rPr lang="en-US" altLang="en-GB" sz="4600" b="1" kern="1200" dirty="0">
                <a:solidFill>
                  <a:schemeClr val="bg1"/>
                </a:solidFill>
                <a:latin typeface="+mj-lt"/>
                <a:ea typeface="+mj-ea"/>
                <a:cs typeface="+mj-cs"/>
                <a:sym typeface="Times New Roman" panose="02020603050405020304"/>
              </a:rPr>
              <a:t>  2026 </a:t>
            </a:r>
          </a:p>
        </p:txBody>
      </p:sp>
      <p:sp>
        <p:nvSpPr>
          <p:cNvPr id="29"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Espace réservé du texte 2">
            <a:extLst>
              <a:ext uri="{FF2B5EF4-FFF2-40B4-BE49-F238E27FC236}">
                <a16:creationId xmlns:a16="http://schemas.microsoft.com/office/drawing/2014/main" id="{5FD92C92-E680-D06E-2B8B-6D31230F14A0}"/>
              </a:ext>
            </a:extLst>
          </p:cNvPr>
          <p:cNvGraphicFramePr/>
          <p:nvPr>
            <p:extLst>
              <p:ext uri="{D42A27DB-BD31-4B8C-83A1-F6EECF244321}">
                <p14:modId xmlns:p14="http://schemas.microsoft.com/office/powerpoint/2010/main" val="3759775868"/>
              </p:ext>
            </p:extLst>
          </p:nvPr>
        </p:nvGraphicFramePr>
        <p:xfrm>
          <a:off x="4648018" y="640822"/>
          <a:ext cx="718776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4986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F4ED-FEC1-E914-69C3-AB4B636E47BB}"/>
            </a:ext>
          </a:extLst>
        </p:cNvPr>
        <p:cNvGrpSpPr/>
        <p:nvPr/>
      </p:nvGrpSpPr>
      <p:grpSpPr>
        <a:xfrm>
          <a:off x="0" y="0"/>
          <a:ext cx="0" cy="0"/>
          <a:chOff x="0" y="0"/>
          <a:chExt cx="0" cy="0"/>
        </a:xfrm>
      </p:grpSpPr>
      <p:pic>
        <p:nvPicPr>
          <p:cNvPr id="124" name="Image 123">
            <a:extLst>
              <a:ext uri="{FF2B5EF4-FFF2-40B4-BE49-F238E27FC236}">
                <a16:creationId xmlns:a16="http://schemas.microsoft.com/office/drawing/2014/main" id="{C3500710-35E1-B98C-BFB2-86FEAC73E44F}"/>
              </a:ext>
            </a:extLst>
          </p:cNvPr>
          <p:cNvPicPr>
            <a:picLocks noChangeAspect="1"/>
          </p:cNvPicPr>
          <p:nvPr/>
        </p:nvPicPr>
        <p:blipFill>
          <a:blip r:embed="rId2"/>
          <a:srcRect l="9676" t="2830" r="16396" b="1568"/>
          <a:stretch>
            <a:fillRect/>
          </a:stretch>
        </p:blipFill>
        <p:spPr>
          <a:xfrm>
            <a:off x="6739832" y="2651760"/>
            <a:ext cx="2299734" cy="2262402"/>
          </a:xfrm>
          <a:prstGeom prst="rect">
            <a:avLst/>
          </a:prstGeom>
          <a:ln>
            <a:solidFill>
              <a:schemeClr val="accent1"/>
            </a:solidFill>
          </a:ln>
        </p:spPr>
      </p:pic>
      <p:sp>
        <p:nvSpPr>
          <p:cNvPr id="128" name="ZoneTexte 127">
            <a:extLst>
              <a:ext uri="{FF2B5EF4-FFF2-40B4-BE49-F238E27FC236}">
                <a16:creationId xmlns:a16="http://schemas.microsoft.com/office/drawing/2014/main" id="{08BBD05B-08A9-24F0-ACE3-B47280C6BC63}"/>
              </a:ext>
            </a:extLst>
          </p:cNvPr>
          <p:cNvSpPr txBox="1"/>
          <p:nvPr/>
        </p:nvSpPr>
        <p:spPr>
          <a:xfrm>
            <a:off x="3512208" y="2003016"/>
            <a:ext cx="2443298" cy="400110"/>
          </a:xfrm>
          <a:prstGeom prst="rect">
            <a:avLst/>
          </a:prstGeom>
          <a:noFill/>
        </p:spPr>
        <p:txBody>
          <a:bodyPr wrap="none" rtlCol="0">
            <a:spAutoFit/>
          </a:bodyPr>
          <a:lstStyle/>
          <a:p>
            <a:r>
              <a:rPr lang="fr-FR" sz="2000" b="1" dirty="0"/>
              <a:t>Scope</a:t>
            </a:r>
            <a:r>
              <a:rPr lang="fr-FR" b="1" dirty="0"/>
              <a:t> 26 Provinces</a:t>
            </a:r>
          </a:p>
        </p:txBody>
      </p:sp>
      <p:sp>
        <p:nvSpPr>
          <p:cNvPr id="129" name="ZoneTexte 128">
            <a:extLst>
              <a:ext uri="{FF2B5EF4-FFF2-40B4-BE49-F238E27FC236}">
                <a16:creationId xmlns:a16="http://schemas.microsoft.com/office/drawing/2014/main" id="{5A2CB3E3-D03F-7A47-FEF7-180CE4C5B02A}"/>
              </a:ext>
            </a:extLst>
          </p:cNvPr>
          <p:cNvSpPr txBox="1"/>
          <p:nvPr/>
        </p:nvSpPr>
        <p:spPr>
          <a:xfrm>
            <a:off x="6739832" y="1964808"/>
            <a:ext cx="2608406" cy="400110"/>
          </a:xfrm>
          <a:prstGeom prst="rect">
            <a:avLst/>
          </a:prstGeom>
          <a:noFill/>
        </p:spPr>
        <p:txBody>
          <a:bodyPr wrap="none" rtlCol="0">
            <a:spAutoFit/>
          </a:bodyPr>
          <a:lstStyle/>
          <a:p>
            <a:r>
              <a:rPr lang="fr-FR" sz="2000" b="1" dirty="0"/>
              <a:t>Scope 26 Provinces</a:t>
            </a:r>
          </a:p>
        </p:txBody>
      </p:sp>
      <p:sp>
        <p:nvSpPr>
          <p:cNvPr id="130" name="ZoneTexte 129">
            <a:extLst>
              <a:ext uri="{FF2B5EF4-FFF2-40B4-BE49-F238E27FC236}">
                <a16:creationId xmlns:a16="http://schemas.microsoft.com/office/drawing/2014/main" id="{87C66041-D652-084A-8A4E-71D45E92DBD9}"/>
              </a:ext>
            </a:extLst>
          </p:cNvPr>
          <p:cNvSpPr txBox="1"/>
          <p:nvPr/>
        </p:nvSpPr>
        <p:spPr>
          <a:xfrm>
            <a:off x="690700" y="78242"/>
            <a:ext cx="10244086" cy="707886"/>
          </a:xfrm>
          <a:prstGeom prst="rect">
            <a:avLst/>
          </a:prstGeom>
          <a:solidFill>
            <a:schemeClr val="accent1">
              <a:lumMod val="50000"/>
            </a:schemeClr>
          </a:solidFill>
        </p:spPr>
        <p:txBody>
          <a:bodyPr wrap="none" rtlCol="0">
            <a:spAutoFit/>
          </a:bodyPr>
          <a:lstStyle/>
          <a:p>
            <a:pPr algn="ctr"/>
            <a:r>
              <a:rPr lang="fr-FR" sz="4000" b="1" dirty="0">
                <a:solidFill>
                  <a:schemeClr val="bg1"/>
                </a:solidFill>
              </a:rPr>
              <a:t>6. SCOPES AVS  S1-2026 EN RD-CONGO </a:t>
            </a:r>
          </a:p>
        </p:txBody>
      </p:sp>
      <p:sp>
        <p:nvSpPr>
          <p:cNvPr id="3" name="CaixaDeTexto 2">
            <a:extLst>
              <a:ext uri="{FF2B5EF4-FFF2-40B4-BE49-F238E27FC236}">
                <a16:creationId xmlns:a16="http://schemas.microsoft.com/office/drawing/2014/main" id="{9B28565D-4F8C-EED4-30CA-DB0570847AC2}"/>
              </a:ext>
            </a:extLst>
          </p:cNvPr>
          <p:cNvSpPr txBox="1"/>
          <p:nvPr/>
        </p:nvSpPr>
        <p:spPr>
          <a:xfrm>
            <a:off x="3610004" y="5071544"/>
            <a:ext cx="2150992" cy="6001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pt-PT" sz="1100" dirty="0" err="1">
                <a:highlight>
                  <a:srgbClr val="FFFF00"/>
                </a:highlight>
              </a:rPr>
              <a:t>Synchronisation</a:t>
            </a:r>
            <a:r>
              <a:rPr lang="pt-PT" sz="1100" dirty="0">
                <a:highlight>
                  <a:srgbClr val="FFFF00"/>
                </a:highlight>
              </a:rPr>
              <a:t> </a:t>
            </a:r>
            <a:r>
              <a:rPr lang="pt-PT" sz="1100" dirty="0" err="1"/>
              <a:t>with</a:t>
            </a:r>
            <a:r>
              <a:rPr lang="pt-PT" sz="1100" dirty="0"/>
              <a:t> </a:t>
            </a:r>
            <a:r>
              <a:rPr lang="pt-PT" sz="1100" b="1" dirty="0">
                <a:solidFill>
                  <a:schemeClr val="accent2">
                    <a:lumMod val="75000"/>
                  </a:schemeClr>
                </a:solidFill>
              </a:rPr>
              <a:t>Angola NID Round 1</a:t>
            </a:r>
            <a:r>
              <a:rPr lang="pt-PT" sz="1100" dirty="0"/>
              <a:t>-Polio.    </a:t>
            </a:r>
            <a:r>
              <a:rPr lang="pt-PT" sz="1100" dirty="0" err="1"/>
              <a:t>March</a:t>
            </a:r>
            <a:r>
              <a:rPr lang="pt-PT" sz="1100" dirty="0"/>
              <a:t> 2026</a:t>
            </a:r>
            <a:endParaRPr lang="pt-AO" sz="1100" dirty="0"/>
          </a:p>
        </p:txBody>
      </p:sp>
      <p:sp>
        <p:nvSpPr>
          <p:cNvPr id="4" name="CaixaDeTexto 3">
            <a:extLst>
              <a:ext uri="{FF2B5EF4-FFF2-40B4-BE49-F238E27FC236}">
                <a16:creationId xmlns:a16="http://schemas.microsoft.com/office/drawing/2014/main" id="{799D527A-3E1B-1113-FEED-7B5BE4E52AAB}"/>
              </a:ext>
            </a:extLst>
          </p:cNvPr>
          <p:cNvSpPr txBox="1"/>
          <p:nvPr/>
        </p:nvSpPr>
        <p:spPr>
          <a:xfrm>
            <a:off x="6814203" y="5103438"/>
            <a:ext cx="2396058"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pt-PT" sz="1200" dirty="0" err="1">
                <a:highlight>
                  <a:srgbClr val="FFFF00"/>
                </a:highlight>
              </a:rPr>
              <a:t>Synchronisation</a:t>
            </a:r>
            <a:r>
              <a:rPr lang="pt-PT" sz="1200" dirty="0"/>
              <a:t> </a:t>
            </a:r>
            <a:r>
              <a:rPr lang="pt-PT" sz="1200" dirty="0" err="1"/>
              <a:t>with</a:t>
            </a:r>
            <a:r>
              <a:rPr lang="pt-PT" sz="1200" dirty="0"/>
              <a:t> </a:t>
            </a:r>
            <a:r>
              <a:rPr lang="pt-PT" sz="1200" b="1" dirty="0">
                <a:solidFill>
                  <a:schemeClr val="accent2">
                    <a:lumMod val="75000"/>
                  </a:schemeClr>
                </a:solidFill>
              </a:rPr>
              <a:t>Angola NID Round 2</a:t>
            </a:r>
            <a:r>
              <a:rPr lang="pt-PT" sz="1200" dirty="0"/>
              <a:t>-Polio. </a:t>
            </a:r>
            <a:r>
              <a:rPr lang="pt-PT" sz="1200" b="1" dirty="0">
                <a:solidFill>
                  <a:schemeClr val="accent2">
                    <a:lumMod val="75000"/>
                  </a:schemeClr>
                </a:solidFill>
              </a:rPr>
              <a:t>   </a:t>
            </a:r>
            <a:r>
              <a:rPr lang="pt-PT" sz="1200" b="1" dirty="0" err="1">
                <a:solidFill>
                  <a:schemeClr val="accent2">
                    <a:lumMod val="75000"/>
                  </a:schemeClr>
                </a:solidFill>
              </a:rPr>
              <a:t>Mai</a:t>
            </a:r>
            <a:r>
              <a:rPr lang="pt-PT" sz="1200" b="1" dirty="0">
                <a:solidFill>
                  <a:schemeClr val="accent2">
                    <a:lumMod val="75000"/>
                  </a:schemeClr>
                </a:solidFill>
              </a:rPr>
              <a:t> </a:t>
            </a:r>
            <a:r>
              <a:rPr lang="pt-PT" sz="1200" dirty="0"/>
              <a:t>2026</a:t>
            </a:r>
            <a:endParaRPr lang="pt-AO" sz="1200" dirty="0"/>
          </a:p>
        </p:txBody>
      </p:sp>
      <p:sp>
        <p:nvSpPr>
          <p:cNvPr id="9" name="ZoneTexte 128">
            <a:extLst>
              <a:ext uri="{FF2B5EF4-FFF2-40B4-BE49-F238E27FC236}">
                <a16:creationId xmlns:a16="http://schemas.microsoft.com/office/drawing/2014/main" id="{0EF9268A-E83C-FD11-7CD6-EEAE1612ECA3}"/>
              </a:ext>
            </a:extLst>
          </p:cNvPr>
          <p:cNvSpPr txBox="1"/>
          <p:nvPr/>
        </p:nvSpPr>
        <p:spPr>
          <a:xfrm>
            <a:off x="9634162" y="1964808"/>
            <a:ext cx="2465740" cy="400110"/>
          </a:xfrm>
          <a:prstGeom prst="rect">
            <a:avLst/>
          </a:prstGeom>
          <a:noFill/>
        </p:spPr>
        <p:txBody>
          <a:bodyPr wrap="none" rtlCol="0">
            <a:spAutoFit/>
          </a:bodyPr>
          <a:lstStyle/>
          <a:p>
            <a:r>
              <a:rPr lang="fr-FR" sz="2000" b="1" dirty="0"/>
              <a:t>Scope 8 Provinces</a:t>
            </a:r>
          </a:p>
        </p:txBody>
      </p:sp>
      <p:sp>
        <p:nvSpPr>
          <p:cNvPr id="10" name="CaixaDeTexto 9">
            <a:extLst>
              <a:ext uri="{FF2B5EF4-FFF2-40B4-BE49-F238E27FC236}">
                <a16:creationId xmlns:a16="http://schemas.microsoft.com/office/drawing/2014/main" id="{ADB8EA3B-BC8B-8624-0B98-CD33FF2317AB}"/>
              </a:ext>
            </a:extLst>
          </p:cNvPr>
          <p:cNvSpPr txBox="1"/>
          <p:nvPr/>
        </p:nvSpPr>
        <p:spPr>
          <a:xfrm>
            <a:off x="10079362" y="5117711"/>
            <a:ext cx="2026785" cy="5078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pt-PT" sz="1100" b="1" dirty="0" err="1">
                <a:solidFill>
                  <a:schemeClr val="tx1"/>
                </a:solidFill>
              </a:rPr>
              <a:t>Integration</a:t>
            </a:r>
            <a:r>
              <a:rPr lang="pt-PT" sz="1100" b="1" dirty="0">
                <a:solidFill>
                  <a:schemeClr val="tx1"/>
                </a:solidFill>
              </a:rPr>
              <a:t> MR-Polio for </a:t>
            </a:r>
            <a:r>
              <a:rPr lang="pt-PT" sz="1100" b="1" dirty="0" err="1">
                <a:solidFill>
                  <a:schemeClr val="tx1"/>
                </a:solidFill>
              </a:rPr>
              <a:t>the</a:t>
            </a:r>
            <a:r>
              <a:rPr lang="pt-PT" sz="1100" b="1" dirty="0">
                <a:solidFill>
                  <a:schemeClr val="tx1"/>
                </a:solidFill>
              </a:rPr>
              <a:t> </a:t>
            </a:r>
            <a:r>
              <a:rPr lang="pt-PT" sz="1600" b="1" dirty="0" err="1">
                <a:solidFill>
                  <a:schemeClr val="tx1"/>
                </a:solidFill>
              </a:rPr>
              <a:t>bloc</a:t>
            </a:r>
            <a:r>
              <a:rPr lang="pt-PT" sz="1600" b="1" dirty="0">
                <a:solidFill>
                  <a:schemeClr val="tx1"/>
                </a:solidFill>
              </a:rPr>
              <a:t> 3</a:t>
            </a:r>
            <a:r>
              <a:rPr lang="pt-PT" sz="1100" b="1" dirty="0">
                <a:solidFill>
                  <a:schemeClr val="tx1"/>
                </a:solidFill>
              </a:rPr>
              <a:t>.      </a:t>
            </a:r>
            <a:r>
              <a:rPr lang="pt-PT" sz="1100" b="1" dirty="0" err="1">
                <a:solidFill>
                  <a:schemeClr val="tx1"/>
                </a:solidFill>
              </a:rPr>
              <a:t>June</a:t>
            </a:r>
            <a:r>
              <a:rPr lang="pt-PT" sz="1100" b="1" dirty="0">
                <a:solidFill>
                  <a:schemeClr val="tx1"/>
                </a:solidFill>
              </a:rPr>
              <a:t> 2026</a:t>
            </a:r>
            <a:endParaRPr lang="pt-AO" sz="1100" b="1" dirty="0">
              <a:solidFill>
                <a:schemeClr val="tx1"/>
              </a:solidFill>
            </a:endParaRPr>
          </a:p>
        </p:txBody>
      </p:sp>
      <p:pic>
        <p:nvPicPr>
          <p:cNvPr id="11" name="Image 10">
            <a:extLst>
              <a:ext uri="{FF2B5EF4-FFF2-40B4-BE49-F238E27FC236}">
                <a16:creationId xmlns:a16="http://schemas.microsoft.com/office/drawing/2014/main" id="{48D91CB6-5EBE-3789-EDCC-D27F66AB2644}"/>
              </a:ext>
            </a:extLst>
          </p:cNvPr>
          <p:cNvPicPr>
            <a:picLocks noChangeAspect="1"/>
          </p:cNvPicPr>
          <p:nvPr/>
        </p:nvPicPr>
        <p:blipFill>
          <a:blip r:embed="rId3"/>
          <a:srcRect l="8089" t="3044" r="16718" b="1778"/>
          <a:stretch>
            <a:fillRect/>
          </a:stretch>
        </p:blipFill>
        <p:spPr>
          <a:xfrm>
            <a:off x="9787061" y="2625489"/>
            <a:ext cx="2319086" cy="2288672"/>
          </a:xfrm>
          <a:prstGeom prst="rect">
            <a:avLst/>
          </a:prstGeom>
          <a:ln>
            <a:solidFill>
              <a:schemeClr val="tx1"/>
            </a:solidFill>
          </a:ln>
        </p:spPr>
      </p:pic>
      <p:pic>
        <p:nvPicPr>
          <p:cNvPr id="14" name="Image 13">
            <a:extLst>
              <a:ext uri="{FF2B5EF4-FFF2-40B4-BE49-F238E27FC236}">
                <a16:creationId xmlns:a16="http://schemas.microsoft.com/office/drawing/2014/main" id="{E66193B6-3EDA-CDA8-DC1C-2A739C2C69AA}"/>
              </a:ext>
            </a:extLst>
          </p:cNvPr>
          <p:cNvPicPr>
            <a:picLocks noChangeAspect="1"/>
          </p:cNvPicPr>
          <p:nvPr/>
        </p:nvPicPr>
        <p:blipFill>
          <a:blip r:embed="rId4"/>
          <a:srcRect l="10791" t="1623" r="6935" b="1724"/>
          <a:stretch>
            <a:fillRect/>
          </a:stretch>
        </p:blipFill>
        <p:spPr>
          <a:xfrm>
            <a:off x="3512208" y="2651760"/>
            <a:ext cx="2264338" cy="2262402"/>
          </a:xfrm>
          <a:prstGeom prst="rect">
            <a:avLst/>
          </a:prstGeom>
          <a:ln>
            <a:solidFill>
              <a:schemeClr val="tx1"/>
            </a:solidFill>
          </a:ln>
        </p:spPr>
      </p:pic>
      <p:pic>
        <p:nvPicPr>
          <p:cNvPr id="16" name="Image 15">
            <a:extLst>
              <a:ext uri="{FF2B5EF4-FFF2-40B4-BE49-F238E27FC236}">
                <a16:creationId xmlns:a16="http://schemas.microsoft.com/office/drawing/2014/main" id="{8B30F8D5-78F0-8299-F5CF-525DD16C0CE3}"/>
              </a:ext>
            </a:extLst>
          </p:cNvPr>
          <p:cNvPicPr>
            <a:picLocks noChangeAspect="1"/>
          </p:cNvPicPr>
          <p:nvPr/>
        </p:nvPicPr>
        <p:blipFill>
          <a:blip r:embed="rId5"/>
          <a:srcRect l="4706" t="6681" r="12359" b="26993"/>
          <a:stretch>
            <a:fillRect/>
          </a:stretch>
        </p:blipFill>
        <p:spPr>
          <a:xfrm>
            <a:off x="391974" y="5904260"/>
            <a:ext cx="3275866" cy="876386"/>
          </a:xfrm>
          <a:prstGeom prst="rect">
            <a:avLst/>
          </a:prstGeom>
        </p:spPr>
      </p:pic>
      <p:grpSp>
        <p:nvGrpSpPr>
          <p:cNvPr id="2" name="Groupe 18">
            <a:extLst>
              <a:ext uri="{FF2B5EF4-FFF2-40B4-BE49-F238E27FC236}">
                <a16:creationId xmlns:a16="http://schemas.microsoft.com/office/drawing/2014/main" id="{F7CBC84E-562F-0A10-29BE-BFDC426B5133}"/>
              </a:ext>
            </a:extLst>
          </p:cNvPr>
          <p:cNvGrpSpPr/>
          <p:nvPr/>
        </p:nvGrpSpPr>
        <p:grpSpPr>
          <a:xfrm>
            <a:off x="-1724" y="2651760"/>
            <a:ext cx="2846524" cy="2324344"/>
            <a:chOff x="216237" y="688712"/>
            <a:chExt cx="11759525" cy="5971120"/>
          </a:xfrm>
        </p:grpSpPr>
        <p:sp>
          <p:nvSpPr>
            <p:cNvPr id="5" name="Rectangle 4">
              <a:extLst>
                <a:ext uri="{FF2B5EF4-FFF2-40B4-BE49-F238E27FC236}">
                  <a16:creationId xmlns:a16="http://schemas.microsoft.com/office/drawing/2014/main" id="{81CA2AF6-135C-B0C7-8501-A2278F562E4C}"/>
                </a:ext>
              </a:extLst>
            </p:cNvPr>
            <p:cNvSpPr/>
            <p:nvPr/>
          </p:nvSpPr>
          <p:spPr>
            <a:xfrm>
              <a:off x="216237" y="688712"/>
              <a:ext cx="11759525" cy="59711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2" name="Groupe 16">
              <a:extLst>
                <a:ext uri="{FF2B5EF4-FFF2-40B4-BE49-F238E27FC236}">
                  <a16:creationId xmlns:a16="http://schemas.microsoft.com/office/drawing/2014/main" id="{96C8A162-C68B-9747-1436-3B8B336BA5C8}"/>
                </a:ext>
              </a:extLst>
            </p:cNvPr>
            <p:cNvGrpSpPr/>
            <p:nvPr/>
          </p:nvGrpSpPr>
          <p:grpSpPr>
            <a:xfrm>
              <a:off x="539517" y="1127548"/>
              <a:ext cx="7510720" cy="4602903"/>
              <a:chOff x="654168" y="1127548"/>
              <a:chExt cx="7510720" cy="4602903"/>
            </a:xfrm>
          </p:grpSpPr>
          <p:pic>
            <p:nvPicPr>
              <p:cNvPr id="13" name="Image 8">
                <a:extLst>
                  <a:ext uri="{FF2B5EF4-FFF2-40B4-BE49-F238E27FC236}">
                    <a16:creationId xmlns:a16="http://schemas.microsoft.com/office/drawing/2014/main" id="{CD150181-F9A6-86E7-E159-2C5E7805C884}"/>
                  </a:ext>
                </a:extLst>
              </p:cNvPr>
              <p:cNvPicPr>
                <a:picLocks noChangeAspect="1"/>
              </p:cNvPicPr>
              <p:nvPr/>
            </p:nvPicPr>
            <p:blipFill>
              <a:blip r:embed="rId6"/>
              <a:srcRect l="4914" t="6501" r="3785" b="1221"/>
              <a:stretch>
                <a:fillRect/>
              </a:stretch>
            </p:blipFill>
            <p:spPr>
              <a:xfrm>
                <a:off x="1357051" y="1127548"/>
                <a:ext cx="6807837" cy="4602903"/>
              </a:xfrm>
              <a:prstGeom prst="rect">
                <a:avLst/>
              </a:prstGeom>
              <a:ln>
                <a:noFill/>
              </a:ln>
            </p:spPr>
          </p:pic>
          <p:pic>
            <p:nvPicPr>
              <p:cNvPr id="15" name="Image 10">
                <a:extLst>
                  <a:ext uri="{FF2B5EF4-FFF2-40B4-BE49-F238E27FC236}">
                    <a16:creationId xmlns:a16="http://schemas.microsoft.com/office/drawing/2014/main" id="{1CF60171-27D4-7866-9A36-4EEE7B6A0A46}"/>
                  </a:ext>
                </a:extLst>
              </p:cNvPr>
              <p:cNvPicPr>
                <a:picLocks noChangeAspect="1"/>
              </p:cNvPicPr>
              <p:nvPr/>
            </p:nvPicPr>
            <p:blipFill>
              <a:blip r:embed="rId7"/>
              <a:srcRect l="13216" t="9447" r="7987" b="6242"/>
              <a:stretch>
                <a:fillRect/>
              </a:stretch>
            </p:blipFill>
            <p:spPr>
              <a:xfrm>
                <a:off x="654168" y="1148967"/>
                <a:ext cx="988510" cy="988142"/>
              </a:xfrm>
              <a:prstGeom prst="rect">
                <a:avLst/>
              </a:prstGeom>
            </p:spPr>
          </p:pic>
          <p:cxnSp>
            <p:nvCxnSpPr>
              <p:cNvPr id="17" name="Connecteur droit avec flèche 12">
                <a:extLst>
                  <a:ext uri="{FF2B5EF4-FFF2-40B4-BE49-F238E27FC236}">
                    <a16:creationId xmlns:a16="http://schemas.microsoft.com/office/drawing/2014/main" id="{67FBCDC3-694F-38DB-C525-CAF8E268572D}"/>
                  </a:ext>
                </a:extLst>
              </p:cNvPr>
              <p:cNvCxnSpPr>
                <a:cxnSpLocks/>
              </p:cNvCxnSpPr>
              <p:nvPr/>
            </p:nvCxnSpPr>
            <p:spPr>
              <a:xfrm>
                <a:off x="1157156" y="1519084"/>
                <a:ext cx="1364818" cy="131260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8" name="ZoneTexte 127">
            <a:extLst>
              <a:ext uri="{FF2B5EF4-FFF2-40B4-BE49-F238E27FC236}">
                <a16:creationId xmlns:a16="http://schemas.microsoft.com/office/drawing/2014/main" id="{FFC371F9-A146-86F5-382A-A6A8867AC196}"/>
              </a:ext>
            </a:extLst>
          </p:cNvPr>
          <p:cNvSpPr txBox="1"/>
          <p:nvPr/>
        </p:nvSpPr>
        <p:spPr>
          <a:xfrm>
            <a:off x="393088" y="2013176"/>
            <a:ext cx="2465740" cy="400110"/>
          </a:xfrm>
          <a:prstGeom prst="rect">
            <a:avLst/>
          </a:prstGeom>
          <a:noFill/>
        </p:spPr>
        <p:txBody>
          <a:bodyPr wrap="none" rtlCol="0">
            <a:spAutoFit/>
          </a:bodyPr>
          <a:lstStyle/>
          <a:p>
            <a:r>
              <a:rPr lang="fr-FR" sz="2000" b="1" dirty="0"/>
              <a:t>Scope 2 Provinces</a:t>
            </a:r>
          </a:p>
        </p:txBody>
      </p:sp>
      <p:sp>
        <p:nvSpPr>
          <p:cNvPr id="19" name="CaixaDeTexto 2">
            <a:extLst>
              <a:ext uri="{FF2B5EF4-FFF2-40B4-BE49-F238E27FC236}">
                <a16:creationId xmlns:a16="http://schemas.microsoft.com/office/drawing/2014/main" id="{5C6AEA40-FD3F-F731-2F96-5D22AA1D47CE}"/>
              </a:ext>
            </a:extLst>
          </p:cNvPr>
          <p:cNvSpPr txBox="1"/>
          <p:nvPr/>
        </p:nvSpPr>
        <p:spPr>
          <a:xfrm>
            <a:off x="287684" y="5112184"/>
            <a:ext cx="2150992" cy="2616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pt-PT" sz="1100" b="1" dirty="0">
                <a:solidFill>
                  <a:schemeClr val="accent2">
                    <a:lumMod val="75000"/>
                  </a:schemeClr>
                </a:solidFill>
              </a:rPr>
              <a:t>SNID Round 1</a:t>
            </a:r>
            <a:r>
              <a:rPr lang="pt-PT" sz="1100" dirty="0"/>
              <a:t>-Polio.    Jan 2026</a:t>
            </a:r>
            <a:endParaRPr lang="pt-AO" sz="1100" dirty="0"/>
          </a:p>
        </p:txBody>
      </p:sp>
    </p:spTree>
    <p:extLst>
      <p:ext uri="{BB962C8B-B14F-4D97-AF65-F5344CB8AC3E}">
        <p14:creationId xmlns:p14="http://schemas.microsoft.com/office/powerpoint/2010/main" val="9822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26423-C253-3795-13FD-32657B8AED66}"/>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A89556C5-16A1-D07B-6395-E278D9204E61}"/>
              </a:ext>
            </a:extLst>
          </p:cNvPr>
          <p:cNvSpPr txBox="1">
            <a:spLocks/>
          </p:cNvSpPr>
          <p:nvPr/>
        </p:nvSpPr>
        <p:spPr>
          <a:xfrm>
            <a:off x="0" y="0"/>
            <a:ext cx="12192000" cy="650240"/>
          </a:xfrm>
          <a:prstGeom prst="rect">
            <a:avLst/>
          </a:prstGeom>
          <a:solidFill>
            <a:srgbClr val="00206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b="1" dirty="0">
                <a:solidFill>
                  <a:schemeClr val="bg1"/>
                </a:solidFill>
                <a:latin typeface="Times New Roman" panose="02020603050405020304" pitchFamily="18" charset="0"/>
                <a:cs typeface="Times New Roman" panose="02020603050405020304" pitchFamily="18" charset="0"/>
              </a:rPr>
              <a:t>7. Contraintes et moyens de résilience </a:t>
            </a:r>
          </a:p>
        </p:txBody>
      </p:sp>
      <p:graphicFrame>
        <p:nvGraphicFramePr>
          <p:cNvPr id="20" name="Espace réservé du contenu 19">
            <a:extLst>
              <a:ext uri="{FF2B5EF4-FFF2-40B4-BE49-F238E27FC236}">
                <a16:creationId xmlns:a16="http://schemas.microsoft.com/office/drawing/2014/main" id="{1774FEEF-3947-E32B-0632-21F05E1DE692}"/>
              </a:ext>
            </a:extLst>
          </p:cNvPr>
          <p:cNvGraphicFramePr>
            <a:graphicFrameLocks noGrp="1"/>
          </p:cNvGraphicFramePr>
          <p:nvPr>
            <p:ph idx="1"/>
            <p:extLst>
              <p:ext uri="{D42A27DB-BD31-4B8C-83A1-F6EECF244321}">
                <p14:modId xmlns:p14="http://schemas.microsoft.com/office/powerpoint/2010/main" val="718987770"/>
              </p:ext>
            </p:extLst>
          </p:nvPr>
        </p:nvGraphicFramePr>
        <p:xfrm>
          <a:off x="251792" y="1484243"/>
          <a:ext cx="11807686" cy="4692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2" name="ZoneTexte 21">
            <a:extLst>
              <a:ext uri="{FF2B5EF4-FFF2-40B4-BE49-F238E27FC236}">
                <a16:creationId xmlns:a16="http://schemas.microsoft.com/office/drawing/2014/main" id="{B04070C6-474E-B9F3-49EB-96EA02B235B5}"/>
              </a:ext>
            </a:extLst>
          </p:cNvPr>
          <p:cNvSpPr txBox="1"/>
          <p:nvPr/>
        </p:nvSpPr>
        <p:spPr>
          <a:xfrm>
            <a:off x="424071" y="870180"/>
            <a:ext cx="3803374" cy="523220"/>
          </a:xfrm>
          <a:prstGeom prst="rect">
            <a:avLst/>
          </a:prstGeom>
          <a:noFill/>
          <a:ln>
            <a:solidFill>
              <a:srgbClr val="002060"/>
            </a:solidFill>
          </a:ln>
        </p:spPr>
        <p:txBody>
          <a:bodyPr wrap="square" rtlCol="0">
            <a:spAutoFit/>
          </a:bodyPr>
          <a:lstStyle/>
          <a:p>
            <a:pPr lvl="0" algn="ctr"/>
            <a:r>
              <a:rPr lang="fr-FR" sz="2800" b="0" i="0" dirty="0"/>
              <a:t>Contraintes</a:t>
            </a:r>
            <a:endParaRPr lang="fr-FR" sz="2800" dirty="0"/>
          </a:p>
        </p:txBody>
      </p:sp>
      <p:sp>
        <p:nvSpPr>
          <p:cNvPr id="24" name="ZoneTexte 23">
            <a:extLst>
              <a:ext uri="{FF2B5EF4-FFF2-40B4-BE49-F238E27FC236}">
                <a16:creationId xmlns:a16="http://schemas.microsoft.com/office/drawing/2014/main" id="{B1539C8E-D1F0-8E35-5DAA-2DA18D53F7CB}"/>
              </a:ext>
            </a:extLst>
          </p:cNvPr>
          <p:cNvSpPr txBox="1"/>
          <p:nvPr/>
        </p:nvSpPr>
        <p:spPr>
          <a:xfrm>
            <a:off x="6042991" y="881270"/>
            <a:ext cx="3164649" cy="461665"/>
          </a:xfrm>
          <a:prstGeom prst="rect">
            <a:avLst/>
          </a:prstGeom>
          <a:noFill/>
        </p:spPr>
        <p:txBody>
          <a:bodyPr wrap="none" rtlCol="0">
            <a:spAutoFit/>
          </a:bodyPr>
          <a:lstStyle/>
          <a:p>
            <a:pPr lvl="0"/>
            <a:r>
              <a:rPr lang="fr-FR" sz="2400" b="0" i="0" dirty="0"/>
              <a:t>Moyens de résilience </a:t>
            </a:r>
            <a:endParaRPr lang="fr-FR" sz="2400" dirty="0"/>
          </a:p>
        </p:txBody>
      </p:sp>
    </p:spTree>
    <p:extLst>
      <p:ext uri="{BB962C8B-B14F-4D97-AF65-F5344CB8AC3E}">
        <p14:creationId xmlns:p14="http://schemas.microsoft.com/office/powerpoint/2010/main" val="2434110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19"/>
          <p:cNvSpPr txBox="1"/>
          <p:nvPr/>
        </p:nvSpPr>
        <p:spPr>
          <a:xfrm>
            <a:off x="7789036" y="2461403"/>
            <a:ext cx="3964472" cy="1273419"/>
          </a:xfrm>
          <a:prstGeom prst="rect">
            <a:avLst/>
          </a:prstGeom>
          <a:noFill/>
          <a:ln>
            <a:noFill/>
          </a:ln>
        </p:spPr>
        <p:txBody>
          <a:bodyPr spcFirstLastPara="1" wrap="square" lIns="0" tIns="0" rIns="0" bIns="0" anchor="ctr" anchorCtr="0">
            <a:noAutofit/>
          </a:bodyPr>
          <a:lstStyle/>
          <a:p>
            <a:pPr algn="ctr">
              <a:buClr>
                <a:srgbClr val="000000"/>
              </a:buClr>
              <a:buSzPts val="6600"/>
            </a:pPr>
            <a:r>
              <a:rPr lang="en-GB" sz="8800" b="1" dirty="0">
                <a:solidFill>
                  <a:srgbClr val="083C92"/>
                </a:solidFill>
                <a:effectLst>
                  <a:outerShdw blurRad="38100" dist="38100" dir="2700000" algn="tl">
                    <a:srgbClr val="000000">
                      <a:alpha val="43137"/>
                    </a:srgbClr>
                  </a:outerShdw>
                </a:effectLst>
                <a:latin typeface="Times New Roman" panose="02020603050405020304" pitchFamily="18" charset="0"/>
                <a:ea typeface="Baumans" panose="02000506020000020003"/>
                <a:cs typeface="Times New Roman" panose="02020603050405020304" pitchFamily="18" charset="0"/>
                <a:sym typeface="Baumans" panose="02000506020000020003"/>
              </a:rPr>
              <a:t>Merci </a:t>
            </a:r>
            <a:endParaRPr sz="8800" b="1" dirty="0">
              <a:solidFill>
                <a:srgbClr val="083C92"/>
              </a:solidFill>
              <a:effectLst>
                <a:outerShdw blurRad="38100" dist="38100" dir="2700000" algn="tl">
                  <a:srgbClr val="000000">
                    <a:alpha val="43137"/>
                  </a:srgbClr>
                </a:outerShdw>
              </a:effectLst>
              <a:latin typeface="Times New Roman" panose="02020603050405020304" pitchFamily="18" charset="0"/>
              <a:ea typeface="Baumans" panose="02000506020000020003"/>
              <a:cs typeface="Times New Roman" panose="02020603050405020304" pitchFamily="18" charset="0"/>
              <a:sym typeface="Baumans" panose="02000506020000020003"/>
            </a:endParaRPr>
          </a:p>
        </p:txBody>
      </p:sp>
      <p:pic>
        <p:nvPicPr>
          <p:cNvPr id="855" name="Google Shape;855;p19" descr="Une image contenant texte, graphisme, Graphique, carte&#10;&#10;Le contenu généré par l’IA peut être incorrect."/>
          <p:cNvPicPr preferRelativeResize="0"/>
          <p:nvPr/>
        </p:nvPicPr>
        <p:blipFill rotWithShape="1">
          <a:blip r:embed="rId3"/>
          <a:srcRect/>
          <a:stretch>
            <a:fillRect/>
          </a:stretch>
        </p:blipFill>
        <p:spPr>
          <a:xfrm>
            <a:off x="130198" y="-115047"/>
            <a:ext cx="6678919" cy="642631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298</TotalTime>
  <Words>3893</Words>
  <Application>Microsoft Office PowerPoint</Application>
  <PresentationFormat>Grand écran</PresentationFormat>
  <Paragraphs>1440</Paragraphs>
  <Slides>23</Slides>
  <Notes>2</Notes>
  <HiddenSlides>0</HiddenSlides>
  <MMClips>0</MMClips>
  <ScaleCrop>false</ScaleCrop>
  <HeadingPairs>
    <vt:vector size="6" baseType="variant">
      <vt:variant>
        <vt:lpstr>Polices utilisées</vt:lpstr>
      </vt:variant>
      <vt:variant>
        <vt:i4>13</vt:i4>
      </vt:variant>
      <vt:variant>
        <vt:lpstr>Thème</vt:lpstr>
      </vt:variant>
      <vt:variant>
        <vt:i4>3</vt:i4>
      </vt:variant>
      <vt:variant>
        <vt:lpstr>Titres des diapositives</vt:lpstr>
      </vt:variant>
      <vt:variant>
        <vt:i4>23</vt:i4>
      </vt:variant>
    </vt:vector>
  </HeadingPairs>
  <TitlesOfParts>
    <vt:vector size="39" baseType="lpstr">
      <vt:lpstr>微软雅黑</vt:lpstr>
      <vt:lpstr>Aptos</vt:lpstr>
      <vt:lpstr>Aptos Display</vt:lpstr>
      <vt:lpstr>Aptos Narrow</vt:lpstr>
      <vt:lpstr>Arial</vt:lpstr>
      <vt:lpstr>Arial Black</vt:lpstr>
      <vt:lpstr>Arial Narrow</vt:lpstr>
      <vt:lpstr>Arial Rounded</vt:lpstr>
      <vt:lpstr>Book Antiqua</vt:lpstr>
      <vt:lpstr>Calibri</vt:lpstr>
      <vt:lpstr>Calibri Light</vt:lpstr>
      <vt:lpstr>Symbol</vt:lpstr>
      <vt:lpstr>Times New Roman</vt:lpstr>
      <vt:lpstr>Office Theme</vt:lpstr>
      <vt:lpstr>Simple Light</vt:lpstr>
      <vt:lpstr>2_Simple Light</vt:lpstr>
      <vt:lpstr>  ACTIVITES DU COMITE DES OPERATIONS D’URGENCE POLIO  « COUP »     </vt:lpstr>
      <vt:lpstr>Présentation PowerPoint</vt:lpstr>
      <vt:lpstr>Présentation PowerPoint</vt:lpstr>
      <vt:lpstr>Présentation PowerPoint</vt:lpstr>
      <vt:lpstr>Présentation PowerPoint</vt:lpstr>
      <vt:lpstr>2.  ACTIVITES TRANSFRONTALIERES</vt:lpstr>
      <vt:lpstr>2. MISE EN ŒUVRE DES AUTRES ACTIVITÉS DANS LES PROVINCES EN 2025</vt:lpstr>
      <vt:lpstr>Présentation PowerPoint</vt:lpstr>
      <vt:lpstr>Présentation PowerPoint</vt:lpstr>
      <vt:lpstr>Présentation PowerPoint</vt:lpstr>
      <vt:lpstr>Présentation PowerPoint</vt:lpstr>
      <vt:lpstr>Présentation PowerPoint</vt:lpstr>
      <vt:lpstr>3. Notification des PFA et autres MPV lors des dernières AVS(S50)</vt:lpstr>
      <vt:lpstr>Hypothèses de base</vt:lpstr>
      <vt:lpstr>4.Méthodologie de projection</vt:lpstr>
      <vt:lpstr> Construction de la projection A.</vt:lpstr>
      <vt:lpstr>Présentation PowerPoint</vt:lpstr>
      <vt:lpstr>Présentation PowerPoint</vt:lpstr>
      <vt:lpstr>Présentation PowerPoint</vt:lpstr>
      <vt:lpstr>5. Actions prioritaires  2026 </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Collard Madika</cp:lastModifiedBy>
  <cp:revision>43</cp:revision>
  <dcterms:created xsi:type="dcterms:W3CDTF">2025-07-23T00:59:00Z</dcterms:created>
  <dcterms:modified xsi:type="dcterms:W3CDTF">2025-12-18T22:41:59Z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3084-12.2.0.22549</vt:lpwstr>
  </property>
  <property fmtid="{D5CDD505-2E9C-101B-9397-08002B2CF9AE}" pid="3" name="ICV">
    <vt:lpwstr>A0502373DE714489A13515D68618D116_13</vt:lpwstr>
  </property>
</Properties>
</file>