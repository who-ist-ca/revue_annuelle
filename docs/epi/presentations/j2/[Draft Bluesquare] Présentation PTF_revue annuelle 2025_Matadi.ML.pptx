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7103725" cy="10234275"/>
  <p:embeddedFontLst>
    <p:embeddedFont>
      <p:font typeface="Mulish"/>
      <p:regular r:id="rId18"/>
      <p:bold r:id="rId19"/>
      <p:italic r:id="rId20"/>
      <p:boldItalic r:id="rId21"/>
    </p:embeddedFont>
    <p:embeddedFont>
      <p:font typeface="Mulish Light"/>
      <p:regular r:id="rId22"/>
      <p:bold r:id="rId23"/>
      <p:italic r:id="rId24"/>
      <p:boldItalic r:id="rId25"/>
    </p:embeddedFont>
    <p:embeddedFont>
      <p:font typeface="Open Sans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3865">
          <p15:clr>
            <a:srgbClr val="A4A3A4"/>
          </p15:clr>
        </p15:guide>
      </p15:sldGuideLst>
    </p:ext>
    <p:ext uri="GoogleSlidesCustomDataVersion2">
      <go:slidesCustomData xmlns:go="http://customooxmlschemas.google.com/" r:id="rId34" roundtripDataSignature="AMtx7miT6XWgEF969iayaJybyx26+4pZ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4596366-13A1-4586-9C80-4EAE24075A58}">
  <a:tblStyle styleId="{04596366-13A1-4586-9C80-4EAE24075A5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386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ulish-italic.fntdata"/><Relationship Id="rId22" Type="http://schemas.openxmlformats.org/officeDocument/2006/relationships/font" Target="fonts/MulishLight-regular.fntdata"/><Relationship Id="rId21" Type="http://schemas.openxmlformats.org/officeDocument/2006/relationships/font" Target="fonts/Mulish-boldItalic.fntdata"/><Relationship Id="rId24" Type="http://schemas.openxmlformats.org/officeDocument/2006/relationships/font" Target="fonts/MulishLight-italic.fntdata"/><Relationship Id="rId23" Type="http://schemas.openxmlformats.org/officeDocument/2006/relationships/font" Target="fonts/Mulish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Light-regular.fntdata"/><Relationship Id="rId25" Type="http://schemas.openxmlformats.org/officeDocument/2006/relationships/font" Target="fonts/MulishLight-boldItalic.fntdata"/><Relationship Id="rId28" Type="http://schemas.openxmlformats.org/officeDocument/2006/relationships/font" Target="fonts/OpenSansLight-italic.fntdata"/><Relationship Id="rId27" Type="http://schemas.openxmlformats.org/officeDocument/2006/relationships/font" Target="fonts/OpenSans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ulish-bold.fntdata"/><Relationship Id="rId18" Type="http://schemas.openxmlformats.org/officeDocument/2006/relationships/font" Target="fonts/Mulish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312738" y="652463"/>
            <a:ext cx="5805600" cy="3267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42938" y="4136571"/>
            <a:ext cx="5143500" cy="39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75" lIns="86275" spcFirstLastPara="1" rIns="86275" wrap="square" tIns="86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0385d4a2a_0_20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0385d4a2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/>
          <p:nvPr>
            <p:ph idx="2" type="sldImg"/>
          </p:nvPr>
        </p:nvSpPr>
        <p:spPr>
          <a:xfrm>
            <a:off x="381794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icrosoft Yahei"/>
              <a:buNone/>
            </a:pPr>
            <a:r>
              <a:t/>
            </a: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2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4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pev-rdc.bluesquare.org/" TargetMode="External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-17785" r="0" t="0"/>
          <a:stretch/>
        </p:blipFill>
        <p:spPr>
          <a:xfrm>
            <a:off x="-681739" y="1646127"/>
            <a:ext cx="4525279" cy="370309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4210325" y="1646125"/>
            <a:ext cx="78948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43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Revue annuelle 2025</a:t>
            </a:r>
            <a:endParaRPr b="1" i="1" sz="43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1" lang="en-US" sz="3800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Bluesquare</a:t>
            </a:r>
            <a:endParaRPr b="1" i="1" sz="38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3661467" y="1516428"/>
            <a:ext cx="373500" cy="18672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659879" y="1516428"/>
            <a:ext cx="373500" cy="1867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717875" y="6162200"/>
            <a:ext cx="45252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20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Decembre 2025</a:t>
            </a:r>
            <a:endParaRPr b="1" i="0" sz="20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66533" y="1187280"/>
            <a:ext cx="10714500" cy="436372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 de l’organisation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Axe d’appui au PEV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Redevabilité financière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Réalisations majeurs de l’année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Defis rencontrés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 apportées et leçons apprises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Priorités et engagement pour 2026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76250" lvl="0" marL="6096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AutoNum type="arabicPeriod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Besoin de collaboration et plaidoyer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 de l’organisation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p3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3"/>
          <p:cNvSpPr txBox="1"/>
          <p:nvPr/>
        </p:nvSpPr>
        <p:spPr>
          <a:xfrm>
            <a:off x="267700" y="927450"/>
            <a:ext cx="11640300" cy="4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Année création de l’organisation : 20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Mandat :</a:t>
            </a:r>
            <a:r>
              <a:rPr lang="en-US" sz="1100">
                <a:solidFill>
                  <a:schemeClr val="dk1"/>
                </a:solidFill>
              </a:rPr>
              <a:t>Appuyer les acteurs de la santé publique dans la </a:t>
            </a:r>
            <a:r>
              <a:rPr b="1" lang="en-US" sz="1100">
                <a:solidFill>
                  <a:schemeClr val="dk1"/>
                </a:solidFill>
              </a:rPr>
              <a:t>gestion, l’intégration et l’utilisation stratégique des données de santé</a:t>
            </a:r>
            <a:r>
              <a:rPr lang="en-US" sz="1100">
                <a:solidFill>
                  <a:schemeClr val="dk1"/>
                </a:solidFill>
              </a:rPr>
              <a:t>, à travers la conception, le développement et l’opération de </a:t>
            </a:r>
            <a:r>
              <a:rPr b="1" lang="en-US" sz="1100">
                <a:solidFill>
                  <a:schemeClr val="dk1"/>
                </a:solidFill>
              </a:rPr>
              <a:t>systèmes d’information sanitaires et de plateformes d’intégration de données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lang="en-US" sz="1100">
                <a:solidFill>
                  <a:schemeClr val="dk1"/>
                </a:solidFill>
              </a:rPr>
              <a:t>Contribuer à un monde où </a:t>
            </a:r>
            <a:r>
              <a:rPr b="1" lang="en-US" sz="1100">
                <a:solidFill>
                  <a:schemeClr val="dk1"/>
                </a:solidFill>
              </a:rPr>
              <a:t>chacun a accès à des services de santé de base</a:t>
            </a:r>
            <a:r>
              <a:rPr lang="en-US" sz="1100">
                <a:solidFill>
                  <a:schemeClr val="dk1"/>
                </a:solidFill>
              </a:rPr>
              <a:t>, en aidant les gouvernements, partenaires techniques et bailleurs à </a:t>
            </a:r>
            <a:r>
              <a:rPr b="1" lang="en-US" sz="1100">
                <a:solidFill>
                  <a:schemeClr val="dk1"/>
                </a:solidFill>
              </a:rPr>
              <a:t>prendre des décisions fondées sur des données fiables, intégrées et exploitables</a:t>
            </a:r>
            <a:r>
              <a:rPr lang="en-US" sz="1100">
                <a:solidFill>
                  <a:schemeClr val="dk1"/>
                </a:solidFill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d’année présence en RDC : 12 ans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d’année appui au PEV: </a:t>
            </a:r>
            <a:r>
              <a:rPr b="1" lang="en-US" sz="1100">
                <a:solidFill>
                  <a:schemeClr val="dk1"/>
                </a:solidFill>
              </a:rPr>
              <a:t>Plus de 5 ans d’appui direct et indirect au PEV</a:t>
            </a:r>
            <a:r>
              <a:rPr lang="en-US" sz="1100">
                <a:solidFill>
                  <a:schemeClr val="dk1"/>
                </a:solidFill>
              </a:rPr>
              <a:t>, notamment à travers :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solidFill>
                  <a:schemeClr val="dk1"/>
                </a:solidFill>
              </a:rPr>
              <a:t>la cartographie sanitaire et le géoregistre national,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solidFill>
                  <a:schemeClr val="dk1"/>
                </a:solidFill>
              </a:rPr>
              <a:t>l’intégration DHIS2 / SNIS,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solidFill>
                  <a:schemeClr val="dk1"/>
                </a:solidFill>
              </a:rPr>
              <a:t>la micro-planification digitale,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-US" sz="1100">
                <a:solidFill>
                  <a:schemeClr val="dk1"/>
                </a:solidFill>
              </a:rPr>
              <a:t>la visualisation et l’utilisation des données de vaccination de routine et de campagnes.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Zone d’intervention en RDC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100">
                <a:solidFill>
                  <a:schemeClr val="dk1"/>
                </a:solidFill>
              </a:rPr>
              <a:t>le niveau central (Ministère de la Santé, DSNIS, programmes nationaux),</a:t>
            </a:r>
            <a:endParaRPr sz="11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100">
                <a:solidFill>
                  <a:schemeClr val="dk1"/>
                </a:solidFill>
              </a:rPr>
              <a:t>les provinces,</a:t>
            </a:r>
            <a:br>
              <a:rPr lang="en-US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1100">
                <a:solidFill>
                  <a:schemeClr val="dk1"/>
                </a:solidFill>
              </a:rPr>
              <a:t>les zones de santé et aires de santé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1100">
                <a:solidFill>
                  <a:schemeClr val="dk1"/>
                </a:solidFill>
              </a:rPr>
              <a:t> dans plus de </a:t>
            </a:r>
            <a:r>
              <a:rPr b="1" lang="en-US" sz="1100">
                <a:solidFill>
                  <a:schemeClr val="dk1"/>
                </a:solidFill>
              </a:rPr>
              <a:t>11 provinces</a:t>
            </a:r>
            <a:r>
              <a:rPr lang="en-US" sz="1100">
                <a:solidFill>
                  <a:schemeClr val="dk1"/>
                </a:solidFill>
              </a:rPr>
              <a:t>, incluant des projets nationaux alimentés par plus de </a:t>
            </a:r>
            <a:r>
              <a:rPr b="1" lang="en-US" sz="1100">
                <a:solidFill>
                  <a:schemeClr val="dk1"/>
                </a:solidFill>
              </a:rPr>
              <a:t>13 000 formations sanitaires</a:t>
            </a:r>
            <a:r>
              <a:rPr lang="en-US" sz="1100">
                <a:solidFill>
                  <a:schemeClr val="dk1"/>
                </a:solidFill>
              </a:rPr>
              <a:t>.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Intervention et Présence sur terrain 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17" name="Google Shape;117;p4"/>
          <p:cNvGraphicFramePr/>
          <p:nvPr/>
        </p:nvGraphicFramePr>
        <p:xfrm>
          <a:off x="455295" y="11880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{04596366-13A1-4586-9C80-4EAE24075A58}</a:tableStyleId>
              </a:tblPr>
              <a:tblGrid>
                <a:gridCol w="2806700"/>
                <a:gridCol w="4332975"/>
                <a:gridCol w="2606825"/>
                <a:gridCol w="1480300"/>
              </a:tblGrid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</a:rPr>
                        <a:t>Domaine d’intervention 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B5394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</a:rPr>
                        <a:t>Interventions 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</a:rPr>
                        <a:t>Zone d’intervention 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>
                          <a:solidFill>
                            <a:srgbClr val="0070C0"/>
                          </a:solidFill>
                        </a:rPr>
                        <a:t>Nombre consultants  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B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Vaccination de routine &amp; campagnes (PEV)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B5394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M</a:t>
                      </a: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igration des indicateurs de la vaccination de routine dans le DHIS2, micro-planification digitale, suivi et analyse des données de vaccination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National, provinces et zones de santé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70C0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Micro-planification digitale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Digitalisation des micro-plans (routine et campagnes), génération d’outils Excel et intégration DHIS2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Provinces et zones de santé ciblées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1–2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Cartographie sanitaire &amp; géoregistre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Mise à jour de la carte sanitaire nationale, géolocalisation des FOSA, gestion du géoregistre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National -  plus de 11 provinces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2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5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Systèmes d’information sanitaire (SNIS / DHIS2)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Appui à la mise en œuvre, intégration et exploitation des systèmes DHIS2 / SNIS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National (niveau central, DPS, ZS)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>
                          <a:solidFill>
                            <a:srgbClr val="0070C0"/>
                          </a:solidFill>
                        </a:rPr>
                        <a:t>3</a:t>
                      </a:r>
                      <a:endParaRPr sz="18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0385d4a2a_0_2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Cartographie Intervention et Présence sur terrain 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b0385d4a2a_0_2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g3b0385d4a2a_0_2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b0385d4a2a_0_2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g3b0385d4a2a_0_2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27" name="Google Shape;127;g3b0385d4a2a_0_20"/>
          <p:cNvGraphicFramePr/>
          <p:nvPr/>
        </p:nvGraphicFramePr>
        <p:xfrm>
          <a:off x="455295" y="11880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{04596366-13A1-4586-9C80-4EAE24075A58}</a:tableStyleId>
              </a:tblPr>
              <a:tblGrid>
                <a:gridCol w="2806700"/>
                <a:gridCol w="4460175"/>
                <a:gridCol w="2643175"/>
                <a:gridCol w="1316750"/>
              </a:tblGrid>
              <a:tr h="763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Domaine d’intervention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Interventions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Zone d’intervention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Nombre consultants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5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Suivi &amp; Évaluation / Data &amp; Analytics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Développement de tableaux de bord, automatisation des rapports, analyses avancées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National et provincial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454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Renforcement des capacités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Formations, accompagnement des équipes centrales, provinciales et ZS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National et provincial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Transversal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Réalisations majeures de l’année en lien avec les activité planifiées dans le PAO du PEV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5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5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5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37" name="Google Shape;137;p5"/>
          <p:cNvGraphicFramePr/>
          <p:nvPr/>
        </p:nvGraphicFramePr>
        <p:xfrm>
          <a:off x="457200" y="1524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{04596366-13A1-4586-9C80-4EAE24075A58}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960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Activité prévu dans le PAO du PEV en 2025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Niveau de réalisation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Output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Outcome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Développement et configuration de Gestion PEV DHIS2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Terminé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Formation sur Gestion PEV DHIS2 au niveau National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Terminé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4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Prétest de Gestion PEV DHIS2 dans les ZS de Bandalungwa et Maluku 2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Terminé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Déploiement Pilote de Gestion PEV DHIS2 dans la province du Kwilu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Terminé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Développement de la visualisation des données de vaccination de routine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En cours de finalisation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95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8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8"/>
          <p:cNvSpPr txBox="1"/>
          <p:nvPr/>
        </p:nvSpPr>
        <p:spPr>
          <a:xfrm>
            <a:off x="448575" y="231299"/>
            <a:ext cx="109668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7675" lIns="117675" spcFirstLastPara="1" rIns="117675" wrap="square" tIns="1176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CA6"/>
                </a:solidFill>
                <a:latin typeface="Mulish"/>
                <a:ea typeface="Mulish"/>
                <a:cs typeface="Mulish"/>
                <a:sym typeface="Mulish"/>
              </a:rPr>
              <a:t>Valeur ajoutée - la collecte des indicateurs de vaccination de routine dans le DHIS2 répond au besoin d’appropriation et de souveraineté de l’état dans la gestion des données de vaccination</a:t>
            </a:r>
            <a:endParaRPr sz="1801">
              <a:solidFill>
                <a:srgbClr val="1F3CA6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147" name="Google Shape;1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04977" y="4333003"/>
            <a:ext cx="2690135" cy="1450251"/>
          </a:xfrm>
          <a:prstGeom prst="rect">
            <a:avLst/>
          </a:prstGeom>
          <a:noFill/>
          <a:ln cap="flat" cmpd="sng" w="12250">
            <a:solidFill>
              <a:srgbClr val="3E6FF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8"/>
          <p:cNvSpPr/>
          <p:nvPr/>
        </p:nvSpPr>
        <p:spPr>
          <a:xfrm>
            <a:off x="6597690" y="2366300"/>
            <a:ext cx="4456200" cy="10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800" lIns="117675" spcFirstLastPara="1" rIns="117675" wrap="square" tIns="588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Une interface d’accès aux rapports de suivi d’indicateurs de la vaccination de routine a été créé sur le lien suivant </a:t>
            </a:r>
            <a:r>
              <a:rPr b="0" i="0" lang="en-US" sz="1287" u="sng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https://pev-rdc.bluesquare.org/</a:t>
            </a: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597690" y="3406236"/>
            <a:ext cx="44562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800" lIns="117675" spcFirstLastPara="1" rIns="117675" wrap="square" tIns="588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L’interface comprend des liens pour: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75966" lvl="0" marL="58846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3CA5"/>
              </a:buClr>
              <a:buSzPts val="1287"/>
              <a:buFont typeface="Open Sans Light"/>
              <a:buChar char="-"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rediriger vers le tableau de bord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75966" lvl="0" marL="58846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3CA5"/>
              </a:buClr>
              <a:buSzPts val="1287"/>
              <a:buFont typeface="Open Sans Light"/>
              <a:buChar char="-"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générer les rapports mensuels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375966" lvl="0" marL="588468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F3CA5"/>
              </a:buClr>
              <a:buSzPts val="1287"/>
              <a:buFont typeface="Open Sans Light"/>
              <a:buChar char="-"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rediriger vers l’instance SNIS EZD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6597690" y="4894231"/>
            <a:ext cx="4456200" cy="93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8800" lIns="117675" spcFirstLastPara="1" rIns="117675" wrap="square" tIns="588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7"/>
              <a:buFont typeface="Arial"/>
              <a:buNone/>
            </a:pPr>
            <a:r>
              <a:rPr b="0" i="0" lang="en-US" sz="1287" u="none" cap="none" strike="noStrike">
                <a:solidFill>
                  <a:srgbClr val="1F3CA5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Avant leur vulgarisation dans le système, des travaux de  test et vérification d’exactitude dans les calculs d’indicateurs ont été menés avec PEV, Acasus et Bluesquare </a:t>
            </a:r>
            <a:endParaRPr b="0" i="0" sz="1287" u="none" cap="none" strike="noStrike">
              <a:solidFill>
                <a:srgbClr val="1F3CA5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51" name="Google Shape;151;p8"/>
          <p:cNvCxnSpPr/>
          <p:nvPr/>
        </p:nvCxnSpPr>
        <p:spPr>
          <a:xfrm>
            <a:off x="6394069" y="2361810"/>
            <a:ext cx="4800" cy="3472200"/>
          </a:xfrm>
          <a:prstGeom prst="straightConnector1">
            <a:avLst/>
          </a:prstGeom>
          <a:noFill/>
          <a:ln cap="flat" cmpd="sng" w="12250">
            <a:solidFill>
              <a:srgbClr val="4361EE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2" name="Google Shape;152;p8"/>
          <p:cNvCxnSpPr/>
          <p:nvPr/>
        </p:nvCxnSpPr>
        <p:spPr>
          <a:xfrm rot="10800000">
            <a:off x="6525983" y="3406273"/>
            <a:ext cx="4507800" cy="300"/>
          </a:xfrm>
          <a:prstGeom prst="straightConnector1">
            <a:avLst/>
          </a:prstGeom>
          <a:noFill/>
          <a:ln cap="flat" cmpd="sng" w="12250">
            <a:solidFill>
              <a:srgbClr val="4361EE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53" name="Google Shape;153;p8"/>
          <p:cNvCxnSpPr/>
          <p:nvPr/>
        </p:nvCxnSpPr>
        <p:spPr>
          <a:xfrm rot="10800000">
            <a:off x="6572198" y="4720610"/>
            <a:ext cx="4471800" cy="14100"/>
          </a:xfrm>
          <a:prstGeom prst="straightConnector1">
            <a:avLst/>
          </a:prstGeom>
          <a:noFill/>
          <a:ln cap="flat" cmpd="sng" w="12250">
            <a:solidFill>
              <a:srgbClr val="4361EE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54" name="Google Shape;15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04977" y="2361794"/>
            <a:ext cx="2690123" cy="1687816"/>
          </a:xfrm>
          <a:prstGeom prst="rect">
            <a:avLst/>
          </a:prstGeom>
          <a:noFill/>
          <a:ln cap="flat" cmpd="sng" w="12250">
            <a:solidFill>
              <a:srgbClr val="3E6FF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5" name="Google Shape;15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970" y="4343284"/>
            <a:ext cx="2790784" cy="1429691"/>
          </a:xfrm>
          <a:prstGeom prst="rect">
            <a:avLst/>
          </a:prstGeom>
          <a:noFill/>
          <a:ln cap="flat" cmpd="sng" w="12250">
            <a:solidFill>
              <a:srgbClr val="3E6FF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6" name="Google Shape;156;p8"/>
          <p:cNvPicPr preferRelativeResize="0"/>
          <p:nvPr/>
        </p:nvPicPr>
        <p:blipFill rotWithShape="1">
          <a:blip r:embed="rId7">
            <a:alphaModFix/>
          </a:blip>
          <a:srcRect b="0" l="10055" r="2653" t="0"/>
          <a:stretch/>
        </p:blipFill>
        <p:spPr>
          <a:xfrm>
            <a:off x="588084" y="2361794"/>
            <a:ext cx="2690135" cy="1654547"/>
          </a:xfrm>
          <a:prstGeom prst="rect">
            <a:avLst/>
          </a:prstGeom>
          <a:noFill/>
          <a:ln cap="flat" cmpd="sng" w="122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F3CA6"/>
                </a:solidFill>
                <a:latin typeface="Mulish"/>
                <a:ea typeface="Mulish"/>
                <a:cs typeface="Mulish"/>
                <a:sym typeface="Mulish"/>
              </a:rPr>
              <a:t>Défis - </a:t>
            </a:r>
            <a:r>
              <a:rPr lang="en-US">
                <a:solidFill>
                  <a:srgbClr val="1F3CA6"/>
                </a:solidFill>
                <a:latin typeface="Mulish"/>
                <a:ea typeface="Mulish"/>
                <a:cs typeface="Mulish"/>
                <a:sym typeface="Mulish"/>
              </a:rPr>
              <a:t>quelques défis restent à relever pour un déploiement plus rapide de Gestion PEV DHIS2 dans le reste des provinces de la RDC</a:t>
            </a:r>
            <a:endParaRPr>
              <a:solidFill>
                <a:srgbClr val="1F3CA6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27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9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9"/>
          <p:cNvSpPr/>
          <p:nvPr/>
        </p:nvSpPr>
        <p:spPr>
          <a:xfrm>
            <a:off x="2130950" y="3453463"/>
            <a:ext cx="3166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Le chevauchement des activités affectant la planification des activités de migration</a:t>
            </a:r>
            <a:endParaRPr b="1" sz="1000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396075" y="3453463"/>
            <a:ext cx="3166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Optimisation de l</a:t>
            </a: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’administra</a:t>
            </a: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tion pour rendre le processus de mise à l'échelle rapide</a:t>
            </a:r>
            <a:endParaRPr b="1" sz="1000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grpSp>
        <p:nvGrpSpPr>
          <p:cNvPr id="168" name="Google Shape;168;p9"/>
          <p:cNvGrpSpPr/>
          <p:nvPr/>
        </p:nvGrpSpPr>
        <p:grpSpPr>
          <a:xfrm>
            <a:off x="5508470" y="3453458"/>
            <a:ext cx="676579" cy="676579"/>
            <a:chOff x="5049725" y="3806450"/>
            <a:chExt cx="481825" cy="481825"/>
          </a:xfrm>
        </p:grpSpPr>
        <p:sp>
          <p:nvSpPr>
            <p:cNvPr id="169" name="Google Shape;169;p9"/>
            <p:cNvSpPr/>
            <p:nvPr/>
          </p:nvSpPr>
          <p:spPr>
            <a:xfrm>
              <a:off x="5361150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cubicBezTo>
                    <a:pt x="1" y="877"/>
                    <a:pt x="254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43000" lIns="243000" spcFirstLastPara="1" rIns="243000" wrap="square" tIns="243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1"/>
                <a:buFont typeface="Arial"/>
                <a:buNone/>
              </a:pPr>
              <a:r>
                <a:t/>
              </a:r>
              <a:endParaRPr b="0" i="0" sz="3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191775" y="3976800"/>
              <a:ext cx="28250" cy="28275"/>
            </a:xfrm>
            <a:custGeom>
              <a:rect b="b" l="l" r="r" t="t"/>
              <a:pathLst>
                <a:path extrusionOk="0" h="1131" w="1130">
                  <a:moveTo>
                    <a:pt x="567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7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7" y="1"/>
                  </a:cubicBez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43000" lIns="243000" spcFirstLastPara="1" rIns="243000" wrap="square" tIns="243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1"/>
                <a:buFont typeface="Arial"/>
                <a:buNone/>
              </a:pPr>
              <a:r>
                <a:t/>
              </a:r>
              <a:endParaRPr b="0" i="0" sz="3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5049725" y="3806450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6249" y="5686"/>
                  </a:moveTo>
                  <a:cubicBezTo>
                    <a:pt x="6932" y="5686"/>
                    <a:pt x="7549" y="6098"/>
                    <a:pt x="7811" y="6730"/>
                  </a:cubicBezTo>
                  <a:cubicBezTo>
                    <a:pt x="8073" y="7363"/>
                    <a:pt x="7929" y="8092"/>
                    <a:pt x="7444" y="8576"/>
                  </a:cubicBezTo>
                  <a:cubicBezTo>
                    <a:pt x="7120" y="8901"/>
                    <a:pt x="6686" y="9073"/>
                    <a:pt x="6246" y="9073"/>
                  </a:cubicBezTo>
                  <a:cubicBezTo>
                    <a:pt x="6028" y="9073"/>
                    <a:pt x="5808" y="9031"/>
                    <a:pt x="5598" y="8944"/>
                  </a:cubicBezTo>
                  <a:cubicBezTo>
                    <a:pt x="4966" y="8682"/>
                    <a:pt x="4553" y="8064"/>
                    <a:pt x="4553" y="7378"/>
                  </a:cubicBezTo>
                  <a:cubicBezTo>
                    <a:pt x="4553" y="6441"/>
                    <a:pt x="5312" y="5686"/>
                    <a:pt x="6249" y="5686"/>
                  </a:cubicBezTo>
                  <a:close/>
                  <a:moveTo>
                    <a:pt x="13024" y="5683"/>
                  </a:moveTo>
                  <a:cubicBezTo>
                    <a:pt x="13242" y="5683"/>
                    <a:pt x="13462" y="5725"/>
                    <a:pt x="13671" y="5812"/>
                  </a:cubicBezTo>
                  <a:cubicBezTo>
                    <a:pt x="14304" y="6074"/>
                    <a:pt x="14716" y="6691"/>
                    <a:pt x="14716" y="7378"/>
                  </a:cubicBezTo>
                  <a:cubicBezTo>
                    <a:pt x="14716" y="8314"/>
                    <a:pt x="13957" y="9070"/>
                    <a:pt x="13024" y="9073"/>
                  </a:cubicBezTo>
                  <a:cubicBezTo>
                    <a:pt x="12337" y="9073"/>
                    <a:pt x="11720" y="8658"/>
                    <a:pt x="11458" y="8025"/>
                  </a:cubicBezTo>
                  <a:cubicBezTo>
                    <a:pt x="11196" y="7393"/>
                    <a:pt x="11341" y="6664"/>
                    <a:pt x="11825" y="6179"/>
                  </a:cubicBezTo>
                  <a:cubicBezTo>
                    <a:pt x="12150" y="5855"/>
                    <a:pt x="12583" y="5683"/>
                    <a:pt x="13024" y="5683"/>
                  </a:cubicBezTo>
                  <a:close/>
                  <a:moveTo>
                    <a:pt x="9636" y="10196"/>
                  </a:moveTo>
                  <a:cubicBezTo>
                    <a:pt x="11955" y="10196"/>
                    <a:pt x="13981" y="11765"/>
                    <a:pt x="14557" y="14012"/>
                  </a:cubicBezTo>
                  <a:cubicBezTo>
                    <a:pt x="14635" y="14316"/>
                    <a:pt x="14454" y="14623"/>
                    <a:pt x="14153" y="14701"/>
                  </a:cubicBezTo>
                  <a:cubicBezTo>
                    <a:pt x="14107" y="14713"/>
                    <a:pt x="14060" y="14718"/>
                    <a:pt x="14014" y="14718"/>
                  </a:cubicBezTo>
                  <a:cubicBezTo>
                    <a:pt x="13760" y="14718"/>
                    <a:pt x="13530" y="14550"/>
                    <a:pt x="13464" y="14295"/>
                  </a:cubicBezTo>
                  <a:cubicBezTo>
                    <a:pt x="13015" y="12548"/>
                    <a:pt x="11440" y="11326"/>
                    <a:pt x="9636" y="11326"/>
                  </a:cubicBezTo>
                  <a:cubicBezTo>
                    <a:pt x="7833" y="11326"/>
                    <a:pt x="6258" y="12548"/>
                    <a:pt x="5809" y="14295"/>
                  </a:cubicBezTo>
                  <a:cubicBezTo>
                    <a:pt x="5743" y="14550"/>
                    <a:pt x="5512" y="14718"/>
                    <a:pt x="5260" y="14718"/>
                  </a:cubicBezTo>
                  <a:cubicBezTo>
                    <a:pt x="5215" y="14718"/>
                    <a:pt x="5169" y="14713"/>
                    <a:pt x="5122" y="14701"/>
                  </a:cubicBezTo>
                  <a:cubicBezTo>
                    <a:pt x="4818" y="14623"/>
                    <a:pt x="4638" y="14316"/>
                    <a:pt x="4716" y="14012"/>
                  </a:cubicBezTo>
                  <a:cubicBezTo>
                    <a:pt x="5291" y="11765"/>
                    <a:pt x="7318" y="10196"/>
                    <a:pt x="9636" y="10196"/>
                  </a:cubicBezTo>
                  <a:close/>
                  <a:moveTo>
                    <a:pt x="9636" y="0"/>
                  </a:moveTo>
                  <a:cubicBezTo>
                    <a:pt x="4342" y="0"/>
                    <a:pt x="0" y="4343"/>
                    <a:pt x="0" y="9636"/>
                  </a:cubicBezTo>
                  <a:cubicBezTo>
                    <a:pt x="0" y="14930"/>
                    <a:pt x="4342" y="19272"/>
                    <a:pt x="9636" y="19272"/>
                  </a:cubicBezTo>
                  <a:cubicBezTo>
                    <a:pt x="14927" y="19272"/>
                    <a:pt x="19272" y="14930"/>
                    <a:pt x="19272" y="9636"/>
                  </a:cubicBezTo>
                  <a:cubicBezTo>
                    <a:pt x="19272" y="4343"/>
                    <a:pt x="14927" y="0"/>
                    <a:pt x="9636" y="0"/>
                  </a:cubicBezTo>
                  <a:close/>
                </a:path>
              </a:pathLst>
            </a:custGeom>
            <a:solidFill>
              <a:srgbClr val="FCE5CD"/>
            </a:solidFill>
            <a:ln>
              <a:noFill/>
            </a:ln>
          </p:spPr>
          <p:txBody>
            <a:bodyPr anchorCtr="0" anchor="ctr" bIns="243000" lIns="243000" spcFirstLastPara="1" rIns="243000" wrap="square" tIns="243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721"/>
                <a:buFont typeface="Arial"/>
                <a:buNone/>
              </a:pPr>
              <a:r>
                <a:t/>
              </a:r>
              <a:endParaRPr b="0" i="0" sz="3721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9"/>
          <p:cNvSpPr/>
          <p:nvPr/>
        </p:nvSpPr>
        <p:spPr>
          <a:xfrm>
            <a:off x="6396075" y="3891613"/>
            <a:ext cx="3166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700">
                <a:solidFill>
                  <a:srgbClr val="6D9EEB"/>
                </a:solidFill>
                <a:latin typeface="Mulish Light"/>
                <a:ea typeface="Mulish Light"/>
                <a:cs typeface="Mulish Light"/>
                <a:sym typeface="Mulish Light"/>
              </a:rPr>
              <a:t>Obtenir les signatures/autorisations anticipatives des activités pour éviter les pertes de temps avant descente sur terrain</a:t>
            </a:r>
            <a:endParaRPr b="1" i="1" sz="700">
              <a:solidFill>
                <a:srgbClr val="6D9EEB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2130950" y="3891613"/>
            <a:ext cx="3166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700">
                <a:solidFill>
                  <a:srgbClr val="6D9EEB"/>
                </a:solidFill>
                <a:latin typeface="Mulish Light"/>
                <a:ea typeface="Mulish Light"/>
                <a:cs typeface="Mulish Light"/>
                <a:sym typeface="Mulish Light"/>
              </a:rPr>
              <a:t>Valider et planifier les activités de la migration de Gestion PEV à l’avance pour ne pas manquer de disponibilité des acteurs du PEV</a:t>
            </a:r>
            <a:endParaRPr b="1" i="1" sz="700">
              <a:solidFill>
                <a:srgbClr val="6D9EEB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4263510" y="2396813"/>
            <a:ext cx="3166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Pas accès à toutes les sources de données pour compléter la visualisation des indicateurs</a:t>
            </a:r>
            <a:endParaRPr b="1" sz="1000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306450" y="2820300"/>
            <a:ext cx="31665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700">
                <a:solidFill>
                  <a:srgbClr val="6D9EEB"/>
                </a:solidFill>
                <a:latin typeface="Mulish Light"/>
                <a:ea typeface="Mulish Light"/>
                <a:cs typeface="Mulish Light"/>
                <a:sym typeface="Mulish Light"/>
              </a:rPr>
              <a:t>Suivre avec le département logistique du PEV pour finaliser les accès aux plateformes comme PARSYL</a:t>
            </a:r>
            <a:endParaRPr b="1" i="1" sz="700">
              <a:solidFill>
                <a:srgbClr val="6D9EEB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Priorités pour 2026 - </a:t>
            </a:r>
            <a:r>
              <a:rPr b="1" lang="en-US">
                <a:solidFill>
                  <a:srgbClr val="1F3CA6"/>
                </a:solidFill>
                <a:latin typeface="Mulish"/>
                <a:ea typeface="Mulish"/>
                <a:cs typeface="Mulish"/>
                <a:sym typeface="Mulish"/>
              </a:rPr>
              <a:t>Mise à l'échelle </a:t>
            </a:r>
            <a:r>
              <a:rPr lang="en-US">
                <a:solidFill>
                  <a:srgbClr val="1F3CA6"/>
                </a:solidFill>
                <a:latin typeface="Mulish"/>
                <a:ea typeface="Mulish"/>
                <a:cs typeface="Mulish"/>
                <a:sym typeface="Mulish"/>
              </a:rPr>
              <a:t>- déployer la solution sur toutes les provinces en commençant par une extention du pilote proposée dans le Lualaba, le Haut-Lomami et le Tanganyika</a:t>
            </a:r>
            <a:endParaRPr>
              <a:solidFill>
                <a:srgbClr val="1F3CA6"/>
              </a:solidFill>
              <a:latin typeface="Mulish"/>
              <a:ea typeface="Mulish"/>
              <a:cs typeface="Mulish"/>
              <a:sym typeface="Mulish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2700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2595867" y="3800786"/>
            <a:ext cx="58200" cy="60300"/>
          </a:xfrm>
          <a:prstGeom prst="ellipse">
            <a:avLst/>
          </a:prstGeom>
          <a:solidFill>
            <a:srgbClr val="D9D9D9"/>
          </a:solidFill>
          <a:ln cap="flat" cmpd="sng" w="14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75" lIns="103575" spcFirstLastPara="1" rIns="103575" wrap="square" tIns="5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9"/>
              <a:buFont typeface="Arial"/>
              <a:buNone/>
            </a:pPr>
            <a:r>
              <a:t/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4232069" y="3682316"/>
            <a:ext cx="58200" cy="60300"/>
          </a:xfrm>
          <a:prstGeom prst="ellipse">
            <a:avLst/>
          </a:prstGeom>
          <a:solidFill>
            <a:srgbClr val="D9D9D9"/>
          </a:solidFill>
          <a:ln cap="flat" cmpd="sng" w="14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75" lIns="103575" spcFirstLastPara="1" rIns="103575" wrap="square" tIns="5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9"/>
              <a:buFont typeface="Arial"/>
              <a:buNone/>
            </a:pPr>
            <a:r>
              <a:t/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4313238" y="3231223"/>
            <a:ext cx="58200" cy="60300"/>
          </a:xfrm>
          <a:prstGeom prst="ellipse">
            <a:avLst/>
          </a:prstGeom>
          <a:solidFill>
            <a:srgbClr val="D9D9D9"/>
          </a:solidFill>
          <a:ln cap="flat" cmpd="sng" w="14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75" lIns="103575" spcFirstLastPara="1" rIns="103575" wrap="square" tIns="5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9"/>
              <a:buFont typeface="Arial"/>
              <a:buNone/>
            </a:pPr>
            <a:r>
              <a:t/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309044" y="2795897"/>
            <a:ext cx="58200" cy="60300"/>
          </a:xfrm>
          <a:prstGeom prst="ellipse">
            <a:avLst/>
          </a:prstGeom>
          <a:solidFill>
            <a:srgbClr val="D9D9D9"/>
          </a:solidFill>
          <a:ln cap="flat" cmpd="sng" w="143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1775" lIns="103575" spcFirstLastPara="1" rIns="103575" wrap="square" tIns="51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9"/>
              <a:buFont typeface="Arial"/>
              <a:buNone/>
            </a:pPr>
            <a:r>
              <a:t/>
            </a:r>
            <a:endParaRPr b="0" i="0" sz="135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9" name="Google Shape;189;p10"/>
          <p:cNvGrpSpPr/>
          <p:nvPr/>
        </p:nvGrpSpPr>
        <p:grpSpPr>
          <a:xfrm>
            <a:off x="2112645" y="2478133"/>
            <a:ext cx="2541690" cy="2600240"/>
            <a:chOff x="1577975" y="1787525"/>
            <a:chExt cx="4770438" cy="4703763"/>
          </a:xfrm>
        </p:grpSpPr>
        <p:sp>
          <p:nvSpPr>
            <p:cNvPr id="190" name="Google Shape;190;p10"/>
            <p:cNvSpPr/>
            <p:nvPr/>
          </p:nvSpPr>
          <p:spPr>
            <a:xfrm>
              <a:off x="4424363" y="4656138"/>
              <a:ext cx="1089025" cy="1008063"/>
            </a:xfrm>
            <a:custGeom>
              <a:rect b="b" l="l" r="r" t="t"/>
              <a:pathLst>
                <a:path extrusionOk="0" h="635" w="686">
                  <a:moveTo>
                    <a:pt x="357" y="0"/>
                  </a:moveTo>
                  <a:lnTo>
                    <a:pt x="349" y="9"/>
                  </a:lnTo>
                  <a:lnTo>
                    <a:pt x="315" y="21"/>
                  </a:lnTo>
                  <a:lnTo>
                    <a:pt x="310" y="28"/>
                  </a:lnTo>
                  <a:lnTo>
                    <a:pt x="302" y="29"/>
                  </a:lnTo>
                  <a:lnTo>
                    <a:pt x="294" y="23"/>
                  </a:lnTo>
                  <a:lnTo>
                    <a:pt x="268" y="29"/>
                  </a:lnTo>
                  <a:lnTo>
                    <a:pt x="277" y="46"/>
                  </a:lnTo>
                  <a:lnTo>
                    <a:pt x="274" y="50"/>
                  </a:lnTo>
                  <a:lnTo>
                    <a:pt x="293" y="61"/>
                  </a:lnTo>
                  <a:lnTo>
                    <a:pt x="299" y="77"/>
                  </a:lnTo>
                  <a:lnTo>
                    <a:pt x="296" y="98"/>
                  </a:lnTo>
                  <a:lnTo>
                    <a:pt x="260" y="107"/>
                  </a:lnTo>
                  <a:lnTo>
                    <a:pt x="245" y="87"/>
                  </a:lnTo>
                  <a:lnTo>
                    <a:pt x="211" y="83"/>
                  </a:lnTo>
                  <a:lnTo>
                    <a:pt x="214" y="94"/>
                  </a:lnTo>
                  <a:lnTo>
                    <a:pt x="200" y="99"/>
                  </a:lnTo>
                  <a:lnTo>
                    <a:pt x="204" y="113"/>
                  </a:lnTo>
                  <a:lnTo>
                    <a:pt x="193" y="127"/>
                  </a:lnTo>
                  <a:lnTo>
                    <a:pt x="164" y="129"/>
                  </a:lnTo>
                  <a:lnTo>
                    <a:pt x="148" y="146"/>
                  </a:lnTo>
                  <a:lnTo>
                    <a:pt x="144" y="154"/>
                  </a:lnTo>
                  <a:lnTo>
                    <a:pt x="132" y="157"/>
                  </a:lnTo>
                  <a:lnTo>
                    <a:pt x="116" y="150"/>
                  </a:lnTo>
                  <a:lnTo>
                    <a:pt x="114" y="142"/>
                  </a:lnTo>
                  <a:lnTo>
                    <a:pt x="98" y="142"/>
                  </a:lnTo>
                  <a:lnTo>
                    <a:pt x="95" y="127"/>
                  </a:lnTo>
                  <a:lnTo>
                    <a:pt x="87" y="123"/>
                  </a:lnTo>
                  <a:lnTo>
                    <a:pt x="67" y="157"/>
                  </a:lnTo>
                  <a:lnTo>
                    <a:pt x="58" y="199"/>
                  </a:lnTo>
                  <a:lnTo>
                    <a:pt x="48" y="232"/>
                  </a:lnTo>
                  <a:lnTo>
                    <a:pt x="52" y="271"/>
                  </a:lnTo>
                  <a:lnTo>
                    <a:pt x="53" y="283"/>
                  </a:lnTo>
                  <a:lnTo>
                    <a:pt x="2" y="292"/>
                  </a:lnTo>
                  <a:lnTo>
                    <a:pt x="0" y="292"/>
                  </a:lnTo>
                  <a:lnTo>
                    <a:pt x="15" y="327"/>
                  </a:lnTo>
                  <a:lnTo>
                    <a:pt x="6" y="362"/>
                  </a:lnTo>
                  <a:lnTo>
                    <a:pt x="10" y="417"/>
                  </a:lnTo>
                  <a:lnTo>
                    <a:pt x="53" y="431"/>
                  </a:lnTo>
                  <a:lnTo>
                    <a:pt x="107" y="454"/>
                  </a:lnTo>
                  <a:lnTo>
                    <a:pt x="117" y="496"/>
                  </a:lnTo>
                  <a:lnTo>
                    <a:pt x="106" y="503"/>
                  </a:lnTo>
                  <a:lnTo>
                    <a:pt x="95" y="520"/>
                  </a:lnTo>
                  <a:lnTo>
                    <a:pt x="90" y="561"/>
                  </a:lnTo>
                  <a:lnTo>
                    <a:pt x="83" y="582"/>
                  </a:lnTo>
                  <a:lnTo>
                    <a:pt x="86" y="620"/>
                  </a:lnTo>
                  <a:lnTo>
                    <a:pt x="90" y="621"/>
                  </a:lnTo>
                  <a:lnTo>
                    <a:pt x="108" y="612"/>
                  </a:lnTo>
                  <a:lnTo>
                    <a:pt x="141" y="621"/>
                  </a:lnTo>
                  <a:lnTo>
                    <a:pt x="162" y="617"/>
                  </a:lnTo>
                  <a:lnTo>
                    <a:pt x="189" y="628"/>
                  </a:lnTo>
                  <a:lnTo>
                    <a:pt x="199" y="628"/>
                  </a:lnTo>
                  <a:lnTo>
                    <a:pt x="224" y="635"/>
                  </a:lnTo>
                  <a:lnTo>
                    <a:pt x="239" y="623"/>
                  </a:lnTo>
                  <a:lnTo>
                    <a:pt x="257" y="619"/>
                  </a:lnTo>
                  <a:lnTo>
                    <a:pt x="289" y="603"/>
                  </a:lnTo>
                  <a:lnTo>
                    <a:pt x="310" y="588"/>
                  </a:lnTo>
                  <a:lnTo>
                    <a:pt x="307" y="562"/>
                  </a:lnTo>
                  <a:lnTo>
                    <a:pt x="303" y="535"/>
                  </a:lnTo>
                  <a:lnTo>
                    <a:pt x="314" y="528"/>
                  </a:lnTo>
                  <a:lnTo>
                    <a:pt x="341" y="545"/>
                  </a:lnTo>
                  <a:lnTo>
                    <a:pt x="395" y="567"/>
                  </a:lnTo>
                  <a:lnTo>
                    <a:pt x="421" y="574"/>
                  </a:lnTo>
                  <a:lnTo>
                    <a:pt x="440" y="565"/>
                  </a:lnTo>
                  <a:lnTo>
                    <a:pt x="470" y="511"/>
                  </a:lnTo>
                  <a:lnTo>
                    <a:pt x="478" y="477"/>
                  </a:lnTo>
                  <a:lnTo>
                    <a:pt x="493" y="465"/>
                  </a:lnTo>
                  <a:lnTo>
                    <a:pt x="498" y="423"/>
                  </a:lnTo>
                  <a:lnTo>
                    <a:pt x="506" y="415"/>
                  </a:lnTo>
                  <a:lnTo>
                    <a:pt x="521" y="417"/>
                  </a:lnTo>
                  <a:lnTo>
                    <a:pt x="539" y="408"/>
                  </a:lnTo>
                  <a:lnTo>
                    <a:pt x="566" y="353"/>
                  </a:lnTo>
                  <a:lnTo>
                    <a:pt x="629" y="321"/>
                  </a:lnTo>
                  <a:lnTo>
                    <a:pt x="658" y="328"/>
                  </a:lnTo>
                  <a:lnTo>
                    <a:pt x="671" y="332"/>
                  </a:lnTo>
                  <a:lnTo>
                    <a:pt x="686" y="304"/>
                  </a:lnTo>
                  <a:lnTo>
                    <a:pt x="673" y="287"/>
                  </a:lnTo>
                  <a:lnTo>
                    <a:pt x="639" y="275"/>
                  </a:lnTo>
                  <a:lnTo>
                    <a:pt x="637" y="231"/>
                  </a:lnTo>
                  <a:lnTo>
                    <a:pt x="628" y="220"/>
                  </a:lnTo>
                  <a:lnTo>
                    <a:pt x="574" y="224"/>
                  </a:lnTo>
                  <a:lnTo>
                    <a:pt x="544" y="240"/>
                  </a:lnTo>
                  <a:lnTo>
                    <a:pt x="477" y="225"/>
                  </a:lnTo>
                  <a:lnTo>
                    <a:pt x="453" y="219"/>
                  </a:lnTo>
                  <a:lnTo>
                    <a:pt x="433" y="198"/>
                  </a:lnTo>
                  <a:lnTo>
                    <a:pt x="448" y="175"/>
                  </a:lnTo>
                  <a:lnTo>
                    <a:pt x="439" y="159"/>
                  </a:lnTo>
                  <a:lnTo>
                    <a:pt x="387" y="137"/>
                  </a:lnTo>
                  <a:lnTo>
                    <a:pt x="382" y="108"/>
                  </a:lnTo>
                  <a:lnTo>
                    <a:pt x="374" y="92"/>
                  </a:lnTo>
                  <a:lnTo>
                    <a:pt x="365" y="71"/>
                  </a:lnTo>
                  <a:lnTo>
                    <a:pt x="389" y="32"/>
                  </a:lnTo>
                  <a:lnTo>
                    <a:pt x="386" y="24"/>
                  </a:lnTo>
                  <a:lnTo>
                    <a:pt x="382" y="24"/>
                  </a:lnTo>
                  <a:lnTo>
                    <a:pt x="371" y="9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3C78D8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0"/>
            <p:cNvSpPr/>
            <p:nvPr/>
          </p:nvSpPr>
          <p:spPr>
            <a:xfrm>
              <a:off x="4252913" y="4540250"/>
              <a:ext cx="312738" cy="261937"/>
            </a:xfrm>
            <a:custGeom>
              <a:rect b="b" l="l" r="r" t="t"/>
              <a:pathLst>
                <a:path extrusionOk="0" h="165" w="197">
                  <a:moveTo>
                    <a:pt x="106" y="0"/>
                  </a:moveTo>
                  <a:lnTo>
                    <a:pt x="102" y="6"/>
                  </a:lnTo>
                  <a:lnTo>
                    <a:pt x="79" y="17"/>
                  </a:lnTo>
                  <a:lnTo>
                    <a:pt x="66" y="10"/>
                  </a:lnTo>
                  <a:lnTo>
                    <a:pt x="45" y="19"/>
                  </a:lnTo>
                  <a:lnTo>
                    <a:pt x="16" y="21"/>
                  </a:lnTo>
                  <a:lnTo>
                    <a:pt x="0" y="64"/>
                  </a:lnTo>
                  <a:lnTo>
                    <a:pt x="31" y="88"/>
                  </a:lnTo>
                  <a:lnTo>
                    <a:pt x="19" y="100"/>
                  </a:lnTo>
                  <a:lnTo>
                    <a:pt x="31" y="109"/>
                  </a:lnTo>
                  <a:lnTo>
                    <a:pt x="29" y="130"/>
                  </a:lnTo>
                  <a:lnTo>
                    <a:pt x="58" y="139"/>
                  </a:lnTo>
                  <a:lnTo>
                    <a:pt x="65" y="147"/>
                  </a:lnTo>
                  <a:lnTo>
                    <a:pt x="74" y="147"/>
                  </a:lnTo>
                  <a:lnTo>
                    <a:pt x="91" y="163"/>
                  </a:lnTo>
                  <a:lnTo>
                    <a:pt x="123" y="165"/>
                  </a:lnTo>
                  <a:lnTo>
                    <a:pt x="132" y="126"/>
                  </a:lnTo>
                  <a:lnTo>
                    <a:pt x="140" y="107"/>
                  </a:lnTo>
                  <a:lnTo>
                    <a:pt x="164" y="110"/>
                  </a:lnTo>
                  <a:lnTo>
                    <a:pt x="197" y="73"/>
                  </a:lnTo>
                  <a:lnTo>
                    <a:pt x="191" y="51"/>
                  </a:lnTo>
                  <a:lnTo>
                    <a:pt x="185" y="27"/>
                  </a:lnTo>
                  <a:lnTo>
                    <a:pt x="181" y="21"/>
                  </a:lnTo>
                  <a:lnTo>
                    <a:pt x="149" y="17"/>
                  </a:lnTo>
                  <a:lnTo>
                    <a:pt x="128" y="21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0"/>
            <p:cNvSpPr/>
            <p:nvPr/>
          </p:nvSpPr>
          <p:spPr>
            <a:xfrm>
              <a:off x="4278313" y="4330700"/>
              <a:ext cx="811213" cy="788987"/>
            </a:xfrm>
            <a:custGeom>
              <a:rect b="b" l="l" r="r" t="t"/>
              <a:pathLst>
                <a:path extrusionOk="0" h="378" w="388">
                  <a:moveTo>
                    <a:pt x="237" y="0"/>
                  </a:moveTo>
                  <a:cubicBezTo>
                    <a:pt x="236" y="0"/>
                    <a:pt x="234" y="2"/>
                    <a:pt x="234" y="2"/>
                  </a:cubicBezTo>
                  <a:cubicBezTo>
                    <a:pt x="202" y="30"/>
                    <a:pt x="202" y="30"/>
                    <a:pt x="202" y="30"/>
                  </a:cubicBezTo>
                  <a:cubicBezTo>
                    <a:pt x="190" y="50"/>
                    <a:pt x="190" y="50"/>
                    <a:pt x="190" y="50"/>
                  </a:cubicBezTo>
                  <a:cubicBezTo>
                    <a:pt x="194" y="62"/>
                    <a:pt x="194" y="62"/>
                    <a:pt x="194" y="62"/>
                  </a:cubicBezTo>
                  <a:cubicBezTo>
                    <a:pt x="185" y="72"/>
                    <a:pt x="185" y="72"/>
                    <a:pt x="185" y="72"/>
                  </a:cubicBezTo>
                  <a:cubicBezTo>
                    <a:pt x="166" y="74"/>
                    <a:pt x="166" y="74"/>
                    <a:pt x="166" y="74"/>
                  </a:cubicBezTo>
                  <a:cubicBezTo>
                    <a:pt x="152" y="67"/>
                    <a:pt x="152" y="67"/>
                    <a:pt x="152" y="67"/>
                  </a:cubicBezTo>
                  <a:cubicBezTo>
                    <a:pt x="126" y="69"/>
                    <a:pt x="126" y="69"/>
                    <a:pt x="126" y="69"/>
                  </a:cubicBezTo>
                  <a:cubicBezTo>
                    <a:pt x="118" y="79"/>
                    <a:pt x="118" y="79"/>
                    <a:pt x="118" y="79"/>
                  </a:cubicBezTo>
                  <a:cubicBezTo>
                    <a:pt x="137" y="110"/>
                    <a:pt x="137" y="110"/>
                    <a:pt x="137" y="110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5" y="116"/>
                    <a:pt x="125" y="116"/>
                    <a:pt x="125" y="116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33" y="139"/>
                    <a:pt x="133" y="139"/>
                    <a:pt x="133" y="139"/>
                  </a:cubicBezTo>
                  <a:cubicBezTo>
                    <a:pt x="137" y="156"/>
                    <a:pt x="137" y="156"/>
                    <a:pt x="137" y="156"/>
                  </a:cubicBezTo>
                  <a:cubicBezTo>
                    <a:pt x="112" y="184"/>
                    <a:pt x="112" y="184"/>
                    <a:pt x="112" y="184"/>
                  </a:cubicBezTo>
                  <a:cubicBezTo>
                    <a:pt x="94" y="182"/>
                    <a:pt x="94" y="182"/>
                    <a:pt x="94" y="182"/>
                  </a:cubicBezTo>
                  <a:cubicBezTo>
                    <a:pt x="88" y="196"/>
                    <a:pt x="88" y="196"/>
                    <a:pt x="88" y="196"/>
                  </a:cubicBezTo>
                  <a:cubicBezTo>
                    <a:pt x="81" y="226"/>
                    <a:pt x="81" y="226"/>
                    <a:pt x="81" y="226"/>
                  </a:cubicBezTo>
                  <a:cubicBezTo>
                    <a:pt x="57" y="224"/>
                    <a:pt x="57" y="224"/>
                    <a:pt x="57" y="224"/>
                  </a:cubicBezTo>
                  <a:cubicBezTo>
                    <a:pt x="44" y="212"/>
                    <a:pt x="44" y="212"/>
                    <a:pt x="44" y="212"/>
                  </a:cubicBezTo>
                  <a:cubicBezTo>
                    <a:pt x="37" y="212"/>
                    <a:pt x="37" y="212"/>
                    <a:pt x="37" y="212"/>
                  </a:cubicBezTo>
                  <a:cubicBezTo>
                    <a:pt x="32" y="206"/>
                    <a:pt x="32" y="206"/>
                    <a:pt x="32" y="206"/>
                  </a:cubicBezTo>
                  <a:cubicBezTo>
                    <a:pt x="10" y="199"/>
                    <a:pt x="10" y="199"/>
                    <a:pt x="10" y="199"/>
                  </a:cubicBezTo>
                  <a:cubicBezTo>
                    <a:pt x="10" y="200"/>
                    <a:pt x="10" y="200"/>
                    <a:pt x="10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7" y="239"/>
                    <a:pt x="7" y="239"/>
                    <a:pt x="7" y="239"/>
                  </a:cubicBezTo>
                  <a:cubicBezTo>
                    <a:pt x="23" y="250"/>
                    <a:pt x="23" y="250"/>
                    <a:pt x="23" y="250"/>
                  </a:cubicBezTo>
                  <a:cubicBezTo>
                    <a:pt x="16" y="263"/>
                    <a:pt x="16" y="263"/>
                    <a:pt x="16" y="263"/>
                  </a:cubicBezTo>
                  <a:cubicBezTo>
                    <a:pt x="15" y="279"/>
                    <a:pt x="15" y="279"/>
                    <a:pt x="15" y="279"/>
                  </a:cubicBezTo>
                  <a:cubicBezTo>
                    <a:pt x="17" y="313"/>
                    <a:pt x="17" y="313"/>
                    <a:pt x="17" y="313"/>
                  </a:cubicBezTo>
                  <a:cubicBezTo>
                    <a:pt x="10" y="351"/>
                    <a:pt x="10" y="351"/>
                    <a:pt x="10" y="351"/>
                  </a:cubicBezTo>
                  <a:cubicBezTo>
                    <a:pt x="9" y="370"/>
                    <a:pt x="9" y="370"/>
                    <a:pt x="9" y="370"/>
                  </a:cubicBezTo>
                  <a:cubicBezTo>
                    <a:pt x="15" y="367"/>
                    <a:pt x="15" y="367"/>
                    <a:pt x="15" y="367"/>
                  </a:cubicBezTo>
                  <a:cubicBezTo>
                    <a:pt x="22" y="378"/>
                    <a:pt x="22" y="378"/>
                    <a:pt x="22" y="378"/>
                  </a:cubicBezTo>
                  <a:cubicBezTo>
                    <a:pt x="70" y="378"/>
                    <a:pt x="70" y="378"/>
                    <a:pt x="70" y="378"/>
                  </a:cubicBezTo>
                  <a:cubicBezTo>
                    <a:pt x="71" y="378"/>
                    <a:pt x="71" y="378"/>
                    <a:pt x="71" y="378"/>
                  </a:cubicBezTo>
                  <a:cubicBezTo>
                    <a:pt x="110" y="371"/>
                    <a:pt x="110" y="371"/>
                    <a:pt x="110" y="371"/>
                  </a:cubicBezTo>
                  <a:cubicBezTo>
                    <a:pt x="109" y="362"/>
                    <a:pt x="109" y="362"/>
                    <a:pt x="109" y="36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14" y="307"/>
                    <a:pt x="114" y="307"/>
                    <a:pt x="114" y="307"/>
                  </a:cubicBezTo>
                  <a:cubicBezTo>
                    <a:pt x="121" y="275"/>
                    <a:pt x="121" y="275"/>
                    <a:pt x="121" y="275"/>
                  </a:cubicBezTo>
                  <a:cubicBezTo>
                    <a:pt x="136" y="249"/>
                    <a:pt x="136" y="249"/>
                    <a:pt x="136" y="249"/>
                  </a:cubicBezTo>
                  <a:cubicBezTo>
                    <a:pt x="142" y="252"/>
                    <a:pt x="142" y="252"/>
                    <a:pt x="142" y="252"/>
                  </a:cubicBezTo>
                  <a:cubicBezTo>
                    <a:pt x="144" y="264"/>
                    <a:pt x="144" y="264"/>
                    <a:pt x="144" y="264"/>
                  </a:cubicBezTo>
                  <a:cubicBezTo>
                    <a:pt x="156" y="264"/>
                    <a:pt x="156" y="264"/>
                    <a:pt x="156" y="264"/>
                  </a:cubicBezTo>
                  <a:cubicBezTo>
                    <a:pt x="158" y="270"/>
                    <a:pt x="158" y="270"/>
                    <a:pt x="158" y="270"/>
                  </a:cubicBezTo>
                  <a:cubicBezTo>
                    <a:pt x="170" y="275"/>
                    <a:pt x="170" y="275"/>
                    <a:pt x="170" y="275"/>
                  </a:cubicBezTo>
                  <a:cubicBezTo>
                    <a:pt x="179" y="273"/>
                    <a:pt x="179" y="273"/>
                    <a:pt x="179" y="273"/>
                  </a:cubicBezTo>
                  <a:cubicBezTo>
                    <a:pt x="182" y="267"/>
                    <a:pt x="182" y="267"/>
                    <a:pt x="182" y="267"/>
                  </a:cubicBezTo>
                  <a:cubicBezTo>
                    <a:pt x="194" y="254"/>
                    <a:pt x="194" y="254"/>
                    <a:pt x="194" y="254"/>
                  </a:cubicBezTo>
                  <a:cubicBezTo>
                    <a:pt x="216" y="252"/>
                    <a:pt x="216" y="252"/>
                    <a:pt x="216" y="252"/>
                  </a:cubicBezTo>
                  <a:cubicBezTo>
                    <a:pt x="225" y="242"/>
                    <a:pt x="225" y="242"/>
                    <a:pt x="225" y="242"/>
                  </a:cubicBezTo>
                  <a:cubicBezTo>
                    <a:pt x="222" y="231"/>
                    <a:pt x="222" y="231"/>
                    <a:pt x="222" y="231"/>
                  </a:cubicBezTo>
                  <a:cubicBezTo>
                    <a:pt x="232" y="227"/>
                    <a:pt x="232" y="227"/>
                    <a:pt x="232" y="227"/>
                  </a:cubicBezTo>
                  <a:cubicBezTo>
                    <a:pt x="230" y="219"/>
                    <a:pt x="230" y="219"/>
                    <a:pt x="230" y="219"/>
                  </a:cubicBezTo>
                  <a:cubicBezTo>
                    <a:pt x="256" y="222"/>
                    <a:pt x="256" y="222"/>
                    <a:pt x="256" y="222"/>
                  </a:cubicBezTo>
                  <a:cubicBezTo>
                    <a:pt x="267" y="237"/>
                    <a:pt x="267" y="237"/>
                    <a:pt x="267" y="237"/>
                  </a:cubicBezTo>
                  <a:cubicBezTo>
                    <a:pt x="295" y="230"/>
                    <a:pt x="295" y="230"/>
                    <a:pt x="295" y="230"/>
                  </a:cubicBezTo>
                  <a:cubicBezTo>
                    <a:pt x="297" y="214"/>
                    <a:pt x="297" y="214"/>
                    <a:pt x="297" y="214"/>
                  </a:cubicBezTo>
                  <a:cubicBezTo>
                    <a:pt x="292" y="202"/>
                    <a:pt x="292" y="202"/>
                    <a:pt x="292" y="202"/>
                  </a:cubicBezTo>
                  <a:cubicBezTo>
                    <a:pt x="278" y="194"/>
                    <a:pt x="278" y="194"/>
                    <a:pt x="278" y="194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73" y="178"/>
                    <a:pt x="273" y="178"/>
                    <a:pt x="273" y="178"/>
                  </a:cubicBezTo>
                  <a:cubicBezTo>
                    <a:pt x="293" y="173"/>
                    <a:pt x="293" y="173"/>
                    <a:pt x="293" y="173"/>
                  </a:cubicBezTo>
                  <a:cubicBezTo>
                    <a:pt x="299" y="178"/>
                    <a:pt x="299" y="178"/>
                    <a:pt x="299" y="178"/>
                  </a:cubicBezTo>
                  <a:cubicBezTo>
                    <a:pt x="305" y="177"/>
                    <a:pt x="305" y="177"/>
                    <a:pt x="305" y="177"/>
                  </a:cubicBezTo>
                  <a:cubicBezTo>
                    <a:pt x="309" y="172"/>
                    <a:pt x="309" y="172"/>
                    <a:pt x="309" y="172"/>
                  </a:cubicBezTo>
                  <a:cubicBezTo>
                    <a:pt x="335" y="163"/>
                    <a:pt x="335" y="163"/>
                    <a:pt x="335" y="163"/>
                  </a:cubicBezTo>
                  <a:cubicBezTo>
                    <a:pt x="341" y="156"/>
                    <a:pt x="341" y="156"/>
                    <a:pt x="341" y="156"/>
                  </a:cubicBezTo>
                  <a:cubicBezTo>
                    <a:pt x="352" y="163"/>
                    <a:pt x="352" y="163"/>
                    <a:pt x="352" y="163"/>
                  </a:cubicBezTo>
                  <a:cubicBezTo>
                    <a:pt x="360" y="174"/>
                    <a:pt x="360" y="174"/>
                    <a:pt x="360" y="174"/>
                  </a:cubicBezTo>
                  <a:cubicBezTo>
                    <a:pt x="363" y="174"/>
                    <a:pt x="363" y="174"/>
                    <a:pt x="363" y="174"/>
                  </a:cubicBezTo>
                  <a:cubicBezTo>
                    <a:pt x="373" y="174"/>
                    <a:pt x="373" y="174"/>
                    <a:pt x="373" y="174"/>
                  </a:cubicBezTo>
                  <a:cubicBezTo>
                    <a:pt x="377" y="157"/>
                    <a:pt x="377" y="157"/>
                    <a:pt x="377" y="157"/>
                  </a:cubicBezTo>
                  <a:cubicBezTo>
                    <a:pt x="367" y="145"/>
                    <a:pt x="367" y="145"/>
                    <a:pt x="367" y="145"/>
                  </a:cubicBezTo>
                  <a:cubicBezTo>
                    <a:pt x="369" y="123"/>
                    <a:pt x="369" y="123"/>
                    <a:pt x="369" y="123"/>
                  </a:cubicBezTo>
                  <a:cubicBezTo>
                    <a:pt x="376" y="112"/>
                    <a:pt x="376" y="112"/>
                    <a:pt x="376" y="112"/>
                  </a:cubicBezTo>
                  <a:cubicBezTo>
                    <a:pt x="360" y="104"/>
                    <a:pt x="360" y="104"/>
                    <a:pt x="360" y="104"/>
                  </a:cubicBezTo>
                  <a:cubicBezTo>
                    <a:pt x="377" y="90"/>
                    <a:pt x="377" y="90"/>
                    <a:pt x="377" y="90"/>
                  </a:cubicBezTo>
                  <a:cubicBezTo>
                    <a:pt x="382" y="70"/>
                    <a:pt x="382" y="70"/>
                    <a:pt x="382" y="70"/>
                  </a:cubicBezTo>
                  <a:cubicBezTo>
                    <a:pt x="374" y="64"/>
                    <a:pt x="374" y="64"/>
                    <a:pt x="374" y="64"/>
                  </a:cubicBezTo>
                  <a:cubicBezTo>
                    <a:pt x="380" y="38"/>
                    <a:pt x="380" y="38"/>
                    <a:pt x="380" y="38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388" y="16"/>
                    <a:pt x="388" y="16"/>
                    <a:pt x="388" y="16"/>
                  </a:cubicBezTo>
                  <a:cubicBezTo>
                    <a:pt x="246" y="16"/>
                    <a:pt x="246" y="16"/>
                    <a:pt x="246" y="16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0"/>
            <p:cNvSpPr/>
            <p:nvPr/>
          </p:nvSpPr>
          <p:spPr>
            <a:xfrm>
              <a:off x="5003800" y="4362450"/>
              <a:ext cx="1169988" cy="909638"/>
            </a:xfrm>
            <a:custGeom>
              <a:rect b="b" l="l" r="r" t="t"/>
              <a:pathLst>
                <a:path extrusionOk="0" h="573" w="737">
                  <a:moveTo>
                    <a:pt x="55" y="0"/>
                  </a:moveTo>
                  <a:lnTo>
                    <a:pt x="43" y="30"/>
                  </a:lnTo>
                  <a:lnTo>
                    <a:pt x="35" y="64"/>
                  </a:lnTo>
                  <a:lnTo>
                    <a:pt x="46" y="72"/>
                  </a:lnTo>
                  <a:lnTo>
                    <a:pt x="39" y="98"/>
                  </a:lnTo>
                  <a:lnTo>
                    <a:pt x="17" y="117"/>
                  </a:lnTo>
                  <a:lnTo>
                    <a:pt x="38" y="127"/>
                  </a:lnTo>
                  <a:lnTo>
                    <a:pt x="29" y="142"/>
                  </a:lnTo>
                  <a:lnTo>
                    <a:pt x="26" y="171"/>
                  </a:lnTo>
                  <a:lnTo>
                    <a:pt x="39" y="187"/>
                  </a:lnTo>
                  <a:lnTo>
                    <a:pt x="34" y="209"/>
                  </a:lnTo>
                  <a:lnTo>
                    <a:pt x="21" y="209"/>
                  </a:lnTo>
                  <a:lnTo>
                    <a:pt x="24" y="217"/>
                  </a:lnTo>
                  <a:lnTo>
                    <a:pt x="0" y="256"/>
                  </a:lnTo>
                  <a:lnTo>
                    <a:pt x="9" y="277"/>
                  </a:lnTo>
                  <a:lnTo>
                    <a:pt x="17" y="293"/>
                  </a:lnTo>
                  <a:lnTo>
                    <a:pt x="22" y="322"/>
                  </a:lnTo>
                  <a:lnTo>
                    <a:pt x="74" y="344"/>
                  </a:lnTo>
                  <a:lnTo>
                    <a:pt x="83" y="360"/>
                  </a:lnTo>
                  <a:lnTo>
                    <a:pt x="68" y="383"/>
                  </a:lnTo>
                  <a:lnTo>
                    <a:pt x="88" y="404"/>
                  </a:lnTo>
                  <a:lnTo>
                    <a:pt x="112" y="410"/>
                  </a:lnTo>
                  <a:lnTo>
                    <a:pt x="179" y="425"/>
                  </a:lnTo>
                  <a:lnTo>
                    <a:pt x="209" y="409"/>
                  </a:lnTo>
                  <a:lnTo>
                    <a:pt x="263" y="405"/>
                  </a:lnTo>
                  <a:lnTo>
                    <a:pt x="272" y="416"/>
                  </a:lnTo>
                  <a:lnTo>
                    <a:pt x="274" y="460"/>
                  </a:lnTo>
                  <a:lnTo>
                    <a:pt x="308" y="472"/>
                  </a:lnTo>
                  <a:lnTo>
                    <a:pt x="321" y="489"/>
                  </a:lnTo>
                  <a:lnTo>
                    <a:pt x="306" y="517"/>
                  </a:lnTo>
                  <a:lnTo>
                    <a:pt x="310" y="518"/>
                  </a:lnTo>
                  <a:lnTo>
                    <a:pt x="333" y="534"/>
                  </a:lnTo>
                  <a:lnTo>
                    <a:pt x="346" y="556"/>
                  </a:lnTo>
                  <a:lnTo>
                    <a:pt x="355" y="558"/>
                  </a:lnTo>
                  <a:lnTo>
                    <a:pt x="374" y="529"/>
                  </a:lnTo>
                  <a:lnTo>
                    <a:pt x="389" y="529"/>
                  </a:lnTo>
                  <a:lnTo>
                    <a:pt x="403" y="535"/>
                  </a:lnTo>
                  <a:lnTo>
                    <a:pt x="405" y="526"/>
                  </a:lnTo>
                  <a:lnTo>
                    <a:pt x="406" y="464"/>
                  </a:lnTo>
                  <a:lnTo>
                    <a:pt x="392" y="446"/>
                  </a:lnTo>
                  <a:lnTo>
                    <a:pt x="403" y="435"/>
                  </a:lnTo>
                  <a:lnTo>
                    <a:pt x="420" y="435"/>
                  </a:lnTo>
                  <a:lnTo>
                    <a:pt x="439" y="442"/>
                  </a:lnTo>
                  <a:lnTo>
                    <a:pt x="462" y="481"/>
                  </a:lnTo>
                  <a:lnTo>
                    <a:pt x="471" y="485"/>
                  </a:lnTo>
                  <a:lnTo>
                    <a:pt x="487" y="468"/>
                  </a:lnTo>
                  <a:lnTo>
                    <a:pt x="499" y="467"/>
                  </a:lnTo>
                  <a:lnTo>
                    <a:pt x="528" y="456"/>
                  </a:lnTo>
                  <a:lnTo>
                    <a:pt x="562" y="454"/>
                  </a:lnTo>
                  <a:lnTo>
                    <a:pt x="578" y="472"/>
                  </a:lnTo>
                  <a:lnTo>
                    <a:pt x="601" y="475"/>
                  </a:lnTo>
                  <a:lnTo>
                    <a:pt x="608" y="498"/>
                  </a:lnTo>
                  <a:lnTo>
                    <a:pt x="593" y="521"/>
                  </a:lnTo>
                  <a:lnTo>
                    <a:pt x="585" y="541"/>
                  </a:lnTo>
                  <a:lnTo>
                    <a:pt x="585" y="543"/>
                  </a:lnTo>
                  <a:lnTo>
                    <a:pt x="733" y="523"/>
                  </a:lnTo>
                  <a:lnTo>
                    <a:pt x="737" y="508"/>
                  </a:lnTo>
                  <a:lnTo>
                    <a:pt x="699" y="466"/>
                  </a:lnTo>
                  <a:lnTo>
                    <a:pt x="691" y="467"/>
                  </a:lnTo>
                  <a:lnTo>
                    <a:pt x="687" y="444"/>
                  </a:lnTo>
                  <a:lnTo>
                    <a:pt x="679" y="433"/>
                  </a:lnTo>
                  <a:lnTo>
                    <a:pt x="679" y="413"/>
                  </a:lnTo>
                  <a:lnTo>
                    <a:pt x="671" y="384"/>
                  </a:lnTo>
                  <a:lnTo>
                    <a:pt x="655" y="355"/>
                  </a:lnTo>
                  <a:lnTo>
                    <a:pt x="629" y="339"/>
                  </a:lnTo>
                  <a:lnTo>
                    <a:pt x="610" y="335"/>
                  </a:lnTo>
                  <a:lnTo>
                    <a:pt x="584" y="300"/>
                  </a:lnTo>
                  <a:lnTo>
                    <a:pt x="562" y="264"/>
                  </a:lnTo>
                  <a:lnTo>
                    <a:pt x="563" y="251"/>
                  </a:lnTo>
                  <a:lnTo>
                    <a:pt x="554" y="247"/>
                  </a:lnTo>
                  <a:lnTo>
                    <a:pt x="550" y="231"/>
                  </a:lnTo>
                  <a:lnTo>
                    <a:pt x="546" y="221"/>
                  </a:lnTo>
                  <a:lnTo>
                    <a:pt x="537" y="198"/>
                  </a:lnTo>
                  <a:lnTo>
                    <a:pt x="530" y="189"/>
                  </a:lnTo>
                  <a:lnTo>
                    <a:pt x="518" y="180"/>
                  </a:lnTo>
                  <a:lnTo>
                    <a:pt x="518" y="162"/>
                  </a:lnTo>
                  <a:lnTo>
                    <a:pt x="530" y="150"/>
                  </a:lnTo>
                  <a:lnTo>
                    <a:pt x="539" y="139"/>
                  </a:lnTo>
                  <a:lnTo>
                    <a:pt x="543" y="110"/>
                  </a:lnTo>
                  <a:lnTo>
                    <a:pt x="547" y="113"/>
                  </a:lnTo>
                  <a:lnTo>
                    <a:pt x="545" y="100"/>
                  </a:lnTo>
                  <a:lnTo>
                    <a:pt x="524" y="71"/>
                  </a:lnTo>
                  <a:lnTo>
                    <a:pt x="510" y="42"/>
                  </a:lnTo>
                  <a:lnTo>
                    <a:pt x="505" y="25"/>
                  </a:lnTo>
                  <a:lnTo>
                    <a:pt x="505" y="12"/>
                  </a:lnTo>
                  <a:lnTo>
                    <a:pt x="55" y="0"/>
                  </a:lnTo>
                  <a:close/>
                  <a:moveTo>
                    <a:pt x="201" y="538"/>
                  </a:moveTo>
                  <a:lnTo>
                    <a:pt x="184" y="573"/>
                  </a:lnTo>
                  <a:lnTo>
                    <a:pt x="184" y="573"/>
                  </a:lnTo>
                  <a:lnTo>
                    <a:pt x="201" y="538"/>
                  </a:lnTo>
                  <a:close/>
                </a:path>
              </a:pathLst>
            </a:custGeom>
            <a:solidFill>
              <a:srgbClr val="3C78D8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0"/>
            <p:cNvSpPr/>
            <p:nvPr/>
          </p:nvSpPr>
          <p:spPr>
            <a:xfrm>
              <a:off x="5248275" y="3536950"/>
              <a:ext cx="627063" cy="846137"/>
            </a:xfrm>
            <a:custGeom>
              <a:rect b="b" l="l" r="r" t="t"/>
              <a:pathLst>
                <a:path extrusionOk="0" h="405" w="300">
                  <a:moveTo>
                    <a:pt x="261" y="0"/>
                  </a:moveTo>
                  <a:cubicBezTo>
                    <a:pt x="253" y="10"/>
                    <a:pt x="253" y="10"/>
                    <a:pt x="253" y="10"/>
                  </a:cubicBezTo>
                  <a:cubicBezTo>
                    <a:pt x="223" y="15"/>
                    <a:pt x="223" y="15"/>
                    <a:pt x="223" y="15"/>
                  </a:cubicBezTo>
                  <a:cubicBezTo>
                    <a:pt x="217" y="27"/>
                    <a:pt x="217" y="27"/>
                    <a:pt x="217" y="27"/>
                  </a:cubicBezTo>
                  <a:cubicBezTo>
                    <a:pt x="200" y="33"/>
                    <a:pt x="200" y="33"/>
                    <a:pt x="200" y="33"/>
                  </a:cubicBezTo>
                  <a:cubicBezTo>
                    <a:pt x="185" y="20"/>
                    <a:pt x="185" y="20"/>
                    <a:pt x="185" y="20"/>
                  </a:cubicBezTo>
                  <a:cubicBezTo>
                    <a:pt x="180" y="44"/>
                    <a:pt x="180" y="44"/>
                    <a:pt x="180" y="44"/>
                  </a:cubicBezTo>
                  <a:cubicBezTo>
                    <a:pt x="161" y="49"/>
                    <a:pt x="161" y="49"/>
                    <a:pt x="161" y="49"/>
                  </a:cubicBezTo>
                  <a:cubicBezTo>
                    <a:pt x="117" y="46"/>
                    <a:pt x="117" y="46"/>
                    <a:pt x="117" y="46"/>
                  </a:cubicBezTo>
                  <a:cubicBezTo>
                    <a:pt x="117" y="46"/>
                    <a:pt x="110" y="41"/>
                    <a:pt x="104" y="36"/>
                  </a:cubicBezTo>
                  <a:cubicBezTo>
                    <a:pt x="106" y="42"/>
                    <a:pt x="106" y="42"/>
                    <a:pt x="106" y="42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33" y="77"/>
                    <a:pt x="33" y="77"/>
                    <a:pt x="33" y="77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6" y="72"/>
                    <a:pt x="6" y="72"/>
                    <a:pt x="6" y="72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25" y="158"/>
                    <a:pt x="25" y="158"/>
                    <a:pt x="25" y="158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30" y="230"/>
                    <a:pt x="30" y="230"/>
                    <a:pt x="30" y="230"/>
                  </a:cubicBezTo>
                  <a:cubicBezTo>
                    <a:pt x="30" y="230"/>
                    <a:pt x="22" y="260"/>
                    <a:pt x="26" y="260"/>
                  </a:cubicBezTo>
                  <a:cubicBezTo>
                    <a:pt x="31" y="260"/>
                    <a:pt x="47" y="270"/>
                    <a:pt x="47" y="270"/>
                  </a:cubicBezTo>
                  <a:cubicBezTo>
                    <a:pt x="85" y="277"/>
                    <a:pt x="85" y="277"/>
                    <a:pt x="85" y="277"/>
                  </a:cubicBezTo>
                  <a:cubicBezTo>
                    <a:pt x="109" y="277"/>
                    <a:pt x="109" y="277"/>
                    <a:pt x="109" y="277"/>
                  </a:cubicBezTo>
                  <a:cubicBezTo>
                    <a:pt x="119" y="294"/>
                    <a:pt x="119" y="294"/>
                    <a:pt x="119" y="294"/>
                  </a:cubicBezTo>
                  <a:cubicBezTo>
                    <a:pt x="135" y="298"/>
                    <a:pt x="135" y="298"/>
                    <a:pt x="135" y="298"/>
                  </a:cubicBezTo>
                  <a:cubicBezTo>
                    <a:pt x="149" y="303"/>
                    <a:pt x="149" y="303"/>
                    <a:pt x="149" y="303"/>
                  </a:cubicBezTo>
                  <a:cubicBezTo>
                    <a:pt x="158" y="297"/>
                    <a:pt x="158" y="297"/>
                    <a:pt x="158" y="297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202" y="342"/>
                    <a:pt x="202" y="342"/>
                    <a:pt x="202" y="342"/>
                  </a:cubicBezTo>
                  <a:cubicBezTo>
                    <a:pt x="225" y="402"/>
                    <a:pt x="225" y="402"/>
                    <a:pt x="225" y="402"/>
                  </a:cubicBezTo>
                  <a:cubicBezTo>
                    <a:pt x="226" y="403"/>
                    <a:pt x="226" y="403"/>
                    <a:pt x="226" y="403"/>
                  </a:cubicBezTo>
                  <a:cubicBezTo>
                    <a:pt x="296" y="405"/>
                    <a:pt x="296" y="405"/>
                    <a:pt x="296" y="405"/>
                  </a:cubicBezTo>
                  <a:cubicBezTo>
                    <a:pt x="296" y="362"/>
                    <a:pt x="296" y="362"/>
                    <a:pt x="296" y="362"/>
                  </a:cubicBezTo>
                  <a:cubicBezTo>
                    <a:pt x="300" y="326"/>
                    <a:pt x="300" y="326"/>
                    <a:pt x="300" y="326"/>
                  </a:cubicBezTo>
                  <a:cubicBezTo>
                    <a:pt x="295" y="290"/>
                    <a:pt x="295" y="290"/>
                    <a:pt x="295" y="290"/>
                  </a:cubicBezTo>
                  <a:cubicBezTo>
                    <a:pt x="284" y="275"/>
                    <a:pt x="284" y="275"/>
                    <a:pt x="284" y="275"/>
                  </a:cubicBezTo>
                  <a:cubicBezTo>
                    <a:pt x="283" y="251"/>
                    <a:pt x="283" y="251"/>
                    <a:pt x="283" y="251"/>
                  </a:cubicBezTo>
                  <a:cubicBezTo>
                    <a:pt x="280" y="191"/>
                    <a:pt x="280" y="191"/>
                    <a:pt x="280" y="191"/>
                  </a:cubicBezTo>
                  <a:cubicBezTo>
                    <a:pt x="284" y="165"/>
                    <a:pt x="284" y="165"/>
                    <a:pt x="284" y="165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57" y="144"/>
                    <a:pt x="257" y="144"/>
                    <a:pt x="257" y="144"/>
                  </a:cubicBezTo>
                  <a:cubicBezTo>
                    <a:pt x="258" y="131"/>
                    <a:pt x="258" y="131"/>
                    <a:pt x="258" y="131"/>
                  </a:cubicBezTo>
                  <a:cubicBezTo>
                    <a:pt x="245" y="124"/>
                    <a:pt x="245" y="124"/>
                    <a:pt x="245" y="124"/>
                  </a:cubicBezTo>
                  <a:cubicBezTo>
                    <a:pt x="240" y="107"/>
                    <a:pt x="240" y="107"/>
                    <a:pt x="240" y="107"/>
                  </a:cubicBezTo>
                  <a:cubicBezTo>
                    <a:pt x="240" y="91"/>
                    <a:pt x="240" y="91"/>
                    <a:pt x="240" y="91"/>
                  </a:cubicBezTo>
                  <a:cubicBezTo>
                    <a:pt x="250" y="80"/>
                    <a:pt x="250" y="80"/>
                    <a:pt x="250" y="80"/>
                  </a:cubicBezTo>
                  <a:cubicBezTo>
                    <a:pt x="264" y="79"/>
                    <a:pt x="264" y="79"/>
                    <a:pt x="264" y="79"/>
                  </a:cubicBezTo>
                  <a:cubicBezTo>
                    <a:pt x="277" y="61"/>
                    <a:pt x="277" y="61"/>
                    <a:pt x="277" y="61"/>
                  </a:cubicBezTo>
                  <a:cubicBezTo>
                    <a:pt x="269" y="36"/>
                    <a:pt x="269" y="36"/>
                    <a:pt x="269" y="36"/>
                  </a:cubicBezTo>
                  <a:cubicBezTo>
                    <a:pt x="277" y="11"/>
                    <a:pt x="277" y="11"/>
                    <a:pt x="277" y="11"/>
                  </a:cubicBezTo>
                  <a:lnTo>
                    <a:pt x="261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0"/>
            <p:cNvSpPr/>
            <p:nvPr/>
          </p:nvSpPr>
          <p:spPr>
            <a:xfrm>
              <a:off x="4638675" y="3136900"/>
              <a:ext cx="1081088" cy="1241424"/>
            </a:xfrm>
            <a:custGeom>
              <a:rect b="b" l="l" r="r" t="t"/>
              <a:pathLst>
                <a:path extrusionOk="0" h="594" w="518">
                  <a:moveTo>
                    <a:pt x="207" y="0"/>
                  </a:moveTo>
                  <a:cubicBezTo>
                    <a:pt x="200" y="10"/>
                    <a:pt x="200" y="10"/>
                    <a:pt x="200" y="10"/>
                  </a:cubicBezTo>
                  <a:cubicBezTo>
                    <a:pt x="216" y="25"/>
                    <a:pt x="216" y="25"/>
                    <a:pt x="216" y="25"/>
                  </a:cubicBezTo>
                  <a:cubicBezTo>
                    <a:pt x="217" y="33"/>
                    <a:pt x="217" y="33"/>
                    <a:pt x="217" y="33"/>
                  </a:cubicBezTo>
                  <a:cubicBezTo>
                    <a:pt x="226" y="51"/>
                    <a:pt x="226" y="51"/>
                    <a:pt x="226" y="51"/>
                  </a:cubicBezTo>
                  <a:cubicBezTo>
                    <a:pt x="220" y="65"/>
                    <a:pt x="220" y="65"/>
                    <a:pt x="220" y="65"/>
                  </a:cubicBezTo>
                  <a:cubicBezTo>
                    <a:pt x="222" y="94"/>
                    <a:pt x="222" y="94"/>
                    <a:pt x="222" y="94"/>
                  </a:cubicBezTo>
                  <a:cubicBezTo>
                    <a:pt x="206" y="100"/>
                    <a:pt x="206" y="100"/>
                    <a:pt x="206" y="100"/>
                  </a:cubicBezTo>
                  <a:cubicBezTo>
                    <a:pt x="199" y="124"/>
                    <a:pt x="199" y="124"/>
                    <a:pt x="199" y="124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194" y="156"/>
                    <a:pt x="194" y="156"/>
                    <a:pt x="194" y="156"/>
                  </a:cubicBezTo>
                  <a:cubicBezTo>
                    <a:pt x="183" y="162"/>
                    <a:pt x="183" y="162"/>
                    <a:pt x="183" y="162"/>
                  </a:cubicBezTo>
                  <a:cubicBezTo>
                    <a:pt x="171" y="154"/>
                    <a:pt x="171" y="154"/>
                    <a:pt x="171" y="154"/>
                  </a:cubicBezTo>
                  <a:cubicBezTo>
                    <a:pt x="170" y="204"/>
                    <a:pt x="170" y="204"/>
                    <a:pt x="170" y="204"/>
                  </a:cubicBezTo>
                  <a:cubicBezTo>
                    <a:pt x="151" y="204"/>
                    <a:pt x="151" y="204"/>
                    <a:pt x="151" y="204"/>
                  </a:cubicBezTo>
                  <a:cubicBezTo>
                    <a:pt x="150" y="212"/>
                    <a:pt x="150" y="212"/>
                    <a:pt x="150" y="212"/>
                  </a:cubicBezTo>
                  <a:cubicBezTo>
                    <a:pt x="132" y="216"/>
                    <a:pt x="132" y="216"/>
                    <a:pt x="132" y="216"/>
                  </a:cubicBezTo>
                  <a:cubicBezTo>
                    <a:pt x="115" y="228"/>
                    <a:pt x="115" y="228"/>
                    <a:pt x="115" y="228"/>
                  </a:cubicBezTo>
                  <a:cubicBezTo>
                    <a:pt x="109" y="244"/>
                    <a:pt x="109" y="244"/>
                    <a:pt x="109" y="244"/>
                  </a:cubicBezTo>
                  <a:cubicBezTo>
                    <a:pt x="98" y="249"/>
                    <a:pt x="98" y="249"/>
                    <a:pt x="98" y="249"/>
                  </a:cubicBezTo>
                  <a:cubicBezTo>
                    <a:pt x="84" y="251"/>
                    <a:pt x="84" y="251"/>
                    <a:pt x="84" y="251"/>
                  </a:cubicBezTo>
                  <a:cubicBezTo>
                    <a:pt x="71" y="237"/>
                    <a:pt x="71" y="237"/>
                    <a:pt x="71" y="237"/>
                  </a:cubicBezTo>
                  <a:cubicBezTo>
                    <a:pt x="72" y="222"/>
                    <a:pt x="72" y="222"/>
                    <a:pt x="72" y="222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29" y="276"/>
                    <a:pt x="29" y="276"/>
                    <a:pt x="29" y="276"/>
                  </a:cubicBezTo>
                  <a:cubicBezTo>
                    <a:pt x="74" y="274"/>
                    <a:pt x="74" y="274"/>
                    <a:pt x="74" y="274"/>
                  </a:cubicBezTo>
                  <a:cubicBezTo>
                    <a:pt x="74" y="331"/>
                    <a:pt x="74" y="331"/>
                    <a:pt x="74" y="331"/>
                  </a:cubicBezTo>
                  <a:cubicBezTo>
                    <a:pt x="61" y="373"/>
                    <a:pt x="61" y="373"/>
                    <a:pt x="61" y="373"/>
                  </a:cubicBezTo>
                  <a:cubicBezTo>
                    <a:pt x="39" y="404"/>
                    <a:pt x="39" y="404"/>
                    <a:pt x="39" y="404"/>
                  </a:cubicBezTo>
                  <a:cubicBezTo>
                    <a:pt x="35" y="440"/>
                    <a:pt x="35" y="440"/>
                    <a:pt x="35" y="440"/>
                  </a:cubicBezTo>
                  <a:cubicBezTo>
                    <a:pt x="60" y="470"/>
                    <a:pt x="60" y="470"/>
                    <a:pt x="60" y="470"/>
                  </a:cubicBezTo>
                  <a:cubicBezTo>
                    <a:pt x="66" y="495"/>
                    <a:pt x="66" y="495"/>
                    <a:pt x="66" y="495"/>
                  </a:cubicBezTo>
                  <a:cubicBezTo>
                    <a:pt x="60" y="521"/>
                    <a:pt x="60" y="521"/>
                    <a:pt x="60" y="521"/>
                  </a:cubicBezTo>
                  <a:cubicBezTo>
                    <a:pt x="49" y="544"/>
                    <a:pt x="49" y="544"/>
                    <a:pt x="49" y="544"/>
                  </a:cubicBezTo>
                  <a:cubicBezTo>
                    <a:pt x="74" y="587"/>
                    <a:pt x="74" y="587"/>
                    <a:pt x="74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6" y="587"/>
                    <a:pt x="216" y="587"/>
                    <a:pt x="216" y="587"/>
                  </a:cubicBezTo>
                  <a:cubicBezTo>
                    <a:pt x="217" y="586"/>
                    <a:pt x="217" y="586"/>
                    <a:pt x="217" y="586"/>
                  </a:cubicBezTo>
                  <a:cubicBezTo>
                    <a:pt x="518" y="594"/>
                    <a:pt x="518" y="594"/>
                    <a:pt x="518" y="594"/>
                  </a:cubicBezTo>
                  <a:cubicBezTo>
                    <a:pt x="517" y="593"/>
                    <a:pt x="517" y="593"/>
                    <a:pt x="517" y="593"/>
                  </a:cubicBezTo>
                  <a:cubicBezTo>
                    <a:pt x="494" y="533"/>
                    <a:pt x="494" y="533"/>
                    <a:pt x="494" y="533"/>
                  </a:cubicBezTo>
                  <a:cubicBezTo>
                    <a:pt x="482" y="512"/>
                    <a:pt x="482" y="512"/>
                    <a:pt x="482" y="512"/>
                  </a:cubicBezTo>
                  <a:cubicBezTo>
                    <a:pt x="450" y="488"/>
                    <a:pt x="450" y="488"/>
                    <a:pt x="450" y="488"/>
                  </a:cubicBezTo>
                  <a:cubicBezTo>
                    <a:pt x="441" y="494"/>
                    <a:pt x="441" y="494"/>
                    <a:pt x="441" y="494"/>
                  </a:cubicBezTo>
                  <a:cubicBezTo>
                    <a:pt x="427" y="489"/>
                    <a:pt x="427" y="489"/>
                    <a:pt x="427" y="489"/>
                  </a:cubicBezTo>
                  <a:cubicBezTo>
                    <a:pt x="411" y="485"/>
                    <a:pt x="411" y="485"/>
                    <a:pt x="411" y="485"/>
                  </a:cubicBezTo>
                  <a:cubicBezTo>
                    <a:pt x="401" y="468"/>
                    <a:pt x="401" y="468"/>
                    <a:pt x="401" y="468"/>
                  </a:cubicBezTo>
                  <a:cubicBezTo>
                    <a:pt x="377" y="468"/>
                    <a:pt x="377" y="468"/>
                    <a:pt x="377" y="468"/>
                  </a:cubicBezTo>
                  <a:cubicBezTo>
                    <a:pt x="339" y="461"/>
                    <a:pt x="339" y="461"/>
                    <a:pt x="339" y="461"/>
                  </a:cubicBezTo>
                  <a:cubicBezTo>
                    <a:pt x="339" y="461"/>
                    <a:pt x="323" y="451"/>
                    <a:pt x="318" y="451"/>
                  </a:cubicBezTo>
                  <a:cubicBezTo>
                    <a:pt x="314" y="451"/>
                    <a:pt x="322" y="421"/>
                    <a:pt x="322" y="421"/>
                  </a:cubicBezTo>
                  <a:cubicBezTo>
                    <a:pt x="322" y="377"/>
                    <a:pt x="322" y="377"/>
                    <a:pt x="322" y="377"/>
                  </a:cubicBezTo>
                  <a:cubicBezTo>
                    <a:pt x="317" y="349"/>
                    <a:pt x="317" y="349"/>
                    <a:pt x="317" y="349"/>
                  </a:cubicBezTo>
                  <a:cubicBezTo>
                    <a:pt x="301" y="333"/>
                    <a:pt x="301" y="333"/>
                    <a:pt x="301" y="333"/>
                  </a:cubicBezTo>
                  <a:cubicBezTo>
                    <a:pt x="292" y="290"/>
                    <a:pt x="292" y="290"/>
                    <a:pt x="292" y="290"/>
                  </a:cubicBezTo>
                  <a:cubicBezTo>
                    <a:pt x="298" y="263"/>
                    <a:pt x="298" y="263"/>
                    <a:pt x="298" y="263"/>
                  </a:cubicBezTo>
                  <a:cubicBezTo>
                    <a:pt x="309" y="256"/>
                    <a:pt x="309" y="256"/>
                    <a:pt x="309" y="256"/>
                  </a:cubicBezTo>
                  <a:cubicBezTo>
                    <a:pt x="325" y="268"/>
                    <a:pt x="325" y="268"/>
                    <a:pt x="325" y="268"/>
                  </a:cubicBezTo>
                  <a:cubicBezTo>
                    <a:pt x="348" y="266"/>
                    <a:pt x="348" y="266"/>
                    <a:pt x="348" y="266"/>
                  </a:cubicBezTo>
                  <a:cubicBezTo>
                    <a:pt x="364" y="249"/>
                    <a:pt x="364" y="249"/>
                    <a:pt x="364" y="249"/>
                  </a:cubicBezTo>
                  <a:cubicBezTo>
                    <a:pt x="398" y="233"/>
                    <a:pt x="398" y="233"/>
                    <a:pt x="398" y="233"/>
                  </a:cubicBezTo>
                  <a:cubicBezTo>
                    <a:pt x="389" y="204"/>
                    <a:pt x="389" y="204"/>
                    <a:pt x="389" y="204"/>
                  </a:cubicBezTo>
                  <a:cubicBezTo>
                    <a:pt x="370" y="188"/>
                    <a:pt x="370" y="188"/>
                    <a:pt x="370" y="188"/>
                  </a:cubicBezTo>
                  <a:cubicBezTo>
                    <a:pt x="350" y="162"/>
                    <a:pt x="350" y="162"/>
                    <a:pt x="350" y="162"/>
                  </a:cubicBezTo>
                  <a:cubicBezTo>
                    <a:pt x="346" y="133"/>
                    <a:pt x="346" y="133"/>
                    <a:pt x="346" y="133"/>
                  </a:cubicBezTo>
                  <a:cubicBezTo>
                    <a:pt x="349" y="113"/>
                    <a:pt x="349" y="113"/>
                    <a:pt x="349" y="113"/>
                  </a:cubicBezTo>
                  <a:cubicBezTo>
                    <a:pt x="379" y="105"/>
                    <a:pt x="379" y="105"/>
                    <a:pt x="379" y="105"/>
                  </a:cubicBezTo>
                  <a:cubicBezTo>
                    <a:pt x="408" y="122"/>
                    <a:pt x="408" y="122"/>
                    <a:pt x="408" y="122"/>
                  </a:cubicBezTo>
                  <a:cubicBezTo>
                    <a:pt x="419" y="101"/>
                    <a:pt x="419" y="101"/>
                    <a:pt x="419" y="101"/>
                  </a:cubicBezTo>
                  <a:cubicBezTo>
                    <a:pt x="421" y="69"/>
                    <a:pt x="421" y="69"/>
                    <a:pt x="421" y="69"/>
                  </a:cubicBezTo>
                  <a:cubicBezTo>
                    <a:pt x="394" y="61"/>
                    <a:pt x="394" y="61"/>
                    <a:pt x="394" y="61"/>
                  </a:cubicBezTo>
                  <a:cubicBezTo>
                    <a:pt x="375" y="50"/>
                    <a:pt x="375" y="50"/>
                    <a:pt x="375" y="50"/>
                  </a:cubicBezTo>
                  <a:cubicBezTo>
                    <a:pt x="344" y="50"/>
                    <a:pt x="344" y="50"/>
                    <a:pt x="344" y="50"/>
                  </a:cubicBezTo>
                  <a:cubicBezTo>
                    <a:pt x="326" y="39"/>
                    <a:pt x="326" y="39"/>
                    <a:pt x="326" y="39"/>
                  </a:cubicBezTo>
                  <a:cubicBezTo>
                    <a:pt x="288" y="12"/>
                    <a:pt x="288" y="12"/>
                    <a:pt x="288" y="12"/>
                  </a:cubicBezTo>
                  <a:cubicBezTo>
                    <a:pt x="273" y="25"/>
                    <a:pt x="273" y="25"/>
                    <a:pt x="273" y="25"/>
                  </a:cubicBezTo>
                  <a:cubicBezTo>
                    <a:pt x="242" y="35"/>
                    <a:pt x="242" y="35"/>
                    <a:pt x="242" y="35"/>
                  </a:cubicBezTo>
                  <a:lnTo>
                    <a:pt x="207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5360988" y="2881313"/>
              <a:ext cx="661988" cy="757237"/>
            </a:xfrm>
            <a:custGeom>
              <a:rect b="b" l="l" r="r" t="t"/>
              <a:pathLst>
                <a:path extrusionOk="0" h="363" w="317">
                  <a:moveTo>
                    <a:pt x="296" y="0"/>
                  </a:moveTo>
                  <a:cubicBezTo>
                    <a:pt x="285" y="8"/>
                    <a:pt x="285" y="8"/>
                    <a:pt x="285" y="8"/>
                  </a:cubicBezTo>
                  <a:cubicBezTo>
                    <a:pt x="264" y="9"/>
                    <a:pt x="264" y="9"/>
                    <a:pt x="264" y="9"/>
                  </a:cubicBezTo>
                  <a:cubicBezTo>
                    <a:pt x="268" y="17"/>
                    <a:pt x="268" y="17"/>
                    <a:pt x="268" y="17"/>
                  </a:cubicBezTo>
                  <a:cubicBezTo>
                    <a:pt x="246" y="12"/>
                    <a:pt x="246" y="12"/>
                    <a:pt x="246" y="12"/>
                  </a:cubicBezTo>
                  <a:cubicBezTo>
                    <a:pt x="240" y="23"/>
                    <a:pt x="240" y="23"/>
                    <a:pt x="240" y="23"/>
                  </a:cubicBezTo>
                  <a:cubicBezTo>
                    <a:pt x="252" y="31"/>
                    <a:pt x="252" y="31"/>
                    <a:pt x="252" y="31"/>
                  </a:cubicBezTo>
                  <a:cubicBezTo>
                    <a:pt x="247" y="36"/>
                    <a:pt x="247" y="36"/>
                    <a:pt x="247" y="36"/>
                  </a:cubicBezTo>
                  <a:cubicBezTo>
                    <a:pt x="235" y="34"/>
                    <a:pt x="235" y="34"/>
                    <a:pt x="235" y="34"/>
                  </a:cubicBezTo>
                  <a:cubicBezTo>
                    <a:pt x="229" y="37"/>
                    <a:pt x="229" y="37"/>
                    <a:pt x="229" y="37"/>
                  </a:cubicBezTo>
                  <a:cubicBezTo>
                    <a:pt x="209" y="35"/>
                    <a:pt x="209" y="35"/>
                    <a:pt x="209" y="35"/>
                  </a:cubicBezTo>
                  <a:cubicBezTo>
                    <a:pt x="198" y="41"/>
                    <a:pt x="198" y="41"/>
                    <a:pt x="198" y="41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43" y="44"/>
                    <a:pt x="143" y="44"/>
                    <a:pt x="143" y="44"/>
                  </a:cubicBezTo>
                  <a:cubicBezTo>
                    <a:pt x="121" y="25"/>
                    <a:pt x="121" y="25"/>
                    <a:pt x="121" y="25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3" y="29"/>
                    <a:pt x="93" y="29"/>
                    <a:pt x="93" y="29"/>
                  </a:cubicBezTo>
                  <a:cubicBezTo>
                    <a:pt x="76" y="30"/>
                    <a:pt x="76" y="30"/>
                    <a:pt x="76" y="30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46" y="44"/>
                    <a:pt x="46" y="44"/>
                    <a:pt x="46" y="44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82" y="75"/>
                    <a:pt x="82" y="75"/>
                    <a:pt x="82" y="75"/>
                  </a:cubicBezTo>
                  <a:cubicBezTo>
                    <a:pt x="93" y="101"/>
                    <a:pt x="93" y="101"/>
                    <a:pt x="93" y="101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0" y="168"/>
                    <a:pt x="70" y="168"/>
                    <a:pt x="70" y="168"/>
                  </a:cubicBezTo>
                  <a:cubicBezTo>
                    <a:pt x="59" y="172"/>
                    <a:pt x="59" y="172"/>
                    <a:pt x="59" y="172"/>
                  </a:cubicBezTo>
                  <a:cubicBezTo>
                    <a:pt x="49" y="184"/>
                    <a:pt x="49" y="184"/>
                    <a:pt x="49" y="184"/>
                  </a:cubicBezTo>
                  <a:cubicBezTo>
                    <a:pt x="75" y="192"/>
                    <a:pt x="75" y="192"/>
                    <a:pt x="75" y="192"/>
                  </a:cubicBezTo>
                  <a:cubicBezTo>
                    <a:pt x="73" y="224"/>
                    <a:pt x="73" y="224"/>
                    <a:pt x="73" y="224"/>
                  </a:cubicBezTo>
                  <a:cubicBezTo>
                    <a:pt x="62" y="245"/>
                    <a:pt x="62" y="245"/>
                    <a:pt x="62" y="245"/>
                  </a:cubicBezTo>
                  <a:cubicBezTo>
                    <a:pt x="33" y="228"/>
                    <a:pt x="33" y="228"/>
                    <a:pt x="33" y="228"/>
                  </a:cubicBezTo>
                  <a:cubicBezTo>
                    <a:pt x="3" y="236"/>
                    <a:pt x="3" y="236"/>
                    <a:pt x="3" y="236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4" y="285"/>
                    <a:pt x="4" y="285"/>
                    <a:pt x="4" y="285"/>
                  </a:cubicBezTo>
                  <a:cubicBezTo>
                    <a:pt x="24" y="311"/>
                    <a:pt x="24" y="311"/>
                    <a:pt x="24" y="311"/>
                  </a:cubicBezTo>
                  <a:cubicBezTo>
                    <a:pt x="43" y="327"/>
                    <a:pt x="43" y="327"/>
                    <a:pt x="43" y="327"/>
                  </a:cubicBezTo>
                  <a:cubicBezTo>
                    <a:pt x="50" y="350"/>
                    <a:pt x="50" y="350"/>
                    <a:pt x="50" y="350"/>
                  </a:cubicBezTo>
                  <a:cubicBezTo>
                    <a:pt x="56" y="355"/>
                    <a:pt x="63" y="360"/>
                    <a:pt x="63" y="360"/>
                  </a:cubicBezTo>
                  <a:cubicBezTo>
                    <a:pt x="107" y="363"/>
                    <a:pt x="107" y="363"/>
                    <a:pt x="107" y="363"/>
                  </a:cubicBezTo>
                  <a:cubicBezTo>
                    <a:pt x="126" y="358"/>
                    <a:pt x="126" y="358"/>
                    <a:pt x="126" y="358"/>
                  </a:cubicBezTo>
                  <a:cubicBezTo>
                    <a:pt x="131" y="334"/>
                    <a:pt x="131" y="334"/>
                    <a:pt x="131" y="334"/>
                  </a:cubicBezTo>
                  <a:cubicBezTo>
                    <a:pt x="146" y="347"/>
                    <a:pt x="146" y="347"/>
                    <a:pt x="146" y="347"/>
                  </a:cubicBezTo>
                  <a:cubicBezTo>
                    <a:pt x="163" y="341"/>
                    <a:pt x="163" y="341"/>
                    <a:pt x="163" y="341"/>
                  </a:cubicBezTo>
                  <a:cubicBezTo>
                    <a:pt x="169" y="329"/>
                    <a:pt x="169" y="329"/>
                    <a:pt x="169" y="329"/>
                  </a:cubicBezTo>
                  <a:cubicBezTo>
                    <a:pt x="199" y="324"/>
                    <a:pt x="199" y="324"/>
                    <a:pt x="199" y="324"/>
                  </a:cubicBezTo>
                  <a:cubicBezTo>
                    <a:pt x="207" y="314"/>
                    <a:pt x="207" y="314"/>
                    <a:pt x="207" y="314"/>
                  </a:cubicBezTo>
                  <a:cubicBezTo>
                    <a:pt x="221" y="324"/>
                    <a:pt x="221" y="324"/>
                    <a:pt x="221" y="324"/>
                  </a:cubicBezTo>
                  <a:cubicBezTo>
                    <a:pt x="241" y="301"/>
                    <a:pt x="241" y="301"/>
                    <a:pt x="241" y="301"/>
                  </a:cubicBezTo>
                  <a:cubicBezTo>
                    <a:pt x="257" y="294"/>
                    <a:pt x="257" y="294"/>
                    <a:pt x="257" y="294"/>
                  </a:cubicBezTo>
                  <a:cubicBezTo>
                    <a:pt x="273" y="284"/>
                    <a:pt x="273" y="284"/>
                    <a:pt x="273" y="284"/>
                  </a:cubicBezTo>
                  <a:cubicBezTo>
                    <a:pt x="271" y="261"/>
                    <a:pt x="271" y="261"/>
                    <a:pt x="271" y="261"/>
                  </a:cubicBezTo>
                  <a:cubicBezTo>
                    <a:pt x="269" y="239"/>
                    <a:pt x="269" y="239"/>
                    <a:pt x="269" y="239"/>
                  </a:cubicBezTo>
                  <a:cubicBezTo>
                    <a:pt x="274" y="224"/>
                    <a:pt x="274" y="224"/>
                    <a:pt x="274" y="224"/>
                  </a:cubicBezTo>
                  <a:cubicBezTo>
                    <a:pt x="276" y="205"/>
                    <a:pt x="276" y="205"/>
                    <a:pt x="276" y="205"/>
                  </a:cubicBezTo>
                  <a:cubicBezTo>
                    <a:pt x="280" y="188"/>
                    <a:pt x="280" y="188"/>
                    <a:pt x="280" y="188"/>
                  </a:cubicBezTo>
                  <a:cubicBezTo>
                    <a:pt x="279" y="174"/>
                    <a:pt x="279" y="174"/>
                    <a:pt x="279" y="174"/>
                  </a:cubicBezTo>
                  <a:cubicBezTo>
                    <a:pt x="286" y="142"/>
                    <a:pt x="286" y="142"/>
                    <a:pt x="286" y="142"/>
                  </a:cubicBezTo>
                  <a:cubicBezTo>
                    <a:pt x="286" y="118"/>
                    <a:pt x="286" y="118"/>
                    <a:pt x="286" y="118"/>
                  </a:cubicBezTo>
                  <a:cubicBezTo>
                    <a:pt x="286" y="106"/>
                    <a:pt x="286" y="106"/>
                    <a:pt x="286" y="106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03" y="77"/>
                    <a:pt x="303" y="77"/>
                    <a:pt x="303" y="77"/>
                  </a:cubicBezTo>
                  <a:cubicBezTo>
                    <a:pt x="317" y="59"/>
                    <a:pt x="317" y="59"/>
                    <a:pt x="317" y="59"/>
                  </a:cubicBezTo>
                  <a:cubicBezTo>
                    <a:pt x="317" y="46"/>
                    <a:pt x="317" y="46"/>
                    <a:pt x="317" y="46"/>
                  </a:cubicBezTo>
                  <a:cubicBezTo>
                    <a:pt x="315" y="22"/>
                    <a:pt x="315" y="22"/>
                    <a:pt x="315" y="22"/>
                  </a:cubicBezTo>
                  <a:cubicBezTo>
                    <a:pt x="313" y="20"/>
                    <a:pt x="313" y="20"/>
                    <a:pt x="313" y="20"/>
                  </a:cubicBezTo>
                  <a:cubicBezTo>
                    <a:pt x="298" y="20"/>
                    <a:pt x="298" y="20"/>
                    <a:pt x="298" y="20"/>
                  </a:cubicBezTo>
                  <a:cubicBezTo>
                    <a:pt x="304" y="4"/>
                    <a:pt x="304" y="4"/>
                    <a:pt x="304" y="4"/>
                  </a:cubicBezTo>
                  <a:lnTo>
                    <a:pt x="296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5375275" y="2201863"/>
              <a:ext cx="973138" cy="771525"/>
            </a:xfrm>
            <a:custGeom>
              <a:rect b="b" l="l" r="r" t="t"/>
              <a:pathLst>
                <a:path extrusionOk="0" h="369" w="466">
                  <a:moveTo>
                    <a:pt x="382" y="0"/>
                  </a:moveTo>
                  <a:cubicBezTo>
                    <a:pt x="368" y="1"/>
                    <a:pt x="368" y="1"/>
                    <a:pt x="368" y="1"/>
                  </a:cubicBezTo>
                  <a:cubicBezTo>
                    <a:pt x="349" y="7"/>
                    <a:pt x="349" y="7"/>
                    <a:pt x="349" y="7"/>
                  </a:cubicBezTo>
                  <a:cubicBezTo>
                    <a:pt x="346" y="23"/>
                    <a:pt x="346" y="23"/>
                    <a:pt x="346" y="23"/>
                  </a:cubicBezTo>
                  <a:cubicBezTo>
                    <a:pt x="341" y="45"/>
                    <a:pt x="341" y="45"/>
                    <a:pt x="341" y="45"/>
                  </a:cubicBezTo>
                  <a:cubicBezTo>
                    <a:pt x="341" y="61"/>
                    <a:pt x="341" y="61"/>
                    <a:pt x="341" y="61"/>
                  </a:cubicBezTo>
                  <a:cubicBezTo>
                    <a:pt x="338" y="66"/>
                    <a:pt x="338" y="66"/>
                    <a:pt x="338" y="66"/>
                  </a:cubicBezTo>
                  <a:cubicBezTo>
                    <a:pt x="320" y="67"/>
                    <a:pt x="320" y="67"/>
                    <a:pt x="320" y="67"/>
                  </a:cubicBezTo>
                  <a:cubicBezTo>
                    <a:pt x="313" y="76"/>
                    <a:pt x="313" y="76"/>
                    <a:pt x="313" y="76"/>
                  </a:cubicBezTo>
                  <a:cubicBezTo>
                    <a:pt x="319" y="100"/>
                    <a:pt x="319" y="100"/>
                    <a:pt x="319" y="100"/>
                  </a:cubicBezTo>
                  <a:cubicBezTo>
                    <a:pt x="317" y="136"/>
                    <a:pt x="317" y="136"/>
                    <a:pt x="317" y="136"/>
                  </a:cubicBezTo>
                  <a:cubicBezTo>
                    <a:pt x="317" y="143"/>
                    <a:pt x="317" y="143"/>
                    <a:pt x="317" y="143"/>
                  </a:cubicBezTo>
                  <a:cubicBezTo>
                    <a:pt x="318" y="155"/>
                    <a:pt x="318" y="155"/>
                    <a:pt x="318" y="155"/>
                  </a:cubicBezTo>
                  <a:cubicBezTo>
                    <a:pt x="294" y="165"/>
                    <a:pt x="294" y="165"/>
                    <a:pt x="294" y="165"/>
                  </a:cubicBezTo>
                  <a:cubicBezTo>
                    <a:pt x="284" y="184"/>
                    <a:pt x="284" y="184"/>
                    <a:pt x="284" y="184"/>
                  </a:cubicBezTo>
                  <a:cubicBezTo>
                    <a:pt x="270" y="176"/>
                    <a:pt x="270" y="176"/>
                    <a:pt x="270" y="176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49" y="176"/>
                    <a:pt x="249" y="176"/>
                    <a:pt x="249" y="176"/>
                  </a:cubicBezTo>
                  <a:cubicBezTo>
                    <a:pt x="244" y="164"/>
                    <a:pt x="244" y="164"/>
                    <a:pt x="244" y="164"/>
                  </a:cubicBezTo>
                  <a:cubicBezTo>
                    <a:pt x="255" y="144"/>
                    <a:pt x="255" y="144"/>
                    <a:pt x="255" y="144"/>
                  </a:cubicBezTo>
                  <a:cubicBezTo>
                    <a:pt x="249" y="134"/>
                    <a:pt x="249" y="134"/>
                    <a:pt x="249" y="134"/>
                  </a:cubicBezTo>
                  <a:cubicBezTo>
                    <a:pt x="234" y="149"/>
                    <a:pt x="234" y="149"/>
                    <a:pt x="234" y="149"/>
                  </a:cubicBezTo>
                  <a:cubicBezTo>
                    <a:pt x="218" y="143"/>
                    <a:pt x="218" y="143"/>
                    <a:pt x="218" y="143"/>
                  </a:cubicBezTo>
                  <a:cubicBezTo>
                    <a:pt x="189" y="159"/>
                    <a:pt x="189" y="159"/>
                    <a:pt x="189" y="159"/>
                  </a:cubicBezTo>
                  <a:cubicBezTo>
                    <a:pt x="157" y="155"/>
                    <a:pt x="157" y="155"/>
                    <a:pt x="157" y="155"/>
                  </a:cubicBezTo>
                  <a:cubicBezTo>
                    <a:pt x="152" y="160"/>
                    <a:pt x="152" y="160"/>
                    <a:pt x="152" y="160"/>
                  </a:cubicBezTo>
                  <a:cubicBezTo>
                    <a:pt x="125" y="157"/>
                    <a:pt x="125" y="157"/>
                    <a:pt x="125" y="157"/>
                  </a:cubicBezTo>
                  <a:cubicBezTo>
                    <a:pt x="112" y="154"/>
                    <a:pt x="112" y="154"/>
                    <a:pt x="112" y="154"/>
                  </a:cubicBezTo>
                  <a:cubicBezTo>
                    <a:pt x="103" y="190"/>
                    <a:pt x="103" y="190"/>
                    <a:pt x="103" y="190"/>
                  </a:cubicBezTo>
                  <a:cubicBezTo>
                    <a:pt x="106" y="216"/>
                    <a:pt x="106" y="216"/>
                    <a:pt x="106" y="216"/>
                  </a:cubicBezTo>
                  <a:cubicBezTo>
                    <a:pt x="96" y="226"/>
                    <a:pt x="96" y="226"/>
                    <a:pt x="96" y="226"/>
                  </a:cubicBezTo>
                  <a:cubicBezTo>
                    <a:pt x="66" y="227"/>
                    <a:pt x="66" y="227"/>
                    <a:pt x="66" y="227"/>
                  </a:cubicBezTo>
                  <a:cubicBezTo>
                    <a:pt x="59" y="234"/>
                    <a:pt x="59" y="234"/>
                    <a:pt x="59" y="234"/>
                  </a:cubicBezTo>
                  <a:cubicBezTo>
                    <a:pt x="48" y="223"/>
                    <a:pt x="48" y="223"/>
                    <a:pt x="48" y="223"/>
                  </a:cubicBezTo>
                  <a:cubicBezTo>
                    <a:pt x="25" y="225"/>
                    <a:pt x="25" y="225"/>
                    <a:pt x="25" y="225"/>
                  </a:cubicBezTo>
                  <a:cubicBezTo>
                    <a:pt x="20" y="229"/>
                    <a:pt x="20" y="229"/>
                    <a:pt x="20" y="229"/>
                  </a:cubicBezTo>
                  <a:cubicBezTo>
                    <a:pt x="33" y="255"/>
                    <a:pt x="33" y="255"/>
                    <a:pt x="33" y="255"/>
                  </a:cubicBezTo>
                  <a:cubicBezTo>
                    <a:pt x="25" y="260"/>
                    <a:pt x="25" y="260"/>
                    <a:pt x="25" y="260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0" y="255"/>
                    <a:pt x="0" y="255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33" y="290"/>
                    <a:pt x="33" y="290"/>
                    <a:pt x="33" y="290"/>
                  </a:cubicBezTo>
                  <a:cubicBezTo>
                    <a:pt x="35" y="312"/>
                    <a:pt x="35" y="312"/>
                    <a:pt x="35" y="312"/>
                  </a:cubicBezTo>
                  <a:cubicBezTo>
                    <a:pt x="58" y="332"/>
                    <a:pt x="58" y="332"/>
                    <a:pt x="58" y="332"/>
                  </a:cubicBezTo>
                  <a:cubicBezTo>
                    <a:pt x="66" y="356"/>
                    <a:pt x="66" y="356"/>
                    <a:pt x="66" y="356"/>
                  </a:cubicBezTo>
                  <a:cubicBezTo>
                    <a:pt x="66" y="357"/>
                    <a:pt x="66" y="357"/>
                    <a:pt x="66" y="357"/>
                  </a:cubicBezTo>
                  <a:cubicBezTo>
                    <a:pt x="69" y="355"/>
                    <a:pt x="69" y="355"/>
                    <a:pt x="69" y="355"/>
                  </a:cubicBezTo>
                  <a:cubicBezTo>
                    <a:pt x="86" y="354"/>
                    <a:pt x="86" y="354"/>
                    <a:pt x="86" y="354"/>
                  </a:cubicBezTo>
                  <a:cubicBezTo>
                    <a:pt x="101" y="349"/>
                    <a:pt x="101" y="349"/>
                    <a:pt x="101" y="349"/>
                  </a:cubicBezTo>
                  <a:cubicBezTo>
                    <a:pt x="114" y="350"/>
                    <a:pt x="114" y="350"/>
                    <a:pt x="114" y="350"/>
                  </a:cubicBezTo>
                  <a:cubicBezTo>
                    <a:pt x="136" y="369"/>
                    <a:pt x="136" y="369"/>
                    <a:pt x="136" y="369"/>
                  </a:cubicBezTo>
                  <a:cubicBezTo>
                    <a:pt x="173" y="361"/>
                    <a:pt x="173" y="361"/>
                    <a:pt x="173" y="361"/>
                  </a:cubicBezTo>
                  <a:cubicBezTo>
                    <a:pt x="191" y="366"/>
                    <a:pt x="191" y="366"/>
                    <a:pt x="191" y="366"/>
                  </a:cubicBezTo>
                  <a:cubicBezTo>
                    <a:pt x="202" y="360"/>
                    <a:pt x="202" y="360"/>
                    <a:pt x="202" y="360"/>
                  </a:cubicBezTo>
                  <a:cubicBezTo>
                    <a:pt x="222" y="362"/>
                    <a:pt x="222" y="362"/>
                    <a:pt x="222" y="362"/>
                  </a:cubicBezTo>
                  <a:cubicBezTo>
                    <a:pt x="228" y="359"/>
                    <a:pt x="228" y="359"/>
                    <a:pt x="228" y="359"/>
                  </a:cubicBezTo>
                  <a:cubicBezTo>
                    <a:pt x="240" y="361"/>
                    <a:pt x="240" y="361"/>
                    <a:pt x="240" y="361"/>
                  </a:cubicBezTo>
                  <a:cubicBezTo>
                    <a:pt x="245" y="356"/>
                    <a:pt x="245" y="356"/>
                    <a:pt x="245" y="356"/>
                  </a:cubicBezTo>
                  <a:cubicBezTo>
                    <a:pt x="233" y="348"/>
                    <a:pt x="233" y="348"/>
                    <a:pt x="233" y="348"/>
                  </a:cubicBezTo>
                  <a:cubicBezTo>
                    <a:pt x="239" y="337"/>
                    <a:pt x="239" y="337"/>
                    <a:pt x="239" y="337"/>
                  </a:cubicBezTo>
                  <a:cubicBezTo>
                    <a:pt x="261" y="342"/>
                    <a:pt x="261" y="342"/>
                    <a:pt x="261" y="342"/>
                  </a:cubicBezTo>
                  <a:cubicBezTo>
                    <a:pt x="257" y="334"/>
                    <a:pt x="257" y="334"/>
                    <a:pt x="257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89" y="325"/>
                    <a:pt x="289" y="325"/>
                    <a:pt x="289" y="325"/>
                  </a:cubicBezTo>
                  <a:cubicBezTo>
                    <a:pt x="297" y="329"/>
                    <a:pt x="297" y="329"/>
                    <a:pt x="297" y="329"/>
                  </a:cubicBezTo>
                  <a:cubicBezTo>
                    <a:pt x="291" y="345"/>
                    <a:pt x="291" y="345"/>
                    <a:pt x="291" y="345"/>
                  </a:cubicBezTo>
                  <a:cubicBezTo>
                    <a:pt x="306" y="345"/>
                    <a:pt x="306" y="345"/>
                    <a:pt x="306" y="345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08" y="347"/>
                    <a:pt x="308" y="347"/>
                    <a:pt x="308" y="347"/>
                  </a:cubicBezTo>
                  <a:cubicBezTo>
                    <a:pt x="330" y="337"/>
                    <a:pt x="330" y="337"/>
                    <a:pt x="330" y="337"/>
                  </a:cubicBezTo>
                  <a:cubicBezTo>
                    <a:pt x="341" y="315"/>
                    <a:pt x="341" y="315"/>
                    <a:pt x="341" y="315"/>
                  </a:cubicBezTo>
                  <a:cubicBezTo>
                    <a:pt x="351" y="304"/>
                    <a:pt x="351" y="304"/>
                    <a:pt x="351" y="304"/>
                  </a:cubicBezTo>
                  <a:cubicBezTo>
                    <a:pt x="369" y="300"/>
                    <a:pt x="369" y="300"/>
                    <a:pt x="369" y="300"/>
                  </a:cubicBezTo>
                  <a:cubicBezTo>
                    <a:pt x="370" y="300"/>
                    <a:pt x="370" y="300"/>
                    <a:pt x="370" y="300"/>
                  </a:cubicBezTo>
                  <a:cubicBezTo>
                    <a:pt x="364" y="294"/>
                    <a:pt x="364" y="294"/>
                    <a:pt x="364" y="294"/>
                  </a:cubicBezTo>
                  <a:cubicBezTo>
                    <a:pt x="360" y="293"/>
                    <a:pt x="360" y="293"/>
                    <a:pt x="360" y="293"/>
                  </a:cubicBezTo>
                  <a:cubicBezTo>
                    <a:pt x="361" y="286"/>
                    <a:pt x="361" y="286"/>
                    <a:pt x="361" y="286"/>
                  </a:cubicBezTo>
                  <a:cubicBezTo>
                    <a:pt x="370" y="275"/>
                    <a:pt x="370" y="275"/>
                    <a:pt x="370" y="275"/>
                  </a:cubicBezTo>
                  <a:cubicBezTo>
                    <a:pt x="373" y="264"/>
                    <a:pt x="373" y="264"/>
                    <a:pt x="373" y="264"/>
                  </a:cubicBezTo>
                  <a:cubicBezTo>
                    <a:pt x="384" y="254"/>
                    <a:pt x="384" y="254"/>
                    <a:pt x="384" y="254"/>
                  </a:cubicBezTo>
                  <a:cubicBezTo>
                    <a:pt x="411" y="229"/>
                    <a:pt x="411" y="229"/>
                    <a:pt x="411" y="229"/>
                  </a:cubicBezTo>
                  <a:cubicBezTo>
                    <a:pt x="427" y="212"/>
                    <a:pt x="427" y="212"/>
                    <a:pt x="427" y="212"/>
                  </a:cubicBezTo>
                  <a:cubicBezTo>
                    <a:pt x="432" y="212"/>
                    <a:pt x="432" y="212"/>
                    <a:pt x="432" y="212"/>
                  </a:cubicBezTo>
                  <a:cubicBezTo>
                    <a:pt x="446" y="202"/>
                    <a:pt x="446" y="202"/>
                    <a:pt x="446" y="202"/>
                  </a:cubicBezTo>
                  <a:cubicBezTo>
                    <a:pt x="460" y="190"/>
                    <a:pt x="460" y="190"/>
                    <a:pt x="460" y="190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66" y="183"/>
                    <a:pt x="466" y="183"/>
                    <a:pt x="466" y="183"/>
                  </a:cubicBezTo>
                  <a:cubicBezTo>
                    <a:pt x="458" y="170"/>
                    <a:pt x="458" y="170"/>
                    <a:pt x="458" y="170"/>
                  </a:cubicBezTo>
                  <a:cubicBezTo>
                    <a:pt x="446" y="170"/>
                    <a:pt x="446" y="170"/>
                    <a:pt x="446" y="170"/>
                  </a:cubicBezTo>
                  <a:cubicBezTo>
                    <a:pt x="429" y="154"/>
                    <a:pt x="429" y="154"/>
                    <a:pt x="429" y="154"/>
                  </a:cubicBezTo>
                  <a:cubicBezTo>
                    <a:pt x="423" y="166"/>
                    <a:pt x="423" y="166"/>
                    <a:pt x="423" y="166"/>
                  </a:cubicBezTo>
                  <a:cubicBezTo>
                    <a:pt x="413" y="157"/>
                    <a:pt x="413" y="157"/>
                    <a:pt x="413" y="157"/>
                  </a:cubicBezTo>
                  <a:cubicBezTo>
                    <a:pt x="402" y="147"/>
                    <a:pt x="402" y="147"/>
                    <a:pt x="402" y="147"/>
                  </a:cubicBezTo>
                  <a:cubicBezTo>
                    <a:pt x="410" y="126"/>
                    <a:pt x="410" y="126"/>
                    <a:pt x="410" y="126"/>
                  </a:cubicBezTo>
                  <a:cubicBezTo>
                    <a:pt x="419" y="103"/>
                    <a:pt x="419" y="103"/>
                    <a:pt x="419" y="103"/>
                  </a:cubicBezTo>
                  <a:cubicBezTo>
                    <a:pt x="406" y="84"/>
                    <a:pt x="406" y="84"/>
                    <a:pt x="406" y="84"/>
                  </a:cubicBezTo>
                  <a:cubicBezTo>
                    <a:pt x="407" y="62"/>
                    <a:pt x="407" y="62"/>
                    <a:pt x="407" y="62"/>
                  </a:cubicBezTo>
                  <a:cubicBezTo>
                    <a:pt x="421" y="45"/>
                    <a:pt x="421" y="45"/>
                    <a:pt x="421" y="45"/>
                  </a:cubicBezTo>
                  <a:cubicBezTo>
                    <a:pt x="424" y="31"/>
                    <a:pt x="424" y="31"/>
                    <a:pt x="424" y="31"/>
                  </a:cubicBezTo>
                  <a:cubicBezTo>
                    <a:pt x="416" y="26"/>
                    <a:pt x="416" y="26"/>
                    <a:pt x="416" y="26"/>
                  </a:cubicBezTo>
                  <a:cubicBezTo>
                    <a:pt x="408" y="7"/>
                    <a:pt x="408" y="7"/>
                    <a:pt x="408" y="7"/>
                  </a:cubicBezTo>
                  <a:cubicBezTo>
                    <a:pt x="400" y="7"/>
                    <a:pt x="400" y="7"/>
                    <a:pt x="400" y="7"/>
                  </a:cubicBezTo>
                  <a:cubicBezTo>
                    <a:pt x="384" y="12"/>
                    <a:pt x="384" y="12"/>
                    <a:pt x="384" y="12"/>
                  </a:cubicBezTo>
                  <a:lnTo>
                    <a:pt x="382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1" i="0" sz="13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0"/>
            <p:cNvSpPr/>
            <p:nvPr/>
          </p:nvSpPr>
          <p:spPr>
            <a:xfrm>
              <a:off x="5237163" y="1825625"/>
              <a:ext cx="936625" cy="919162"/>
            </a:xfrm>
            <a:custGeom>
              <a:rect b="b" l="l" r="r" t="t"/>
              <a:pathLst>
                <a:path extrusionOk="0" h="440" w="448">
                  <a:moveTo>
                    <a:pt x="34" y="0"/>
                  </a:moveTo>
                  <a:cubicBezTo>
                    <a:pt x="12" y="11"/>
                    <a:pt x="12" y="11"/>
                    <a:pt x="12" y="11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27" y="73"/>
                    <a:pt x="27" y="73"/>
                    <a:pt x="27" y="73"/>
                  </a:cubicBezTo>
                  <a:cubicBezTo>
                    <a:pt x="41" y="87"/>
                    <a:pt x="41" y="87"/>
                    <a:pt x="41" y="87"/>
                  </a:cubicBezTo>
                  <a:cubicBezTo>
                    <a:pt x="36" y="121"/>
                    <a:pt x="36" y="121"/>
                    <a:pt x="36" y="121"/>
                  </a:cubicBezTo>
                  <a:cubicBezTo>
                    <a:pt x="40" y="140"/>
                    <a:pt x="40" y="140"/>
                    <a:pt x="40" y="140"/>
                  </a:cubicBezTo>
                  <a:cubicBezTo>
                    <a:pt x="39" y="147"/>
                    <a:pt x="39" y="147"/>
                    <a:pt x="39" y="147"/>
                  </a:cubicBezTo>
                  <a:cubicBezTo>
                    <a:pt x="49" y="169"/>
                    <a:pt x="49" y="169"/>
                    <a:pt x="49" y="169"/>
                  </a:cubicBezTo>
                  <a:cubicBezTo>
                    <a:pt x="39" y="213"/>
                    <a:pt x="39" y="213"/>
                    <a:pt x="39" y="213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62" y="220"/>
                    <a:pt x="62" y="220"/>
                    <a:pt x="62" y="220"/>
                  </a:cubicBezTo>
                  <a:cubicBezTo>
                    <a:pt x="78" y="226"/>
                    <a:pt x="78" y="226"/>
                    <a:pt x="78" y="226"/>
                  </a:cubicBezTo>
                  <a:cubicBezTo>
                    <a:pt x="84" y="246"/>
                    <a:pt x="84" y="246"/>
                    <a:pt x="84" y="246"/>
                  </a:cubicBezTo>
                  <a:cubicBezTo>
                    <a:pt x="77" y="255"/>
                    <a:pt x="77" y="255"/>
                    <a:pt x="77" y="255"/>
                  </a:cubicBezTo>
                  <a:cubicBezTo>
                    <a:pt x="74" y="267"/>
                    <a:pt x="74" y="267"/>
                    <a:pt x="74" y="267"/>
                  </a:cubicBezTo>
                  <a:cubicBezTo>
                    <a:pt x="62" y="284"/>
                    <a:pt x="62" y="284"/>
                    <a:pt x="62" y="284"/>
                  </a:cubicBezTo>
                  <a:cubicBezTo>
                    <a:pt x="55" y="286"/>
                    <a:pt x="55" y="286"/>
                    <a:pt x="55" y="286"/>
                  </a:cubicBezTo>
                  <a:cubicBezTo>
                    <a:pt x="45" y="274"/>
                    <a:pt x="45" y="274"/>
                    <a:pt x="45" y="274"/>
                  </a:cubicBezTo>
                  <a:cubicBezTo>
                    <a:pt x="19" y="266"/>
                    <a:pt x="19" y="266"/>
                    <a:pt x="19" y="266"/>
                  </a:cubicBezTo>
                  <a:cubicBezTo>
                    <a:pt x="8" y="262"/>
                    <a:pt x="8" y="262"/>
                    <a:pt x="8" y="262"/>
                  </a:cubicBezTo>
                  <a:cubicBezTo>
                    <a:pt x="11" y="281"/>
                    <a:pt x="11" y="281"/>
                    <a:pt x="11" y="281"/>
                  </a:cubicBezTo>
                  <a:cubicBezTo>
                    <a:pt x="1" y="286"/>
                    <a:pt x="1" y="286"/>
                    <a:pt x="1" y="286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7" y="309"/>
                    <a:pt x="17" y="309"/>
                    <a:pt x="17" y="309"/>
                  </a:cubicBezTo>
                  <a:cubicBezTo>
                    <a:pt x="29" y="342"/>
                    <a:pt x="29" y="342"/>
                    <a:pt x="29" y="342"/>
                  </a:cubicBezTo>
                  <a:cubicBezTo>
                    <a:pt x="22" y="357"/>
                    <a:pt x="22" y="357"/>
                    <a:pt x="22" y="357"/>
                  </a:cubicBezTo>
                  <a:cubicBezTo>
                    <a:pt x="22" y="357"/>
                    <a:pt x="20" y="362"/>
                    <a:pt x="19" y="364"/>
                  </a:cubicBezTo>
                  <a:cubicBezTo>
                    <a:pt x="31" y="373"/>
                    <a:pt x="31" y="373"/>
                    <a:pt x="31" y="373"/>
                  </a:cubicBezTo>
                  <a:cubicBezTo>
                    <a:pt x="47" y="378"/>
                    <a:pt x="47" y="378"/>
                    <a:pt x="47" y="378"/>
                  </a:cubicBezTo>
                  <a:cubicBezTo>
                    <a:pt x="53" y="408"/>
                    <a:pt x="53" y="408"/>
                    <a:pt x="53" y="408"/>
                  </a:cubicBezTo>
                  <a:cubicBezTo>
                    <a:pt x="39" y="431"/>
                    <a:pt x="39" y="431"/>
                    <a:pt x="39" y="431"/>
                  </a:cubicBezTo>
                  <a:cubicBezTo>
                    <a:pt x="57" y="437"/>
                    <a:pt x="57" y="437"/>
                    <a:pt x="57" y="437"/>
                  </a:cubicBezTo>
                  <a:cubicBezTo>
                    <a:pt x="66" y="434"/>
                    <a:pt x="66" y="434"/>
                    <a:pt x="66" y="434"/>
                  </a:cubicBezTo>
                  <a:cubicBezTo>
                    <a:pt x="66" y="435"/>
                    <a:pt x="66" y="435"/>
                    <a:pt x="66" y="435"/>
                  </a:cubicBezTo>
                  <a:cubicBezTo>
                    <a:pt x="66" y="435"/>
                    <a:pt x="68" y="434"/>
                    <a:pt x="68" y="434"/>
                  </a:cubicBezTo>
                  <a:cubicBezTo>
                    <a:pt x="91" y="440"/>
                    <a:pt x="91" y="440"/>
                    <a:pt x="91" y="440"/>
                  </a:cubicBezTo>
                  <a:cubicBezTo>
                    <a:pt x="99" y="435"/>
                    <a:pt x="99" y="435"/>
                    <a:pt x="99" y="435"/>
                  </a:cubicBezTo>
                  <a:cubicBezTo>
                    <a:pt x="86" y="409"/>
                    <a:pt x="86" y="409"/>
                    <a:pt x="86" y="409"/>
                  </a:cubicBezTo>
                  <a:cubicBezTo>
                    <a:pt x="91" y="405"/>
                    <a:pt x="91" y="405"/>
                    <a:pt x="91" y="405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25" y="414"/>
                    <a:pt x="125" y="414"/>
                    <a:pt x="125" y="414"/>
                  </a:cubicBezTo>
                  <a:cubicBezTo>
                    <a:pt x="132" y="407"/>
                    <a:pt x="132" y="407"/>
                    <a:pt x="132" y="407"/>
                  </a:cubicBezTo>
                  <a:cubicBezTo>
                    <a:pt x="162" y="406"/>
                    <a:pt x="162" y="406"/>
                    <a:pt x="162" y="406"/>
                  </a:cubicBezTo>
                  <a:cubicBezTo>
                    <a:pt x="172" y="396"/>
                    <a:pt x="172" y="396"/>
                    <a:pt x="172" y="396"/>
                  </a:cubicBezTo>
                  <a:cubicBezTo>
                    <a:pt x="169" y="370"/>
                    <a:pt x="169" y="370"/>
                    <a:pt x="169" y="370"/>
                  </a:cubicBezTo>
                  <a:cubicBezTo>
                    <a:pt x="178" y="334"/>
                    <a:pt x="178" y="334"/>
                    <a:pt x="178" y="334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218" y="340"/>
                    <a:pt x="218" y="340"/>
                    <a:pt x="218" y="340"/>
                  </a:cubicBezTo>
                  <a:cubicBezTo>
                    <a:pt x="223" y="335"/>
                    <a:pt x="223" y="335"/>
                    <a:pt x="223" y="335"/>
                  </a:cubicBezTo>
                  <a:cubicBezTo>
                    <a:pt x="255" y="339"/>
                    <a:pt x="255" y="339"/>
                    <a:pt x="255" y="339"/>
                  </a:cubicBezTo>
                  <a:cubicBezTo>
                    <a:pt x="284" y="323"/>
                    <a:pt x="284" y="323"/>
                    <a:pt x="284" y="323"/>
                  </a:cubicBezTo>
                  <a:cubicBezTo>
                    <a:pt x="300" y="329"/>
                    <a:pt x="300" y="329"/>
                    <a:pt x="300" y="329"/>
                  </a:cubicBezTo>
                  <a:cubicBezTo>
                    <a:pt x="315" y="314"/>
                    <a:pt x="315" y="314"/>
                    <a:pt x="315" y="314"/>
                  </a:cubicBezTo>
                  <a:cubicBezTo>
                    <a:pt x="321" y="324"/>
                    <a:pt x="321" y="324"/>
                    <a:pt x="321" y="324"/>
                  </a:cubicBezTo>
                  <a:cubicBezTo>
                    <a:pt x="310" y="344"/>
                    <a:pt x="310" y="344"/>
                    <a:pt x="310" y="344"/>
                  </a:cubicBezTo>
                  <a:cubicBezTo>
                    <a:pt x="315" y="356"/>
                    <a:pt x="315" y="356"/>
                    <a:pt x="315" y="356"/>
                  </a:cubicBezTo>
                  <a:cubicBezTo>
                    <a:pt x="328" y="358"/>
                    <a:pt x="328" y="358"/>
                    <a:pt x="328" y="358"/>
                  </a:cubicBezTo>
                  <a:cubicBezTo>
                    <a:pt x="336" y="356"/>
                    <a:pt x="336" y="356"/>
                    <a:pt x="336" y="356"/>
                  </a:cubicBezTo>
                  <a:cubicBezTo>
                    <a:pt x="350" y="364"/>
                    <a:pt x="350" y="364"/>
                    <a:pt x="350" y="364"/>
                  </a:cubicBezTo>
                  <a:cubicBezTo>
                    <a:pt x="360" y="345"/>
                    <a:pt x="360" y="345"/>
                    <a:pt x="360" y="34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3" y="323"/>
                    <a:pt x="383" y="323"/>
                    <a:pt x="383" y="323"/>
                  </a:cubicBezTo>
                  <a:cubicBezTo>
                    <a:pt x="383" y="316"/>
                    <a:pt x="383" y="316"/>
                    <a:pt x="383" y="316"/>
                  </a:cubicBezTo>
                  <a:cubicBezTo>
                    <a:pt x="385" y="280"/>
                    <a:pt x="385" y="280"/>
                    <a:pt x="385" y="280"/>
                  </a:cubicBezTo>
                  <a:cubicBezTo>
                    <a:pt x="379" y="256"/>
                    <a:pt x="379" y="256"/>
                    <a:pt x="379" y="256"/>
                  </a:cubicBezTo>
                  <a:cubicBezTo>
                    <a:pt x="386" y="247"/>
                    <a:pt x="386" y="247"/>
                    <a:pt x="386" y="247"/>
                  </a:cubicBezTo>
                  <a:cubicBezTo>
                    <a:pt x="404" y="246"/>
                    <a:pt x="404" y="246"/>
                    <a:pt x="404" y="246"/>
                  </a:cubicBezTo>
                  <a:cubicBezTo>
                    <a:pt x="407" y="241"/>
                    <a:pt x="407" y="241"/>
                    <a:pt x="407" y="241"/>
                  </a:cubicBezTo>
                  <a:cubicBezTo>
                    <a:pt x="407" y="225"/>
                    <a:pt x="407" y="225"/>
                    <a:pt x="407" y="225"/>
                  </a:cubicBezTo>
                  <a:cubicBezTo>
                    <a:pt x="412" y="203"/>
                    <a:pt x="412" y="203"/>
                    <a:pt x="412" y="203"/>
                  </a:cubicBezTo>
                  <a:cubicBezTo>
                    <a:pt x="415" y="187"/>
                    <a:pt x="415" y="187"/>
                    <a:pt x="415" y="187"/>
                  </a:cubicBezTo>
                  <a:cubicBezTo>
                    <a:pt x="434" y="181"/>
                    <a:pt x="434" y="181"/>
                    <a:pt x="434" y="181"/>
                  </a:cubicBezTo>
                  <a:cubicBezTo>
                    <a:pt x="448" y="180"/>
                    <a:pt x="448" y="180"/>
                    <a:pt x="448" y="180"/>
                  </a:cubicBezTo>
                  <a:cubicBezTo>
                    <a:pt x="445" y="164"/>
                    <a:pt x="445" y="164"/>
                    <a:pt x="445" y="164"/>
                  </a:cubicBezTo>
                  <a:cubicBezTo>
                    <a:pt x="429" y="158"/>
                    <a:pt x="429" y="158"/>
                    <a:pt x="429" y="158"/>
                  </a:cubicBezTo>
                  <a:cubicBezTo>
                    <a:pt x="406" y="148"/>
                    <a:pt x="406" y="148"/>
                    <a:pt x="406" y="148"/>
                  </a:cubicBezTo>
                  <a:cubicBezTo>
                    <a:pt x="396" y="135"/>
                    <a:pt x="396" y="135"/>
                    <a:pt x="396" y="135"/>
                  </a:cubicBezTo>
                  <a:cubicBezTo>
                    <a:pt x="379" y="123"/>
                    <a:pt x="379" y="123"/>
                    <a:pt x="379" y="123"/>
                  </a:cubicBezTo>
                  <a:cubicBezTo>
                    <a:pt x="372" y="109"/>
                    <a:pt x="372" y="109"/>
                    <a:pt x="372" y="109"/>
                  </a:cubicBezTo>
                  <a:cubicBezTo>
                    <a:pt x="356" y="107"/>
                    <a:pt x="356" y="107"/>
                    <a:pt x="356" y="107"/>
                  </a:cubicBezTo>
                  <a:cubicBezTo>
                    <a:pt x="356" y="80"/>
                    <a:pt x="356" y="80"/>
                    <a:pt x="356" y="80"/>
                  </a:cubicBezTo>
                  <a:cubicBezTo>
                    <a:pt x="317" y="65"/>
                    <a:pt x="317" y="65"/>
                    <a:pt x="317" y="65"/>
                  </a:cubicBezTo>
                  <a:cubicBezTo>
                    <a:pt x="315" y="75"/>
                    <a:pt x="315" y="75"/>
                    <a:pt x="315" y="75"/>
                  </a:cubicBezTo>
                  <a:cubicBezTo>
                    <a:pt x="302" y="93"/>
                    <a:pt x="302" y="93"/>
                    <a:pt x="302" y="93"/>
                  </a:cubicBezTo>
                  <a:cubicBezTo>
                    <a:pt x="290" y="106"/>
                    <a:pt x="290" y="106"/>
                    <a:pt x="290" y="106"/>
                  </a:cubicBezTo>
                  <a:cubicBezTo>
                    <a:pt x="279" y="102"/>
                    <a:pt x="279" y="102"/>
                    <a:pt x="279" y="102"/>
                  </a:cubicBezTo>
                  <a:cubicBezTo>
                    <a:pt x="261" y="87"/>
                    <a:pt x="261" y="87"/>
                    <a:pt x="261" y="87"/>
                  </a:cubicBezTo>
                  <a:cubicBezTo>
                    <a:pt x="239" y="87"/>
                    <a:pt x="239" y="87"/>
                    <a:pt x="239" y="87"/>
                  </a:cubicBezTo>
                  <a:cubicBezTo>
                    <a:pt x="228" y="79"/>
                    <a:pt x="228" y="79"/>
                    <a:pt x="228" y="79"/>
                  </a:cubicBezTo>
                  <a:cubicBezTo>
                    <a:pt x="217" y="95"/>
                    <a:pt x="217" y="95"/>
                    <a:pt x="217" y="95"/>
                  </a:cubicBezTo>
                  <a:cubicBezTo>
                    <a:pt x="201" y="108"/>
                    <a:pt x="201" y="108"/>
                    <a:pt x="201" y="108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3" y="104"/>
                    <a:pt x="183" y="104"/>
                    <a:pt x="183" y="104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61" y="95"/>
                    <a:pt x="161" y="95"/>
                    <a:pt x="161" y="95"/>
                  </a:cubicBezTo>
                  <a:cubicBezTo>
                    <a:pt x="146" y="92"/>
                    <a:pt x="146" y="92"/>
                    <a:pt x="146" y="92"/>
                  </a:cubicBezTo>
                  <a:cubicBezTo>
                    <a:pt x="145" y="82"/>
                    <a:pt x="145" y="82"/>
                    <a:pt x="145" y="82"/>
                  </a:cubicBezTo>
                  <a:cubicBezTo>
                    <a:pt x="129" y="82"/>
                    <a:pt x="129" y="82"/>
                    <a:pt x="129" y="82"/>
                  </a:cubicBezTo>
                  <a:cubicBezTo>
                    <a:pt x="113" y="73"/>
                    <a:pt x="113" y="73"/>
                    <a:pt x="113" y="73"/>
                  </a:cubicBezTo>
                  <a:cubicBezTo>
                    <a:pt x="113" y="56"/>
                    <a:pt x="113" y="56"/>
                    <a:pt x="113" y="56"/>
                  </a:cubicBezTo>
                  <a:cubicBezTo>
                    <a:pt x="102" y="42"/>
                    <a:pt x="102" y="42"/>
                    <a:pt x="102" y="42"/>
                  </a:cubicBezTo>
                  <a:cubicBezTo>
                    <a:pt x="89" y="39"/>
                    <a:pt x="89" y="39"/>
                    <a:pt x="89" y="39"/>
                  </a:cubicBezTo>
                  <a:cubicBezTo>
                    <a:pt x="84" y="30"/>
                    <a:pt x="84" y="30"/>
                    <a:pt x="84" y="30"/>
                  </a:cubicBezTo>
                  <a:cubicBezTo>
                    <a:pt x="72" y="21"/>
                    <a:pt x="72" y="21"/>
                    <a:pt x="72" y="21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0"/>
            <p:cNvSpPr/>
            <p:nvPr/>
          </p:nvSpPr>
          <p:spPr>
            <a:xfrm>
              <a:off x="4149725" y="1787525"/>
              <a:ext cx="1263650" cy="815975"/>
            </a:xfrm>
            <a:custGeom>
              <a:rect b="b" l="l" r="r" t="t"/>
              <a:pathLst>
                <a:path extrusionOk="0" h="390" w="605">
                  <a:moveTo>
                    <a:pt x="374" y="0"/>
                  </a:moveTo>
                  <a:cubicBezTo>
                    <a:pt x="350" y="7"/>
                    <a:pt x="350" y="7"/>
                    <a:pt x="350" y="7"/>
                  </a:cubicBezTo>
                  <a:cubicBezTo>
                    <a:pt x="340" y="20"/>
                    <a:pt x="340" y="20"/>
                    <a:pt x="340" y="20"/>
                  </a:cubicBezTo>
                  <a:cubicBezTo>
                    <a:pt x="345" y="27"/>
                    <a:pt x="345" y="27"/>
                    <a:pt x="345" y="27"/>
                  </a:cubicBezTo>
                  <a:cubicBezTo>
                    <a:pt x="338" y="39"/>
                    <a:pt x="338" y="39"/>
                    <a:pt x="338" y="39"/>
                  </a:cubicBezTo>
                  <a:cubicBezTo>
                    <a:pt x="319" y="41"/>
                    <a:pt x="319" y="41"/>
                    <a:pt x="319" y="41"/>
                  </a:cubicBezTo>
                  <a:cubicBezTo>
                    <a:pt x="311" y="52"/>
                    <a:pt x="311" y="52"/>
                    <a:pt x="311" y="52"/>
                  </a:cubicBezTo>
                  <a:cubicBezTo>
                    <a:pt x="297" y="43"/>
                    <a:pt x="297" y="43"/>
                    <a:pt x="297" y="43"/>
                  </a:cubicBezTo>
                  <a:cubicBezTo>
                    <a:pt x="285" y="52"/>
                    <a:pt x="285" y="52"/>
                    <a:pt x="285" y="52"/>
                  </a:cubicBezTo>
                  <a:cubicBezTo>
                    <a:pt x="261" y="54"/>
                    <a:pt x="261" y="54"/>
                    <a:pt x="261" y="54"/>
                  </a:cubicBezTo>
                  <a:cubicBezTo>
                    <a:pt x="246" y="37"/>
                    <a:pt x="246" y="37"/>
                    <a:pt x="246" y="37"/>
                  </a:cubicBezTo>
                  <a:cubicBezTo>
                    <a:pt x="246" y="37"/>
                    <a:pt x="234" y="33"/>
                    <a:pt x="229" y="32"/>
                  </a:cubicBezTo>
                  <a:cubicBezTo>
                    <a:pt x="224" y="31"/>
                    <a:pt x="222" y="44"/>
                    <a:pt x="222" y="44"/>
                  </a:cubicBezTo>
                  <a:cubicBezTo>
                    <a:pt x="111" y="85"/>
                    <a:pt x="111" y="85"/>
                    <a:pt x="111" y="85"/>
                  </a:cubicBezTo>
                  <a:cubicBezTo>
                    <a:pt x="110" y="94"/>
                    <a:pt x="110" y="94"/>
                    <a:pt x="110" y="94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56" y="66"/>
                    <a:pt x="56" y="66"/>
                    <a:pt x="56" y="66"/>
                  </a:cubicBezTo>
                  <a:cubicBezTo>
                    <a:pt x="36" y="76"/>
                    <a:pt x="36" y="76"/>
                    <a:pt x="36" y="76"/>
                  </a:cubicBezTo>
                  <a:cubicBezTo>
                    <a:pt x="22" y="109"/>
                    <a:pt x="22" y="109"/>
                    <a:pt x="22" y="109"/>
                  </a:cubicBezTo>
                  <a:cubicBezTo>
                    <a:pt x="13" y="107"/>
                    <a:pt x="13" y="107"/>
                    <a:pt x="13" y="107"/>
                  </a:cubicBezTo>
                  <a:cubicBezTo>
                    <a:pt x="10" y="122"/>
                    <a:pt x="10" y="122"/>
                    <a:pt x="10" y="122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32" y="160"/>
                    <a:pt x="32" y="160"/>
                    <a:pt x="32" y="160"/>
                  </a:cubicBezTo>
                  <a:cubicBezTo>
                    <a:pt x="41" y="188"/>
                    <a:pt x="41" y="188"/>
                    <a:pt x="41" y="188"/>
                  </a:cubicBezTo>
                  <a:cubicBezTo>
                    <a:pt x="69" y="187"/>
                    <a:pt x="69" y="187"/>
                    <a:pt x="69" y="187"/>
                  </a:cubicBezTo>
                  <a:cubicBezTo>
                    <a:pt x="101" y="186"/>
                    <a:pt x="101" y="186"/>
                    <a:pt x="101" y="186"/>
                  </a:cubicBezTo>
                  <a:cubicBezTo>
                    <a:pt x="128" y="185"/>
                    <a:pt x="128" y="185"/>
                    <a:pt x="128" y="185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12" y="209"/>
                    <a:pt x="112" y="209"/>
                    <a:pt x="112" y="209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93" y="204"/>
                    <a:pt x="93" y="204"/>
                    <a:pt x="93" y="204"/>
                  </a:cubicBezTo>
                  <a:cubicBezTo>
                    <a:pt x="83" y="200"/>
                    <a:pt x="83" y="200"/>
                    <a:pt x="83" y="200"/>
                  </a:cubicBezTo>
                  <a:cubicBezTo>
                    <a:pt x="72" y="213"/>
                    <a:pt x="72" y="213"/>
                    <a:pt x="72" y="213"/>
                  </a:cubicBezTo>
                  <a:cubicBezTo>
                    <a:pt x="60" y="213"/>
                    <a:pt x="60" y="213"/>
                    <a:pt x="60" y="213"/>
                  </a:cubicBezTo>
                  <a:cubicBezTo>
                    <a:pt x="46" y="220"/>
                    <a:pt x="46" y="220"/>
                    <a:pt x="46" y="22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1" y="240"/>
                    <a:pt x="11" y="240"/>
                    <a:pt x="11" y="240"/>
                  </a:cubicBezTo>
                  <a:cubicBezTo>
                    <a:pt x="17" y="251"/>
                    <a:pt x="17" y="251"/>
                    <a:pt x="17" y="251"/>
                  </a:cubicBezTo>
                  <a:cubicBezTo>
                    <a:pt x="36" y="252"/>
                    <a:pt x="36" y="252"/>
                    <a:pt x="36" y="252"/>
                  </a:cubicBezTo>
                  <a:cubicBezTo>
                    <a:pt x="33" y="274"/>
                    <a:pt x="33" y="274"/>
                    <a:pt x="33" y="274"/>
                  </a:cubicBezTo>
                  <a:cubicBezTo>
                    <a:pt x="50" y="270"/>
                    <a:pt x="50" y="270"/>
                    <a:pt x="50" y="270"/>
                  </a:cubicBezTo>
                  <a:cubicBezTo>
                    <a:pt x="55" y="260"/>
                    <a:pt x="55" y="260"/>
                    <a:pt x="55" y="260"/>
                  </a:cubicBezTo>
                  <a:cubicBezTo>
                    <a:pt x="66" y="251"/>
                    <a:pt x="66" y="251"/>
                    <a:pt x="66" y="251"/>
                  </a:cubicBezTo>
                  <a:cubicBezTo>
                    <a:pt x="68" y="265"/>
                    <a:pt x="68" y="265"/>
                    <a:pt x="68" y="265"/>
                  </a:cubicBezTo>
                  <a:cubicBezTo>
                    <a:pt x="61" y="279"/>
                    <a:pt x="61" y="279"/>
                    <a:pt x="61" y="279"/>
                  </a:cubicBezTo>
                  <a:cubicBezTo>
                    <a:pt x="62" y="290"/>
                    <a:pt x="62" y="290"/>
                    <a:pt x="62" y="290"/>
                  </a:cubicBezTo>
                  <a:cubicBezTo>
                    <a:pt x="56" y="299"/>
                    <a:pt x="56" y="299"/>
                    <a:pt x="56" y="299"/>
                  </a:cubicBezTo>
                  <a:cubicBezTo>
                    <a:pt x="61" y="310"/>
                    <a:pt x="61" y="310"/>
                    <a:pt x="61" y="310"/>
                  </a:cubicBezTo>
                  <a:cubicBezTo>
                    <a:pt x="52" y="319"/>
                    <a:pt x="52" y="319"/>
                    <a:pt x="52" y="319"/>
                  </a:cubicBezTo>
                  <a:cubicBezTo>
                    <a:pt x="78" y="336"/>
                    <a:pt x="78" y="336"/>
                    <a:pt x="78" y="336"/>
                  </a:cubicBezTo>
                  <a:cubicBezTo>
                    <a:pt x="102" y="336"/>
                    <a:pt x="102" y="336"/>
                    <a:pt x="102" y="336"/>
                  </a:cubicBezTo>
                  <a:cubicBezTo>
                    <a:pt x="134" y="355"/>
                    <a:pt x="134" y="355"/>
                    <a:pt x="134" y="355"/>
                  </a:cubicBezTo>
                  <a:cubicBezTo>
                    <a:pt x="136" y="365"/>
                    <a:pt x="136" y="365"/>
                    <a:pt x="136" y="365"/>
                  </a:cubicBezTo>
                  <a:cubicBezTo>
                    <a:pt x="144" y="368"/>
                    <a:pt x="144" y="368"/>
                    <a:pt x="144" y="368"/>
                  </a:cubicBezTo>
                  <a:cubicBezTo>
                    <a:pt x="161" y="375"/>
                    <a:pt x="161" y="375"/>
                    <a:pt x="161" y="375"/>
                  </a:cubicBezTo>
                  <a:cubicBezTo>
                    <a:pt x="177" y="371"/>
                    <a:pt x="177" y="371"/>
                    <a:pt x="177" y="371"/>
                  </a:cubicBezTo>
                  <a:cubicBezTo>
                    <a:pt x="195" y="384"/>
                    <a:pt x="195" y="384"/>
                    <a:pt x="195" y="384"/>
                  </a:cubicBezTo>
                  <a:cubicBezTo>
                    <a:pt x="223" y="360"/>
                    <a:pt x="223" y="360"/>
                    <a:pt x="223" y="360"/>
                  </a:cubicBezTo>
                  <a:cubicBezTo>
                    <a:pt x="266" y="353"/>
                    <a:pt x="266" y="353"/>
                    <a:pt x="266" y="353"/>
                  </a:cubicBezTo>
                  <a:cubicBezTo>
                    <a:pt x="289" y="357"/>
                    <a:pt x="289" y="357"/>
                    <a:pt x="289" y="357"/>
                  </a:cubicBezTo>
                  <a:cubicBezTo>
                    <a:pt x="305" y="368"/>
                    <a:pt x="305" y="368"/>
                    <a:pt x="305" y="368"/>
                  </a:cubicBezTo>
                  <a:cubicBezTo>
                    <a:pt x="330" y="359"/>
                    <a:pt x="330" y="359"/>
                    <a:pt x="330" y="359"/>
                  </a:cubicBezTo>
                  <a:cubicBezTo>
                    <a:pt x="373" y="373"/>
                    <a:pt x="373" y="373"/>
                    <a:pt x="373" y="373"/>
                  </a:cubicBezTo>
                  <a:cubicBezTo>
                    <a:pt x="395" y="355"/>
                    <a:pt x="395" y="355"/>
                    <a:pt x="395" y="355"/>
                  </a:cubicBezTo>
                  <a:cubicBezTo>
                    <a:pt x="433" y="345"/>
                    <a:pt x="433" y="345"/>
                    <a:pt x="433" y="345"/>
                  </a:cubicBezTo>
                  <a:cubicBezTo>
                    <a:pt x="450" y="362"/>
                    <a:pt x="450" y="362"/>
                    <a:pt x="450" y="362"/>
                  </a:cubicBezTo>
                  <a:cubicBezTo>
                    <a:pt x="455" y="387"/>
                    <a:pt x="455" y="387"/>
                    <a:pt x="455" y="387"/>
                  </a:cubicBezTo>
                  <a:cubicBezTo>
                    <a:pt x="468" y="390"/>
                    <a:pt x="468" y="390"/>
                    <a:pt x="468" y="390"/>
                  </a:cubicBezTo>
                  <a:cubicBezTo>
                    <a:pt x="483" y="381"/>
                    <a:pt x="483" y="381"/>
                    <a:pt x="483" y="381"/>
                  </a:cubicBezTo>
                  <a:cubicBezTo>
                    <a:pt x="496" y="366"/>
                    <a:pt x="496" y="366"/>
                    <a:pt x="496" y="366"/>
                  </a:cubicBezTo>
                  <a:cubicBezTo>
                    <a:pt x="516" y="366"/>
                    <a:pt x="516" y="366"/>
                    <a:pt x="516" y="366"/>
                  </a:cubicBezTo>
                  <a:cubicBezTo>
                    <a:pt x="535" y="379"/>
                    <a:pt x="535" y="379"/>
                    <a:pt x="535" y="379"/>
                  </a:cubicBezTo>
                  <a:cubicBezTo>
                    <a:pt x="540" y="382"/>
                    <a:pt x="540" y="382"/>
                    <a:pt x="540" y="382"/>
                  </a:cubicBezTo>
                  <a:cubicBezTo>
                    <a:pt x="541" y="380"/>
                    <a:pt x="543" y="375"/>
                    <a:pt x="543" y="375"/>
                  </a:cubicBezTo>
                  <a:cubicBezTo>
                    <a:pt x="550" y="360"/>
                    <a:pt x="550" y="360"/>
                    <a:pt x="550" y="360"/>
                  </a:cubicBezTo>
                  <a:cubicBezTo>
                    <a:pt x="538" y="327"/>
                    <a:pt x="538" y="327"/>
                    <a:pt x="538" y="327"/>
                  </a:cubicBezTo>
                  <a:cubicBezTo>
                    <a:pt x="521" y="314"/>
                    <a:pt x="521" y="314"/>
                    <a:pt x="521" y="314"/>
                  </a:cubicBezTo>
                  <a:cubicBezTo>
                    <a:pt x="522" y="304"/>
                    <a:pt x="522" y="304"/>
                    <a:pt x="522" y="304"/>
                  </a:cubicBezTo>
                  <a:cubicBezTo>
                    <a:pt x="532" y="299"/>
                    <a:pt x="532" y="299"/>
                    <a:pt x="532" y="299"/>
                  </a:cubicBezTo>
                  <a:cubicBezTo>
                    <a:pt x="529" y="280"/>
                    <a:pt x="529" y="280"/>
                    <a:pt x="529" y="280"/>
                  </a:cubicBezTo>
                  <a:cubicBezTo>
                    <a:pt x="540" y="284"/>
                    <a:pt x="540" y="284"/>
                    <a:pt x="540" y="284"/>
                  </a:cubicBezTo>
                  <a:cubicBezTo>
                    <a:pt x="566" y="292"/>
                    <a:pt x="566" y="292"/>
                    <a:pt x="566" y="292"/>
                  </a:cubicBezTo>
                  <a:cubicBezTo>
                    <a:pt x="576" y="304"/>
                    <a:pt x="576" y="304"/>
                    <a:pt x="576" y="304"/>
                  </a:cubicBezTo>
                  <a:cubicBezTo>
                    <a:pt x="583" y="302"/>
                    <a:pt x="583" y="302"/>
                    <a:pt x="583" y="302"/>
                  </a:cubicBezTo>
                  <a:cubicBezTo>
                    <a:pt x="595" y="285"/>
                    <a:pt x="595" y="285"/>
                    <a:pt x="595" y="285"/>
                  </a:cubicBezTo>
                  <a:cubicBezTo>
                    <a:pt x="598" y="273"/>
                    <a:pt x="598" y="273"/>
                    <a:pt x="598" y="273"/>
                  </a:cubicBezTo>
                  <a:cubicBezTo>
                    <a:pt x="605" y="264"/>
                    <a:pt x="605" y="264"/>
                    <a:pt x="605" y="264"/>
                  </a:cubicBezTo>
                  <a:cubicBezTo>
                    <a:pt x="599" y="244"/>
                    <a:pt x="599" y="244"/>
                    <a:pt x="599" y="244"/>
                  </a:cubicBezTo>
                  <a:cubicBezTo>
                    <a:pt x="583" y="238"/>
                    <a:pt x="583" y="238"/>
                    <a:pt x="583" y="238"/>
                  </a:cubicBezTo>
                  <a:cubicBezTo>
                    <a:pt x="562" y="240"/>
                    <a:pt x="562" y="240"/>
                    <a:pt x="562" y="240"/>
                  </a:cubicBezTo>
                  <a:cubicBezTo>
                    <a:pt x="560" y="231"/>
                    <a:pt x="560" y="231"/>
                    <a:pt x="560" y="231"/>
                  </a:cubicBezTo>
                  <a:cubicBezTo>
                    <a:pt x="570" y="187"/>
                    <a:pt x="570" y="187"/>
                    <a:pt x="570" y="187"/>
                  </a:cubicBezTo>
                  <a:cubicBezTo>
                    <a:pt x="560" y="165"/>
                    <a:pt x="560" y="165"/>
                    <a:pt x="560" y="165"/>
                  </a:cubicBezTo>
                  <a:cubicBezTo>
                    <a:pt x="561" y="158"/>
                    <a:pt x="561" y="158"/>
                    <a:pt x="561" y="158"/>
                  </a:cubicBezTo>
                  <a:cubicBezTo>
                    <a:pt x="557" y="139"/>
                    <a:pt x="557" y="139"/>
                    <a:pt x="557" y="139"/>
                  </a:cubicBezTo>
                  <a:cubicBezTo>
                    <a:pt x="562" y="105"/>
                    <a:pt x="562" y="105"/>
                    <a:pt x="562" y="105"/>
                  </a:cubicBezTo>
                  <a:cubicBezTo>
                    <a:pt x="548" y="91"/>
                    <a:pt x="548" y="91"/>
                    <a:pt x="548" y="91"/>
                  </a:cubicBezTo>
                  <a:cubicBezTo>
                    <a:pt x="528" y="74"/>
                    <a:pt x="528" y="74"/>
                    <a:pt x="528" y="74"/>
                  </a:cubicBezTo>
                  <a:cubicBezTo>
                    <a:pt x="524" y="39"/>
                    <a:pt x="524" y="39"/>
                    <a:pt x="524" y="39"/>
                  </a:cubicBezTo>
                  <a:cubicBezTo>
                    <a:pt x="515" y="33"/>
                    <a:pt x="515" y="33"/>
                    <a:pt x="515" y="33"/>
                  </a:cubicBezTo>
                  <a:cubicBezTo>
                    <a:pt x="482" y="38"/>
                    <a:pt x="482" y="38"/>
                    <a:pt x="482" y="38"/>
                  </a:cubicBezTo>
                  <a:cubicBezTo>
                    <a:pt x="466" y="27"/>
                    <a:pt x="466" y="27"/>
                    <a:pt x="466" y="27"/>
                  </a:cubicBezTo>
                  <a:cubicBezTo>
                    <a:pt x="439" y="14"/>
                    <a:pt x="439" y="14"/>
                    <a:pt x="439" y="14"/>
                  </a:cubicBezTo>
                  <a:cubicBezTo>
                    <a:pt x="411" y="19"/>
                    <a:pt x="411" y="19"/>
                    <a:pt x="411" y="19"/>
                  </a:cubicBezTo>
                  <a:cubicBezTo>
                    <a:pt x="390" y="14"/>
                    <a:pt x="390" y="14"/>
                    <a:pt x="390" y="14"/>
                  </a:cubicBezTo>
                  <a:lnTo>
                    <a:pt x="374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4103688" y="2508250"/>
              <a:ext cx="1450975" cy="1154113"/>
            </a:xfrm>
            <a:custGeom>
              <a:rect b="b" l="l" r="r" t="t"/>
              <a:pathLst>
                <a:path extrusionOk="0" h="727" w="914">
                  <a:moveTo>
                    <a:pt x="598" y="0"/>
                  </a:moveTo>
                  <a:lnTo>
                    <a:pt x="548" y="14"/>
                  </a:lnTo>
                  <a:lnTo>
                    <a:pt x="520" y="37"/>
                  </a:lnTo>
                  <a:lnTo>
                    <a:pt x="463" y="19"/>
                  </a:lnTo>
                  <a:lnTo>
                    <a:pt x="430" y="31"/>
                  </a:lnTo>
                  <a:lnTo>
                    <a:pt x="409" y="16"/>
                  </a:lnTo>
                  <a:lnTo>
                    <a:pt x="379" y="11"/>
                  </a:lnTo>
                  <a:lnTo>
                    <a:pt x="322" y="20"/>
                  </a:lnTo>
                  <a:lnTo>
                    <a:pt x="285" y="52"/>
                  </a:lnTo>
                  <a:lnTo>
                    <a:pt x="262" y="35"/>
                  </a:lnTo>
                  <a:lnTo>
                    <a:pt x="241" y="40"/>
                  </a:lnTo>
                  <a:lnTo>
                    <a:pt x="218" y="31"/>
                  </a:lnTo>
                  <a:lnTo>
                    <a:pt x="208" y="27"/>
                  </a:lnTo>
                  <a:lnTo>
                    <a:pt x="210" y="40"/>
                  </a:lnTo>
                  <a:lnTo>
                    <a:pt x="167" y="28"/>
                  </a:lnTo>
                  <a:lnTo>
                    <a:pt x="125" y="52"/>
                  </a:lnTo>
                  <a:lnTo>
                    <a:pt x="108" y="46"/>
                  </a:lnTo>
                  <a:lnTo>
                    <a:pt x="93" y="64"/>
                  </a:lnTo>
                  <a:lnTo>
                    <a:pt x="71" y="71"/>
                  </a:lnTo>
                  <a:lnTo>
                    <a:pt x="50" y="57"/>
                  </a:lnTo>
                  <a:lnTo>
                    <a:pt x="18" y="41"/>
                  </a:lnTo>
                  <a:lnTo>
                    <a:pt x="16" y="67"/>
                  </a:lnTo>
                  <a:lnTo>
                    <a:pt x="25" y="85"/>
                  </a:lnTo>
                  <a:lnTo>
                    <a:pt x="31" y="107"/>
                  </a:lnTo>
                  <a:lnTo>
                    <a:pt x="17" y="128"/>
                  </a:lnTo>
                  <a:lnTo>
                    <a:pt x="1" y="133"/>
                  </a:lnTo>
                  <a:lnTo>
                    <a:pt x="0" y="156"/>
                  </a:lnTo>
                  <a:lnTo>
                    <a:pt x="39" y="179"/>
                  </a:lnTo>
                  <a:lnTo>
                    <a:pt x="67" y="218"/>
                  </a:lnTo>
                  <a:lnTo>
                    <a:pt x="91" y="293"/>
                  </a:lnTo>
                  <a:lnTo>
                    <a:pt x="100" y="321"/>
                  </a:lnTo>
                  <a:lnTo>
                    <a:pt x="109" y="327"/>
                  </a:lnTo>
                  <a:lnTo>
                    <a:pt x="123" y="350"/>
                  </a:lnTo>
                  <a:lnTo>
                    <a:pt x="154" y="399"/>
                  </a:lnTo>
                  <a:lnTo>
                    <a:pt x="167" y="410"/>
                  </a:lnTo>
                  <a:lnTo>
                    <a:pt x="168" y="418"/>
                  </a:lnTo>
                  <a:lnTo>
                    <a:pt x="151" y="427"/>
                  </a:lnTo>
                  <a:lnTo>
                    <a:pt x="130" y="427"/>
                  </a:lnTo>
                  <a:lnTo>
                    <a:pt x="108" y="444"/>
                  </a:lnTo>
                  <a:lnTo>
                    <a:pt x="141" y="447"/>
                  </a:lnTo>
                  <a:lnTo>
                    <a:pt x="139" y="461"/>
                  </a:lnTo>
                  <a:lnTo>
                    <a:pt x="177" y="450"/>
                  </a:lnTo>
                  <a:lnTo>
                    <a:pt x="202" y="482"/>
                  </a:lnTo>
                  <a:lnTo>
                    <a:pt x="179" y="491"/>
                  </a:lnTo>
                  <a:lnTo>
                    <a:pt x="156" y="507"/>
                  </a:lnTo>
                  <a:lnTo>
                    <a:pt x="188" y="537"/>
                  </a:lnTo>
                  <a:lnTo>
                    <a:pt x="218" y="548"/>
                  </a:lnTo>
                  <a:lnTo>
                    <a:pt x="227" y="564"/>
                  </a:lnTo>
                  <a:lnTo>
                    <a:pt x="276" y="595"/>
                  </a:lnTo>
                  <a:lnTo>
                    <a:pt x="313" y="593"/>
                  </a:lnTo>
                  <a:lnTo>
                    <a:pt x="329" y="648"/>
                  </a:lnTo>
                  <a:lnTo>
                    <a:pt x="342" y="690"/>
                  </a:lnTo>
                  <a:lnTo>
                    <a:pt x="431" y="689"/>
                  </a:lnTo>
                  <a:lnTo>
                    <a:pt x="430" y="708"/>
                  </a:lnTo>
                  <a:lnTo>
                    <a:pt x="447" y="727"/>
                  </a:lnTo>
                  <a:lnTo>
                    <a:pt x="466" y="724"/>
                  </a:lnTo>
                  <a:lnTo>
                    <a:pt x="480" y="718"/>
                  </a:lnTo>
                  <a:lnTo>
                    <a:pt x="488" y="697"/>
                  </a:lnTo>
                  <a:lnTo>
                    <a:pt x="510" y="681"/>
                  </a:lnTo>
                  <a:lnTo>
                    <a:pt x="534" y="675"/>
                  </a:lnTo>
                  <a:lnTo>
                    <a:pt x="535" y="665"/>
                  </a:lnTo>
                  <a:lnTo>
                    <a:pt x="560" y="665"/>
                  </a:lnTo>
                  <a:lnTo>
                    <a:pt x="562" y="599"/>
                  </a:lnTo>
                  <a:lnTo>
                    <a:pt x="577" y="610"/>
                  </a:lnTo>
                  <a:lnTo>
                    <a:pt x="592" y="602"/>
                  </a:lnTo>
                  <a:lnTo>
                    <a:pt x="600" y="581"/>
                  </a:lnTo>
                  <a:lnTo>
                    <a:pt x="598" y="560"/>
                  </a:lnTo>
                  <a:lnTo>
                    <a:pt x="608" y="528"/>
                  </a:lnTo>
                  <a:lnTo>
                    <a:pt x="629" y="520"/>
                  </a:lnTo>
                  <a:lnTo>
                    <a:pt x="626" y="482"/>
                  </a:lnTo>
                  <a:lnTo>
                    <a:pt x="634" y="464"/>
                  </a:lnTo>
                  <a:lnTo>
                    <a:pt x="622" y="440"/>
                  </a:lnTo>
                  <a:lnTo>
                    <a:pt x="621" y="429"/>
                  </a:lnTo>
                  <a:lnTo>
                    <a:pt x="600" y="410"/>
                  </a:lnTo>
                  <a:lnTo>
                    <a:pt x="609" y="396"/>
                  </a:lnTo>
                  <a:lnTo>
                    <a:pt x="655" y="443"/>
                  </a:lnTo>
                  <a:lnTo>
                    <a:pt x="696" y="429"/>
                  </a:lnTo>
                  <a:lnTo>
                    <a:pt x="716" y="412"/>
                  </a:lnTo>
                  <a:lnTo>
                    <a:pt x="766" y="448"/>
                  </a:lnTo>
                  <a:lnTo>
                    <a:pt x="789" y="462"/>
                  </a:lnTo>
                  <a:lnTo>
                    <a:pt x="830" y="462"/>
                  </a:lnTo>
                  <a:lnTo>
                    <a:pt x="855" y="477"/>
                  </a:lnTo>
                  <a:lnTo>
                    <a:pt x="856" y="477"/>
                  </a:lnTo>
                  <a:lnTo>
                    <a:pt x="870" y="461"/>
                  </a:lnTo>
                  <a:lnTo>
                    <a:pt x="884" y="456"/>
                  </a:lnTo>
                  <a:lnTo>
                    <a:pt x="885" y="436"/>
                  </a:lnTo>
                  <a:lnTo>
                    <a:pt x="912" y="420"/>
                  </a:lnTo>
                  <a:lnTo>
                    <a:pt x="914" y="368"/>
                  </a:lnTo>
                  <a:lnTo>
                    <a:pt x="900" y="333"/>
                  </a:lnTo>
                  <a:lnTo>
                    <a:pt x="889" y="304"/>
                  </a:lnTo>
                  <a:lnTo>
                    <a:pt x="859" y="308"/>
                  </a:lnTo>
                  <a:lnTo>
                    <a:pt x="852" y="293"/>
                  </a:lnTo>
                  <a:lnTo>
                    <a:pt x="877" y="286"/>
                  </a:lnTo>
                  <a:lnTo>
                    <a:pt x="888" y="277"/>
                  </a:lnTo>
                  <a:lnTo>
                    <a:pt x="888" y="275"/>
                  </a:lnTo>
                  <a:lnTo>
                    <a:pt x="877" y="244"/>
                  </a:lnTo>
                  <a:lnTo>
                    <a:pt x="847" y="218"/>
                  </a:lnTo>
                  <a:lnTo>
                    <a:pt x="845" y="189"/>
                  </a:lnTo>
                  <a:lnTo>
                    <a:pt x="809" y="169"/>
                  </a:lnTo>
                  <a:lnTo>
                    <a:pt x="801" y="141"/>
                  </a:lnTo>
                  <a:lnTo>
                    <a:pt x="789" y="145"/>
                  </a:lnTo>
                  <a:lnTo>
                    <a:pt x="766" y="137"/>
                  </a:lnTo>
                  <a:lnTo>
                    <a:pt x="784" y="107"/>
                  </a:lnTo>
                  <a:lnTo>
                    <a:pt x="776" y="67"/>
                  </a:lnTo>
                  <a:lnTo>
                    <a:pt x="755" y="61"/>
                  </a:lnTo>
                  <a:lnTo>
                    <a:pt x="733" y="45"/>
                  </a:lnTo>
                  <a:lnTo>
                    <a:pt x="708" y="28"/>
                  </a:lnTo>
                  <a:lnTo>
                    <a:pt x="681" y="28"/>
                  </a:lnTo>
                  <a:lnTo>
                    <a:pt x="664" y="48"/>
                  </a:lnTo>
                  <a:lnTo>
                    <a:pt x="645" y="60"/>
                  </a:lnTo>
                  <a:lnTo>
                    <a:pt x="627" y="56"/>
                  </a:lnTo>
                  <a:lnTo>
                    <a:pt x="621" y="23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3362325" y="2312988"/>
              <a:ext cx="1074738" cy="660400"/>
            </a:xfrm>
            <a:custGeom>
              <a:rect b="b" l="l" r="r" t="t"/>
              <a:pathLst>
                <a:path extrusionOk="0" h="416" w="677">
                  <a:moveTo>
                    <a:pt x="583" y="0"/>
                  </a:moveTo>
                  <a:lnTo>
                    <a:pt x="568" y="12"/>
                  </a:lnTo>
                  <a:lnTo>
                    <a:pt x="561" y="25"/>
                  </a:lnTo>
                  <a:lnTo>
                    <a:pt x="539" y="30"/>
                  </a:lnTo>
                  <a:lnTo>
                    <a:pt x="539" y="26"/>
                  </a:lnTo>
                  <a:lnTo>
                    <a:pt x="535" y="31"/>
                  </a:lnTo>
                  <a:lnTo>
                    <a:pt x="517" y="39"/>
                  </a:lnTo>
                  <a:lnTo>
                    <a:pt x="500" y="38"/>
                  </a:lnTo>
                  <a:lnTo>
                    <a:pt x="467" y="67"/>
                  </a:lnTo>
                  <a:lnTo>
                    <a:pt x="451" y="67"/>
                  </a:lnTo>
                  <a:lnTo>
                    <a:pt x="436" y="60"/>
                  </a:lnTo>
                  <a:lnTo>
                    <a:pt x="411" y="73"/>
                  </a:lnTo>
                  <a:lnTo>
                    <a:pt x="383" y="76"/>
                  </a:lnTo>
                  <a:lnTo>
                    <a:pt x="331" y="55"/>
                  </a:lnTo>
                  <a:lnTo>
                    <a:pt x="309" y="43"/>
                  </a:lnTo>
                  <a:lnTo>
                    <a:pt x="272" y="52"/>
                  </a:lnTo>
                  <a:lnTo>
                    <a:pt x="225" y="37"/>
                  </a:lnTo>
                  <a:lnTo>
                    <a:pt x="217" y="40"/>
                  </a:lnTo>
                  <a:lnTo>
                    <a:pt x="230" y="80"/>
                  </a:lnTo>
                  <a:lnTo>
                    <a:pt x="239" y="113"/>
                  </a:lnTo>
                  <a:lnTo>
                    <a:pt x="233" y="143"/>
                  </a:lnTo>
                  <a:lnTo>
                    <a:pt x="205" y="155"/>
                  </a:lnTo>
                  <a:lnTo>
                    <a:pt x="161" y="154"/>
                  </a:lnTo>
                  <a:lnTo>
                    <a:pt x="134" y="169"/>
                  </a:lnTo>
                  <a:lnTo>
                    <a:pt x="96" y="221"/>
                  </a:lnTo>
                  <a:lnTo>
                    <a:pt x="83" y="234"/>
                  </a:lnTo>
                  <a:lnTo>
                    <a:pt x="47" y="251"/>
                  </a:lnTo>
                  <a:lnTo>
                    <a:pt x="25" y="263"/>
                  </a:lnTo>
                  <a:lnTo>
                    <a:pt x="1" y="287"/>
                  </a:lnTo>
                  <a:lnTo>
                    <a:pt x="0" y="316"/>
                  </a:lnTo>
                  <a:lnTo>
                    <a:pt x="25" y="306"/>
                  </a:lnTo>
                  <a:lnTo>
                    <a:pt x="83" y="296"/>
                  </a:lnTo>
                  <a:lnTo>
                    <a:pt x="113" y="281"/>
                  </a:lnTo>
                  <a:lnTo>
                    <a:pt x="127" y="267"/>
                  </a:lnTo>
                  <a:lnTo>
                    <a:pt x="152" y="264"/>
                  </a:lnTo>
                  <a:lnTo>
                    <a:pt x="197" y="271"/>
                  </a:lnTo>
                  <a:lnTo>
                    <a:pt x="217" y="281"/>
                  </a:lnTo>
                  <a:lnTo>
                    <a:pt x="217" y="314"/>
                  </a:lnTo>
                  <a:lnTo>
                    <a:pt x="225" y="343"/>
                  </a:lnTo>
                  <a:lnTo>
                    <a:pt x="259" y="346"/>
                  </a:lnTo>
                  <a:lnTo>
                    <a:pt x="269" y="358"/>
                  </a:lnTo>
                  <a:lnTo>
                    <a:pt x="272" y="369"/>
                  </a:lnTo>
                  <a:lnTo>
                    <a:pt x="286" y="375"/>
                  </a:lnTo>
                  <a:lnTo>
                    <a:pt x="361" y="416"/>
                  </a:lnTo>
                  <a:lnTo>
                    <a:pt x="375" y="392"/>
                  </a:lnTo>
                  <a:lnTo>
                    <a:pt x="405" y="381"/>
                  </a:lnTo>
                  <a:lnTo>
                    <a:pt x="419" y="383"/>
                  </a:lnTo>
                  <a:lnTo>
                    <a:pt x="430" y="387"/>
                  </a:lnTo>
                  <a:lnTo>
                    <a:pt x="440" y="376"/>
                  </a:lnTo>
                  <a:lnTo>
                    <a:pt x="427" y="334"/>
                  </a:lnTo>
                  <a:lnTo>
                    <a:pt x="419" y="323"/>
                  </a:lnTo>
                  <a:lnTo>
                    <a:pt x="418" y="306"/>
                  </a:lnTo>
                  <a:lnTo>
                    <a:pt x="419" y="289"/>
                  </a:lnTo>
                  <a:lnTo>
                    <a:pt x="410" y="260"/>
                  </a:lnTo>
                  <a:lnTo>
                    <a:pt x="419" y="255"/>
                  </a:lnTo>
                  <a:lnTo>
                    <a:pt x="447" y="252"/>
                  </a:lnTo>
                  <a:lnTo>
                    <a:pt x="476" y="242"/>
                  </a:lnTo>
                  <a:lnTo>
                    <a:pt x="493" y="238"/>
                  </a:lnTo>
                  <a:lnTo>
                    <a:pt x="498" y="230"/>
                  </a:lnTo>
                  <a:lnTo>
                    <a:pt x="492" y="208"/>
                  </a:lnTo>
                  <a:lnTo>
                    <a:pt x="483" y="190"/>
                  </a:lnTo>
                  <a:lnTo>
                    <a:pt x="485" y="164"/>
                  </a:lnTo>
                  <a:lnTo>
                    <a:pt x="517" y="180"/>
                  </a:lnTo>
                  <a:lnTo>
                    <a:pt x="538" y="194"/>
                  </a:lnTo>
                  <a:lnTo>
                    <a:pt x="560" y="187"/>
                  </a:lnTo>
                  <a:lnTo>
                    <a:pt x="575" y="169"/>
                  </a:lnTo>
                  <a:lnTo>
                    <a:pt x="592" y="175"/>
                  </a:lnTo>
                  <a:lnTo>
                    <a:pt x="634" y="151"/>
                  </a:lnTo>
                  <a:lnTo>
                    <a:pt x="677" y="163"/>
                  </a:lnTo>
                  <a:lnTo>
                    <a:pt x="672" y="137"/>
                  </a:lnTo>
                  <a:lnTo>
                    <a:pt x="630" y="112"/>
                  </a:lnTo>
                  <a:lnTo>
                    <a:pt x="598" y="112"/>
                  </a:lnTo>
                  <a:lnTo>
                    <a:pt x="564" y="89"/>
                  </a:lnTo>
                  <a:lnTo>
                    <a:pt x="576" y="77"/>
                  </a:lnTo>
                  <a:lnTo>
                    <a:pt x="569" y="63"/>
                  </a:lnTo>
                  <a:lnTo>
                    <a:pt x="577" y="51"/>
                  </a:lnTo>
                  <a:lnTo>
                    <a:pt x="576" y="37"/>
                  </a:lnTo>
                  <a:lnTo>
                    <a:pt x="585" y="18"/>
                  </a:lnTo>
                  <a:lnTo>
                    <a:pt x="583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0"/>
            <p:cNvSpPr/>
            <p:nvPr/>
          </p:nvSpPr>
          <p:spPr>
            <a:xfrm>
              <a:off x="3273425" y="1844675"/>
              <a:ext cx="1143000" cy="588962"/>
            </a:xfrm>
            <a:custGeom>
              <a:rect b="b" l="l" r="r" t="t"/>
              <a:pathLst>
                <a:path extrusionOk="0" h="282" w="547">
                  <a:moveTo>
                    <a:pt x="65" y="0"/>
                  </a:moveTo>
                  <a:cubicBezTo>
                    <a:pt x="47" y="5"/>
                    <a:pt x="47" y="5"/>
                    <a:pt x="47" y="5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26" y="62"/>
                    <a:pt x="26" y="62"/>
                    <a:pt x="26" y="62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64" y="72"/>
                    <a:pt x="64" y="72"/>
                    <a:pt x="64" y="72"/>
                  </a:cubicBezTo>
                  <a:cubicBezTo>
                    <a:pt x="65" y="83"/>
                    <a:pt x="65" y="83"/>
                    <a:pt x="65" y="83"/>
                  </a:cubicBezTo>
                  <a:cubicBezTo>
                    <a:pt x="60" y="100"/>
                    <a:pt x="60" y="100"/>
                    <a:pt x="60" y="100"/>
                  </a:cubicBezTo>
                  <a:cubicBezTo>
                    <a:pt x="44" y="130"/>
                    <a:pt x="44" y="130"/>
                    <a:pt x="44" y="130"/>
                  </a:cubicBezTo>
                  <a:cubicBezTo>
                    <a:pt x="42" y="143"/>
                    <a:pt x="42" y="143"/>
                    <a:pt x="42" y="143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80" y="134"/>
                    <a:pt x="80" y="134"/>
                    <a:pt x="80" y="134"/>
                  </a:cubicBezTo>
                  <a:cubicBezTo>
                    <a:pt x="92" y="132"/>
                    <a:pt x="92" y="132"/>
                    <a:pt x="92" y="132"/>
                  </a:cubicBezTo>
                  <a:cubicBezTo>
                    <a:pt x="121" y="139"/>
                    <a:pt x="121" y="139"/>
                    <a:pt x="121" y="139"/>
                  </a:cubicBezTo>
                  <a:cubicBezTo>
                    <a:pt x="144" y="167"/>
                    <a:pt x="144" y="167"/>
                    <a:pt x="144" y="167"/>
                  </a:cubicBezTo>
                  <a:cubicBezTo>
                    <a:pt x="148" y="189"/>
                    <a:pt x="148" y="189"/>
                    <a:pt x="148" y="189"/>
                  </a:cubicBezTo>
                  <a:cubicBezTo>
                    <a:pt x="152" y="204"/>
                    <a:pt x="152" y="204"/>
                    <a:pt x="152" y="204"/>
                  </a:cubicBezTo>
                  <a:cubicBezTo>
                    <a:pt x="154" y="242"/>
                    <a:pt x="154" y="242"/>
                    <a:pt x="154" y="242"/>
                  </a:cubicBezTo>
                  <a:cubicBezTo>
                    <a:pt x="150" y="257"/>
                    <a:pt x="150" y="257"/>
                    <a:pt x="150" y="257"/>
                  </a:cubicBezTo>
                  <a:cubicBezTo>
                    <a:pt x="161" y="271"/>
                    <a:pt x="161" y="271"/>
                    <a:pt x="161" y="271"/>
                  </a:cubicBezTo>
                  <a:cubicBezTo>
                    <a:pt x="188" y="265"/>
                    <a:pt x="188" y="265"/>
                    <a:pt x="188" y="265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08" y="254"/>
                    <a:pt x="208" y="254"/>
                    <a:pt x="208" y="254"/>
                  </a:cubicBezTo>
                  <a:cubicBezTo>
                    <a:pt x="213" y="252"/>
                    <a:pt x="213" y="252"/>
                    <a:pt x="213" y="252"/>
                  </a:cubicBezTo>
                  <a:cubicBezTo>
                    <a:pt x="249" y="264"/>
                    <a:pt x="249" y="264"/>
                    <a:pt x="249" y="264"/>
                  </a:cubicBezTo>
                  <a:cubicBezTo>
                    <a:pt x="277" y="257"/>
                    <a:pt x="277" y="257"/>
                    <a:pt x="277" y="257"/>
                  </a:cubicBezTo>
                  <a:cubicBezTo>
                    <a:pt x="294" y="266"/>
                    <a:pt x="294" y="266"/>
                    <a:pt x="294" y="266"/>
                  </a:cubicBezTo>
                  <a:cubicBezTo>
                    <a:pt x="333" y="282"/>
                    <a:pt x="333" y="282"/>
                    <a:pt x="333" y="282"/>
                  </a:cubicBezTo>
                  <a:cubicBezTo>
                    <a:pt x="355" y="280"/>
                    <a:pt x="355" y="280"/>
                    <a:pt x="355" y="280"/>
                  </a:cubicBezTo>
                  <a:cubicBezTo>
                    <a:pt x="374" y="270"/>
                    <a:pt x="374" y="270"/>
                    <a:pt x="374" y="270"/>
                  </a:cubicBezTo>
                  <a:cubicBezTo>
                    <a:pt x="385" y="275"/>
                    <a:pt x="385" y="275"/>
                    <a:pt x="385" y="275"/>
                  </a:cubicBezTo>
                  <a:cubicBezTo>
                    <a:pt x="397" y="275"/>
                    <a:pt x="397" y="275"/>
                    <a:pt x="397" y="275"/>
                  </a:cubicBezTo>
                  <a:cubicBezTo>
                    <a:pt x="422" y="253"/>
                    <a:pt x="422" y="253"/>
                    <a:pt x="422" y="253"/>
                  </a:cubicBezTo>
                  <a:cubicBezTo>
                    <a:pt x="435" y="254"/>
                    <a:pt x="435" y="254"/>
                    <a:pt x="435" y="254"/>
                  </a:cubicBezTo>
                  <a:cubicBezTo>
                    <a:pt x="449" y="248"/>
                    <a:pt x="449" y="248"/>
                    <a:pt x="449" y="248"/>
                  </a:cubicBezTo>
                  <a:cubicBezTo>
                    <a:pt x="452" y="244"/>
                    <a:pt x="452" y="244"/>
                    <a:pt x="452" y="244"/>
                  </a:cubicBezTo>
                  <a:cubicBezTo>
                    <a:pt x="455" y="225"/>
                    <a:pt x="455" y="225"/>
                    <a:pt x="455" y="225"/>
                  </a:cubicBezTo>
                  <a:cubicBezTo>
                    <a:pt x="436" y="224"/>
                    <a:pt x="436" y="224"/>
                    <a:pt x="436" y="224"/>
                  </a:cubicBezTo>
                  <a:cubicBezTo>
                    <a:pt x="430" y="213"/>
                    <a:pt x="430" y="213"/>
                    <a:pt x="430" y="213"/>
                  </a:cubicBezTo>
                  <a:cubicBezTo>
                    <a:pt x="438" y="202"/>
                    <a:pt x="438" y="202"/>
                    <a:pt x="438" y="202"/>
                  </a:cubicBezTo>
                  <a:cubicBezTo>
                    <a:pt x="465" y="193"/>
                    <a:pt x="465" y="193"/>
                    <a:pt x="465" y="193"/>
                  </a:cubicBezTo>
                  <a:cubicBezTo>
                    <a:pt x="479" y="186"/>
                    <a:pt x="479" y="186"/>
                    <a:pt x="479" y="186"/>
                  </a:cubicBezTo>
                  <a:cubicBezTo>
                    <a:pt x="491" y="186"/>
                    <a:pt x="491" y="186"/>
                    <a:pt x="491" y="186"/>
                  </a:cubicBezTo>
                  <a:cubicBezTo>
                    <a:pt x="502" y="173"/>
                    <a:pt x="502" y="173"/>
                    <a:pt x="502" y="173"/>
                  </a:cubicBezTo>
                  <a:cubicBezTo>
                    <a:pt x="512" y="177"/>
                    <a:pt x="512" y="177"/>
                    <a:pt x="512" y="177"/>
                  </a:cubicBezTo>
                  <a:cubicBezTo>
                    <a:pt x="529" y="176"/>
                    <a:pt x="529" y="176"/>
                    <a:pt x="529" y="176"/>
                  </a:cubicBezTo>
                  <a:cubicBezTo>
                    <a:pt x="531" y="182"/>
                    <a:pt x="531" y="182"/>
                    <a:pt x="531" y="182"/>
                  </a:cubicBezTo>
                  <a:cubicBezTo>
                    <a:pt x="543" y="164"/>
                    <a:pt x="543" y="164"/>
                    <a:pt x="543" y="164"/>
                  </a:cubicBezTo>
                  <a:cubicBezTo>
                    <a:pt x="547" y="158"/>
                    <a:pt x="547" y="158"/>
                    <a:pt x="547" y="158"/>
                  </a:cubicBezTo>
                  <a:cubicBezTo>
                    <a:pt x="520" y="159"/>
                    <a:pt x="520" y="159"/>
                    <a:pt x="520" y="159"/>
                  </a:cubicBezTo>
                  <a:cubicBezTo>
                    <a:pt x="488" y="160"/>
                    <a:pt x="488" y="160"/>
                    <a:pt x="488" y="160"/>
                  </a:cubicBezTo>
                  <a:cubicBezTo>
                    <a:pt x="460" y="161"/>
                    <a:pt x="460" y="161"/>
                    <a:pt x="460" y="161"/>
                  </a:cubicBezTo>
                  <a:cubicBezTo>
                    <a:pt x="451" y="133"/>
                    <a:pt x="451" y="133"/>
                    <a:pt x="451" y="133"/>
                  </a:cubicBezTo>
                  <a:cubicBezTo>
                    <a:pt x="420" y="118"/>
                    <a:pt x="420" y="118"/>
                    <a:pt x="420" y="118"/>
                  </a:cubicBezTo>
                  <a:cubicBezTo>
                    <a:pt x="417" y="120"/>
                    <a:pt x="411" y="122"/>
                    <a:pt x="411" y="122"/>
                  </a:cubicBezTo>
                  <a:cubicBezTo>
                    <a:pt x="383" y="120"/>
                    <a:pt x="383" y="120"/>
                    <a:pt x="383" y="120"/>
                  </a:cubicBezTo>
                  <a:cubicBezTo>
                    <a:pt x="360" y="106"/>
                    <a:pt x="360" y="106"/>
                    <a:pt x="360" y="106"/>
                  </a:cubicBezTo>
                  <a:cubicBezTo>
                    <a:pt x="349" y="109"/>
                    <a:pt x="349" y="109"/>
                    <a:pt x="349" y="109"/>
                  </a:cubicBezTo>
                  <a:cubicBezTo>
                    <a:pt x="321" y="99"/>
                    <a:pt x="321" y="99"/>
                    <a:pt x="321" y="99"/>
                  </a:cubicBezTo>
                  <a:cubicBezTo>
                    <a:pt x="307" y="108"/>
                    <a:pt x="307" y="108"/>
                    <a:pt x="307" y="108"/>
                  </a:cubicBezTo>
                  <a:cubicBezTo>
                    <a:pt x="274" y="95"/>
                    <a:pt x="274" y="95"/>
                    <a:pt x="274" y="95"/>
                  </a:cubicBezTo>
                  <a:cubicBezTo>
                    <a:pt x="266" y="102"/>
                    <a:pt x="266" y="102"/>
                    <a:pt x="266" y="102"/>
                  </a:cubicBezTo>
                  <a:cubicBezTo>
                    <a:pt x="246" y="87"/>
                    <a:pt x="246" y="87"/>
                    <a:pt x="246" y="87"/>
                  </a:cubicBezTo>
                  <a:cubicBezTo>
                    <a:pt x="221" y="83"/>
                    <a:pt x="221" y="83"/>
                    <a:pt x="221" y="83"/>
                  </a:cubicBezTo>
                  <a:cubicBezTo>
                    <a:pt x="191" y="88"/>
                    <a:pt x="191" y="88"/>
                    <a:pt x="191" y="88"/>
                  </a:cubicBezTo>
                  <a:cubicBezTo>
                    <a:pt x="176" y="77"/>
                    <a:pt x="176" y="77"/>
                    <a:pt x="176" y="77"/>
                  </a:cubicBezTo>
                  <a:cubicBezTo>
                    <a:pt x="175" y="64"/>
                    <a:pt x="175" y="64"/>
                    <a:pt x="175" y="64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4"/>
                    <a:pt x="150" y="44"/>
                    <a:pt x="150" y="44"/>
                  </a:cubicBezTo>
                  <a:cubicBezTo>
                    <a:pt x="120" y="20"/>
                    <a:pt x="120" y="20"/>
                    <a:pt x="120" y="20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99" y="8"/>
                    <a:pt x="99" y="8"/>
                    <a:pt x="99" y="8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0"/>
            <p:cNvSpPr/>
            <p:nvPr/>
          </p:nvSpPr>
          <p:spPr>
            <a:xfrm>
              <a:off x="3041650" y="1933575"/>
              <a:ext cx="700088" cy="765175"/>
            </a:xfrm>
            <a:custGeom>
              <a:rect b="b" l="l" r="r" t="t"/>
              <a:pathLst>
                <a:path extrusionOk="0" h="482" w="441">
                  <a:moveTo>
                    <a:pt x="146" y="0"/>
                  </a:moveTo>
                  <a:lnTo>
                    <a:pt x="137" y="16"/>
                  </a:lnTo>
                  <a:lnTo>
                    <a:pt x="121" y="37"/>
                  </a:lnTo>
                  <a:lnTo>
                    <a:pt x="115" y="57"/>
                  </a:lnTo>
                  <a:lnTo>
                    <a:pt x="100" y="66"/>
                  </a:lnTo>
                  <a:lnTo>
                    <a:pt x="77" y="66"/>
                  </a:lnTo>
                  <a:lnTo>
                    <a:pt x="77" y="78"/>
                  </a:lnTo>
                  <a:lnTo>
                    <a:pt x="91" y="118"/>
                  </a:lnTo>
                  <a:lnTo>
                    <a:pt x="85" y="140"/>
                  </a:lnTo>
                  <a:lnTo>
                    <a:pt x="87" y="174"/>
                  </a:lnTo>
                  <a:lnTo>
                    <a:pt x="94" y="228"/>
                  </a:lnTo>
                  <a:lnTo>
                    <a:pt x="87" y="257"/>
                  </a:lnTo>
                  <a:lnTo>
                    <a:pt x="70" y="276"/>
                  </a:lnTo>
                  <a:lnTo>
                    <a:pt x="58" y="304"/>
                  </a:lnTo>
                  <a:lnTo>
                    <a:pt x="57" y="323"/>
                  </a:lnTo>
                  <a:lnTo>
                    <a:pt x="27" y="364"/>
                  </a:lnTo>
                  <a:lnTo>
                    <a:pt x="15" y="390"/>
                  </a:lnTo>
                  <a:lnTo>
                    <a:pt x="6" y="402"/>
                  </a:lnTo>
                  <a:lnTo>
                    <a:pt x="3" y="437"/>
                  </a:lnTo>
                  <a:lnTo>
                    <a:pt x="0" y="468"/>
                  </a:lnTo>
                  <a:lnTo>
                    <a:pt x="0" y="477"/>
                  </a:lnTo>
                  <a:lnTo>
                    <a:pt x="13" y="477"/>
                  </a:lnTo>
                  <a:lnTo>
                    <a:pt x="56" y="482"/>
                  </a:lnTo>
                  <a:lnTo>
                    <a:pt x="69" y="473"/>
                  </a:lnTo>
                  <a:lnTo>
                    <a:pt x="88" y="476"/>
                  </a:lnTo>
                  <a:lnTo>
                    <a:pt x="99" y="482"/>
                  </a:lnTo>
                  <a:lnTo>
                    <a:pt x="145" y="468"/>
                  </a:lnTo>
                  <a:lnTo>
                    <a:pt x="174" y="444"/>
                  </a:lnTo>
                  <a:lnTo>
                    <a:pt x="194" y="441"/>
                  </a:lnTo>
                  <a:lnTo>
                    <a:pt x="223" y="452"/>
                  </a:lnTo>
                  <a:lnTo>
                    <a:pt x="248" y="462"/>
                  </a:lnTo>
                  <a:lnTo>
                    <a:pt x="285" y="462"/>
                  </a:lnTo>
                  <a:lnTo>
                    <a:pt x="291" y="466"/>
                  </a:lnTo>
                  <a:lnTo>
                    <a:pt x="298" y="460"/>
                  </a:lnTo>
                  <a:lnTo>
                    <a:pt x="336" y="408"/>
                  </a:lnTo>
                  <a:lnTo>
                    <a:pt x="363" y="393"/>
                  </a:lnTo>
                  <a:lnTo>
                    <a:pt x="407" y="394"/>
                  </a:lnTo>
                  <a:lnTo>
                    <a:pt x="435" y="382"/>
                  </a:lnTo>
                  <a:lnTo>
                    <a:pt x="441" y="352"/>
                  </a:lnTo>
                  <a:lnTo>
                    <a:pt x="432" y="319"/>
                  </a:lnTo>
                  <a:lnTo>
                    <a:pt x="419" y="279"/>
                  </a:lnTo>
                  <a:lnTo>
                    <a:pt x="420" y="278"/>
                  </a:lnTo>
                  <a:lnTo>
                    <a:pt x="420" y="278"/>
                  </a:lnTo>
                  <a:lnTo>
                    <a:pt x="394" y="293"/>
                  </a:lnTo>
                  <a:lnTo>
                    <a:pt x="358" y="301"/>
                  </a:lnTo>
                  <a:lnTo>
                    <a:pt x="344" y="282"/>
                  </a:lnTo>
                  <a:lnTo>
                    <a:pt x="349" y="262"/>
                  </a:lnTo>
                  <a:lnTo>
                    <a:pt x="346" y="212"/>
                  </a:lnTo>
                  <a:lnTo>
                    <a:pt x="341" y="193"/>
                  </a:lnTo>
                  <a:lnTo>
                    <a:pt x="336" y="164"/>
                  </a:lnTo>
                  <a:lnTo>
                    <a:pt x="306" y="127"/>
                  </a:lnTo>
                  <a:lnTo>
                    <a:pt x="267" y="118"/>
                  </a:lnTo>
                  <a:lnTo>
                    <a:pt x="252" y="120"/>
                  </a:lnTo>
                  <a:lnTo>
                    <a:pt x="232" y="148"/>
                  </a:lnTo>
                  <a:lnTo>
                    <a:pt x="202" y="132"/>
                  </a:lnTo>
                  <a:lnTo>
                    <a:pt x="204" y="115"/>
                  </a:lnTo>
                  <a:lnTo>
                    <a:pt x="225" y="75"/>
                  </a:lnTo>
                  <a:lnTo>
                    <a:pt x="232" y="53"/>
                  </a:lnTo>
                  <a:lnTo>
                    <a:pt x="231" y="39"/>
                  </a:lnTo>
                  <a:lnTo>
                    <a:pt x="202" y="37"/>
                  </a:lnTo>
                  <a:lnTo>
                    <a:pt x="181" y="25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2654300" y="2633663"/>
              <a:ext cx="1065213" cy="1008062"/>
            </a:xfrm>
            <a:custGeom>
              <a:rect b="b" l="l" r="r" t="t"/>
              <a:pathLst>
                <a:path extrusionOk="0" h="482" w="510">
                  <a:moveTo>
                    <a:pt x="333" y="0"/>
                  </a:moveTo>
                  <a:cubicBezTo>
                    <a:pt x="318" y="2"/>
                    <a:pt x="318" y="2"/>
                    <a:pt x="318" y="2"/>
                  </a:cubicBezTo>
                  <a:cubicBezTo>
                    <a:pt x="296" y="20"/>
                    <a:pt x="296" y="20"/>
                    <a:pt x="296" y="20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53" y="26"/>
                    <a:pt x="253" y="26"/>
                    <a:pt x="253" y="26"/>
                  </a:cubicBezTo>
                  <a:cubicBezTo>
                    <a:pt x="238" y="24"/>
                    <a:pt x="238" y="24"/>
                    <a:pt x="238" y="24"/>
                  </a:cubicBezTo>
                  <a:cubicBezTo>
                    <a:pt x="228" y="31"/>
                    <a:pt x="228" y="31"/>
                    <a:pt x="228" y="31"/>
                  </a:cubicBezTo>
                  <a:cubicBezTo>
                    <a:pt x="196" y="27"/>
                    <a:pt x="196" y="27"/>
                    <a:pt x="196" y="27"/>
                  </a:cubicBezTo>
                  <a:cubicBezTo>
                    <a:pt x="186" y="27"/>
                    <a:pt x="186" y="27"/>
                    <a:pt x="186" y="27"/>
                  </a:cubicBezTo>
                  <a:cubicBezTo>
                    <a:pt x="186" y="52"/>
                    <a:pt x="186" y="52"/>
                    <a:pt x="186" y="52"/>
                  </a:cubicBezTo>
                  <a:cubicBezTo>
                    <a:pt x="174" y="86"/>
                    <a:pt x="174" y="86"/>
                    <a:pt x="174" y="86"/>
                  </a:cubicBezTo>
                  <a:cubicBezTo>
                    <a:pt x="172" y="100"/>
                    <a:pt x="172" y="100"/>
                    <a:pt x="172" y="100"/>
                  </a:cubicBezTo>
                  <a:cubicBezTo>
                    <a:pt x="159" y="118"/>
                    <a:pt x="159" y="118"/>
                    <a:pt x="159" y="118"/>
                  </a:cubicBezTo>
                  <a:cubicBezTo>
                    <a:pt x="163" y="137"/>
                    <a:pt x="163" y="137"/>
                    <a:pt x="163" y="137"/>
                  </a:cubicBezTo>
                  <a:cubicBezTo>
                    <a:pt x="167" y="160"/>
                    <a:pt x="167" y="160"/>
                    <a:pt x="167" y="160"/>
                  </a:cubicBezTo>
                  <a:cubicBezTo>
                    <a:pt x="164" y="166"/>
                    <a:pt x="164" y="166"/>
                    <a:pt x="164" y="166"/>
                  </a:cubicBezTo>
                  <a:cubicBezTo>
                    <a:pt x="174" y="184"/>
                    <a:pt x="174" y="184"/>
                    <a:pt x="174" y="184"/>
                  </a:cubicBezTo>
                  <a:cubicBezTo>
                    <a:pt x="172" y="198"/>
                    <a:pt x="172" y="198"/>
                    <a:pt x="172" y="198"/>
                  </a:cubicBezTo>
                  <a:cubicBezTo>
                    <a:pt x="157" y="212"/>
                    <a:pt x="157" y="212"/>
                    <a:pt x="157" y="212"/>
                  </a:cubicBezTo>
                  <a:cubicBezTo>
                    <a:pt x="146" y="243"/>
                    <a:pt x="146" y="243"/>
                    <a:pt x="146" y="243"/>
                  </a:cubicBezTo>
                  <a:cubicBezTo>
                    <a:pt x="145" y="266"/>
                    <a:pt x="145" y="266"/>
                    <a:pt x="145" y="266"/>
                  </a:cubicBezTo>
                  <a:cubicBezTo>
                    <a:pt x="145" y="293"/>
                    <a:pt x="145" y="293"/>
                    <a:pt x="145" y="293"/>
                  </a:cubicBezTo>
                  <a:cubicBezTo>
                    <a:pt x="134" y="320"/>
                    <a:pt x="134" y="320"/>
                    <a:pt x="134" y="320"/>
                  </a:cubicBezTo>
                  <a:cubicBezTo>
                    <a:pt x="109" y="345"/>
                    <a:pt x="109" y="345"/>
                    <a:pt x="109" y="345"/>
                  </a:cubicBezTo>
                  <a:cubicBezTo>
                    <a:pt x="89" y="360"/>
                    <a:pt x="89" y="360"/>
                    <a:pt x="89" y="360"/>
                  </a:cubicBezTo>
                  <a:cubicBezTo>
                    <a:pt x="76" y="360"/>
                    <a:pt x="76" y="360"/>
                    <a:pt x="76" y="360"/>
                  </a:cubicBezTo>
                  <a:cubicBezTo>
                    <a:pt x="46" y="380"/>
                    <a:pt x="46" y="380"/>
                    <a:pt x="46" y="380"/>
                  </a:cubicBezTo>
                  <a:cubicBezTo>
                    <a:pt x="32" y="401"/>
                    <a:pt x="32" y="401"/>
                    <a:pt x="32" y="401"/>
                  </a:cubicBezTo>
                  <a:cubicBezTo>
                    <a:pt x="0" y="459"/>
                    <a:pt x="0" y="459"/>
                    <a:pt x="0" y="459"/>
                  </a:cubicBezTo>
                  <a:cubicBezTo>
                    <a:pt x="11" y="471"/>
                    <a:pt x="11" y="471"/>
                    <a:pt x="11" y="471"/>
                  </a:cubicBezTo>
                  <a:cubicBezTo>
                    <a:pt x="20" y="482"/>
                    <a:pt x="20" y="482"/>
                    <a:pt x="20" y="482"/>
                  </a:cubicBezTo>
                  <a:cubicBezTo>
                    <a:pt x="48" y="478"/>
                    <a:pt x="48" y="478"/>
                    <a:pt x="48" y="478"/>
                  </a:cubicBezTo>
                  <a:cubicBezTo>
                    <a:pt x="50" y="462"/>
                    <a:pt x="50" y="462"/>
                    <a:pt x="50" y="462"/>
                  </a:cubicBezTo>
                  <a:cubicBezTo>
                    <a:pt x="39" y="456"/>
                    <a:pt x="39" y="456"/>
                    <a:pt x="39" y="456"/>
                  </a:cubicBezTo>
                  <a:cubicBezTo>
                    <a:pt x="42" y="451"/>
                    <a:pt x="42" y="451"/>
                    <a:pt x="42" y="451"/>
                  </a:cubicBezTo>
                  <a:cubicBezTo>
                    <a:pt x="67" y="454"/>
                    <a:pt x="67" y="454"/>
                    <a:pt x="67" y="454"/>
                  </a:cubicBezTo>
                  <a:cubicBezTo>
                    <a:pt x="97" y="445"/>
                    <a:pt x="97" y="445"/>
                    <a:pt x="97" y="445"/>
                  </a:cubicBezTo>
                  <a:cubicBezTo>
                    <a:pt x="106" y="429"/>
                    <a:pt x="106" y="429"/>
                    <a:pt x="106" y="429"/>
                  </a:cubicBezTo>
                  <a:cubicBezTo>
                    <a:pt x="138" y="418"/>
                    <a:pt x="138" y="418"/>
                    <a:pt x="138" y="418"/>
                  </a:cubicBezTo>
                  <a:cubicBezTo>
                    <a:pt x="156" y="408"/>
                    <a:pt x="156" y="408"/>
                    <a:pt x="156" y="408"/>
                  </a:cubicBezTo>
                  <a:cubicBezTo>
                    <a:pt x="173" y="409"/>
                    <a:pt x="173" y="409"/>
                    <a:pt x="173" y="409"/>
                  </a:cubicBezTo>
                  <a:cubicBezTo>
                    <a:pt x="194" y="392"/>
                    <a:pt x="194" y="392"/>
                    <a:pt x="194" y="392"/>
                  </a:cubicBezTo>
                  <a:cubicBezTo>
                    <a:pt x="198" y="375"/>
                    <a:pt x="198" y="375"/>
                    <a:pt x="198" y="375"/>
                  </a:cubicBezTo>
                  <a:cubicBezTo>
                    <a:pt x="222" y="376"/>
                    <a:pt x="222" y="376"/>
                    <a:pt x="222" y="376"/>
                  </a:cubicBezTo>
                  <a:cubicBezTo>
                    <a:pt x="235" y="391"/>
                    <a:pt x="235" y="391"/>
                    <a:pt x="235" y="391"/>
                  </a:cubicBezTo>
                  <a:cubicBezTo>
                    <a:pt x="255" y="393"/>
                    <a:pt x="255" y="393"/>
                    <a:pt x="255" y="393"/>
                  </a:cubicBezTo>
                  <a:cubicBezTo>
                    <a:pt x="275" y="390"/>
                    <a:pt x="275" y="390"/>
                    <a:pt x="275" y="390"/>
                  </a:cubicBezTo>
                  <a:cubicBezTo>
                    <a:pt x="266" y="380"/>
                    <a:pt x="266" y="380"/>
                    <a:pt x="266" y="380"/>
                  </a:cubicBezTo>
                  <a:cubicBezTo>
                    <a:pt x="267" y="370"/>
                    <a:pt x="267" y="370"/>
                    <a:pt x="267" y="370"/>
                  </a:cubicBezTo>
                  <a:cubicBezTo>
                    <a:pt x="279" y="377"/>
                    <a:pt x="279" y="377"/>
                    <a:pt x="279" y="377"/>
                  </a:cubicBezTo>
                  <a:cubicBezTo>
                    <a:pt x="275" y="363"/>
                    <a:pt x="275" y="363"/>
                    <a:pt x="275" y="363"/>
                  </a:cubicBezTo>
                  <a:cubicBezTo>
                    <a:pt x="266" y="359"/>
                    <a:pt x="266" y="359"/>
                    <a:pt x="266" y="359"/>
                  </a:cubicBezTo>
                  <a:cubicBezTo>
                    <a:pt x="274" y="335"/>
                    <a:pt x="274" y="335"/>
                    <a:pt x="274" y="335"/>
                  </a:cubicBezTo>
                  <a:cubicBezTo>
                    <a:pt x="288" y="337"/>
                    <a:pt x="288" y="337"/>
                    <a:pt x="288" y="337"/>
                  </a:cubicBezTo>
                  <a:cubicBezTo>
                    <a:pt x="303" y="330"/>
                    <a:pt x="303" y="330"/>
                    <a:pt x="303" y="330"/>
                  </a:cubicBezTo>
                  <a:cubicBezTo>
                    <a:pt x="312" y="357"/>
                    <a:pt x="312" y="357"/>
                    <a:pt x="312" y="357"/>
                  </a:cubicBezTo>
                  <a:cubicBezTo>
                    <a:pt x="339" y="390"/>
                    <a:pt x="339" y="390"/>
                    <a:pt x="339" y="390"/>
                  </a:cubicBezTo>
                  <a:cubicBezTo>
                    <a:pt x="346" y="413"/>
                    <a:pt x="346" y="413"/>
                    <a:pt x="346" y="413"/>
                  </a:cubicBezTo>
                  <a:cubicBezTo>
                    <a:pt x="350" y="417"/>
                    <a:pt x="350" y="417"/>
                    <a:pt x="350" y="417"/>
                  </a:cubicBezTo>
                  <a:cubicBezTo>
                    <a:pt x="377" y="398"/>
                    <a:pt x="377" y="398"/>
                    <a:pt x="377" y="398"/>
                  </a:cubicBezTo>
                  <a:cubicBezTo>
                    <a:pt x="377" y="369"/>
                    <a:pt x="377" y="369"/>
                    <a:pt x="377" y="369"/>
                  </a:cubicBezTo>
                  <a:cubicBezTo>
                    <a:pt x="380" y="365"/>
                    <a:pt x="380" y="365"/>
                    <a:pt x="380" y="365"/>
                  </a:cubicBezTo>
                  <a:cubicBezTo>
                    <a:pt x="403" y="391"/>
                    <a:pt x="403" y="391"/>
                    <a:pt x="403" y="391"/>
                  </a:cubicBezTo>
                  <a:cubicBezTo>
                    <a:pt x="403" y="391"/>
                    <a:pt x="422" y="381"/>
                    <a:pt x="427" y="381"/>
                  </a:cubicBezTo>
                  <a:cubicBezTo>
                    <a:pt x="432" y="381"/>
                    <a:pt x="441" y="381"/>
                    <a:pt x="441" y="381"/>
                  </a:cubicBezTo>
                  <a:cubicBezTo>
                    <a:pt x="451" y="351"/>
                    <a:pt x="451" y="351"/>
                    <a:pt x="451" y="351"/>
                  </a:cubicBezTo>
                  <a:cubicBezTo>
                    <a:pt x="462" y="343"/>
                    <a:pt x="462" y="343"/>
                    <a:pt x="462" y="343"/>
                  </a:cubicBezTo>
                  <a:cubicBezTo>
                    <a:pt x="460" y="329"/>
                    <a:pt x="460" y="329"/>
                    <a:pt x="460" y="329"/>
                  </a:cubicBezTo>
                  <a:cubicBezTo>
                    <a:pt x="445" y="316"/>
                    <a:pt x="445" y="316"/>
                    <a:pt x="445" y="316"/>
                  </a:cubicBezTo>
                  <a:cubicBezTo>
                    <a:pt x="434" y="292"/>
                    <a:pt x="434" y="292"/>
                    <a:pt x="434" y="292"/>
                  </a:cubicBezTo>
                  <a:cubicBezTo>
                    <a:pt x="413" y="279"/>
                    <a:pt x="413" y="279"/>
                    <a:pt x="413" y="279"/>
                  </a:cubicBezTo>
                  <a:cubicBezTo>
                    <a:pt x="412" y="266"/>
                    <a:pt x="412" y="266"/>
                    <a:pt x="412" y="266"/>
                  </a:cubicBezTo>
                  <a:cubicBezTo>
                    <a:pt x="422" y="262"/>
                    <a:pt x="422" y="262"/>
                    <a:pt x="422" y="262"/>
                  </a:cubicBezTo>
                  <a:cubicBezTo>
                    <a:pt x="439" y="262"/>
                    <a:pt x="439" y="262"/>
                    <a:pt x="439" y="262"/>
                  </a:cubicBezTo>
                  <a:cubicBezTo>
                    <a:pt x="456" y="275"/>
                    <a:pt x="456" y="275"/>
                    <a:pt x="456" y="275"/>
                  </a:cubicBezTo>
                  <a:cubicBezTo>
                    <a:pt x="467" y="269"/>
                    <a:pt x="467" y="269"/>
                    <a:pt x="467" y="269"/>
                  </a:cubicBezTo>
                  <a:cubicBezTo>
                    <a:pt x="471" y="257"/>
                    <a:pt x="471" y="257"/>
                    <a:pt x="471" y="257"/>
                  </a:cubicBezTo>
                  <a:cubicBezTo>
                    <a:pt x="493" y="245"/>
                    <a:pt x="493" y="245"/>
                    <a:pt x="493" y="245"/>
                  </a:cubicBezTo>
                  <a:cubicBezTo>
                    <a:pt x="491" y="226"/>
                    <a:pt x="491" y="226"/>
                    <a:pt x="491" y="226"/>
                  </a:cubicBezTo>
                  <a:cubicBezTo>
                    <a:pt x="462" y="206"/>
                    <a:pt x="462" y="206"/>
                    <a:pt x="462" y="206"/>
                  </a:cubicBezTo>
                  <a:cubicBezTo>
                    <a:pt x="464" y="195"/>
                    <a:pt x="464" y="195"/>
                    <a:pt x="464" y="195"/>
                  </a:cubicBezTo>
                  <a:cubicBezTo>
                    <a:pt x="483" y="175"/>
                    <a:pt x="483" y="175"/>
                    <a:pt x="483" y="175"/>
                  </a:cubicBezTo>
                  <a:cubicBezTo>
                    <a:pt x="490" y="158"/>
                    <a:pt x="490" y="158"/>
                    <a:pt x="490" y="158"/>
                  </a:cubicBezTo>
                  <a:cubicBezTo>
                    <a:pt x="486" y="144"/>
                    <a:pt x="486" y="144"/>
                    <a:pt x="486" y="144"/>
                  </a:cubicBezTo>
                  <a:cubicBezTo>
                    <a:pt x="485" y="120"/>
                    <a:pt x="485" y="120"/>
                    <a:pt x="485" y="120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10" y="107"/>
                    <a:pt x="510" y="107"/>
                    <a:pt x="510" y="107"/>
                  </a:cubicBezTo>
                  <a:cubicBezTo>
                    <a:pt x="504" y="85"/>
                    <a:pt x="504" y="85"/>
                    <a:pt x="504" y="85"/>
                  </a:cubicBezTo>
                  <a:cubicBezTo>
                    <a:pt x="504" y="60"/>
                    <a:pt x="504" y="60"/>
                    <a:pt x="504" y="60"/>
                  </a:cubicBezTo>
                  <a:cubicBezTo>
                    <a:pt x="489" y="52"/>
                    <a:pt x="489" y="52"/>
                    <a:pt x="489" y="52"/>
                  </a:cubicBezTo>
                  <a:cubicBezTo>
                    <a:pt x="455" y="47"/>
                    <a:pt x="455" y="47"/>
                    <a:pt x="455" y="47"/>
                  </a:cubicBezTo>
                  <a:cubicBezTo>
                    <a:pt x="436" y="49"/>
                    <a:pt x="436" y="49"/>
                    <a:pt x="436" y="49"/>
                  </a:cubicBezTo>
                  <a:cubicBezTo>
                    <a:pt x="425" y="60"/>
                    <a:pt x="425" y="60"/>
                    <a:pt x="425" y="60"/>
                  </a:cubicBezTo>
                  <a:cubicBezTo>
                    <a:pt x="402" y="71"/>
                    <a:pt x="402" y="71"/>
                    <a:pt x="402" y="71"/>
                  </a:cubicBezTo>
                  <a:cubicBezTo>
                    <a:pt x="358" y="79"/>
                    <a:pt x="358" y="79"/>
                    <a:pt x="358" y="79"/>
                  </a:cubicBezTo>
                  <a:cubicBezTo>
                    <a:pt x="339" y="86"/>
                    <a:pt x="339" y="86"/>
                    <a:pt x="339" y="86"/>
                  </a:cubicBezTo>
                  <a:cubicBezTo>
                    <a:pt x="340" y="64"/>
                    <a:pt x="340" y="64"/>
                    <a:pt x="340" y="64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75" y="37"/>
                    <a:pt x="375" y="37"/>
                    <a:pt x="375" y="37"/>
                  </a:cubicBezTo>
                  <a:cubicBezTo>
                    <a:pt x="402" y="24"/>
                    <a:pt x="402" y="24"/>
                    <a:pt x="402" y="24"/>
                  </a:cubicBezTo>
                  <a:cubicBezTo>
                    <a:pt x="407" y="19"/>
                    <a:pt x="407" y="19"/>
                    <a:pt x="407" y="19"/>
                  </a:cubicBezTo>
                  <a:cubicBezTo>
                    <a:pt x="402" y="16"/>
                    <a:pt x="402" y="16"/>
                    <a:pt x="402" y="16"/>
                  </a:cubicBezTo>
                  <a:cubicBezTo>
                    <a:pt x="374" y="16"/>
                    <a:pt x="374" y="16"/>
                    <a:pt x="374" y="16"/>
                  </a:cubicBezTo>
                  <a:cubicBezTo>
                    <a:pt x="355" y="8"/>
                    <a:pt x="355" y="8"/>
                    <a:pt x="355" y="8"/>
                  </a:cubicBezTo>
                  <a:lnTo>
                    <a:pt x="333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3384550" y="2690813"/>
              <a:ext cx="1247775" cy="1065212"/>
            </a:xfrm>
            <a:custGeom>
              <a:rect b="b" l="l" r="r" t="t"/>
              <a:pathLst>
                <a:path extrusionOk="0" h="510" w="597">
                  <a:moveTo>
                    <a:pt x="364" y="0"/>
                  </a:moveTo>
                  <a:cubicBezTo>
                    <a:pt x="351" y="3"/>
                    <a:pt x="351" y="3"/>
                    <a:pt x="351" y="3"/>
                  </a:cubicBezTo>
                  <a:cubicBezTo>
                    <a:pt x="329" y="11"/>
                    <a:pt x="329" y="11"/>
                    <a:pt x="329" y="11"/>
                  </a:cubicBezTo>
                  <a:cubicBezTo>
                    <a:pt x="308" y="13"/>
                    <a:pt x="308" y="13"/>
                    <a:pt x="308" y="13"/>
                  </a:cubicBezTo>
                  <a:cubicBezTo>
                    <a:pt x="301" y="17"/>
                    <a:pt x="301" y="17"/>
                    <a:pt x="301" y="17"/>
                  </a:cubicBezTo>
                  <a:cubicBezTo>
                    <a:pt x="308" y="39"/>
                    <a:pt x="308" y="39"/>
                    <a:pt x="308" y="39"/>
                  </a:cubicBezTo>
                  <a:cubicBezTo>
                    <a:pt x="307" y="52"/>
                    <a:pt x="307" y="52"/>
                    <a:pt x="307" y="52"/>
                  </a:cubicBezTo>
                  <a:cubicBezTo>
                    <a:pt x="308" y="65"/>
                    <a:pt x="308" y="65"/>
                    <a:pt x="308" y="65"/>
                  </a:cubicBezTo>
                  <a:cubicBezTo>
                    <a:pt x="314" y="73"/>
                    <a:pt x="314" y="73"/>
                    <a:pt x="314" y="73"/>
                  </a:cubicBezTo>
                  <a:cubicBezTo>
                    <a:pt x="324" y="105"/>
                    <a:pt x="324" y="105"/>
                    <a:pt x="324" y="105"/>
                  </a:cubicBezTo>
                  <a:cubicBezTo>
                    <a:pt x="316" y="113"/>
                    <a:pt x="316" y="113"/>
                    <a:pt x="316" y="113"/>
                  </a:cubicBezTo>
                  <a:cubicBezTo>
                    <a:pt x="308" y="110"/>
                    <a:pt x="308" y="110"/>
                    <a:pt x="308" y="110"/>
                  </a:cubicBezTo>
                  <a:cubicBezTo>
                    <a:pt x="297" y="109"/>
                    <a:pt x="297" y="109"/>
                    <a:pt x="297" y="109"/>
                  </a:cubicBezTo>
                  <a:cubicBezTo>
                    <a:pt x="274" y="117"/>
                    <a:pt x="274" y="117"/>
                    <a:pt x="274" y="117"/>
                  </a:cubicBezTo>
                  <a:cubicBezTo>
                    <a:pt x="264" y="135"/>
                    <a:pt x="264" y="135"/>
                    <a:pt x="264" y="135"/>
                  </a:cubicBezTo>
                  <a:cubicBezTo>
                    <a:pt x="207" y="104"/>
                    <a:pt x="207" y="104"/>
                    <a:pt x="207" y="104"/>
                  </a:cubicBezTo>
                  <a:cubicBezTo>
                    <a:pt x="196" y="100"/>
                    <a:pt x="196" y="100"/>
                    <a:pt x="196" y="100"/>
                  </a:cubicBezTo>
                  <a:cubicBezTo>
                    <a:pt x="194" y="91"/>
                    <a:pt x="194" y="91"/>
                    <a:pt x="194" y="91"/>
                  </a:cubicBezTo>
                  <a:cubicBezTo>
                    <a:pt x="186" y="82"/>
                    <a:pt x="186" y="82"/>
                    <a:pt x="186" y="82"/>
                  </a:cubicBezTo>
                  <a:cubicBezTo>
                    <a:pt x="160" y="80"/>
                    <a:pt x="160" y="80"/>
                    <a:pt x="160" y="80"/>
                  </a:cubicBezTo>
                  <a:cubicBezTo>
                    <a:pt x="135" y="93"/>
                    <a:pt x="135" y="93"/>
                    <a:pt x="135" y="93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40" y="131"/>
                    <a:pt x="140" y="131"/>
                    <a:pt x="140" y="131"/>
                  </a:cubicBezTo>
                  <a:cubicBezTo>
                    <a:pt x="133" y="148"/>
                    <a:pt x="133" y="148"/>
                    <a:pt x="133" y="148"/>
                  </a:cubicBezTo>
                  <a:cubicBezTo>
                    <a:pt x="114" y="168"/>
                    <a:pt x="114" y="168"/>
                    <a:pt x="114" y="168"/>
                  </a:cubicBezTo>
                  <a:cubicBezTo>
                    <a:pt x="112" y="179"/>
                    <a:pt x="112" y="179"/>
                    <a:pt x="112" y="179"/>
                  </a:cubicBezTo>
                  <a:cubicBezTo>
                    <a:pt x="141" y="199"/>
                    <a:pt x="141" y="199"/>
                    <a:pt x="141" y="199"/>
                  </a:cubicBezTo>
                  <a:cubicBezTo>
                    <a:pt x="143" y="218"/>
                    <a:pt x="143" y="218"/>
                    <a:pt x="143" y="218"/>
                  </a:cubicBezTo>
                  <a:cubicBezTo>
                    <a:pt x="121" y="230"/>
                    <a:pt x="121" y="230"/>
                    <a:pt x="121" y="230"/>
                  </a:cubicBezTo>
                  <a:cubicBezTo>
                    <a:pt x="117" y="242"/>
                    <a:pt x="117" y="242"/>
                    <a:pt x="117" y="242"/>
                  </a:cubicBezTo>
                  <a:cubicBezTo>
                    <a:pt x="106" y="248"/>
                    <a:pt x="106" y="248"/>
                    <a:pt x="106" y="248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72" y="235"/>
                    <a:pt x="72" y="235"/>
                    <a:pt x="72" y="235"/>
                  </a:cubicBezTo>
                  <a:cubicBezTo>
                    <a:pt x="62" y="239"/>
                    <a:pt x="62" y="239"/>
                    <a:pt x="62" y="239"/>
                  </a:cubicBezTo>
                  <a:cubicBezTo>
                    <a:pt x="63" y="252"/>
                    <a:pt x="63" y="252"/>
                    <a:pt x="63" y="252"/>
                  </a:cubicBezTo>
                  <a:cubicBezTo>
                    <a:pt x="84" y="265"/>
                    <a:pt x="84" y="265"/>
                    <a:pt x="84" y="265"/>
                  </a:cubicBezTo>
                  <a:cubicBezTo>
                    <a:pt x="95" y="289"/>
                    <a:pt x="95" y="289"/>
                    <a:pt x="95" y="289"/>
                  </a:cubicBezTo>
                  <a:cubicBezTo>
                    <a:pt x="110" y="302"/>
                    <a:pt x="110" y="302"/>
                    <a:pt x="110" y="302"/>
                  </a:cubicBezTo>
                  <a:cubicBezTo>
                    <a:pt x="112" y="316"/>
                    <a:pt x="112" y="316"/>
                    <a:pt x="112" y="316"/>
                  </a:cubicBezTo>
                  <a:cubicBezTo>
                    <a:pt x="101" y="324"/>
                    <a:pt x="101" y="324"/>
                    <a:pt x="101" y="324"/>
                  </a:cubicBezTo>
                  <a:cubicBezTo>
                    <a:pt x="91" y="354"/>
                    <a:pt x="91" y="354"/>
                    <a:pt x="91" y="354"/>
                  </a:cubicBezTo>
                  <a:cubicBezTo>
                    <a:pt x="91" y="354"/>
                    <a:pt x="82" y="354"/>
                    <a:pt x="77" y="354"/>
                  </a:cubicBezTo>
                  <a:cubicBezTo>
                    <a:pt x="72" y="354"/>
                    <a:pt x="53" y="364"/>
                    <a:pt x="53" y="364"/>
                  </a:cubicBezTo>
                  <a:cubicBezTo>
                    <a:pt x="30" y="338"/>
                    <a:pt x="30" y="338"/>
                    <a:pt x="30" y="338"/>
                  </a:cubicBezTo>
                  <a:cubicBezTo>
                    <a:pt x="27" y="342"/>
                    <a:pt x="27" y="342"/>
                    <a:pt x="27" y="342"/>
                  </a:cubicBezTo>
                  <a:cubicBezTo>
                    <a:pt x="27" y="371"/>
                    <a:pt x="27" y="371"/>
                    <a:pt x="27" y="371"/>
                  </a:cubicBezTo>
                  <a:cubicBezTo>
                    <a:pt x="0" y="390"/>
                    <a:pt x="0" y="390"/>
                    <a:pt x="0" y="390"/>
                  </a:cubicBezTo>
                  <a:cubicBezTo>
                    <a:pt x="7" y="399"/>
                    <a:pt x="7" y="399"/>
                    <a:pt x="7" y="399"/>
                  </a:cubicBezTo>
                  <a:cubicBezTo>
                    <a:pt x="14" y="426"/>
                    <a:pt x="14" y="426"/>
                    <a:pt x="14" y="426"/>
                  </a:cubicBezTo>
                  <a:cubicBezTo>
                    <a:pt x="24" y="430"/>
                    <a:pt x="24" y="430"/>
                    <a:pt x="24" y="430"/>
                  </a:cubicBezTo>
                  <a:cubicBezTo>
                    <a:pt x="39" y="408"/>
                    <a:pt x="39" y="408"/>
                    <a:pt x="39" y="408"/>
                  </a:cubicBezTo>
                  <a:cubicBezTo>
                    <a:pt x="52" y="416"/>
                    <a:pt x="52" y="416"/>
                    <a:pt x="52" y="416"/>
                  </a:cubicBezTo>
                  <a:cubicBezTo>
                    <a:pt x="62" y="447"/>
                    <a:pt x="62" y="447"/>
                    <a:pt x="62" y="447"/>
                  </a:cubicBezTo>
                  <a:cubicBezTo>
                    <a:pt x="93" y="443"/>
                    <a:pt x="93" y="443"/>
                    <a:pt x="93" y="443"/>
                  </a:cubicBezTo>
                  <a:cubicBezTo>
                    <a:pt x="116" y="462"/>
                    <a:pt x="116" y="462"/>
                    <a:pt x="116" y="462"/>
                  </a:cubicBezTo>
                  <a:cubicBezTo>
                    <a:pt x="154" y="452"/>
                    <a:pt x="154" y="452"/>
                    <a:pt x="154" y="452"/>
                  </a:cubicBezTo>
                  <a:cubicBezTo>
                    <a:pt x="189" y="496"/>
                    <a:pt x="189" y="496"/>
                    <a:pt x="189" y="496"/>
                  </a:cubicBezTo>
                  <a:cubicBezTo>
                    <a:pt x="192" y="505"/>
                    <a:pt x="192" y="505"/>
                    <a:pt x="192" y="505"/>
                  </a:cubicBezTo>
                  <a:cubicBezTo>
                    <a:pt x="213" y="509"/>
                    <a:pt x="213" y="509"/>
                    <a:pt x="213" y="509"/>
                  </a:cubicBezTo>
                  <a:cubicBezTo>
                    <a:pt x="240" y="504"/>
                    <a:pt x="240" y="504"/>
                    <a:pt x="240" y="504"/>
                  </a:cubicBezTo>
                  <a:cubicBezTo>
                    <a:pt x="240" y="488"/>
                    <a:pt x="240" y="488"/>
                    <a:pt x="240" y="488"/>
                  </a:cubicBezTo>
                  <a:cubicBezTo>
                    <a:pt x="262" y="498"/>
                    <a:pt x="262" y="498"/>
                    <a:pt x="262" y="498"/>
                  </a:cubicBezTo>
                  <a:cubicBezTo>
                    <a:pt x="274" y="509"/>
                    <a:pt x="274" y="509"/>
                    <a:pt x="274" y="509"/>
                  </a:cubicBezTo>
                  <a:cubicBezTo>
                    <a:pt x="292" y="510"/>
                    <a:pt x="292" y="510"/>
                    <a:pt x="292" y="510"/>
                  </a:cubicBezTo>
                  <a:cubicBezTo>
                    <a:pt x="290" y="508"/>
                    <a:pt x="290" y="508"/>
                    <a:pt x="290" y="508"/>
                  </a:cubicBezTo>
                  <a:cubicBezTo>
                    <a:pt x="296" y="496"/>
                    <a:pt x="296" y="496"/>
                    <a:pt x="296" y="496"/>
                  </a:cubicBezTo>
                  <a:cubicBezTo>
                    <a:pt x="321" y="479"/>
                    <a:pt x="321" y="479"/>
                    <a:pt x="321" y="479"/>
                  </a:cubicBezTo>
                  <a:cubicBezTo>
                    <a:pt x="328" y="481"/>
                    <a:pt x="328" y="481"/>
                    <a:pt x="328" y="481"/>
                  </a:cubicBezTo>
                  <a:cubicBezTo>
                    <a:pt x="327" y="498"/>
                    <a:pt x="327" y="498"/>
                    <a:pt x="327" y="498"/>
                  </a:cubicBezTo>
                  <a:cubicBezTo>
                    <a:pt x="334" y="499"/>
                    <a:pt x="334" y="499"/>
                    <a:pt x="334" y="499"/>
                  </a:cubicBezTo>
                  <a:cubicBezTo>
                    <a:pt x="339" y="495"/>
                    <a:pt x="339" y="495"/>
                    <a:pt x="339" y="495"/>
                  </a:cubicBezTo>
                  <a:cubicBezTo>
                    <a:pt x="333" y="470"/>
                    <a:pt x="333" y="470"/>
                    <a:pt x="333" y="470"/>
                  </a:cubicBezTo>
                  <a:cubicBezTo>
                    <a:pt x="328" y="462"/>
                    <a:pt x="328" y="462"/>
                    <a:pt x="328" y="462"/>
                  </a:cubicBezTo>
                  <a:cubicBezTo>
                    <a:pt x="328" y="444"/>
                    <a:pt x="328" y="444"/>
                    <a:pt x="328" y="444"/>
                  </a:cubicBezTo>
                  <a:cubicBezTo>
                    <a:pt x="322" y="435"/>
                    <a:pt x="322" y="435"/>
                    <a:pt x="322" y="435"/>
                  </a:cubicBezTo>
                  <a:cubicBezTo>
                    <a:pt x="339" y="433"/>
                    <a:pt x="339" y="433"/>
                    <a:pt x="339" y="433"/>
                  </a:cubicBezTo>
                  <a:cubicBezTo>
                    <a:pt x="372" y="442"/>
                    <a:pt x="372" y="442"/>
                    <a:pt x="372" y="442"/>
                  </a:cubicBezTo>
                  <a:cubicBezTo>
                    <a:pt x="380" y="421"/>
                    <a:pt x="380" y="421"/>
                    <a:pt x="380" y="421"/>
                  </a:cubicBezTo>
                  <a:cubicBezTo>
                    <a:pt x="387" y="427"/>
                    <a:pt x="387" y="427"/>
                    <a:pt x="387" y="427"/>
                  </a:cubicBezTo>
                  <a:cubicBezTo>
                    <a:pt x="398" y="430"/>
                    <a:pt x="398" y="430"/>
                    <a:pt x="398" y="430"/>
                  </a:cubicBezTo>
                  <a:cubicBezTo>
                    <a:pt x="415" y="435"/>
                    <a:pt x="415" y="435"/>
                    <a:pt x="415" y="435"/>
                  </a:cubicBezTo>
                  <a:cubicBezTo>
                    <a:pt x="428" y="433"/>
                    <a:pt x="428" y="433"/>
                    <a:pt x="428" y="433"/>
                  </a:cubicBezTo>
                  <a:cubicBezTo>
                    <a:pt x="445" y="438"/>
                    <a:pt x="445" y="438"/>
                    <a:pt x="445" y="438"/>
                  </a:cubicBezTo>
                  <a:cubicBezTo>
                    <a:pt x="455" y="454"/>
                    <a:pt x="455" y="454"/>
                    <a:pt x="455" y="454"/>
                  </a:cubicBezTo>
                  <a:cubicBezTo>
                    <a:pt x="463" y="454"/>
                    <a:pt x="463" y="454"/>
                    <a:pt x="463" y="454"/>
                  </a:cubicBezTo>
                  <a:cubicBezTo>
                    <a:pt x="468" y="446"/>
                    <a:pt x="468" y="446"/>
                    <a:pt x="468" y="446"/>
                  </a:cubicBezTo>
                  <a:cubicBezTo>
                    <a:pt x="482" y="449"/>
                    <a:pt x="482" y="449"/>
                    <a:pt x="482" y="449"/>
                  </a:cubicBezTo>
                  <a:cubicBezTo>
                    <a:pt x="506" y="444"/>
                    <a:pt x="506" y="444"/>
                    <a:pt x="506" y="444"/>
                  </a:cubicBezTo>
                  <a:cubicBezTo>
                    <a:pt x="505" y="425"/>
                    <a:pt x="505" y="425"/>
                    <a:pt x="505" y="425"/>
                  </a:cubicBezTo>
                  <a:cubicBezTo>
                    <a:pt x="537" y="416"/>
                    <a:pt x="537" y="416"/>
                    <a:pt x="537" y="416"/>
                  </a:cubicBezTo>
                  <a:cubicBezTo>
                    <a:pt x="551" y="416"/>
                    <a:pt x="551" y="416"/>
                    <a:pt x="551" y="416"/>
                  </a:cubicBezTo>
                  <a:cubicBezTo>
                    <a:pt x="557" y="411"/>
                    <a:pt x="557" y="411"/>
                    <a:pt x="557" y="411"/>
                  </a:cubicBezTo>
                  <a:cubicBezTo>
                    <a:pt x="568" y="418"/>
                    <a:pt x="568" y="418"/>
                    <a:pt x="568" y="418"/>
                  </a:cubicBezTo>
                  <a:cubicBezTo>
                    <a:pt x="597" y="416"/>
                    <a:pt x="597" y="416"/>
                    <a:pt x="597" y="416"/>
                  </a:cubicBezTo>
                  <a:cubicBezTo>
                    <a:pt x="594" y="405"/>
                    <a:pt x="594" y="405"/>
                    <a:pt x="594" y="405"/>
                  </a:cubicBezTo>
                  <a:cubicBezTo>
                    <a:pt x="582" y="363"/>
                    <a:pt x="582" y="363"/>
                    <a:pt x="582" y="363"/>
                  </a:cubicBezTo>
                  <a:cubicBezTo>
                    <a:pt x="554" y="365"/>
                    <a:pt x="554" y="365"/>
                    <a:pt x="554" y="365"/>
                  </a:cubicBezTo>
                  <a:cubicBezTo>
                    <a:pt x="517" y="341"/>
                    <a:pt x="517" y="341"/>
                    <a:pt x="517" y="341"/>
                  </a:cubicBezTo>
                  <a:cubicBezTo>
                    <a:pt x="510" y="329"/>
                    <a:pt x="510" y="329"/>
                    <a:pt x="510" y="329"/>
                  </a:cubicBezTo>
                  <a:cubicBezTo>
                    <a:pt x="487" y="321"/>
                    <a:pt x="487" y="321"/>
                    <a:pt x="487" y="321"/>
                  </a:cubicBezTo>
                  <a:cubicBezTo>
                    <a:pt x="463" y="298"/>
                    <a:pt x="463" y="298"/>
                    <a:pt x="463" y="298"/>
                  </a:cubicBezTo>
                  <a:cubicBezTo>
                    <a:pt x="480" y="286"/>
                    <a:pt x="480" y="286"/>
                    <a:pt x="480" y="286"/>
                  </a:cubicBezTo>
                  <a:cubicBezTo>
                    <a:pt x="498" y="279"/>
                    <a:pt x="498" y="279"/>
                    <a:pt x="498" y="279"/>
                  </a:cubicBezTo>
                  <a:cubicBezTo>
                    <a:pt x="479" y="255"/>
                    <a:pt x="479" y="255"/>
                    <a:pt x="479" y="255"/>
                  </a:cubicBezTo>
                  <a:cubicBezTo>
                    <a:pt x="450" y="263"/>
                    <a:pt x="450" y="263"/>
                    <a:pt x="450" y="263"/>
                  </a:cubicBezTo>
                  <a:cubicBezTo>
                    <a:pt x="451" y="252"/>
                    <a:pt x="451" y="252"/>
                    <a:pt x="451" y="252"/>
                  </a:cubicBezTo>
                  <a:cubicBezTo>
                    <a:pt x="426" y="250"/>
                    <a:pt x="426" y="250"/>
                    <a:pt x="426" y="250"/>
                  </a:cubicBezTo>
                  <a:cubicBezTo>
                    <a:pt x="443" y="237"/>
                    <a:pt x="443" y="237"/>
                    <a:pt x="443" y="237"/>
                  </a:cubicBezTo>
                  <a:cubicBezTo>
                    <a:pt x="459" y="237"/>
                    <a:pt x="459" y="237"/>
                    <a:pt x="459" y="237"/>
                  </a:cubicBezTo>
                  <a:cubicBezTo>
                    <a:pt x="472" y="230"/>
                    <a:pt x="472" y="230"/>
                    <a:pt x="472" y="230"/>
                  </a:cubicBezTo>
                  <a:cubicBezTo>
                    <a:pt x="471" y="224"/>
                    <a:pt x="471" y="224"/>
                    <a:pt x="471" y="224"/>
                  </a:cubicBezTo>
                  <a:cubicBezTo>
                    <a:pt x="461" y="216"/>
                    <a:pt x="461" y="216"/>
                    <a:pt x="461" y="216"/>
                  </a:cubicBezTo>
                  <a:cubicBezTo>
                    <a:pt x="438" y="179"/>
                    <a:pt x="438" y="179"/>
                    <a:pt x="438" y="179"/>
                  </a:cubicBezTo>
                  <a:cubicBezTo>
                    <a:pt x="427" y="161"/>
                    <a:pt x="427" y="161"/>
                    <a:pt x="427" y="161"/>
                  </a:cubicBezTo>
                  <a:cubicBezTo>
                    <a:pt x="420" y="157"/>
                    <a:pt x="420" y="157"/>
                    <a:pt x="420" y="157"/>
                  </a:cubicBezTo>
                  <a:cubicBezTo>
                    <a:pt x="413" y="135"/>
                    <a:pt x="413" y="135"/>
                    <a:pt x="413" y="135"/>
                  </a:cubicBezTo>
                  <a:cubicBezTo>
                    <a:pt x="395" y="78"/>
                    <a:pt x="395" y="78"/>
                    <a:pt x="395" y="78"/>
                  </a:cubicBezTo>
                  <a:cubicBezTo>
                    <a:pt x="374" y="49"/>
                    <a:pt x="374" y="49"/>
                    <a:pt x="374" y="49"/>
                  </a:cubicBezTo>
                  <a:cubicBezTo>
                    <a:pt x="344" y="31"/>
                    <a:pt x="344" y="31"/>
                    <a:pt x="344" y="31"/>
                  </a:cubicBezTo>
                  <a:cubicBezTo>
                    <a:pt x="345" y="14"/>
                    <a:pt x="345" y="14"/>
                    <a:pt x="345" y="14"/>
                  </a:cubicBezTo>
                  <a:cubicBezTo>
                    <a:pt x="357" y="10"/>
                    <a:pt x="357" y="10"/>
                    <a:pt x="357" y="10"/>
                  </a:cubicBezTo>
                  <a:lnTo>
                    <a:pt x="364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0"/>
            <p:cNvSpPr/>
            <p:nvPr/>
          </p:nvSpPr>
          <p:spPr>
            <a:xfrm>
              <a:off x="3990975" y="3549650"/>
              <a:ext cx="801688" cy="1025525"/>
            </a:xfrm>
            <a:custGeom>
              <a:rect b="b" l="l" r="r" t="t"/>
              <a:pathLst>
                <a:path extrusionOk="0" h="491" w="384">
                  <a:moveTo>
                    <a:pt x="267" y="0"/>
                  </a:moveTo>
                  <a:cubicBezTo>
                    <a:pt x="261" y="5"/>
                    <a:pt x="261" y="5"/>
                    <a:pt x="261" y="5"/>
                  </a:cubicBezTo>
                  <a:cubicBezTo>
                    <a:pt x="247" y="5"/>
                    <a:pt x="247" y="5"/>
                    <a:pt x="247" y="5"/>
                  </a:cubicBezTo>
                  <a:cubicBezTo>
                    <a:pt x="215" y="14"/>
                    <a:pt x="215" y="14"/>
                    <a:pt x="215" y="14"/>
                  </a:cubicBezTo>
                  <a:cubicBezTo>
                    <a:pt x="216" y="33"/>
                    <a:pt x="216" y="33"/>
                    <a:pt x="216" y="33"/>
                  </a:cubicBezTo>
                  <a:cubicBezTo>
                    <a:pt x="192" y="38"/>
                    <a:pt x="192" y="38"/>
                    <a:pt x="192" y="38"/>
                  </a:cubicBezTo>
                  <a:cubicBezTo>
                    <a:pt x="178" y="35"/>
                    <a:pt x="178" y="35"/>
                    <a:pt x="178" y="35"/>
                  </a:cubicBezTo>
                  <a:cubicBezTo>
                    <a:pt x="173" y="43"/>
                    <a:pt x="173" y="43"/>
                    <a:pt x="173" y="43"/>
                  </a:cubicBezTo>
                  <a:cubicBezTo>
                    <a:pt x="165" y="43"/>
                    <a:pt x="165" y="43"/>
                    <a:pt x="165" y="43"/>
                  </a:cubicBezTo>
                  <a:cubicBezTo>
                    <a:pt x="155" y="27"/>
                    <a:pt x="155" y="27"/>
                    <a:pt x="155" y="27"/>
                  </a:cubicBezTo>
                  <a:cubicBezTo>
                    <a:pt x="138" y="22"/>
                    <a:pt x="138" y="22"/>
                    <a:pt x="138" y="22"/>
                  </a:cubicBezTo>
                  <a:cubicBezTo>
                    <a:pt x="125" y="24"/>
                    <a:pt x="125" y="24"/>
                    <a:pt x="125" y="24"/>
                  </a:cubicBezTo>
                  <a:cubicBezTo>
                    <a:pt x="108" y="19"/>
                    <a:pt x="108" y="19"/>
                    <a:pt x="108" y="19"/>
                  </a:cubicBezTo>
                  <a:cubicBezTo>
                    <a:pt x="97" y="16"/>
                    <a:pt x="97" y="16"/>
                    <a:pt x="97" y="16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9" y="84"/>
                    <a:pt x="49" y="84"/>
                    <a:pt x="49" y="84"/>
                  </a:cubicBezTo>
                  <a:cubicBezTo>
                    <a:pt x="44" y="88"/>
                    <a:pt x="44" y="88"/>
                    <a:pt x="44" y="88"/>
                  </a:cubicBezTo>
                  <a:cubicBezTo>
                    <a:pt x="37" y="87"/>
                    <a:pt x="37" y="87"/>
                    <a:pt x="37" y="87"/>
                  </a:cubicBezTo>
                  <a:cubicBezTo>
                    <a:pt x="38" y="70"/>
                    <a:pt x="38" y="70"/>
                    <a:pt x="38" y="70"/>
                  </a:cubicBezTo>
                  <a:cubicBezTo>
                    <a:pt x="31" y="68"/>
                    <a:pt x="31" y="68"/>
                    <a:pt x="31" y="68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7" y="119"/>
                    <a:pt x="17" y="119"/>
                    <a:pt x="17" y="119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34" y="141"/>
                    <a:pt x="34" y="141"/>
                    <a:pt x="34" y="141"/>
                  </a:cubicBezTo>
                  <a:cubicBezTo>
                    <a:pt x="33" y="160"/>
                    <a:pt x="33" y="160"/>
                    <a:pt x="33" y="160"/>
                  </a:cubicBezTo>
                  <a:cubicBezTo>
                    <a:pt x="29" y="180"/>
                    <a:pt x="29" y="180"/>
                    <a:pt x="29" y="180"/>
                  </a:cubicBezTo>
                  <a:cubicBezTo>
                    <a:pt x="24" y="185"/>
                    <a:pt x="24" y="185"/>
                    <a:pt x="24" y="185"/>
                  </a:cubicBezTo>
                  <a:cubicBezTo>
                    <a:pt x="21" y="198"/>
                    <a:pt x="21" y="198"/>
                    <a:pt x="21" y="198"/>
                  </a:cubicBezTo>
                  <a:cubicBezTo>
                    <a:pt x="12" y="207"/>
                    <a:pt x="12" y="207"/>
                    <a:pt x="12" y="207"/>
                  </a:cubicBezTo>
                  <a:cubicBezTo>
                    <a:pt x="6" y="236"/>
                    <a:pt x="6" y="236"/>
                    <a:pt x="6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34" y="243"/>
                    <a:pt x="34" y="243"/>
                    <a:pt x="34" y="243"/>
                  </a:cubicBezTo>
                  <a:cubicBezTo>
                    <a:pt x="31" y="257"/>
                    <a:pt x="31" y="257"/>
                    <a:pt x="31" y="257"/>
                  </a:cubicBezTo>
                  <a:cubicBezTo>
                    <a:pt x="21" y="257"/>
                    <a:pt x="21" y="257"/>
                    <a:pt x="21" y="257"/>
                  </a:cubicBezTo>
                  <a:cubicBezTo>
                    <a:pt x="14" y="273"/>
                    <a:pt x="14" y="273"/>
                    <a:pt x="14" y="273"/>
                  </a:cubicBezTo>
                  <a:cubicBezTo>
                    <a:pt x="22" y="270"/>
                    <a:pt x="22" y="270"/>
                    <a:pt x="22" y="270"/>
                  </a:cubicBezTo>
                  <a:cubicBezTo>
                    <a:pt x="40" y="282"/>
                    <a:pt x="40" y="282"/>
                    <a:pt x="40" y="282"/>
                  </a:cubicBezTo>
                  <a:cubicBezTo>
                    <a:pt x="53" y="279"/>
                    <a:pt x="53" y="279"/>
                    <a:pt x="53" y="279"/>
                  </a:cubicBezTo>
                  <a:cubicBezTo>
                    <a:pt x="65" y="291"/>
                    <a:pt x="65" y="291"/>
                    <a:pt x="65" y="291"/>
                  </a:cubicBezTo>
                  <a:cubicBezTo>
                    <a:pt x="97" y="301"/>
                    <a:pt x="97" y="301"/>
                    <a:pt x="97" y="301"/>
                  </a:cubicBezTo>
                  <a:cubicBezTo>
                    <a:pt x="120" y="332"/>
                    <a:pt x="120" y="332"/>
                    <a:pt x="120" y="332"/>
                  </a:cubicBezTo>
                  <a:cubicBezTo>
                    <a:pt x="150" y="334"/>
                    <a:pt x="150" y="334"/>
                    <a:pt x="150" y="334"/>
                  </a:cubicBezTo>
                  <a:cubicBezTo>
                    <a:pt x="158" y="358"/>
                    <a:pt x="158" y="358"/>
                    <a:pt x="158" y="358"/>
                  </a:cubicBezTo>
                  <a:cubicBezTo>
                    <a:pt x="155" y="368"/>
                    <a:pt x="155" y="368"/>
                    <a:pt x="155" y="368"/>
                  </a:cubicBezTo>
                  <a:cubicBezTo>
                    <a:pt x="134" y="373"/>
                    <a:pt x="134" y="373"/>
                    <a:pt x="134" y="373"/>
                  </a:cubicBezTo>
                  <a:cubicBezTo>
                    <a:pt x="130" y="400"/>
                    <a:pt x="130" y="400"/>
                    <a:pt x="130" y="400"/>
                  </a:cubicBezTo>
                  <a:cubicBezTo>
                    <a:pt x="144" y="409"/>
                    <a:pt x="144" y="409"/>
                    <a:pt x="144" y="409"/>
                  </a:cubicBezTo>
                  <a:cubicBezTo>
                    <a:pt x="161" y="428"/>
                    <a:pt x="161" y="428"/>
                    <a:pt x="161" y="428"/>
                  </a:cubicBezTo>
                  <a:cubicBezTo>
                    <a:pt x="183" y="425"/>
                    <a:pt x="183" y="425"/>
                    <a:pt x="183" y="425"/>
                  </a:cubicBezTo>
                  <a:cubicBezTo>
                    <a:pt x="187" y="429"/>
                    <a:pt x="187" y="429"/>
                    <a:pt x="187" y="429"/>
                  </a:cubicBezTo>
                  <a:cubicBezTo>
                    <a:pt x="221" y="436"/>
                    <a:pt x="221" y="436"/>
                    <a:pt x="221" y="436"/>
                  </a:cubicBezTo>
                  <a:cubicBezTo>
                    <a:pt x="221" y="461"/>
                    <a:pt x="221" y="461"/>
                    <a:pt x="221" y="461"/>
                  </a:cubicBezTo>
                  <a:cubicBezTo>
                    <a:pt x="222" y="471"/>
                    <a:pt x="222" y="471"/>
                    <a:pt x="222" y="471"/>
                  </a:cubicBezTo>
                  <a:cubicBezTo>
                    <a:pt x="206" y="473"/>
                    <a:pt x="206" y="473"/>
                    <a:pt x="206" y="473"/>
                  </a:cubicBezTo>
                  <a:cubicBezTo>
                    <a:pt x="206" y="474"/>
                    <a:pt x="206" y="474"/>
                    <a:pt x="206" y="474"/>
                  </a:cubicBezTo>
                  <a:cubicBezTo>
                    <a:pt x="223" y="490"/>
                    <a:pt x="223" y="490"/>
                    <a:pt x="223" y="490"/>
                  </a:cubicBezTo>
                  <a:cubicBezTo>
                    <a:pt x="239" y="487"/>
                    <a:pt x="239" y="487"/>
                    <a:pt x="239" y="487"/>
                  </a:cubicBezTo>
                  <a:cubicBezTo>
                    <a:pt x="267" y="491"/>
                    <a:pt x="267" y="491"/>
                    <a:pt x="267" y="491"/>
                  </a:cubicBezTo>
                  <a:cubicBezTo>
                    <a:pt x="275" y="484"/>
                    <a:pt x="275" y="484"/>
                    <a:pt x="275" y="484"/>
                  </a:cubicBezTo>
                  <a:cubicBezTo>
                    <a:pt x="256" y="453"/>
                    <a:pt x="256" y="453"/>
                    <a:pt x="256" y="453"/>
                  </a:cubicBezTo>
                  <a:cubicBezTo>
                    <a:pt x="264" y="443"/>
                    <a:pt x="264" y="443"/>
                    <a:pt x="264" y="443"/>
                  </a:cubicBezTo>
                  <a:cubicBezTo>
                    <a:pt x="290" y="441"/>
                    <a:pt x="290" y="441"/>
                    <a:pt x="290" y="441"/>
                  </a:cubicBezTo>
                  <a:cubicBezTo>
                    <a:pt x="304" y="448"/>
                    <a:pt x="304" y="448"/>
                    <a:pt x="304" y="448"/>
                  </a:cubicBezTo>
                  <a:cubicBezTo>
                    <a:pt x="323" y="446"/>
                    <a:pt x="323" y="446"/>
                    <a:pt x="323" y="446"/>
                  </a:cubicBezTo>
                  <a:cubicBezTo>
                    <a:pt x="332" y="436"/>
                    <a:pt x="332" y="436"/>
                    <a:pt x="332" y="436"/>
                  </a:cubicBezTo>
                  <a:cubicBezTo>
                    <a:pt x="328" y="424"/>
                    <a:pt x="328" y="424"/>
                    <a:pt x="328" y="424"/>
                  </a:cubicBezTo>
                  <a:cubicBezTo>
                    <a:pt x="340" y="404"/>
                    <a:pt x="340" y="404"/>
                    <a:pt x="340" y="404"/>
                  </a:cubicBezTo>
                  <a:cubicBezTo>
                    <a:pt x="372" y="376"/>
                    <a:pt x="372" y="376"/>
                    <a:pt x="372" y="376"/>
                  </a:cubicBezTo>
                  <a:cubicBezTo>
                    <a:pt x="372" y="376"/>
                    <a:pt x="374" y="374"/>
                    <a:pt x="375" y="374"/>
                  </a:cubicBezTo>
                  <a:cubicBezTo>
                    <a:pt x="359" y="347"/>
                    <a:pt x="359" y="347"/>
                    <a:pt x="359" y="347"/>
                  </a:cubicBezTo>
                  <a:cubicBezTo>
                    <a:pt x="370" y="324"/>
                    <a:pt x="370" y="324"/>
                    <a:pt x="370" y="324"/>
                  </a:cubicBezTo>
                  <a:cubicBezTo>
                    <a:pt x="376" y="298"/>
                    <a:pt x="376" y="298"/>
                    <a:pt x="376" y="298"/>
                  </a:cubicBezTo>
                  <a:cubicBezTo>
                    <a:pt x="370" y="273"/>
                    <a:pt x="370" y="273"/>
                    <a:pt x="370" y="273"/>
                  </a:cubicBezTo>
                  <a:cubicBezTo>
                    <a:pt x="345" y="243"/>
                    <a:pt x="345" y="243"/>
                    <a:pt x="345" y="243"/>
                  </a:cubicBezTo>
                  <a:cubicBezTo>
                    <a:pt x="349" y="207"/>
                    <a:pt x="349" y="207"/>
                    <a:pt x="349" y="207"/>
                  </a:cubicBezTo>
                  <a:cubicBezTo>
                    <a:pt x="371" y="176"/>
                    <a:pt x="371" y="176"/>
                    <a:pt x="371" y="176"/>
                  </a:cubicBezTo>
                  <a:cubicBezTo>
                    <a:pt x="384" y="134"/>
                    <a:pt x="384" y="134"/>
                    <a:pt x="384" y="134"/>
                  </a:cubicBezTo>
                  <a:cubicBezTo>
                    <a:pt x="384" y="77"/>
                    <a:pt x="384" y="77"/>
                    <a:pt x="384" y="77"/>
                  </a:cubicBezTo>
                  <a:cubicBezTo>
                    <a:pt x="339" y="79"/>
                    <a:pt x="339" y="79"/>
                    <a:pt x="339" y="79"/>
                  </a:cubicBezTo>
                  <a:cubicBezTo>
                    <a:pt x="310" y="26"/>
                    <a:pt x="310" y="26"/>
                    <a:pt x="310" y="26"/>
                  </a:cubicBezTo>
                  <a:cubicBezTo>
                    <a:pt x="314" y="26"/>
                    <a:pt x="314" y="26"/>
                    <a:pt x="314" y="26"/>
                  </a:cubicBezTo>
                  <a:cubicBezTo>
                    <a:pt x="307" y="5"/>
                    <a:pt x="307" y="5"/>
                    <a:pt x="307" y="5"/>
                  </a:cubicBezTo>
                  <a:cubicBezTo>
                    <a:pt x="278" y="7"/>
                    <a:pt x="278" y="7"/>
                    <a:pt x="278" y="7"/>
                  </a:cubicBezTo>
                  <a:lnTo>
                    <a:pt x="267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0"/>
            <p:cNvSpPr/>
            <p:nvPr/>
          </p:nvSpPr>
          <p:spPr>
            <a:xfrm>
              <a:off x="3930650" y="4173538"/>
              <a:ext cx="523875" cy="944562"/>
            </a:xfrm>
            <a:custGeom>
              <a:rect b="b" l="l" r="r" t="t"/>
              <a:pathLst>
                <a:path extrusionOk="0" h="452" w="251">
                  <a:moveTo>
                    <a:pt x="119" y="0"/>
                  </a:moveTo>
                  <a:cubicBezTo>
                    <a:pt x="119" y="19"/>
                    <a:pt x="119" y="19"/>
                    <a:pt x="119" y="19"/>
                  </a:cubicBezTo>
                  <a:cubicBezTo>
                    <a:pt x="116" y="42"/>
                    <a:pt x="116" y="42"/>
                    <a:pt x="116" y="42"/>
                  </a:cubicBezTo>
                  <a:cubicBezTo>
                    <a:pt x="107" y="52"/>
                    <a:pt x="107" y="52"/>
                    <a:pt x="107" y="52"/>
                  </a:cubicBezTo>
                  <a:cubicBezTo>
                    <a:pt x="88" y="59"/>
                    <a:pt x="88" y="59"/>
                    <a:pt x="88" y="59"/>
                  </a:cubicBezTo>
                  <a:cubicBezTo>
                    <a:pt x="84" y="70"/>
                    <a:pt x="84" y="70"/>
                    <a:pt x="84" y="70"/>
                  </a:cubicBezTo>
                  <a:cubicBezTo>
                    <a:pt x="77" y="81"/>
                    <a:pt x="77" y="81"/>
                    <a:pt x="77" y="81"/>
                  </a:cubicBezTo>
                  <a:cubicBezTo>
                    <a:pt x="62" y="91"/>
                    <a:pt x="62" y="91"/>
                    <a:pt x="62" y="91"/>
                  </a:cubicBezTo>
                  <a:cubicBezTo>
                    <a:pt x="64" y="104"/>
                    <a:pt x="64" y="104"/>
                    <a:pt x="64" y="104"/>
                  </a:cubicBezTo>
                  <a:cubicBezTo>
                    <a:pt x="69" y="115"/>
                    <a:pt x="69" y="115"/>
                    <a:pt x="69" y="115"/>
                  </a:cubicBezTo>
                  <a:cubicBezTo>
                    <a:pt x="60" y="121"/>
                    <a:pt x="60" y="121"/>
                    <a:pt x="60" y="121"/>
                  </a:cubicBezTo>
                  <a:cubicBezTo>
                    <a:pt x="49" y="109"/>
                    <a:pt x="49" y="109"/>
                    <a:pt x="49" y="109"/>
                  </a:cubicBezTo>
                  <a:cubicBezTo>
                    <a:pt x="39" y="109"/>
                    <a:pt x="39" y="109"/>
                    <a:pt x="39" y="109"/>
                  </a:cubicBezTo>
                  <a:cubicBezTo>
                    <a:pt x="25" y="114"/>
                    <a:pt x="25" y="114"/>
                    <a:pt x="25" y="114"/>
                  </a:cubicBezTo>
                  <a:cubicBezTo>
                    <a:pt x="23" y="130"/>
                    <a:pt x="23" y="130"/>
                    <a:pt x="23" y="130"/>
                  </a:cubicBezTo>
                  <a:cubicBezTo>
                    <a:pt x="18" y="147"/>
                    <a:pt x="18" y="147"/>
                    <a:pt x="18" y="147"/>
                  </a:cubicBezTo>
                  <a:cubicBezTo>
                    <a:pt x="25" y="160"/>
                    <a:pt x="25" y="160"/>
                    <a:pt x="25" y="160"/>
                  </a:cubicBezTo>
                  <a:cubicBezTo>
                    <a:pt x="38" y="165"/>
                    <a:pt x="38" y="165"/>
                    <a:pt x="38" y="165"/>
                  </a:cubicBezTo>
                  <a:cubicBezTo>
                    <a:pt x="55" y="185"/>
                    <a:pt x="55" y="185"/>
                    <a:pt x="55" y="185"/>
                  </a:cubicBezTo>
                  <a:cubicBezTo>
                    <a:pt x="55" y="196"/>
                    <a:pt x="55" y="196"/>
                    <a:pt x="55" y="196"/>
                  </a:cubicBezTo>
                  <a:cubicBezTo>
                    <a:pt x="49" y="204"/>
                    <a:pt x="49" y="204"/>
                    <a:pt x="49" y="204"/>
                  </a:cubicBezTo>
                  <a:cubicBezTo>
                    <a:pt x="32" y="205"/>
                    <a:pt x="32" y="205"/>
                    <a:pt x="32" y="205"/>
                  </a:cubicBezTo>
                  <a:cubicBezTo>
                    <a:pt x="16" y="231"/>
                    <a:pt x="16" y="231"/>
                    <a:pt x="16" y="231"/>
                  </a:cubicBezTo>
                  <a:cubicBezTo>
                    <a:pt x="14" y="249"/>
                    <a:pt x="14" y="249"/>
                    <a:pt x="14" y="249"/>
                  </a:cubicBezTo>
                  <a:cubicBezTo>
                    <a:pt x="7" y="259"/>
                    <a:pt x="7" y="259"/>
                    <a:pt x="7" y="259"/>
                  </a:cubicBezTo>
                  <a:cubicBezTo>
                    <a:pt x="11" y="290"/>
                    <a:pt x="11" y="290"/>
                    <a:pt x="11" y="290"/>
                  </a:cubicBezTo>
                  <a:cubicBezTo>
                    <a:pt x="0" y="296"/>
                    <a:pt x="0" y="296"/>
                    <a:pt x="0" y="296"/>
                  </a:cubicBezTo>
                  <a:cubicBezTo>
                    <a:pt x="19" y="313"/>
                    <a:pt x="19" y="313"/>
                    <a:pt x="19" y="313"/>
                  </a:cubicBezTo>
                  <a:cubicBezTo>
                    <a:pt x="3" y="337"/>
                    <a:pt x="3" y="337"/>
                    <a:pt x="3" y="337"/>
                  </a:cubicBezTo>
                  <a:cubicBezTo>
                    <a:pt x="14" y="355"/>
                    <a:pt x="14" y="355"/>
                    <a:pt x="14" y="355"/>
                  </a:cubicBezTo>
                  <a:cubicBezTo>
                    <a:pt x="18" y="365"/>
                    <a:pt x="18" y="365"/>
                    <a:pt x="18" y="365"/>
                  </a:cubicBezTo>
                  <a:cubicBezTo>
                    <a:pt x="18" y="374"/>
                    <a:pt x="18" y="374"/>
                    <a:pt x="18" y="374"/>
                  </a:cubicBezTo>
                  <a:cubicBezTo>
                    <a:pt x="21" y="374"/>
                    <a:pt x="21" y="374"/>
                    <a:pt x="21" y="374"/>
                  </a:cubicBezTo>
                  <a:cubicBezTo>
                    <a:pt x="27" y="392"/>
                    <a:pt x="27" y="392"/>
                    <a:pt x="27" y="392"/>
                  </a:cubicBezTo>
                  <a:cubicBezTo>
                    <a:pt x="23" y="415"/>
                    <a:pt x="23" y="415"/>
                    <a:pt x="23" y="415"/>
                  </a:cubicBezTo>
                  <a:cubicBezTo>
                    <a:pt x="23" y="415"/>
                    <a:pt x="25" y="418"/>
                    <a:pt x="26" y="420"/>
                  </a:cubicBezTo>
                  <a:cubicBezTo>
                    <a:pt x="44" y="426"/>
                    <a:pt x="44" y="426"/>
                    <a:pt x="44" y="426"/>
                  </a:cubicBezTo>
                  <a:cubicBezTo>
                    <a:pt x="64" y="440"/>
                    <a:pt x="64" y="440"/>
                    <a:pt x="64" y="440"/>
                  </a:cubicBezTo>
                  <a:cubicBezTo>
                    <a:pt x="102" y="443"/>
                    <a:pt x="102" y="443"/>
                    <a:pt x="102" y="443"/>
                  </a:cubicBezTo>
                  <a:cubicBezTo>
                    <a:pt x="110" y="431"/>
                    <a:pt x="110" y="431"/>
                    <a:pt x="110" y="431"/>
                  </a:cubicBezTo>
                  <a:cubicBezTo>
                    <a:pt x="121" y="430"/>
                    <a:pt x="121" y="430"/>
                    <a:pt x="121" y="430"/>
                  </a:cubicBezTo>
                  <a:cubicBezTo>
                    <a:pt x="121" y="430"/>
                    <a:pt x="125" y="441"/>
                    <a:pt x="128" y="446"/>
                  </a:cubicBezTo>
                  <a:cubicBezTo>
                    <a:pt x="131" y="452"/>
                    <a:pt x="161" y="452"/>
                    <a:pt x="161" y="452"/>
                  </a:cubicBezTo>
                  <a:cubicBezTo>
                    <a:pt x="176" y="445"/>
                    <a:pt x="176" y="445"/>
                    <a:pt x="176" y="445"/>
                  </a:cubicBezTo>
                  <a:cubicBezTo>
                    <a:pt x="177" y="426"/>
                    <a:pt x="177" y="426"/>
                    <a:pt x="177" y="426"/>
                  </a:cubicBezTo>
                  <a:cubicBezTo>
                    <a:pt x="184" y="388"/>
                    <a:pt x="184" y="388"/>
                    <a:pt x="184" y="388"/>
                  </a:cubicBezTo>
                  <a:cubicBezTo>
                    <a:pt x="182" y="354"/>
                    <a:pt x="182" y="354"/>
                    <a:pt x="182" y="354"/>
                  </a:cubicBezTo>
                  <a:cubicBezTo>
                    <a:pt x="183" y="338"/>
                    <a:pt x="183" y="338"/>
                    <a:pt x="183" y="338"/>
                  </a:cubicBezTo>
                  <a:cubicBezTo>
                    <a:pt x="190" y="325"/>
                    <a:pt x="190" y="325"/>
                    <a:pt x="190" y="325"/>
                  </a:cubicBezTo>
                  <a:cubicBezTo>
                    <a:pt x="174" y="314"/>
                    <a:pt x="174" y="314"/>
                    <a:pt x="174" y="314"/>
                  </a:cubicBezTo>
                  <a:cubicBezTo>
                    <a:pt x="167" y="281"/>
                    <a:pt x="167" y="281"/>
                    <a:pt x="167" y="281"/>
                  </a:cubicBezTo>
                  <a:cubicBezTo>
                    <a:pt x="177" y="275"/>
                    <a:pt x="177" y="275"/>
                    <a:pt x="177" y="275"/>
                  </a:cubicBezTo>
                  <a:cubicBezTo>
                    <a:pt x="178" y="258"/>
                    <a:pt x="178" y="258"/>
                    <a:pt x="178" y="258"/>
                  </a:cubicBezTo>
                  <a:cubicBezTo>
                    <a:pt x="169" y="251"/>
                    <a:pt x="169" y="251"/>
                    <a:pt x="169" y="251"/>
                  </a:cubicBezTo>
                  <a:cubicBezTo>
                    <a:pt x="178" y="242"/>
                    <a:pt x="178" y="242"/>
                    <a:pt x="178" y="242"/>
                  </a:cubicBezTo>
                  <a:cubicBezTo>
                    <a:pt x="155" y="224"/>
                    <a:pt x="155" y="224"/>
                    <a:pt x="155" y="224"/>
                  </a:cubicBezTo>
                  <a:cubicBezTo>
                    <a:pt x="167" y="191"/>
                    <a:pt x="167" y="191"/>
                    <a:pt x="167" y="191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205" y="183"/>
                    <a:pt x="205" y="183"/>
                    <a:pt x="205" y="183"/>
                  </a:cubicBezTo>
                  <a:cubicBezTo>
                    <a:pt x="215" y="188"/>
                    <a:pt x="215" y="188"/>
                    <a:pt x="215" y="188"/>
                  </a:cubicBezTo>
                  <a:cubicBezTo>
                    <a:pt x="232" y="180"/>
                    <a:pt x="232" y="180"/>
                    <a:pt x="232" y="180"/>
                  </a:cubicBezTo>
                  <a:cubicBezTo>
                    <a:pt x="235" y="174"/>
                    <a:pt x="235" y="174"/>
                    <a:pt x="235" y="174"/>
                  </a:cubicBezTo>
                  <a:cubicBezTo>
                    <a:pt x="251" y="172"/>
                    <a:pt x="251" y="172"/>
                    <a:pt x="251" y="172"/>
                  </a:cubicBezTo>
                  <a:cubicBezTo>
                    <a:pt x="250" y="162"/>
                    <a:pt x="250" y="162"/>
                    <a:pt x="250" y="162"/>
                  </a:cubicBezTo>
                  <a:cubicBezTo>
                    <a:pt x="250" y="137"/>
                    <a:pt x="250" y="137"/>
                    <a:pt x="250" y="137"/>
                  </a:cubicBezTo>
                  <a:cubicBezTo>
                    <a:pt x="216" y="130"/>
                    <a:pt x="216" y="130"/>
                    <a:pt x="216" y="130"/>
                  </a:cubicBezTo>
                  <a:cubicBezTo>
                    <a:pt x="212" y="126"/>
                    <a:pt x="212" y="126"/>
                    <a:pt x="212" y="126"/>
                  </a:cubicBezTo>
                  <a:cubicBezTo>
                    <a:pt x="190" y="129"/>
                    <a:pt x="190" y="129"/>
                    <a:pt x="190" y="129"/>
                  </a:cubicBezTo>
                  <a:cubicBezTo>
                    <a:pt x="173" y="110"/>
                    <a:pt x="173" y="110"/>
                    <a:pt x="173" y="110"/>
                  </a:cubicBezTo>
                  <a:cubicBezTo>
                    <a:pt x="159" y="101"/>
                    <a:pt x="159" y="101"/>
                    <a:pt x="159" y="101"/>
                  </a:cubicBezTo>
                  <a:cubicBezTo>
                    <a:pt x="163" y="74"/>
                    <a:pt x="163" y="74"/>
                    <a:pt x="163" y="74"/>
                  </a:cubicBezTo>
                  <a:cubicBezTo>
                    <a:pt x="184" y="69"/>
                    <a:pt x="184" y="69"/>
                    <a:pt x="184" y="69"/>
                  </a:cubicBezTo>
                  <a:cubicBezTo>
                    <a:pt x="187" y="59"/>
                    <a:pt x="187" y="59"/>
                    <a:pt x="187" y="59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49" y="33"/>
                    <a:pt x="149" y="33"/>
                    <a:pt x="149" y="33"/>
                  </a:cubicBezTo>
                  <a:cubicBezTo>
                    <a:pt x="126" y="2"/>
                    <a:pt x="126" y="2"/>
                    <a:pt x="126" y="2"/>
                  </a:cubicBezTo>
                  <a:lnTo>
                    <a:pt x="119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3448050" y="3709988"/>
              <a:ext cx="730250" cy="1244600"/>
            </a:xfrm>
            <a:custGeom>
              <a:rect b="b" l="l" r="r" t="t"/>
              <a:pathLst>
                <a:path extrusionOk="0" h="784" w="460">
                  <a:moveTo>
                    <a:pt x="276" y="0"/>
                  </a:moveTo>
                  <a:lnTo>
                    <a:pt x="276" y="21"/>
                  </a:lnTo>
                  <a:lnTo>
                    <a:pt x="240" y="28"/>
                  </a:lnTo>
                  <a:lnTo>
                    <a:pt x="207" y="21"/>
                  </a:lnTo>
                  <a:lnTo>
                    <a:pt x="197" y="57"/>
                  </a:lnTo>
                  <a:lnTo>
                    <a:pt x="181" y="75"/>
                  </a:lnTo>
                  <a:lnTo>
                    <a:pt x="151" y="149"/>
                  </a:lnTo>
                  <a:lnTo>
                    <a:pt x="152" y="169"/>
                  </a:lnTo>
                  <a:lnTo>
                    <a:pt x="157" y="290"/>
                  </a:lnTo>
                  <a:lnTo>
                    <a:pt x="119" y="307"/>
                  </a:lnTo>
                  <a:lnTo>
                    <a:pt x="101" y="324"/>
                  </a:lnTo>
                  <a:lnTo>
                    <a:pt x="86" y="321"/>
                  </a:lnTo>
                  <a:lnTo>
                    <a:pt x="72" y="311"/>
                  </a:lnTo>
                  <a:lnTo>
                    <a:pt x="57" y="311"/>
                  </a:lnTo>
                  <a:lnTo>
                    <a:pt x="72" y="350"/>
                  </a:lnTo>
                  <a:lnTo>
                    <a:pt x="59" y="363"/>
                  </a:lnTo>
                  <a:lnTo>
                    <a:pt x="63" y="375"/>
                  </a:lnTo>
                  <a:lnTo>
                    <a:pt x="56" y="392"/>
                  </a:lnTo>
                  <a:lnTo>
                    <a:pt x="65" y="421"/>
                  </a:lnTo>
                  <a:lnTo>
                    <a:pt x="76" y="462"/>
                  </a:lnTo>
                  <a:lnTo>
                    <a:pt x="65" y="500"/>
                  </a:lnTo>
                  <a:lnTo>
                    <a:pt x="76" y="537"/>
                  </a:lnTo>
                  <a:lnTo>
                    <a:pt x="50" y="567"/>
                  </a:lnTo>
                  <a:lnTo>
                    <a:pt x="0" y="613"/>
                  </a:lnTo>
                  <a:lnTo>
                    <a:pt x="4" y="684"/>
                  </a:lnTo>
                  <a:lnTo>
                    <a:pt x="36" y="716"/>
                  </a:lnTo>
                  <a:lnTo>
                    <a:pt x="40" y="736"/>
                  </a:lnTo>
                  <a:lnTo>
                    <a:pt x="98" y="737"/>
                  </a:lnTo>
                  <a:lnTo>
                    <a:pt x="100" y="723"/>
                  </a:lnTo>
                  <a:lnTo>
                    <a:pt x="146" y="723"/>
                  </a:lnTo>
                  <a:lnTo>
                    <a:pt x="135" y="758"/>
                  </a:lnTo>
                  <a:lnTo>
                    <a:pt x="134" y="780"/>
                  </a:lnTo>
                  <a:lnTo>
                    <a:pt x="327" y="784"/>
                  </a:lnTo>
                  <a:lnTo>
                    <a:pt x="327" y="773"/>
                  </a:lnTo>
                  <a:lnTo>
                    <a:pt x="322" y="759"/>
                  </a:lnTo>
                  <a:lnTo>
                    <a:pt x="307" y="736"/>
                  </a:lnTo>
                  <a:lnTo>
                    <a:pt x="329" y="704"/>
                  </a:lnTo>
                  <a:lnTo>
                    <a:pt x="304" y="682"/>
                  </a:lnTo>
                  <a:lnTo>
                    <a:pt x="318" y="674"/>
                  </a:lnTo>
                  <a:lnTo>
                    <a:pt x="313" y="633"/>
                  </a:lnTo>
                  <a:lnTo>
                    <a:pt x="322" y="620"/>
                  </a:lnTo>
                  <a:lnTo>
                    <a:pt x="325" y="596"/>
                  </a:lnTo>
                  <a:lnTo>
                    <a:pt x="346" y="562"/>
                  </a:lnTo>
                  <a:lnTo>
                    <a:pt x="368" y="561"/>
                  </a:lnTo>
                  <a:lnTo>
                    <a:pt x="376" y="550"/>
                  </a:lnTo>
                  <a:lnTo>
                    <a:pt x="376" y="536"/>
                  </a:lnTo>
                  <a:lnTo>
                    <a:pt x="354" y="509"/>
                  </a:lnTo>
                  <a:lnTo>
                    <a:pt x="336" y="503"/>
                  </a:lnTo>
                  <a:lnTo>
                    <a:pt x="327" y="486"/>
                  </a:lnTo>
                  <a:lnTo>
                    <a:pt x="334" y="463"/>
                  </a:lnTo>
                  <a:lnTo>
                    <a:pt x="336" y="442"/>
                  </a:lnTo>
                  <a:lnTo>
                    <a:pt x="355" y="436"/>
                  </a:lnTo>
                  <a:lnTo>
                    <a:pt x="368" y="436"/>
                  </a:lnTo>
                  <a:lnTo>
                    <a:pt x="382" y="451"/>
                  </a:lnTo>
                  <a:lnTo>
                    <a:pt x="394" y="444"/>
                  </a:lnTo>
                  <a:lnTo>
                    <a:pt x="388" y="429"/>
                  </a:lnTo>
                  <a:lnTo>
                    <a:pt x="385" y="412"/>
                  </a:lnTo>
                  <a:lnTo>
                    <a:pt x="405" y="399"/>
                  </a:lnTo>
                  <a:lnTo>
                    <a:pt x="414" y="384"/>
                  </a:lnTo>
                  <a:lnTo>
                    <a:pt x="419" y="370"/>
                  </a:lnTo>
                  <a:lnTo>
                    <a:pt x="444" y="361"/>
                  </a:lnTo>
                  <a:lnTo>
                    <a:pt x="456" y="348"/>
                  </a:lnTo>
                  <a:lnTo>
                    <a:pt x="460" y="317"/>
                  </a:lnTo>
                  <a:lnTo>
                    <a:pt x="460" y="292"/>
                  </a:lnTo>
                  <a:lnTo>
                    <a:pt x="427" y="282"/>
                  </a:lnTo>
                  <a:lnTo>
                    <a:pt x="411" y="266"/>
                  </a:lnTo>
                  <a:lnTo>
                    <a:pt x="394" y="270"/>
                  </a:lnTo>
                  <a:lnTo>
                    <a:pt x="371" y="254"/>
                  </a:lnTo>
                  <a:lnTo>
                    <a:pt x="360" y="258"/>
                  </a:lnTo>
                  <a:lnTo>
                    <a:pt x="369" y="237"/>
                  </a:lnTo>
                  <a:lnTo>
                    <a:pt x="382" y="237"/>
                  </a:lnTo>
                  <a:lnTo>
                    <a:pt x="386" y="219"/>
                  </a:lnTo>
                  <a:lnTo>
                    <a:pt x="368" y="209"/>
                  </a:lnTo>
                  <a:lnTo>
                    <a:pt x="350" y="209"/>
                  </a:lnTo>
                  <a:lnTo>
                    <a:pt x="357" y="171"/>
                  </a:lnTo>
                  <a:lnTo>
                    <a:pt x="369" y="159"/>
                  </a:lnTo>
                  <a:lnTo>
                    <a:pt x="373" y="142"/>
                  </a:lnTo>
                  <a:lnTo>
                    <a:pt x="380" y="136"/>
                  </a:lnTo>
                  <a:lnTo>
                    <a:pt x="385" y="109"/>
                  </a:lnTo>
                  <a:lnTo>
                    <a:pt x="386" y="84"/>
                  </a:lnTo>
                  <a:lnTo>
                    <a:pt x="373" y="61"/>
                  </a:lnTo>
                  <a:lnTo>
                    <a:pt x="364" y="55"/>
                  </a:lnTo>
                  <a:lnTo>
                    <a:pt x="344" y="29"/>
                  </a:lnTo>
                  <a:lnTo>
                    <a:pt x="321" y="28"/>
                  </a:lnTo>
                  <a:lnTo>
                    <a:pt x="305" y="13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2549525" y="4210050"/>
              <a:ext cx="962025" cy="952500"/>
            </a:xfrm>
            <a:custGeom>
              <a:rect b="b" l="l" r="r" t="t"/>
              <a:pathLst>
                <a:path extrusionOk="0" h="600" w="606">
                  <a:moveTo>
                    <a:pt x="120" y="0"/>
                  </a:moveTo>
                  <a:lnTo>
                    <a:pt x="97" y="9"/>
                  </a:lnTo>
                  <a:lnTo>
                    <a:pt x="79" y="14"/>
                  </a:lnTo>
                  <a:lnTo>
                    <a:pt x="81" y="33"/>
                  </a:lnTo>
                  <a:lnTo>
                    <a:pt x="71" y="35"/>
                  </a:lnTo>
                  <a:lnTo>
                    <a:pt x="48" y="76"/>
                  </a:lnTo>
                  <a:lnTo>
                    <a:pt x="47" y="98"/>
                  </a:lnTo>
                  <a:lnTo>
                    <a:pt x="30" y="152"/>
                  </a:lnTo>
                  <a:lnTo>
                    <a:pt x="18" y="156"/>
                  </a:lnTo>
                  <a:lnTo>
                    <a:pt x="9" y="193"/>
                  </a:lnTo>
                  <a:lnTo>
                    <a:pt x="8" y="217"/>
                  </a:lnTo>
                  <a:lnTo>
                    <a:pt x="0" y="230"/>
                  </a:lnTo>
                  <a:lnTo>
                    <a:pt x="0" y="242"/>
                  </a:lnTo>
                  <a:lnTo>
                    <a:pt x="41" y="242"/>
                  </a:lnTo>
                  <a:lnTo>
                    <a:pt x="54" y="250"/>
                  </a:lnTo>
                  <a:lnTo>
                    <a:pt x="67" y="242"/>
                  </a:lnTo>
                  <a:lnTo>
                    <a:pt x="77" y="252"/>
                  </a:lnTo>
                  <a:lnTo>
                    <a:pt x="80" y="275"/>
                  </a:lnTo>
                  <a:lnTo>
                    <a:pt x="98" y="290"/>
                  </a:lnTo>
                  <a:lnTo>
                    <a:pt x="96" y="325"/>
                  </a:lnTo>
                  <a:lnTo>
                    <a:pt x="121" y="389"/>
                  </a:lnTo>
                  <a:lnTo>
                    <a:pt x="137" y="410"/>
                  </a:lnTo>
                  <a:lnTo>
                    <a:pt x="134" y="435"/>
                  </a:lnTo>
                  <a:lnTo>
                    <a:pt x="141" y="462"/>
                  </a:lnTo>
                  <a:lnTo>
                    <a:pt x="160" y="480"/>
                  </a:lnTo>
                  <a:lnTo>
                    <a:pt x="176" y="502"/>
                  </a:lnTo>
                  <a:lnTo>
                    <a:pt x="189" y="521"/>
                  </a:lnTo>
                  <a:lnTo>
                    <a:pt x="193" y="535"/>
                  </a:lnTo>
                  <a:lnTo>
                    <a:pt x="222" y="583"/>
                  </a:lnTo>
                  <a:lnTo>
                    <a:pt x="233" y="600"/>
                  </a:lnTo>
                  <a:lnTo>
                    <a:pt x="247" y="593"/>
                  </a:lnTo>
                  <a:lnTo>
                    <a:pt x="266" y="596"/>
                  </a:lnTo>
                  <a:lnTo>
                    <a:pt x="279" y="592"/>
                  </a:lnTo>
                  <a:lnTo>
                    <a:pt x="292" y="594"/>
                  </a:lnTo>
                  <a:lnTo>
                    <a:pt x="318" y="596"/>
                  </a:lnTo>
                  <a:lnTo>
                    <a:pt x="314" y="583"/>
                  </a:lnTo>
                  <a:lnTo>
                    <a:pt x="346" y="577"/>
                  </a:lnTo>
                  <a:lnTo>
                    <a:pt x="355" y="581"/>
                  </a:lnTo>
                  <a:lnTo>
                    <a:pt x="360" y="577"/>
                  </a:lnTo>
                  <a:lnTo>
                    <a:pt x="384" y="579"/>
                  </a:lnTo>
                  <a:lnTo>
                    <a:pt x="380" y="567"/>
                  </a:lnTo>
                  <a:lnTo>
                    <a:pt x="421" y="568"/>
                  </a:lnTo>
                  <a:lnTo>
                    <a:pt x="426" y="580"/>
                  </a:lnTo>
                  <a:lnTo>
                    <a:pt x="520" y="580"/>
                  </a:lnTo>
                  <a:lnTo>
                    <a:pt x="513" y="572"/>
                  </a:lnTo>
                  <a:lnTo>
                    <a:pt x="521" y="531"/>
                  </a:lnTo>
                  <a:lnTo>
                    <a:pt x="514" y="513"/>
                  </a:lnTo>
                  <a:lnTo>
                    <a:pt x="529" y="512"/>
                  </a:lnTo>
                  <a:lnTo>
                    <a:pt x="541" y="500"/>
                  </a:lnTo>
                  <a:lnTo>
                    <a:pt x="537" y="451"/>
                  </a:lnTo>
                  <a:lnTo>
                    <a:pt x="547" y="434"/>
                  </a:lnTo>
                  <a:lnTo>
                    <a:pt x="542" y="421"/>
                  </a:lnTo>
                  <a:lnTo>
                    <a:pt x="606" y="419"/>
                  </a:lnTo>
                  <a:lnTo>
                    <a:pt x="602" y="401"/>
                  </a:lnTo>
                  <a:lnTo>
                    <a:pt x="570" y="369"/>
                  </a:lnTo>
                  <a:lnTo>
                    <a:pt x="567" y="327"/>
                  </a:lnTo>
                  <a:lnTo>
                    <a:pt x="552" y="333"/>
                  </a:lnTo>
                  <a:lnTo>
                    <a:pt x="533" y="334"/>
                  </a:lnTo>
                  <a:lnTo>
                    <a:pt x="530" y="313"/>
                  </a:lnTo>
                  <a:lnTo>
                    <a:pt x="513" y="319"/>
                  </a:lnTo>
                  <a:lnTo>
                    <a:pt x="496" y="312"/>
                  </a:lnTo>
                  <a:lnTo>
                    <a:pt x="498" y="301"/>
                  </a:lnTo>
                  <a:lnTo>
                    <a:pt x="470" y="305"/>
                  </a:lnTo>
                  <a:lnTo>
                    <a:pt x="445" y="325"/>
                  </a:lnTo>
                  <a:lnTo>
                    <a:pt x="421" y="310"/>
                  </a:lnTo>
                  <a:lnTo>
                    <a:pt x="409" y="288"/>
                  </a:lnTo>
                  <a:lnTo>
                    <a:pt x="389" y="283"/>
                  </a:lnTo>
                  <a:lnTo>
                    <a:pt x="381" y="256"/>
                  </a:lnTo>
                  <a:lnTo>
                    <a:pt x="343" y="246"/>
                  </a:lnTo>
                  <a:lnTo>
                    <a:pt x="318" y="254"/>
                  </a:lnTo>
                  <a:lnTo>
                    <a:pt x="309" y="256"/>
                  </a:lnTo>
                  <a:lnTo>
                    <a:pt x="306" y="233"/>
                  </a:lnTo>
                  <a:lnTo>
                    <a:pt x="273" y="227"/>
                  </a:lnTo>
                  <a:lnTo>
                    <a:pt x="252" y="235"/>
                  </a:lnTo>
                  <a:lnTo>
                    <a:pt x="220" y="221"/>
                  </a:lnTo>
                  <a:lnTo>
                    <a:pt x="214" y="192"/>
                  </a:lnTo>
                  <a:lnTo>
                    <a:pt x="223" y="169"/>
                  </a:lnTo>
                  <a:lnTo>
                    <a:pt x="214" y="148"/>
                  </a:lnTo>
                  <a:lnTo>
                    <a:pt x="227" y="122"/>
                  </a:lnTo>
                  <a:lnTo>
                    <a:pt x="227" y="86"/>
                  </a:lnTo>
                  <a:lnTo>
                    <a:pt x="223" y="67"/>
                  </a:lnTo>
                  <a:lnTo>
                    <a:pt x="242" y="61"/>
                  </a:lnTo>
                  <a:lnTo>
                    <a:pt x="242" y="31"/>
                  </a:lnTo>
                  <a:lnTo>
                    <a:pt x="237" y="4"/>
                  </a:lnTo>
                  <a:lnTo>
                    <a:pt x="216" y="25"/>
                  </a:lnTo>
                  <a:lnTo>
                    <a:pt x="185" y="39"/>
                  </a:lnTo>
                  <a:lnTo>
                    <a:pt x="179" y="47"/>
                  </a:lnTo>
                  <a:lnTo>
                    <a:pt x="164" y="48"/>
                  </a:lnTo>
                  <a:lnTo>
                    <a:pt x="151" y="29"/>
                  </a:lnTo>
                  <a:lnTo>
                    <a:pt x="151" y="17"/>
                  </a:lnTo>
                  <a:lnTo>
                    <a:pt x="120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0"/>
            <p:cNvSpPr/>
            <p:nvPr/>
          </p:nvSpPr>
          <p:spPr>
            <a:xfrm>
              <a:off x="2659063" y="3941763"/>
              <a:ext cx="909638" cy="798512"/>
            </a:xfrm>
            <a:custGeom>
              <a:rect b="b" l="l" r="r" t="t"/>
              <a:pathLst>
                <a:path extrusionOk="0" h="382" w="435">
                  <a:moveTo>
                    <a:pt x="102" y="0"/>
                  </a:moveTo>
                  <a:cubicBezTo>
                    <a:pt x="92" y="11"/>
                    <a:pt x="92" y="11"/>
                    <a:pt x="92" y="11"/>
                  </a:cubicBezTo>
                  <a:cubicBezTo>
                    <a:pt x="97" y="46"/>
                    <a:pt x="97" y="46"/>
                    <a:pt x="97" y="46"/>
                  </a:cubicBezTo>
                  <a:cubicBezTo>
                    <a:pt x="91" y="63"/>
                    <a:pt x="91" y="63"/>
                    <a:pt x="91" y="63"/>
                  </a:cubicBezTo>
                  <a:cubicBezTo>
                    <a:pt x="73" y="88"/>
                    <a:pt x="73" y="88"/>
                    <a:pt x="73" y="88"/>
                  </a:cubicBezTo>
                  <a:cubicBezTo>
                    <a:pt x="48" y="96"/>
                    <a:pt x="48" y="96"/>
                    <a:pt x="48" y="9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14" y="115"/>
                    <a:pt x="7" y="118"/>
                    <a:pt x="0" y="120"/>
                  </a:cubicBezTo>
                  <a:cubicBezTo>
                    <a:pt x="5" y="131"/>
                    <a:pt x="5" y="131"/>
                    <a:pt x="5" y="131"/>
                  </a:cubicBezTo>
                  <a:cubicBezTo>
                    <a:pt x="7" y="139"/>
                    <a:pt x="7" y="139"/>
                    <a:pt x="7" y="139"/>
                  </a:cubicBezTo>
                  <a:cubicBezTo>
                    <a:pt x="21" y="135"/>
                    <a:pt x="21" y="135"/>
                    <a:pt x="21" y="135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62" y="141"/>
                    <a:pt x="62" y="141"/>
                    <a:pt x="62" y="141"/>
                  </a:cubicBezTo>
                  <a:cubicBezTo>
                    <a:pt x="62" y="150"/>
                    <a:pt x="62" y="150"/>
                    <a:pt x="62" y="150"/>
                  </a:cubicBezTo>
                  <a:cubicBezTo>
                    <a:pt x="72" y="165"/>
                    <a:pt x="72" y="165"/>
                    <a:pt x="72" y="165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27" y="131"/>
                    <a:pt x="127" y="131"/>
                    <a:pt x="127" y="131"/>
                  </a:cubicBezTo>
                  <a:cubicBezTo>
                    <a:pt x="131" y="152"/>
                    <a:pt x="131" y="152"/>
                    <a:pt x="131" y="152"/>
                  </a:cubicBezTo>
                  <a:cubicBezTo>
                    <a:pt x="131" y="175"/>
                    <a:pt x="131" y="175"/>
                    <a:pt x="131" y="175"/>
                  </a:cubicBezTo>
                  <a:cubicBezTo>
                    <a:pt x="117" y="179"/>
                    <a:pt x="117" y="179"/>
                    <a:pt x="117" y="179"/>
                  </a:cubicBezTo>
                  <a:cubicBezTo>
                    <a:pt x="120" y="194"/>
                    <a:pt x="120" y="194"/>
                    <a:pt x="120" y="194"/>
                  </a:cubicBezTo>
                  <a:cubicBezTo>
                    <a:pt x="120" y="221"/>
                    <a:pt x="120" y="221"/>
                    <a:pt x="120" y="221"/>
                  </a:cubicBezTo>
                  <a:cubicBezTo>
                    <a:pt x="110" y="241"/>
                    <a:pt x="110" y="241"/>
                    <a:pt x="110" y="241"/>
                  </a:cubicBezTo>
                  <a:cubicBezTo>
                    <a:pt x="117" y="257"/>
                    <a:pt x="117" y="257"/>
                    <a:pt x="117" y="257"/>
                  </a:cubicBezTo>
                  <a:cubicBezTo>
                    <a:pt x="110" y="274"/>
                    <a:pt x="110" y="274"/>
                    <a:pt x="110" y="274"/>
                  </a:cubicBezTo>
                  <a:cubicBezTo>
                    <a:pt x="114" y="296"/>
                    <a:pt x="114" y="296"/>
                    <a:pt x="114" y="296"/>
                  </a:cubicBezTo>
                  <a:cubicBezTo>
                    <a:pt x="139" y="307"/>
                    <a:pt x="139" y="307"/>
                    <a:pt x="139" y="307"/>
                  </a:cubicBezTo>
                  <a:cubicBezTo>
                    <a:pt x="155" y="301"/>
                    <a:pt x="155" y="301"/>
                    <a:pt x="155" y="301"/>
                  </a:cubicBezTo>
                  <a:cubicBezTo>
                    <a:pt x="180" y="305"/>
                    <a:pt x="180" y="305"/>
                    <a:pt x="180" y="305"/>
                  </a:cubicBezTo>
                  <a:cubicBezTo>
                    <a:pt x="182" y="323"/>
                    <a:pt x="182" y="323"/>
                    <a:pt x="182" y="323"/>
                  </a:cubicBezTo>
                  <a:cubicBezTo>
                    <a:pt x="189" y="321"/>
                    <a:pt x="189" y="321"/>
                    <a:pt x="189" y="321"/>
                  </a:cubicBezTo>
                  <a:cubicBezTo>
                    <a:pt x="208" y="315"/>
                    <a:pt x="208" y="315"/>
                    <a:pt x="208" y="315"/>
                  </a:cubicBezTo>
                  <a:cubicBezTo>
                    <a:pt x="237" y="323"/>
                    <a:pt x="237" y="323"/>
                    <a:pt x="237" y="323"/>
                  </a:cubicBezTo>
                  <a:cubicBezTo>
                    <a:pt x="243" y="343"/>
                    <a:pt x="243" y="343"/>
                    <a:pt x="243" y="343"/>
                  </a:cubicBezTo>
                  <a:cubicBezTo>
                    <a:pt x="258" y="347"/>
                    <a:pt x="258" y="347"/>
                    <a:pt x="258" y="347"/>
                  </a:cubicBezTo>
                  <a:cubicBezTo>
                    <a:pt x="267" y="364"/>
                    <a:pt x="267" y="364"/>
                    <a:pt x="267" y="364"/>
                  </a:cubicBezTo>
                  <a:cubicBezTo>
                    <a:pt x="285" y="375"/>
                    <a:pt x="285" y="375"/>
                    <a:pt x="285" y="375"/>
                  </a:cubicBezTo>
                  <a:cubicBezTo>
                    <a:pt x="304" y="360"/>
                    <a:pt x="304" y="360"/>
                    <a:pt x="304" y="360"/>
                  </a:cubicBezTo>
                  <a:cubicBezTo>
                    <a:pt x="326" y="357"/>
                    <a:pt x="326" y="357"/>
                    <a:pt x="326" y="357"/>
                  </a:cubicBezTo>
                  <a:cubicBezTo>
                    <a:pt x="324" y="365"/>
                    <a:pt x="324" y="365"/>
                    <a:pt x="324" y="365"/>
                  </a:cubicBezTo>
                  <a:cubicBezTo>
                    <a:pt x="337" y="371"/>
                    <a:pt x="337" y="371"/>
                    <a:pt x="337" y="371"/>
                  </a:cubicBezTo>
                  <a:cubicBezTo>
                    <a:pt x="350" y="366"/>
                    <a:pt x="350" y="366"/>
                    <a:pt x="350" y="366"/>
                  </a:cubicBezTo>
                  <a:cubicBezTo>
                    <a:pt x="352" y="382"/>
                    <a:pt x="352" y="382"/>
                    <a:pt x="352" y="382"/>
                  </a:cubicBezTo>
                  <a:cubicBezTo>
                    <a:pt x="367" y="381"/>
                    <a:pt x="367" y="381"/>
                    <a:pt x="367" y="381"/>
                  </a:cubicBezTo>
                  <a:cubicBezTo>
                    <a:pt x="378" y="377"/>
                    <a:pt x="378" y="377"/>
                    <a:pt x="378" y="377"/>
                  </a:cubicBezTo>
                  <a:cubicBezTo>
                    <a:pt x="377" y="355"/>
                    <a:pt x="377" y="355"/>
                    <a:pt x="377" y="355"/>
                  </a:cubicBezTo>
                  <a:cubicBezTo>
                    <a:pt x="415" y="320"/>
                    <a:pt x="415" y="320"/>
                    <a:pt x="415" y="320"/>
                  </a:cubicBezTo>
                  <a:cubicBezTo>
                    <a:pt x="435" y="297"/>
                    <a:pt x="435" y="297"/>
                    <a:pt x="435" y="297"/>
                  </a:cubicBezTo>
                  <a:cubicBezTo>
                    <a:pt x="427" y="269"/>
                    <a:pt x="427" y="269"/>
                    <a:pt x="427" y="269"/>
                  </a:cubicBezTo>
                  <a:cubicBezTo>
                    <a:pt x="435" y="240"/>
                    <a:pt x="435" y="240"/>
                    <a:pt x="435" y="240"/>
                  </a:cubicBezTo>
                  <a:cubicBezTo>
                    <a:pt x="427" y="209"/>
                    <a:pt x="427" y="209"/>
                    <a:pt x="427" y="209"/>
                  </a:cubicBezTo>
                  <a:cubicBezTo>
                    <a:pt x="420" y="187"/>
                    <a:pt x="420" y="187"/>
                    <a:pt x="420" y="187"/>
                  </a:cubicBezTo>
                  <a:cubicBezTo>
                    <a:pt x="425" y="174"/>
                    <a:pt x="425" y="174"/>
                    <a:pt x="425" y="174"/>
                  </a:cubicBezTo>
                  <a:cubicBezTo>
                    <a:pt x="422" y="165"/>
                    <a:pt x="422" y="165"/>
                    <a:pt x="422" y="165"/>
                  </a:cubicBezTo>
                  <a:cubicBezTo>
                    <a:pt x="432" y="155"/>
                    <a:pt x="432" y="155"/>
                    <a:pt x="432" y="155"/>
                  </a:cubicBezTo>
                  <a:cubicBezTo>
                    <a:pt x="421" y="125"/>
                    <a:pt x="421" y="125"/>
                    <a:pt x="421" y="125"/>
                  </a:cubicBezTo>
                  <a:cubicBezTo>
                    <a:pt x="423" y="125"/>
                    <a:pt x="423" y="125"/>
                    <a:pt x="423" y="125"/>
                  </a:cubicBezTo>
                  <a:cubicBezTo>
                    <a:pt x="405" y="111"/>
                    <a:pt x="405" y="111"/>
                    <a:pt x="405" y="111"/>
                  </a:cubicBezTo>
                  <a:cubicBezTo>
                    <a:pt x="353" y="87"/>
                    <a:pt x="353" y="87"/>
                    <a:pt x="353" y="87"/>
                  </a:cubicBezTo>
                  <a:cubicBezTo>
                    <a:pt x="280" y="50"/>
                    <a:pt x="280" y="50"/>
                    <a:pt x="280" y="50"/>
                  </a:cubicBezTo>
                  <a:cubicBezTo>
                    <a:pt x="224" y="36"/>
                    <a:pt x="224" y="36"/>
                    <a:pt x="224" y="36"/>
                  </a:cubicBezTo>
                  <a:cubicBezTo>
                    <a:pt x="189" y="21"/>
                    <a:pt x="189" y="21"/>
                    <a:pt x="189" y="21"/>
                  </a:cubicBezTo>
                  <a:cubicBezTo>
                    <a:pt x="156" y="20"/>
                    <a:pt x="156" y="20"/>
                    <a:pt x="156" y="20"/>
                  </a:cubicBezTo>
                  <a:lnTo>
                    <a:pt x="102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0"/>
            <p:cNvSpPr/>
            <p:nvPr/>
          </p:nvSpPr>
          <p:spPr>
            <a:xfrm>
              <a:off x="2506663" y="3324225"/>
              <a:ext cx="1279525" cy="900112"/>
            </a:xfrm>
            <a:custGeom>
              <a:rect b="b" l="l" r="r" t="t"/>
              <a:pathLst>
                <a:path extrusionOk="0" h="431" w="612">
                  <a:moveTo>
                    <a:pt x="373" y="0"/>
                  </a:moveTo>
                  <a:cubicBezTo>
                    <a:pt x="358" y="7"/>
                    <a:pt x="358" y="7"/>
                    <a:pt x="358" y="7"/>
                  </a:cubicBezTo>
                  <a:cubicBezTo>
                    <a:pt x="344" y="5"/>
                    <a:pt x="344" y="5"/>
                    <a:pt x="344" y="5"/>
                  </a:cubicBezTo>
                  <a:cubicBezTo>
                    <a:pt x="336" y="29"/>
                    <a:pt x="336" y="29"/>
                    <a:pt x="336" y="29"/>
                  </a:cubicBezTo>
                  <a:cubicBezTo>
                    <a:pt x="345" y="33"/>
                    <a:pt x="345" y="33"/>
                    <a:pt x="345" y="33"/>
                  </a:cubicBezTo>
                  <a:cubicBezTo>
                    <a:pt x="349" y="47"/>
                    <a:pt x="349" y="47"/>
                    <a:pt x="349" y="47"/>
                  </a:cubicBezTo>
                  <a:cubicBezTo>
                    <a:pt x="337" y="40"/>
                    <a:pt x="337" y="40"/>
                    <a:pt x="337" y="40"/>
                  </a:cubicBezTo>
                  <a:cubicBezTo>
                    <a:pt x="336" y="50"/>
                    <a:pt x="336" y="50"/>
                    <a:pt x="336" y="50"/>
                  </a:cubicBezTo>
                  <a:cubicBezTo>
                    <a:pt x="345" y="60"/>
                    <a:pt x="345" y="60"/>
                    <a:pt x="345" y="60"/>
                  </a:cubicBezTo>
                  <a:cubicBezTo>
                    <a:pt x="325" y="63"/>
                    <a:pt x="325" y="63"/>
                    <a:pt x="325" y="63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292" y="46"/>
                    <a:pt x="292" y="46"/>
                    <a:pt x="292" y="46"/>
                  </a:cubicBezTo>
                  <a:cubicBezTo>
                    <a:pt x="268" y="45"/>
                    <a:pt x="268" y="45"/>
                    <a:pt x="268" y="45"/>
                  </a:cubicBezTo>
                  <a:cubicBezTo>
                    <a:pt x="264" y="62"/>
                    <a:pt x="264" y="62"/>
                    <a:pt x="264" y="62"/>
                  </a:cubicBezTo>
                  <a:cubicBezTo>
                    <a:pt x="243" y="79"/>
                    <a:pt x="243" y="79"/>
                    <a:pt x="243" y="79"/>
                  </a:cubicBezTo>
                  <a:cubicBezTo>
                    <a:pt x="226" y="78"/>
                    <a:pt x="226" y="78"/>
                    <a:pt x="226" y="78"/>
                  </a:cubicBezTo>
                  <a:cubicBezTo>
                    <a:pt x="208" y="88"/>
                    <a:pt x="208" y="88"/>
                    <a:pt x="208" y="88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67" y="115"/>
                    <a:pt x="167" y="115"/>
                    <a:pt x="167" y="115"/>
                  </a:cubicBezTo>
                  <a:cubicBezTo>
                    <a:pt x="137" y="124"/>
                    <a:pt x="137" y="124"/>
                    <a:pt x="137" y="124"/>
                  </a:cubicBezTo>
                  <a:cubicBezTo>
                    <a:pt x="112" y="121"/>
                    <a:pt x="112" y="121"/>
                    <a:pt x="112" y="121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20" y="132"/>
                    <a:pt x="120" y="132"/>
                    <a:pt x="120" y="132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81" y="141"/>
                    <a:pt x="81" y="141"/>
                    <a:pt x="81" y="141"/>
                  </a:cubicBezTo>
                  <a:cubicBezTo>
                    <a:pt x="72" y="132"/>
                    <a:pt x="72" y="132"/>
                    <a:pt x="72" y="132"/>
                  </a:cubicBezTo>
                  <a:cubicBezTo>
                    <a:pt x="45" y="156"/>
                    <a:pt x="45" y="156"/>
                    <a:pt x="45" y="156"/>
                  </a:cubicBezTo>
                  <a:cubicBezTo>
                    <a:pt x="33" y="168"/>
                    <a:pt x="33" y="168"/>
                    <a:pt x="33" y="168"/>
                  </a:cubicBezTo>
                  <a:cubicBezTo>
                    <a:pt x="32" y="199"/>
                    <a:pt x="32" y="199"/>
                    <a:pt x="32" y="199"/>
                  </a:cubicBezTo>
                  <a:cubicBezTo>
                    <a:pt x="38" y="220"/>
                    <a:pt x="38" y="220"/>
                    <a:pt x="38" y="220"/>
                  </a:cubicBezTo>
                  <a:cubicBezTo>
                    <a:pt x="33" y="240"/>
                    <a:pt x="33" y="240"/>
                    <a:pt x="33" y="240"/>
                  </a:cubicBezTo>
                  <a:cubicBezTo>
                    <a:pt x="31" y="277"/>
                    <a:pt x="31" y="277"/>
                    <a:pt x="31" y="277"/>
                  </a:cubicBezTo>
                  <a:cubicBezTo>
                    <a:pt x="31" y="294"/>
                    <a:pt x="31" y="294"/>
                    <a:pt x="31" y="294"/>
                  </a:cubicBezTo>
                  <a:cubicBezTo>
                    <a:pt x="37" y="300"/>
                    <a:pt x="37" y="300"/>
                    <a:pt x="37" y="300"/>
                  </a:cubicBezTo>
                  <a:cubicBezTo>
                    <a:pt x="27" y="316"/>
                    <a:pt x="27" y="316"/>
                    <a:pt x="27" y="316"/>
                  </a:cubicBezTo>
                  <a:cubicBezTo>
                    <a:pt x="0" y="377"/>
                    <a:pt x="0" y="377"/>
                    <a:pt x="0" y="377"/>
                  </a:cubicBezTo>
                  <a:cubicBezTo>
                    <a:pt x="22" y="389"/>
                    <a:pt x="22" y="389"/>
                    <a:pt x="22" y="389"/>
                  </a:cubicBezTo>
                  <a:cubicBezTo>
                    <a:pt x="60" y="400"/>
                    <a:pt x="60" y="400"/>
                    <a:pt x="60" y="400"/>
                  </a:cubicBezTo>
                  <a:cubicBezTo>
                    <a:pt x="65" y="413"/>
                    <a:pt x="65" y="413"/>
                    <a:pt x="65" y="413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73" y="416"/>
                    <a:pt x="73" y="416"/>
                    <a:pt x="73" y="416"/>
                  </a:cubicBezTo>
                  <a:cubicBezTo>
                    <a:pt x="80" y="414"/>
                    <a:pt x="87" y="411"/>
                    <a:pt x="87" y="411"/>
                  </a:cubicBezTo>
                  <a:cubicBezTo>
                    <a:pt x="121" y="392"/>
                    <a:pt x="121" y="392"/>
                    <a:pt x="121" y="392"/>
                  </a:cubicBezTo>
                  <a:cubicBezTo>
                    <a:pt x="146" y="384"/>
                    <a:pt x="146" y="384"/>
                    <a:pt x="146" y="384"/>
                  </a:cubicBezTo>
                  <a:cubicBezTo>
                    <a:pt x="164" y="359"/>
                    <a:pt x="164" y="359"/>
                    <a:pt x="164" y="359"/>
                  </a:cubicBezTo>
                  <a:cubicBezTo>
                    <a:pt x="170" y="342"/>
                    <a:pt x="170" y="342"/>
                    <a:pt x="170" y="342"/>
                  </a:cubicBezTo>
                  <a:cubicBezTo>
                    <a:pt x="165" y="307"/>
                    <a:pt x="165" y="307"/>
                    <a:pt x="165" y="307"/>
                  </a:cubicBezTo>
                  <a:cubicBezTo>
                    <a:pt x="175" y="296"/>
                    <a:pt x="175" y="296"/>
                    <a:pt x="175" y="296"/>
                  </a:cubicBezTo>
                  <a:cubicBezTo>
                    <a:pt x="229" y="316"/>
                    <a:pt x="229" y="316"/>
                    <a:pt x="229" y="316"/>
                  </a:cubicBezTo>
                  <a:cubicBezTo>
                    <a:pt x="262" y="317"/>
                    <a:pt x="262" y="317"/>
                    <a:pt x="262" y="317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353" y="346"/>
                    <a:pt x="353" y="346"/>
                    <a:pt x="353" y="346"/>
                  </a:cubicBezTo>
                  <a:cubicBezTo>
                    <a:pt x="426" y="383"/>
                    <a:pt x="426" y="383"/>
                    <a:pt x="426" y="383"/>
                  </a:cubicBezTo>
                  <a:cubicBezTo>
                    <a:pt x="478" y="407"/>
                    <a:pt x="478" y="407"/>
                    <a:pt x="478" y="407"/>
                  </a:cubicBezTo>
                  <a:cubicBezTo>
                    <a:pt x="496" y="421"/>
                    <a:pt x="496" y="421"/>
                    <a:pt x="496" y="421"/>
                  </a:cubicBezTo>
                  <a:cubicBezTo>
                    <a:pt x="505" y="421"/>
                    <a:pt x="505" y="421"/>
                    <a:pt x="505" y="421"/>
                  </a:cubicBezTo>
                  <a:cubicBezTo>
                    <a:pt x="516" y="429"/>
                    <a:pt x="516" y="429"/>
                    <a:pt x="516" y="429"/>
                  </a:cubicBezTo>
                  <a:cubicBezTo>
                    <a:pt x="527" y="431"/>
                    <a:pt x="527" y="431"/>
                    <a:pt x="527" y="431"/>
                  </a:cubicBezTo>
                  <a:cubicBezTo>
                    <a:pt x="541" y="418"/>
                    <a:pt x="541" y="418"/>
                    <a:pt x="541" y="418"/>
                  </a:cubicBezTo>
                  <a:cubicBezTo>
                    <a:pt x="570" y="405"/>
                    <a:pt x="570" y="405"/>
                    <a:pt x="570" y="405"/>
                  </a:cubicBezTo>
                  <a:cubicBezTo>
                    <a:pt x="566" y="313"/>
                    <a:pt x="566" y="313"/>
                    <a:pt x="566" y="313"/>
                  </a:cubicBezTo>
                  <a:cubicBezTo>
                    <a:pt x="565" y="298"/>
                    <a:pt x="565" y="298"/>
                    <a:pt x="565" y="298"/>
                  </a:cubicBezTo>
                  <a:cubicBezTo>
                    <a:pt x="588" y="242"/>
                    <a:pt x="588" y="242"/>
                    <a:pt x="588" y="242"/>
                  </a:cubicBezTo>
                  <a:cubicBezTo>
                    <a:pt x="600" y="228"/>
                    <a:pt x="600" y="228"/>
                    <a:pt x="600" y="228"/>
                  </a:cubicBezTo>
                  <a:cubicBezTo>
                    <a:pt x="608" y="201"/>
                    <a:pt x="608" y="201"/>
                    <a:pt x="608" y="201"/>
                  </a:cubicBezTo>
                  <a:cubicBezTo>
                    <a:pt x="612" y="202"/>
                    <a:pt x="612" y="202"/>
                    <a:pt x="612" y="202"/>
                  </a:cubicBezTo>
                  <a:cubicBezTo>
                    <a:pt x="609" y="193"/>
                    <a:pt x="609" y="193"/>
                    <a:pt x="609" y="193"/>
                  </a:cubicBezTo>
                  <a:cubicBezTo>
                    <a:pt x="574" y="149"/>
                    <a:pt x="574" y="149"/>
                    <a:pt x="574" y="149"/>
                  </a:cubicBezTo>
                  <a:cubicBezTo>
                    <a:pt x="536" y="159"/>
                    <a:pt x="536" y="159"/>
                    <a:pt x="536" y="159"/>
                  </a:cubicBezTo>
                  <a:cubicBezTo>
                    <a:pt x="513" y="140"/>
                    <a:pt x="513" y="140"/>
                    <a:pt x="513" y="140"/>
                  </a:cubicBezTo>
                  <a:cubicBezTo>
                    <a:pt x="482" y="144"/>
                    <a:pt x="482" y="144"/>
                    <a:pt x="482" y="144"/>
                  </a:cubicBezTo>
                  <a:cubicBezTo>
                    <a:pt x="472" y="113"/>
                    <a:pt x="472" y="113"/>
                    <a:pt x="472" y="113"/>
                  </a:cubicBezTo>
                  <a:cubicBezTo>
                    <a:pt x="459" y="105"/>
                    <a:pt x="459" y="105"/>
                    <a:pt x="459" y="105"/>
                  </a:cubicBezTo>
                  <a:cubicBezTo>
                    <a:pt x="444" y="127"/>
                    <a:pt x="444" y="127"/>
                    <a:pt x="444" y="127"/>
                  </a:cubicBezTo>
                  <a:cubicBezTo>
                    <a:pt x="434" y="123"/>
                    <a:pt x="434" y="123"/>
                    <a:pt x="434" y="123"/>
                  </a:cubicBezTo>
                  <a:cubicBezTo>
                    <a:pt x="427" y="96"/>
                    <a:pt x="427" y="96"/>
                    <a:pt x="427" y="96"/>
                  </a:cubicBezTo>
                  <a:cubicBezTo>
                    <a:pt x="416" y="83"/>
                    <a:pt x="416" y="83"/>
                    <a:pt x="416" y="83"/>
                  </a:cubicBezTo>
                  <a:cubicBezTo>
                    <a:pt x="409" y="60"/>
                    <a:pt x="409" y="60"/>
                    <a:pt x="409" y="60"/>
                  </a:cubicBezTo>
                  <a:cubicBezTo>
                    <a:pt x="382" y="27"/>
                    <a:pt x="382" y="27"/>
                    <a:pt x="382" y="27"/>
                  </a:cubicBezTo>
                  <a:lnTo>
                    <a:pt x="373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2330450" y="4111625"/>
              <a:ext cx="347663" cy="273050"/>
            </a:xfrm>
            <a:custGeom>
              <a:rect b="b" l="l" r="r" t="t"/>
              <a:pathLst>
                <a:path extrusionOk="0" h="172" w="219">
                  <a:moveTo>
                    <a:pt x="111" y="0"/>
                  </a:moveTo>
                  <a:lnTo>
                    <a:pt x="101" y="8"/>
                  </a:lnTo>
                  <a:lnTo>
                    <a:pt x="76" y="9"/>
                  </a:lnTo>
                  <a:lnTo>
                    <a:pt x="51" y="22"/>
                  </a:lnTo>
                  <a:lnTo>
                    <a:pt x="46" y="39"/>
                  </a:lnTo>
                  <a:lnTo>
                    <a:pt x="39" y="52"/>
                  </a:lnTo>
                  <a:lnTo>
                    <a:pt x="26" y="56"/>
                  </a:lnTo>
                  <a:lnTo>
                    <a:pt x="2" y="54"/>
                  </a:lnTo>
                  <a:lnTo>
                    <a:pt x="0" y="66"/>
                  </a:lnTo>
                  <a:lnTo>
                    <a:pt x="9" y="83"/>
                  </a:lnTo>
                  <a:lnTo>
                    <a:pt x="23" y="104"/>
                  </a:lnTo>
                  <a:lnTo>
                    <a:pt x="39" y="112"/>
                  </a:lnTo>
                  <a:lnTo>
                    <a:pt x="48" y="95"/>
                  </a:lnTo>
                  <a:lnTo>
                    <a:pt x="60" y="100"/>
                  </a:lnTo>
                  <a:lnTo>
                    <a:pt x="72" y="100"/>
                  </a:lnTo>
                  <a:lnTo>
                    <a:pt x="88" y="109"/>
                  </a:lnTo>
                  <a:lnTo>
                    <a:pt x="102" y="117"/>
                  </a:lnTo>
                  <a:lnTo>
                    <a:pt x="96" y="145"/>
                  </a:lnTo>
                  <a:lnTo>
                    <a:pt x="81" y="148"/>
                  </a:lnTo>
                  <a:lnTo>
                    <a:pt x="88" y="158"/>
                  </a:lnTo>
                  <a:lnTo>
                    <a:pt x="106" y="170"/>
                  </a:lnTo>
                  <a:lnTo>
                    <a:pt x="126" y="172"/>
                  </a:lnTo>
                  <a:lnTo>
                    <a:pt x="125" y="151"/>
                  </a:lnTo>
                  <a:lnTo>
                    <a:pt x="134" y="163"/>
                  </a:lnTo>
                  <a:lnTo>
                    <a:pt x="171" y="172"/>
                  </a:lnTo>
                  <a:lnTo>
                    <a:pt x="182" y="171"/>
                  </a:lnTo>
                  <a:lnTo>
                    <a:pt x="185" y="160"/>
                  </a:lnTo>
                  <a:lnTo>
                    <a:pt x="186" y="138"/>
                  </a:lnTo>
                  <a:lnTo>
                    <a:pt x="209" y="97"/>
                  </a:lnTo>
                  <a:lnTo>
                    <a:pt x="219" y="95"/>
                  </a:lnTo>
                  <a:lnTo>
                    <a:pt x="214" y="66"/>
                  </a:lnTo>
                  <a:lnTo>
                    <a:pt x="207" y="51"/>
                  </a:lnTo>
                  <a:lnTo>
                    <a:pt x="197" y="47"/>
                  </a:lnTo>
                  <a:lnTo>
                    <a:pt x="190" y="30"/>
                  </a:lnTo>
                  <a:lnTo>
                    <a:pt x="140" y="16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1F3CA5"/>
            </a:solidFill>
            <a:ln cap="flat" cmpd="sng" w="10800">
              <a:solidFill>
                <a:srgbClr val="FFFFFF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1" i="0" sz="13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1577975" y="4192588"/>
              <a:ext cx="1041400" cy="444500"/>
            </a:xfrm>
            <a:custGeom>
              <a:rect b="b" l="l" r="r" t="t"/>
              <a:pathLst>
                <a:path extrusionOk="0" h="280" w="656">
                  <a:moveTo>
                    <a:pt x="351" y="0"/>
                  </a:moveTo>
                  <a:lnTo>
                    <a:pt x="325" y="15"/>
                  </a:lnTo>
                  <a:lnTo>
                    <a:pt x="291" y="24"/>
                  </a:lnTo>
                  <a:lnTo>
                    <a:pt x="278" y="40"/>
                  </a:lnTo>
                  <a:lnTo>
                    <a:pt x="263" y="32"/>
                  </a:lnTo>
                  <a:lnTo>
                    <a:pt x="255" y="22"/>
                  </a:lnTo>
                  <a:lnTo>
                    <a:pt x="241" y="29"/>
                  </a:lnTo>
                  <a:lnTo>
                    <a:pt x="243" y="49"/>
                  </a:lnTo>
                  <a:lnTo>
                    <a:pt x="238" y="66"/>
                  </a:lnTo>
                  <a:lnTo>
                    <a:pt x="222" y="80"/>
                  </a:lnTo>
                  <a:lnTo>
                    <a:pt x="192" y="101"/>
                  </a:lnTo>
                  <a:lnTo>
                    <a:pt x="185" y="86"/>
                  </a:lnTo>
                  <a:lnTo>
                    <a:pt x="168" y="78"/>
                  </a:lnTo>
                  <a:lnTo>
                    <a:pt x="167" y="66"/>
                  </a:lnTo>
                  <a:lnTo>
                    <a:pt x="145" y="50"/>
                  </a:lnTo>
                  <a:lnTo>
                    <a:pt x="142" y="66"/>
                  </a:lnTo>
                  <a:lnTo>
                    <a:pt x="106" y="78"/>
                  </a:lnTo>
                  <a:lnTo>
                    <a:pt x="84" y="100"/>
                  </a:lnTo>
                  <a:lnTo>
                    <a:pt x="46" y="132"/>
                  </a:lnTo>
                  <a:lnTo>
                    <a:pt x="54" y="140"/>
                  </a:lnTo>
                  <a:lnTo>
                    <a:pt x="51" y="233"/>
                  </a:lnTo>
                  <a:lnTo>
                    <a:pt x="0" y="238"/>
                  </a:lnTo>
                  <a:lnTo>
                    <a:pt x="25" y="278"/>
                  </a:lnTo>
                  <a:lnTo>
                    <a:pt x="31" y="280"/>
                  </a:lnTo>
                  <a:lnTo>
                    <a:pt x="47" y="279"/>
                  </a:lnTo>
                  <a:lnTo>
                    <a:pt x="87" y="272"/>
                  </a:lnTo>
                  <a:lnTo>
                    <a:pt x="116" y="258"/>
                  </a:lnTo>
                  <a:lnTo>
                    <a:pt x="141" y="255"/>
                  </a:lnTo>
                  <a:lnTo>
                    <a:pt x="154" y="258"/>
                  </a:lnTo>
                  <a:lnTo>
                    <a:pt x="170" y="254"/>
                  </a:lnTo>
                  <a:lnTo>
                    <a:pt x="184" y="258"/>
                  </a:lnTo>
                  <a:lnTo>
                    <a:pt x="192" y="253"/>
                  </a:lnTo>
                  <a:lnTo>
                    <a:pt x="263" y="255"/>
                  </a:lnTo>
                  <a:lnTo>
                    <a:pt x="279" y="250"/>
                  </a:lnTo>
                  <a:lnTo>
                    <a:pt x="291" y="255"/>
                  </a:lnTo>
                  <a:lnTo>
                    <a:pt x="300" y="250"/>
                  </a:lnTo>
                  <a:lnTo>
                    <a:pt x="376" y="262"/>
                  </a:lnTo>
                  <a:lnTo>
                    <a:pt x="391" y="254"/>
                  </a:lnTo>
                  <a:lnTo>
                    <a:pt x="612" y="253"/>
                  </a:lnTo>
                  <a:lnTo>
                    <a:pt x="612" y="241"/>
                  </a:lnTo>
                  <a:lnTo>
                    <a:pt x="620" y="228"/>
                  </a:lnTo>
                  <a:lnTo>
                    <a:pt x="621" y="204"/>
                  </a:lnTo>
                  <a:lnTo>
                    <a:pt x="630" y="167"/>
                  </a:lnTo>
                  <a:lnTo>
                    <a:pt x="642" y="163"/>
                  </a:lnTo>
                  <a:lnTo>
                    <a:pt x="656" y="120"/>
                  </a:lnTo>
                  <a:lnTo>
                    <a:pt x="645" y="121"/>
                  </a:lnTo>
                  <a:lnTo>
                    <a:pt x="608" y="112"/>
                  </a:lnTo>
                  <a:lnTo>
                    <a:pt x="599" y="100"/>
                  </a:lnTo>
                  <a:lnTo>
                    <a:pt x="600" y="121"/>
                  </a:lnTo>
                  <a:lnTo>
                    <a:pt x="580" y="119"/>
                  </a:lnTo>
                  <a:lnTo>
                    <a:pt x="562" y="107"/>
                  </a:lnTo>
                  <a:lnTo>
                    <a:pt x="555" y="97"/>
                  </a:lnTo>
                  <a:lnTo>
                    <a:pt x="570" y="94"/>
                  </a:lnTo>
                  <a:lnTo>
                    <a:pt x="576" y="66"/>
                  </a:lnTo>
                  <a:lnTo>
                    <a:pt x="562" y="58"/>
                  </a:lnTo>
                  <a:lnTo>
                    <a:pt x="546" y="49"/>
                  </a:lnTo>
                  <a:lnTo>
                    <a:pt x="534" y="49"/>
                  </a:lnTo>
                  <a:lnTo>
                    <a:pt x="522" y="44"/>
                  </a:lnTo>
                  <a:lnTo>
                    <a:pt x="513" y="61"/>
                  </a:lnTo>
                  <a:lnTo>
                    <a:pt x="497" y="53"/>
                  </a:lnTo>
                  <a:lnTo>
                    <a:pt x="483" y="32"/>
                  </a:lnTo>
                  <a:lnTo>
                    <a:pt x="474" y="15"/>
                  </a:lnTo>
                  <a:lnTo>
                    <a:pt x="475" y="9"/>
                  </a:lnTo>
                  <a:lnTo>
                    <a:pt x="474" y="8"/>
                  </a:lnTo>
                  <a:lnTo>
                    <a:pt x="449" y="44"/>
                  </a:lnTo>
                  <a:lnTo>
                    <a:pt x="424" y="72"/>
                  </a:lnTo>
                  <a:lnTo>
                    <a:pt x="416" y="88"/>
                  </a:lnTo>
                  <a:lnTo>
                    <a:pt x="391" y="103"/>
                  </a:lnTo>
                  <a:lnTo>
                    <a:pt x="362" y="94"/>
                  </a:lnTo>
                  <a:lnTo>
                    <a:pt x="346" y="97"/>
                  </a:lnTo>
                  <a:lnTo>
                    <a:pt x="346" y="61"/>
                  </a:lnTo>
                  <a:lnTo>
                    <a:pt x="338" y="44"/>
                  </a:lnTo>
                  <a:lnTo>
                    <a:pt x="356" y="28"/>
                  </a:lnTo>
                  <a:lnTo>
                    <a:pt x="346" y="16"/>
                  </a:lnTo>
                  <a:lnTo>
                    <a:pt x="351" y="0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4911725" y="5053013"/>
              <a:ext cx="1069975" cy="1438275"/>
            </a:xfrm>
            <a:custGeom>
              <a:rect b="b" l="l" r="r" t="t"/>
              <a:pathLst>
                <a:path extrusionOk="0" h="906" w="674">
                  <a:moveTo>
                    <a:pt x="461" y="0"/>
                  </a:moveTo>
                  <a:lnTo>
                    <a:pt x="450" y="11"/>
                  </a:lnTo>
                  <a:lnTo>
                    <a:pt x="464" y="29"/>
                  </a:lnTo>
                  <a:lnTo>
                    <a:pt x="463" y="91"/>
                  </a:lnTo>
                  <a:lnTo>
                    <a:pt x="461" y="100"/>
                  </a:lnTo>
                  <a:lnTo>
                    <a:pt x="447" y="94"/>
                  </a:lnTo>
                  <a:lnTo>
                    <a:pt x="432" y="94"/>
                  </a:lnTo>
                  <a:lnTo>
                    <a:pt x="413" y="123"/>
                  </a:lnTo>
                  <a:lnTo>
                    <a:pt x="404" y="121"/>
                  </a:lnTo>
                  <a:lnTo>
                    <a:pt x="391" y="99"/>
                  </a:lnTo>
                  <a:lnTo>
                    <a:pt x="368" y="83"/>
                  </a:lnTo>
                  <a:lnTo>
                    <a:pt x="351" y="78"/>
                  </a:lnTo>
                  <a:lnTo>
                    <a:pt x="322" y="71"/>
                  </a:lnTo>
                  <a:lnTo>
                    <a:pt x="259" y="103"/>
                  </a:lnTo>
                  <a:lnTo>
                    <a:pt x="233" y="158"/>
                  </a:lnTo>
                  <a:lnTo>
                    <a:pt x="214" y="167"/>
                  </a:lnTo>
                  <a:lnTo>
                    <a:pt x="199" y="165"/>
                  </a:lnTo>
                  <a:lnTo>
                    <a:pt x="191" y="173"/>
                  </a:lnTo>
                  <a:lnTo>
                    <a:pt x="186" y="215"/>
                  </a:lnTo>
                  <a:lnTo>
                    <a:pt x="171" y="227"/>
                  </a:lnTo>
                  <a:lnTo>
                    <a:pt x="163" y="261"/>
                  </a:lnTo>
                  <a:lnTo>
                    <a:pt x="133" y="316"/>
                  </a:lnTo>
                  <a:lnTo>
                    <a:pt x="136" y="313"/>
                  </a:lnTo>
                  <a:lnTo>
                    <a:pt x="134" y="341"/>
                  </a:lnTo>
                  <a:lnTo>
                    <a:pt x="178" y="342"/>
                  </a:lnTo>
                  <a:lnTo>
                    <a:pt x="192" y="350"/>
                  </a:lnTo>
                  <a:lnTo>
                    <a:pt x="233" y="346"/>
                  </a:lnTo>
                  <a:lnTo>
                    <a:pt x="243" y="362"/>
                  </a:lnTo>
                  <a:lnTo>
                    <a:pt x="241" y="408"/>
                  </a:lnTo>
                  <a:lnTo>
                    <a:pt x="262" y="439"/>
                  </a:lnTo>
                  <a:lnTo>
                    <a:pt x="247" y="474"/>
                  </a:lnTo>
                  <a:lnTo>
                    <a:pt x="237" y="471"/>
                  </a:lnTo>
                  <a:lnTo>
                    <a:pt x="220" y="448"/>
                  </a:lnTo>
                  <a:lnTo>
                    <a:pt x="186" y="448"/>
                  </a:lnTo>
                  <a:lnTo>
                    <a:pt x="167" y="448"/>
                  </a:lnTo>
                  <a:lnTo>
                    <a:pt x="175" y="491"/>
                  </a:lnTo>
                  <a:lnTo>
                    <a:pt x="162" y="524"/>
                  </a:lnTo>
                  <a:lnTo>
                    <a:pt x="146" y="558"/>
                  </a:lnTo>
                  <a:lnTo>
                    <a:pt x="136" y="557"/>
                  </a:lnTo>
                  <a:lnTo>
                    <a:pt x="136" y="514"/>
                  </a:lnTo>
                  <a:lnTo>
                    <a:pt x="121" y="504"/>
                  </a:lnTo>
                  <a:lnTo>
                    <a:pt x="100" y="516"/>
                  </a:lnTo>
                  <a:lnTo>
                    <a:pt x="80" y="521"/>
                  </a:lnTo>
                  <a:lnTo>
                    <a:pt x="67" y="533"/>
                  </a:lnTo>
                  <a:lnTo>
                    <a:pt x="59" y="581"/>
                  </a:lnTo>
                  <a:lnTo>
                    <a:pt x="32" y="628"/>
                  </a:lnTo>
                  <a:lnTo>
                    <a:pt x="32" y="648"/>
                  </a:lnTo>
                  <a:lnTo>
                    <a:pt x="36" y="650"/>
                  </a:lnTo>
                  <a:lnTo>
                    <a:pt x="58" y="649"/>
                  </a:lnTo>
                  <a:lnTo>
                    <a:pt x="72" y="662"/>
                  </a:lnTo>
                  <a:lnTo>
                    <a:pt x="74" y="669"/>
                  </a:lnTo>
                  <a:lnTo>
                    <a:pt x="120" y="669"/>
                  </a:lnTo>
                  <a:lnTo>
                    <a:pt x="150" y="665"/>
                  </a:lnTo>
                  <a:lnTo>
                    <a:pt x="184" y="679"/>
                  </a:lnTo>
                  <a:lnTo>
                    <a:pt x="196" y="671"/>
                  </a:lnTo>
                  <a:lnTo>
                    <a:pt x="208" y="674"/>
                  </a:lnTo>
                  <a:lnTo>
                    <a:pt x="224" y="665"/>
                  </a:lnTo>
                  <a:lnTo>
                    <a:pt x="241" y="631"/>
                  </a:lnTo>
                  <a:lnTo>
                    <a:pt x="238" y="615"/>
                  </a:lnTo>
                  <a:lnTo>
                    <a:pt x="268" y="615"/>
                  </a:lnTo>
                  <a:lnTo>
                    <a:pt x="263" y="644"/>
                  </a:lnTo>
                  <a:lnTo>
                    <a:pt x="296" y="660"/>
                  </a:lnTo>
                  <a:lnTo>
                    <a:pt x="307" y="686"/>
                  </a:lnTo>
                  <a:lnTo>
                    <a:pt x="321" y="711"/>
                  </a:lnTo>
                  <a:lnTo>
                    <a:pt x="338" y="723"/>
                  </a:lnTo>
                  <a:lnTo>
                    <a:pt x="355" y="721"/>
                  </a:lnTo>
                  <a:lnTo>
                    <a:pt x="378" y="716"/>
                  </a:lnTo>
                  <a:lnTo>
                    <a:pt x="383" y="732"/>
                  </a:lnTo>
                  <a:lnTo>
                    <a:pt x="401" y="736"/>
                  </a:lnTo>
                  <a:lnTo>
                    <a:pt x="409" y="746"/>
                  </a:lnTo>
                  <a:lnTo>
                    <a:pt x="418" y="736"/>
                  </a:lnTo>
                  <a:lnTo>
                    <a:pt x="441" y="748"/>
                  </a:lnTo>
                  <a:lnTo>
                    <a:pt x="468" y="778"/>
                  </a:lnTo>
                  <a:lnTo>
                    <a:pt x="461" y="791"/>
                  </a:lnTo>
                  <a:lnTo>
                    <a:pt x="479" y="818"/>
                  </a:lnTo>
                  <a:lnTo>
                    <a:pt x="491" y="807"/>
                  </a:lnTo>
                  <a:lnTo>
                    <a:pt x="514" y="832"/>
                  </a:lnTo>
                  <a:lnTo>
                    <a:pt x="522" y="850"/>
                  </a:lnTo>
                  <a:lnTo>
                    <a:pt x="533" y="866"/>
                  </a:lnTo>
                  <a:lnTo>
                    <a:pt x="549" y="899"/>
                  </a:lnTo>
                  <a:lnTo>
                    <a:pt x="567" y="893"/>
                  </a:lnTo>
                  <a:lnTo>
                    <a:pt x="575" y="903"/>
                  </a:lnTo>
                  <a:lnTo>
                    <a:pt x="597" y="890"/>
                  </a:lnTo>
                  <a:lnTo>
                    <a:pt x="636" y="869"/>
                  </a:lnTo>
                  <a:lnTo>
                    <a:pt x="653" y="873"/>
                  </a:lnTo>
                  <a:lnTo>
                    <a:pt x="641" y="899"/>
                  </a:lnTo>
                  <a:lnTo>
                    <a:pt x="657" y="906"/>
                  </a:lnTo>
                  <a:lnTo>
                    <a:pt x="674" y="906"/>
                  </a:lnTo>
                  <a:lnTo>
                    <a:pt x="672" y="703"/>
                  </a:lnTo>
                  <a:lnTo>
                    <a:pt x="664" y="704"/>
                  </a:lnTo>
                  <a:lnTo>
                    <a:pt x="654" y="711"/>
                  </a:lnTo>
                  <a:lnTo>
                    <a:pt x="638" y="708"/>
                  </a:lnTo>
                  <a:lnTo>
                    <a:pt x="622" y="716"/>
                  </a:lnTo>
                  <a:lnTo>
                    <a:pt x="617" y="732"/>
                  </a:lnTo>
                  <a:lnTo>
                    <a:pt x="628" y="741"/>
                  </a:lnTo>
                  <a:lnTo>
                    <a:pt x="632" y="745"/>
                  </a:lnTo>
                  <a:lnTo>
                    <a:pt x="622" y="754"/>
                  </a:lnTo>
                  <a:lnTo>
                    <a:pt x="605" y="744"/>
                  </a:lnTo>
                  <a:lnTo>
                    <a:pt x="593" y="744"/>
                  </a:lnTo>
                  <a:lnTo>
                    <a:pt x="588" y="735"/>
                  </a:lnTo>
                  <a:lnTo>
                    <a:pt x="555" y="740"/>
                  </a:lnTo>
                  <a:lnTo>
                    <a:pt x="546" y="727"/>
                  </a:lnTo>
                  <a:lnTo>
                    <a:pt x="534" y="708"/>
                  </a:lnTo>
                  <a:lnTo>
                    <a:pt x="512" y="686"/>
                  </a:lnTo>
                  <a:lnTo>
                    <a:pt x="507" y="674"/>
                  </a:lnTo>
                  <a:lnTo>
                    <a:pt x="499" y="677"/>
                  </a:lnTo>
                  <a:lnTo>
                    <a:pt x="484" y="665"/>
                  </a:lnTo>
                  <a:lnTo>
                    <a:pt x="467" y="658"/>
                  </a:lnTo>
                  <a:lnTo>
                    <a:pt x="463" y="649"/>
                  </a:lnTo>
                  <a:lnTo>
                    <a:pt x="457" y="649"/>
                  </a:lnTo>
                  <a:lnTo>
                    <a:pt x="455" y="623"/>
                  </a:lnTo>
                  <a:lnTo>
                    <a:pt x="449" y="614"/>
                  </a:lnTo>
                  <a:lnTo>
                    <a:pt x="457" y="581"/>
                  </a:lnTo>
                  <a:lnTo>
                    <a:pt x="467" y="548"/>
                  </a:lnTo>
                  <a:lnTo>
                    <a:pt x="464" y="537"/>
                  </a:lnTo>
                  <a:lnTo>
                    <a:pt x="486" y="478"/>
                  </a:lnTo>
                  <a:lnTo>
                    <a:pt x="497" y="469"/>
                  </a:lnTo>
                  <a:lnTo>
                    <a:pt x="489" y="441"/>
                  </a:lnTo>
                  <a:lnTo>
                    <a:pt x="489" y="412"/>
                  </a:lnTo>
                  <a:lnTo>
                    <a:pt x="480" y="400"/>
                  </a:lnTo>
                  <a:lnTo>
                    <a:pt x="489" y="377"/>
                  </a:lnTo>
                  <a:lnTo>
                    <a:pt x="487" y="357"/>
                  </a:lnTo>
                  <a:lnTo>
                    <a:pt x="496" y="333"/>
                  </a:lnTo>
                  <a:lnTo>
                    <a:pt x="488" y="321"/>
                  </a:lnTo>
                  <a:lnTo>
                    <a:pt x="484" y="295"/>
                  </a:lnTo>
                  <a:lnTo>
                    <a:pt x="472" y="275"/>
                  </a:lnTo>
                  <a:lnTo>
                    <a:pt x="472" y="270"/>
                  </a:lnTo>
                  <a:lnTo>
                    <a:pt x="470" y="270"/>
                  </a:lnTo>
                  <a:lnTo>
                    <a:pt x="471" y="262"/>
                  </a:lnTo>
                  <a:lnTo>
                    <a:pt x="459" y="269"/>
                  </a:lnTo>
                  <a:lnTo>
                    <a:pt x="447" y="266"/>
                  </a:lnTo>
                  <a:lnTo>
                    <a:pt x="449" y="263"/>
                  </a:lnTo>
                  <a:lnTo>
                    <a:pt x="439" y="261"/>
                  </a:lnTo>
                  <a:lnTo>
                    <a:pt x="438" y="233"/>
                  </a:lnTo>
                  <a:lnTo>
                    <a:pt x="482" y="171"/>
                  </a:lnTo>
                  <a:lnTo>
                    <a:pt x="514" y="135"/>
                  </a:lnTo>
                  <a:lnTo>
                    <a:pt x="539" y="141"/>
                  </a:lnTo>
                  <a:lnTo>
                    <a:pt x="532" y="124"/>
                  </a:lnTo>
                  <a:lnTo>
                    <a:pt x="643" y="110"/>
                  </a:lnTo>
                  <a:lnTo>
                    <a:pt x="643" y="106"/>
                  </a:lnTo>
                  <a:lnTo>
                    <a:pt x="651" y="86"/>
                  </a:lnTo>
                  <a:lnTo>
                    <a:pt x="666" y="63"/>
                  </a:lnTo>
                  <a:lnTo>
                    <a:pt x="659" y="40"/>
                  </a:lnTo>
                  <a:lnTo>
                    <a:pt x="636" y="37"/>
                  </a:lnTo>
                  <a:lnTo>
                    <a:pt x="620" y="19"/>
                  </a:lnTo>
                  <a:lnTo>
                    <a:pt x="586" y="21"/>
                  </a:lnTo>
                  <a:lnTo>
                    <a:pt x="557" y="32"/>
                  </a:lnTo>
                  <a:lnTo>
                    <a:pt x="545" y="33"/>
                  </a:lnTo>
                  <a:lnTo>
                    <a:pt x="529" y="50"/>
                  </a:lnTo>
                  <a:lnTo>
                    <a:pt x="520" y="46"/>
                  </a:lnTo>
                  <a:lnTo>
                    <a:pt x="497" y="7"/>
                  </a:lnTo>
                  <a:lnTo>
                    <a:pt x="478" y="0"/>
                  </a:lnTo>
                  <a:lnTo>
                    <a:pt x="461" y="0"/>
                  </a:lnTo>
                  <a:close/>
                  <a:moveTo>
                    <a:pt x="0" y="312"/>
                  </a:moveTo>
                  <a:lnTo>
                    <a:pt x="3" y="338"/>
                  </a:lnTo>
                  <a:lnTo>
                    <a:pt x="3" y="338"/>
                  </a:lnTo>
                  <a:lnTo>
                    <a:pt x="0" y="312"/>
                  </a:lnTo>
                  <a:close/>
                </a:path>
              </a:pathLst>
            </a:custGeom>
            <a:solidFill>
              <a:srgbClr val="EFEFEF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3973513" y="5049838"/>
              <a:ext cx="1354139" cy="1031875"/>
            </a:xfrm>
            <a:custGeom>
              <a:rect b="b" l="l" r="r" t="t"/>
              <a:pathLst>
                <a:path extrusionOk="0" h="494" w="648">
                  <a:moveTo>
                    <a:pt x="4" y="0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21" y="87"/>
                    <a:pt x="21" y="87"/>
                    <a:pt x="21" y="87"/>
                  </a:cubicBezTo>
                  <a:cubicBezTo>
                    <a:pt x="10" y="164"/>
                    <a:pt x="10" y="164"/>
                    <a:pt x="10" y="164"/>
                  </a:cubicBezTo>
                  <a:cubicBezTo>
                    <a:pt x="11" y="188"/>
                    <a:pt x="11" y="188"/>
                    <a:pt x="11" y="188"/>
                  </a:cubicBezTo>
                  <a:cubicBezTo>
                    <a:pt x="3" y="206"/>
                    <a:pt x="3" y="206"/>
                    <a:pt x="3" y="206"/>
                  </a:cubicBezTo>
                  <a:cubicBezTo>
                    <a:pt x="14" y="234"/>
                    <a:pt x="14" y="234"/>
                    <a:pt x="14" y="234"/>
                  </a:cubicBezTo>
                  <a:cubicBezTo>
                    <a:pt x="36" y="258"/>
                    <a:pt x="36" y="258"/>
                    <a:pt x="36" y="258"/>
                  </a:cubicBezTo>
                  <a:cubicBezTo>
                    <a:pt x="51" y="267"/>
                    <a:pt x="51" y="267"/>
                    <a:pt x="51" y="267"/>
                  </a:cubicBezTo>
                  <a:cubicBezTo>
                    <a:pt x="56" y="301"/>
                    <a:pt x="56" y="301"/>
                    <a:pt x="56" y="301"/>
                  </a:cubicBezTo>
                  <a:cubicBezTo>
                    <a:pt x="67" y="331"/>
                    <a:pt x="67" y="331"/>
                    <a:pt x="67" y="331"/>
                  </a:cubicBezTo>
                  <a:cubicBezTo>
                    <a:pt x="69" y="361"/>
                    <a:pt x="69" y="361"/>
                    <a:pt x="69" y="361"/>
                  </a:cubicBezTo>
                  <a:cubicBezTo>
                    <a:pt x="68" y="373"/>
                    <a:pt x="68" y="373"/>
                    <a:pt x="68" y="373"/>
                  </a:cubicBezTo>
                  <a:cubicBezTo>
                    <a:pt x="51" y="382"/>
                    <a:pt x="51" y="382"/>
                    <a:pt x="51" y="382"/>
                  </a:cubicBezTo>
                  <a:cubicBezTo>
                    <a:pt x="62" y="420"/>
                    <a:pt x="62" y="420"/>
                    <a:pt x="62" y="420"/>
                  </a:cubicBezTo>
                  <a:cubicBezTo>
                    <a:pt x="80" y="422"/>
                    <a:pt x="80" y="422"/>
                    <a:pt x="80" y="422"/>
                  </a:cubicBezTo>
                  <a:cubicBezTo>
                    <a:pt x="91" y="410"/>
                    <a:pt x="91" y="410"/>
                    <a:pt x="91" y="410"/>
                  </a:cubicBezTo>
                  <a:cubicBezTo>
                    <a:pt x="95" y="404"/>
                    <a:pt x="95" y="404"/>
                    <a:pt x="95" y="404"/>
                  </a:cubicBezTo>
                  <a:cubicBezTo>
                    <a:pt x="129" y="412"/>
                    <a:pt x="129" y="412"/>
                    <a:pt x="129" y="412"/>
                  </a:cubicBezTo>
                  <a:cubicBezTo>
                    <a:pt x="137" y="405"/>
                    <a:pt x="137" y="405"/>
                    <a:pt x="137" y="405"/>
                  </a:cubicBezTo>
                  <a:cubicBezTo>
                    <a:pt x="167" y="410"/>
                    <a:pt x="167" y="410"/>
                    <a:pt x="167" y="410"/>
                  </a:cubicBezTo>
                  <a:cubicBezTo>
                    <a:pt x="199" y="390"/>
                    <a:pt x="199" y="390"/>
                    <a:pt x="199" y="390"/>
                  </a:cubicBezTo>
                  <a:cubicBezTo>
                    <a:pt x="252" y="401"/>
                    <a:pt x="252" y="401"/>
                    <a:pt x="252" y="401"/>
                  </a:cubicBezTo>
                  <a:cubicBezTo>
                    <a:pt x="273" y="383"/>
                    <a:pt x="273" y="383"/>
                    <a:pt x="273" y="383"/>
                  </a:cubicBezTo>
                  <a:cubicBezTo>
                    <a:pt x="284" y="388"/>
                    <a:pt x="284" y="388"/>
                    <a:pt x="284" y="388"/>
                  </a:cubicBezTo>
                  <a:cubicBezTo>
                    <a:pt x="285" y="401"/>
                    <a:pt x="285" y="401"/>
                    <a:pt x="285" y="401"/>
                  </a:cubicBezTo>
                  <a:cubicBezTo>
                    <a:pt x="301" y="405"/>
                    <a:pt x="301" y="405"/>
                    <a:pt x="301" y="405"/>
                  </a:cubicBezTo>
                  <a:cubicBezTo>
                    <a:pt x="310" y="407"/>
                    <a:pt x="310" y="407"/>
                    <a:pt x="310" y="407"/>
                  </a:cubicBezTo>
                  <a:cubicBezTo>
                    <a:pt x="315" y="423"/>
                    <a:pt x="315" y="423"/>
                    <a:pt x="315" y="423"/>
                  </a:cubicBezTo>
                  <a:cubicBezTo>
                    <a:pt x="310" y="441"/>
                    <a:pt x="310" y="441"/>
                    <a:pt x="310" y="441"/>
                  </a:cubicBezTo>
                  <a:cubicBezTo>
                    <a:pt x="318" y="451"/>
                    <a:pt x="318" y="451"/>
                    <a:pt x="318" y="451"/>
                  </a:cubicBezTo>
                  <a:cubicBezTo>
                    <a:pt x="337" y="450"/>
                    <a:pt x="337" y="450"/>
                    <a:pt x="337" y="450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427" y="421"/>
                    <a:pt x="427" y="421"/>
                    <a:pt x="427" y="421"/>
                  </a:cubicBezTo>
                  <a:cubicBezTo>
                    <a:pt x="422" y="448"/>
                    <a:pt x="422" y="448"/>
                    <a:pt x="422" y="448"/>
                  </a:cubicBezTo>
                  <a:cubicBezTo>
                    <a:pt x="424" y="467"/>
                    <a:pt x="424" y="467"/>
                    <a:pt x="424" y="467"/>
                  </a:cubicBezTo>
                  <a:cubicBezTo>
                    <a:pt x="435" y="477"/>
                    <a:pt x="435" y="477"/>
                    <a:pt x="435" y="477"/>
                  </a:cubicBezTo>
                  <a:cubicBezTo>
                    <a:pt x="446" y="482"/>
                    <a:pt x="446" y="482"/>
                    <a:pt x="446" y="482"/>
                  </a:cubicBezTo>
                  <a:cubicBezTo>
                    <a:pt x="446" y="482"/>
                    <a:pt x="444" y="490"/>
                    <a:pt x="446" y="490"/>
                  </a:cubicBezTo>
                  <a:cubicBezTo>
                    <a:pt x="448" y="491"/>
                    <a:pt x="465" y="486"/>
                    <a:pt x="465" y="486"/>
                  </a:cubicBezTo>
                  <a:cubicBezTo>
                    <a:pt x="473" y="494"/>
                    <a:pt x="473" y="494"/>
                    <a:pt x="473" y="494"/>
                  </a:cubicBezTo>
                  <a:cubicBezTo>
                    <a:pt x="473" y="479"/>
                    <a:pt x="473" y="479"/>
                    <a:pt x="473" y="479"/>
                  </a:cubicBezTo>
                  <a:cubicBezTo>
                    <a:pt x="494" y="443"/>
                    <a:pt x="494" y="443"/>
                    <a:pt x="494" y="443"/>
                  </a:cubicBezTo>
                  <a:cubicBezTo>
                    <a:pt x="500" y="407"/>
                    <a:pt x="500" y="407"/>
                    <a:pt x="500" y="407"/>
                  </a:cubicBezTo>
                  <a:cubicBezTo>
                    <a:pt x="510" y="398"/>
                    <a:pt x="510" y="398"/>
                    <a:pt x="510" y="398"/>
                  </a:cubicBezTo>
                  <a:cubicBezTo>
                    <a:pt x="525" y="394"/>
                    <a:pt x="525" y="394"/>
                    <a:pt x="525" y="394"/>
                  </a:cubicBezTo>
                  <a:cubicBezTo>
                    <a:pt x="541" y="385"/>
                    <a:pt x="541" y="385"/>
                    <a:pt x="541" y="385"/>
                  </a:cubicBezTo>
                  <a:cubicBezTo>
                    <a:pt x="552" y="392"/>
                    <a:pt x="552" y="392"/>
                    <a:pt x="552" y="392"/>
                  </a:cubicBezTo>
                  <a:cubicBezTo>
                    <a:pt x="552" y="425"/>
                    <a:pt x="552" y="425"/>
                    <a:pt x="552" y="425"/>
                  </a:cubicBezTo>
                  <a:cubicBezTo>
                    <a:pt x="560" y="426"/>
                    <a:pt x="560" y="426"/>
                    <a:pt x="560" y="426"/>
                  </a:cubicBezTo>
                  <a:cubicBezTo>
                    <a:pt x="572" y="400"/>
                    <a:pt x="572" y="400"/>
                    <a:pt x="572" y="400"/>
                  </a:cubicBezTo>
                  <a:cubicBezTo>
                    <a:pt x="582" y="375"/>
                    <a:pt x="582" y="375"/>
                    <a:pt x="582" y="375"/>
                  </a:cubicBezTo>
                  <a:cubicBezTo>
                    <a:pt x="576" y="342"/>
                    <a:pt x="576" y="342"/>
                    <a:pt x="576" y="342"/>
                  </a:cubicBezTo>
                  <a:cubicBezTo>
                    <a:pt x="590" y="342"/>
                    <a:pt x="590" y="342"/>
                    <a:pt x="590" y="342"/>
                  </a:cubicBezTo>
                  <a:cubicBezTo>
                    <a:pt x="616" y="342"/>
                    <a:pt x="616" y="342"/>
                    <a:pt x="616" y="342"/>
                  </a:cubicBezTo>
                  <a:cubicBezTo>
                    <a:pt x="629" y="360"/>
                    <a:pt x="629" y="360"/>
                    <a:pt x="629" y="360"/>
                  </a:cubicBezTo>
                  <a:cubicBezTo>
                    <a:pt x="637" y="362"/>
                    <a:pt x="637" y="362"/>
                    <a:pt x="637" y="362"/>
                  </a:cubicBezTo>
                  <a:cubicBezTo>
                    <a:pt x="648" y="335"/>
                    <a:pt x="648" y="335"/>
                    <a:pt x="648" y="335"/>
                  </a:cubicBezTo>
                  <a:cubicBezTo>
                    <a:pt x="632" y="312"/>
                    <a:pt x="632" y="312"/>
                    <a:pt x="632" y="312"/>
                  </a:cubicBezTo>
                  <a:cubicBezTo>
                    <a:pt x="634" y="277"/>
                    <a:pt x="634" y="277"/>
                    <a:pt x="634" y="277"/>
                  </a:cubicBezTo>
                  <a:cubicBezTo>
                    <a:pt x="626" y="265"/>
                    <a:pt x="626" y="265"/>
                    <a:pt x="626" y="265"/>
                  </a:cubicBezTo>
                  <a:cubicBezTo>
                    <a:pt x="595" y="268"/>
                    <a:pt x="595" y="268"/>
                    <a:pt x="595" y="268"/>
                  </a:cubicBezTo>
                  <a:cubicBezTo>
                    <a:pt x="584" y="262"/>
                    <a:pt x="584" y="262"/>
                    <a:pt x="584" y="262"/>
                  </a:cubicBezTo>
                  <a:cubicBezTo>
                    <a:pt x="551" y="261"/>
                    <a:pt x="551" y="261"/>
                    <a:pt x="551" y="261"/>
                  </a:cubicBezTo>
                  <a:cubicBezTo>
                    <a:pt x="552" y="240"/>
                    <a:pt x="552" y="240"/>
                    <a:pt x="552" y="240"/>
                  </a:cubicBezTo>
                  <a:cubicBezTo>
                    <a:pt x="536" y="248"/>
                    <a:pt x="536" y="248"/>
                    <a:pt x="536" y="248"/>
                  </a:cubicBezTo>
                  <a:cubicBezTo>
                    <a:pt x="516" y="243"/>
                    <a:pt x="516" y="243"/>
                    <a:pt x="516" y="243"/>
                  </a:cubicBezTo>
                  <a:cubicBezTo>
                    <a:pt x="475" y="226"/>
                    <a:pt x="475" y="226"/>
                    <a:pt x="475" y="226"/>
                  </a:cubicBezTo>
                  <a:cubicBezTo>
                    <a:pt x="454" y="214"/>
                    <a:pt x="454" y="214"/>
                    <a:pt x="454" y="214"/>
                  </a:cubicBezTo>
                  <a:cubicBezTo>
                    <a:pt x="446" y="218"/>
                    <a:pt x="446" y="218"/>
                    <a:pt x="446" y="218"/>
                  </a:cubicBezTo>
                  <a:cubicBezTo>
                    <a:pt x="449" y="239"/>
                    <a:pt x="449" y="239"/>
                    <a:pt x="449" y="239"/>
                  </a:cubicBezTo>
                  <a:cubicBezTo>
                    <a:pt x="451" y="259"/>
                    <a:pt x="451" y="259"/>
                    <a:pt x="451" y="259"/>
                  </a:cubicBezTo>
                  <a:cubicBezTo>
                    <a:pt x="435" y="270"/>
                    <a:pt x="435" y="270"/>
                    <a:pt x="435" y="270"/>
                  </a:cubicBezTo>
                  <a:cubicBezTo>
                    <a:pt x="411" y="282"/>
                    <a:pt x="411" y="282"/>
                    <a:pt x="411" y="282"/>
                  </a:cubicBezTo>
                  <a:cubicBezTo>
                    <a:pt x="397" y="285"/>
                    <a:pt x="397" y="285"/>
                    <a:pt x="397" y="285"/>
                  </a:cubicBezTo>
                  <a:cubicBezTo>
                    <a:pt x="386" y="294"/>
                    <a:pt x="386" y="294"/>
                    <a:pt x="386" y="294"/>
                  </a:cubicBezTo>
                  <a:cubicBezTo>
                    <a:pt x="367" y="289"/>
                    <a:pt x="367" y="289"/>
                    <a:pt x="367" y="289"/>
                  </a:cubicBezTo>
                  <a:cubicBezTo>
                    <a:pt x="360" y="289"/>
                    <a:pt x="360" y="289"/>
                    <a:pt x="360" y="289"/>
                  </a:cubicBezTo>
                  <a:cubicBezTo>
                    <a:pt x="339" y="281"/>
                    <a:pt x="339" y="281"/>
                    <a:pt x="339" y="281"/>
                  </a:cubicBezTo>
                  <a:cubicBezTo>
                    <a:pt x="323" y="284"/>
                    <a:pt x="323" y="284"/>
                    <a:pt x="323" y="284"/>
                  </a:cubicBezTo>
                  <a:cubicBezTo>
                    <a:pt x="299" y="277"/>
                    <a:pt x="299" y="277"/>
                    <a:pt x="299" y="277"/>
                  </a:cubicBezTo>
                  <a:cubicBezTo>
                    <a:pt x="284" y="284"/>
                    <a:pt x="284" y="284"/>
                    <a:pt x="284" y="284"/>
                  </a:cubicBezTo>
                  <a:cubicBezTo>
                    <a:pt x="282" y="283"/>
                    <a:pt x="282" y="283"/>
                    <a:pt x="282" y="283"/>
                  </a:cubicBezTo>
                  <a:cubicBezTo>
                    <a:pt x="279" y="254"/>
                    <a:pt x="279" y="254"/>
                    <a:pt x="279" y="254"/>
                  </a:cubicBezTo>
                  <a:cubicBezTo>
                    <a:pt x="284" y="238"/>
                    <a:pt x="284" y="238"/>
                    <a:pt x="284" y="238"/>
                  </a:cubicBezTo>
                  <a:cubicBezTo>
                    <a:pt x="288" y="207"/>
                    <a:pt x="288" y="207"/>
                    <a:pt x="288" y="207"/>
                  </a:cubicBezTo>
                  <a:cubicBezTo>
                    <a:pt x="296" y="194"/>
                    <a:pt x="296" y="194"/>
                    <a:pt x="296" y="194"/>
                  </a:cubicBezTo>
                  <a:cubicBezTo>
                    <a:pt x="305" y="189"/>
                    <a:pt x="305" y="189"/>
                    <a:pt x="305" y="189"/>
                  </a:cubicBezTo>
                  <a:cubicBezTo>
                    <a:pt x="297" y="157"/>
                    <a:pt x="297" y="157"/>
                    <a:pt x="297" y="157"/>
                  </a:cubicBezTo>
                  <a:cubicBezTo>
                    <a:pt x="256" y="139"/>
                    <a:pt x="256" y="139"/>
                    <a:pt x="256" y="139"/>
                  </a:cubicBezTo>
                  <a:cubicBezTo>
                    <a:pt x="223" y="129"/>
                    <a:pt x="223" y="129"/>
                    <a:pt x="223" y="129"/>
                  </a:cubicBezTo>
                  <a:cubicBezTo>
                    <a:pt x="220" y="87"/>
                    <a:pt x="220" y="87"/>
                    <a:pt x="220" y="87"/>
                  </a:cubicBezTo>
                  <a:cubicBezTo>
                    <a:pt x="227" y="60"/>
                    <a:pt x="227" y="60"/>
                    <a:pt x="227" y="60"/>
                  </a:cubicBezTo>
                  <a:cubicBezTo>
                    <a:pt x="216" y="34"/>
                    <a:pt x="216" y="34"/>
                    <a:pt x="216" y="34"/>
                  </a:cubicBezTo>
                  <a:cubicBezTo>
                    <a:pt x="168" y="34"/>
                    <a:pt x="168" y="34"/>
                    <a:pt x="168" y="34"/>
                  </a:cubicBezTo>
                  <a:cubicBezTo>
                    <a:pt x="162" y="23"/>
                    <a:pt x="162" y="23"/>
                    <a:pt x="162" y="23"/>
                  </a:cubicBezTo>
                  <a:cubicBezTo>
                    <a:pt x="140" y="33"/>
                    <a:pt x="140" y="33"/>
                    <a:pt x="140" y="33"/>
                  </a:cubicBezTo>
                  <a:cubicBezTo>
                    <a:pt x="140" y="33"/>
                    <a:pt x="110" y="33"/>
                    <a:pt x="107" y="28"/>
                  </a:cubicBezTo>
                  <a:cubicBezTo>
                    <a:pt x="104" y="22"/>
                    <a:pt x="101" y="11"/>
                    <a:pt x="101" y="11"/>
                  </a:cubicBezTo>
                  <a:cubicBezTo>
                    <a:pt x="89" y="12"/>
                    <a:pt x="89" y="12"/>
                    <a:pt x="89" y="12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23" y="7"/>
                    <a:pt x="23" y="7"/>
                    <a:pt x="23" y="7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3C78D8"/>
            </a:solidFill>
            <a:ln cap="flat" cmpd="sng" w="1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51775" lIns="103575" spcFirstLastPara="1" rIns="103575" wrap="square" tIns="517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9"/>
                <a:buFont typeface="Arial"/>
                <a:buNone/>
              </a:pPr>
              <a:r>
                <a:t/>
              </a:r>
              <a:endParaRPr b="0" i="0" sz="1359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0"/>
          <p:cNvSpPr txBox="1"/>
          <p:nvPr/>
        </p:nvSpPr>
        <p:spPr>
          <a:xfrm>
            <a:off x="4777598" y="3885109"/>
            <a:ext cx="975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75" lIns="103575" spcFirstLastPara="1" rIns="103575" wrap="square" tIns="103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rPr b="1" i="0" lang="en-US" sz="906" u="none" cap="none" strike="noStrike">
                <a:solidFill>
                  <a:srgbClr val="1F3CA5"/>
                </a:solidFill>
                <a:latin typeface="Mulish"/>
                <a:ea typeface="Mulish"/>
                <a:cs typeface="Mulish"/>
                <a:sym typeface="Mulish"/>
              </a:rPr>
              <a:t>Tanganyika</a:t>
            </a:r>
            <a:endParaRPr b="1" i="0" sz="906" u="none" cap="none" strike="noStrike">
              <a:solidFill>
                <a:srgbClr val="1F3CA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4427244" y="4288287"/>
            <a:ext cx="975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75" lIns="103575" spcFirstLastPara="1" rIns="103575" wrap="square" tIns="103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rPr b="1" i="0" lang="en-US" sz="906" u="none" cap="none" strike="noStrike">
                <a:solidFill>
                  <a:srgbClr val="1F3CA5"/>
                </a:solidFill>
                <a:latin typeface="Mulish"/>
                <a:ea typeface="Mulish"/>
                <a:cs typeface="Mulish"/>
                <a:sym typeface="Mulish"/>
              </a:rPr>
              <a:t>Haut-Lomami</a:t>
            </a:r>
            <a:endParaRPr b="1" i="0" sz="1132" u="none" cap="none" strike="noStrike">
              <a:solidFill>
                <a:srgbClr val="1F3CA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4299943" y="4081972"/>
            <a:ext cx="489300" cy="4500"/>
          </a:xfrm>
          <a:prstGeom prst="straightConnector1">
            <a:avLst/>
          </a:prstGeom>
          <a:noFill/>
          <a:ln cap="flat" cmpd="sng" w="10800">
            <a:solidFill>
              <a:srgbClr val="3C78D8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19" name="Google Shape;219;p10"/>
          <p:cNvCxnSpPr/>
          <p:nvPr/>
        </p:nvCxnSpPr>
        <p:spPr>
          <a:xfrm>
            <a:off x="3937867" y="4465927"/>
            <a:ext cx="489300" cy="4500"/>
          </a:xfrm>
          <a:prstGeom prst="straightConnector1">
            <a:avLst/>
          </a:prstGeom>
          <a:noFill/>
          <a:ln cap="flat" cmpd="sng" w="10800">
            <a:solidFill>
              <a:srgbClr val="3C78D8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220" name="Google Shape;220;p10"/>
          <p:cNvCxnSpPr/>
          <p:nvPr/>
        </p:nvCxnSpPr>
        <p:spPr>
          <a:xfrm>
            <a:off x="3937867" y="4795607"/>
            <a:ext cx="489300" cy="4500"/>
          </a:xfrm>
          <a:prstGeom prst="straightConnector1">
            <a:avLst/>
          </a:prstGeom>
          <a:noFill/>
          <a:ln cap="flat" cmpd="sng" w="10800">
            <a:solidFill>
              <a:srgbClr val="3C78D8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221" name="Google Shape;221;p10"/>
          <p:cNvSpPr txBox="1"/>
          <p:nvPr/>
        </p:nvSpPr>
        <p:spPr>
          <a:xfrm>
            <a:off x="4427244" y="4648129"/>
            <a:ext cx="975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75" lIns="103575" spcFirstLastPara="1" rIns="103575" wrap="square" tIns="103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rPr b="1" i="0" lang="en-US" sz="906" u="none" cap="none" strike="noStrike">
                <a:solidFill>
                  <a:srgbClr val="1F3CA5"/>
                </a:solidFill>
                <a:latin typeface="Mulish"/>
                <a:ea typeface="Mulish"/>
                <a:cs typeface="Mulish"/>
                <a:sym typeface="Mulish"/>
              </a:rPr>
              <a:t>Lualaba</a:t>
            </a:r>
            <a:endParaRPr b="1" i="0" sz="1132" u="none" cap="none" strike="noStrike">
              <a:solidFill>
                <a:srgbClr val="1F3CA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22" name="Google Shape;222;p10"/>
          <p:cNvCxnSpPr>
            <a:stCxn id="185" idx="4"/>
          </p:cNvCxnSpPr>
          <p:nvPr/>
        </p:nvCxnSpPr>
        <p:spPr>
          <a:xfrm>
            <a:off x="2624967" y="3861086"/>
            <a:ext cx="847200" cy="556500"/>
          </a:xfrm>
          <a:prstGeom prst="straightConnector1">
            <a:avLst/>
          </a:prstGeom>
          <a:noFill/>
          <a:ln cap="flat" cmpd="sng" w="10800">
            <a:solidFill>
              <a:srgbClr val="1F3C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10"/>
          <p:cNvCxnSpPr>
            <a:stCxn id="185" idx="4"/>
          </p:cNvCxnSpPr>
          <p:nvPr/>
        </p:nvCxnSpPr>
        <p:spPr>
          <a:xfrm>
            <a:off x="2624967" y="3861086"/>
            <a:ext cx="1247100" cy="460500"/>
          </a:xfrm>
          <a:prstGeom prst="straightConnector1">
            <a:avLst/>
          </a:prstGeom>
          <a:noFill/>
          <a:ln cap="flat" cmpd="sng" w="10800">
            <a:solidFill>
              <a:srgbClr val="1F3C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10"/>
          <p:cNvCxnSpPr>
            <a:stCxn id="185" idx="4"/>
          </p:cNvCxnSpPr>
          <p:nvPr/>
        </p:nvCxnSpPr>
        <p:spPr>
          <a:xfrm>
            <a:off x="2624967" y="3861086"/>
            <a:ext cx="1512000" cy="231900"/>
          </a:xfrm>
          <a:prstGeom prst="straightConnector1">
            <a:avLst/>
          </a:prstGeom>
          <a:noFill/>
          <a:ln cap="flat" cmpd="sng" w="10800">
            <a:solidFill>
              <a:srgbClr val="1F3C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0"/>
          <p:cNvSpPr txBox="1"/>
          <p:nvPr/>
        </p:nvSpPr>
        <p:spPr>
          <a:xfrm>
            <a:off x="1709275" y="3561381"/>
            <a:ext cx="5550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575" lIns="103575" spcFirstLastPara="1" rIns="103575" wrap="square" tIns="103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6"/>
              <a:buFont typeface="Arial"/>
              <a:buNone/>
            </a:pPr>
            <a:r>
              <a:rPr b="1" i="0" lang="en-US" sz="906" u="none" cap="none" strike="noStrike">
                <a:solidFill>
                  <a:srgbClr val="1F3CA5"/>
                </a:solidFill>
                <a:latin typeface="Mulish"/>
                <a:ea typeface="Mulish"/>
                <a:cs typeface="Mulish"/>
                <a:sym typeface="Mulish"/>
              </a:rPr>
              <a:t>Kwilu</a:t>
            </a:r>
            <a:endParaRPr b="1" i="0" sz="906" u="none" cap="none" strike="noStrike">
              <a:solidFill>
                <a:srgbClr val="1F3CA5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cxnSp>
        <p:nvCxnSpPr>
          <p:cNvPr id="226" name="Google Shape;226;p10"/>
          <p:cNvCxnSpPr>
            <a:endCxn id="185" idx="1"/>
          </p:cNvCxnSpPr>
          <p:nvPr/>
        </p:nvCxnSpPr>
        <p:spPr>
          <a:xfrm>
            <a:off x="2141790" y="3765516"/>
            <a:ext cx="462600" cy="44100"/>
          </a:xfrm>
          <a:prstGeom prst="straightConnector1">
            <a:avLst/>
          </a:prstGeom>
          <a:noFill/>
          <a:ln cap="flat" cmpd="sng" w="10800">
            <a:solidFill>
              <a:srgbClr val="1F3CA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27" name="Google Shape;227;p10"/>
          <p:cNvSpPr/>
          <p:nvPr/>
        </p:nvSpPr>
        <p:spPr>
          <a:xfrm>
            <a:off x="6461150" y="2850088"/>
            <a:ext cx="31665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Validation du calendrier de la mise à l’échelle (partielle) sur l’année 2025 et disponibilité des équipes sur un calendrier serré</a:t>
            </a:r>
            <a:endParaRPr b="1" i="0" sz="1000" u="none" cap="none" strike="noStrike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cxnSp>
        <p:nvCxnSpPr>
          <p:cNvPr id="228" name="Google Shape;228;p10"/>
          <p:cNvCxnSpPr/>
          <p:nvPr/>
        </p:nvCxnSpPr>
        <p:spPr>
          <a:xfrm>
            <a:off x="6090937" y="2655563"/>
            <a:ext cx="3600" cy="2423100"/>
          </a:xfrm>
          <a:prstGeom prst="straightConnector1">
            <a:avLst/>
          </a:prstGeom>
          <a:noFill/>
          <a:ln cap="flat" cmpd="sng" w="9525">
            <a:solidFill>
              <a:srgbClr val="1F3CA5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229" name="Google Shape;229;p10"/>
          <p:cNvCxnSpPr/>
          <p:nvPr/>
        </p:nvCxnSpPr>
        <p:spPr>
          <a:xfrm flipH="1">
            <a:off x="6498424" y="3880801"/>
            <a:ext cx="3099900" cy="9300"/>
          </a:xfrm>
          <a:prstGeom prst="straightConnector1">
            <a:avLst/>
          </a:prstGeom>
          <a:noFill/>
          <a:ln cap="flat" cmpd="sng" w="9525">
            <a:solidFill>
              <a:srgbClr val="1F3CA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0" name="Google Shape;230;p10"/>
          <p:cNvSpPr/>
          <p:nvPr/>
        </p:nvSpPr>
        <p:spPr>
          <a:xfrm>
            <a:off x="6461150" y="3404388"/>
            <a:ext cx="3166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Validation officielle pour procéder au transfert des données historiques de l’application gestion PEV de 2017 à ce jour dans le serveur  DHIS2</a:t>
            </a:r>
            <a:endParaRPr b="1" i="0" sz="1000" u="none" cap="none" strike="noStrike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cxnSp>
        <p:nvCxnSpPr>
          <p:cNvPr id="231" name="Google Shape;231;p10"/>
          <p:cNvCxnSpPr/>
          <p:nvPr/>
        </p:nvCxnSpPr>
        <p:spPr>
          <a:xfrm flipH="1">
            <a:off x="6487925" y="3295088"/>
            <a:ext cx="3099900" cy="9000"/>
          </a:xfrm>
          <a:prstGeom prst="straightConnector1">
            <a:avLst/>
          </a:prstGeom>
          <a:noFill/>
          <a:ln cap="flat" cmpd="sng" w="9525">
            <a:solidFill>
              <a:srgbClr val="1F3CA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32" name="Google Shape;232;p10"/>
          <p:cNvSpPr/>
          <p:nvPr/>
        </p:nvSpPr>
        <p:spPr>
          <a:xfrm>
            <a:off x="6082325" y="2478413"/>
            <a:ext cx="3545400" cy="232800"/>
          </a:xfrm>
          <a:prstGeom prst="rect">
            <a:avLst/>
          </a:prstGeom>
          <a:solidFill>
            <a:srgbClr val="1F3C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Quelques besoins à répondre avant la mise à l’échelle</a:t>
            </a:r>
            <a:endParaRPr b="1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3" name="Google Shape;233;p10"/>
          <p:cNvGrpSpPr/>
          <p:nvPr/>
        </p:nvGrpSpPr>
        <p:grpSpPr>
          <a:xfrm>
            <a:off x="6214864" y="2892226"/>
            <a:ext cx="254548" cy="254548"/>
            <a:chOff x="5660400" y="238125"/>
            <a:chExt cx="481825" cy="481825"/>
          </a:xfrm>
        </p:grpSpPr>
        <p:sp>
          <p:nvSpPr>
            <p:cNvPr id="234" name="Google Shape;234;p10"/>
            <p:cNvSpPr/>
            <p:nvPr/>
          </p:nvSpPr>
          <p:spPr>
            <a:xfrm>
              <a:off x="5660400" y="436700"/>
              <a:ext cx="481825" cy="283250"/>
            </a:xfrm>
            <a:custGeom>
              <a:rect b="b" l="l" r="r" t="t"/>
              <a:pathLst>
                <a:path extrusionOk="0" h="11330" w="19273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rgbClr val="1F3C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10"/>
            <p:cNvSpPr/>
            <p:nvPr/>
          </p:nvSpPr>
          <p:spPr>
            <a:xfrm>
              <a:off x="5660400" y="238125"/>
              <a:ext cx="481825" cy="170375"/>
            </a:xfrm>
            <a:custGeom>
              <a:rect b="b" l="l" r="r" t="t"/>
              <a:pathLst>
                <a:path extrusionOk="0" h="6815" w="19273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solidFill>
              <a:srgbClr val="1F3C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6" name="Google Shape;236;p10"/>
          <p:cNvSpPr/>
          <p:nvPr/>
        </p:nvSpPr>
        <p:spPr>
          <a:xfrm>
            <a:off x="6214850" y="3450125"/>
            <a:ext cx="254559" cy="307815"/>
          </a:xfrm>
          <a:custGeom>
            <a:rect b="b" l="l" r="r" t="t"/>
            <a:pathLst>
              <a:path extrusionOk="0" h="12666" w="10807">
                <a:moveTo>
                  <a:pt x="5419" y="851"/>
                </a:moveTo>
                <a:cubicBezTo>
                  <a:pt x="5640" y="851"/>
                  <a:pt x="5797" y="1040"/>
                  <a:pt x="5829" y="1261"/>
                </a:cubicBezTo>
                <a:cubicBezTo>
                  <a:pt x="5829" y="1513"/>
                  <a:pt x="6049" y="1670"/>
                  <a:pt x="6270" y="1670"/>
                </a:cubicBezTo>
                <a:lnTo>
                  <a:pt x="7940" y="1670"/>
                </a:lnTo>
                <a:cubicBezTo>
                  <a:pt x="8160" y="1670"/>
                  <a:pt x="8318" y="1859"/>
                  <a:pt x="8349" y="2048"/>
                </a:cubicBezTo>
                <a:lnTo>
                  <a:pt x="8349" y="2489"/>
                </a:lnTo>
                <a:lnTo>
                  <a:pt x="2615" y="2489"/>
                </a:lnTo>
                <a:lnTo>
                  <a:pt x="2615" y="2048"/>
                </a:lnTo>
                <a:lnTo>
                  <a:pt x="2521" y="2048"/>
                </a:lnTo>
                <a:cubicBezTo>
                  <a:pt x="2521" y="1828"/>
                  <a:pt x="2741" y="1670"/>
                  <a:pt x="2962" y="1670"/>
                </a:cubicBezTo>
                <a:lnTo>
                  <a:pt x="4569" y="1670"/>
                </a:lnTo>
                <a:cubicBezTo>
                  <a:pt x="4821" y="1670"/>
                  <a:pt x="5010" y="1481"/>
                  <a:pt x="5010" y="1261"/>
                </a:cubicBezTo>
                <a:cubicBezTo>
                  <a:pt x="5010" y="1040"/>
                  <a:pt x="5199" y="882"/>
                  <a:pt x="5419" y="851"/>
                </a:cubicBezTo>
                <a:close/>
                <a:moveTo>
                  <a:pt x="8203" y="5651"/>
                </a:moveTo>
                <a:cubicBezTo>
                  <a:pt x="8417" y="5651"/>
                  <a:pt x="8629" y="5730"/>
                  <a:pt x="8790" y="5892"/>
                </a:cubicBezTo>
                <a:lnTo>
                  <a:pt x="8885" y="5955"/>
                </a:lnTo>
                <a:cubicBezTo>
                  <a:pt x="9200" y="6270"/>
                  <a:pt x="9200" y="6805"/>
                  <a:pt x="8885" y="7152"/>
                </a:cubicBezTo>
                <a:lnTo>
                  <a:pt x="5577" y="10428"/>
                </a:lnTo>
                <a:cubicBezTo>
                  <a:pt x="5419" y="10586"/>
                  <a:pt x="5199" y="10665"/>
                  <a:pt x="4978" y="10665"/>
                </a:cubicBezTo>
                <a:cubicBezTo>
                  <a:pt x="4758" y="10665"/>
                  <a:pt x="4537" y="10586"/>
                  <a:pt x="4380" y="10428"/>
                </a:cubicBezTo>
                <a:lnTo>
                  <a:pt x="2773" y="8822"/>
                </a:lnTo>
                <a:cubicBezTo>
                  <a:pt x="2458" y="8507"/>
                  <a:pt x="2458" y="7971"/>
                  <a:pt x="2773" y="7656"/>
                </a:cubicBezTo>
                <a:lnTo>
                  <a:pt x="2836" y="7561"/>
                </a:lnTo>
                <a:cubicBezTo>
                  <a:pt x="2993" y="7404"/>
                  <a:pt x="3214" y="7325"/>
                  <a:pt x="3434" y="7325"/>
                </a:cubicBezTo>
                <a:cubicBezTo>
                  <a:pt x="3655" y="7325"/>
                  <a:pt x="3876" y="7404"/>
                  <a:pt x="4033" y="7561"/>
                </a:cubicBezTo>
                <a:lnTo>
                  <a:pt x="4978" y="8507"/>
                </a:lnTo>
                <a:lnTo>
                  <a:pt x="7625" y="5860"/>
                </a:lnTo>
                <a:cubicBezTo>
                  <a:pt x="7793" y="5722"/>
                  <a:pt x="7999" y="5651"/>
                  <a:pt x="8203" y="5651"/>
                </a:cubicBezTo>
                <a:close/>
                <a:moveTo>
                  <a:pt x="5419" y="0"/>
                </a:moveTo>
                <a:cubicBezTo>
                  <a:pt x="4852" y="0"/>
                  <a:pt x="4411" y="347"/>
                  <a:pt x="4222" y="851"/>
                </a:cubicBezTo>
                <a:lnTo>
                  <a:pt x="2930" y="851"/>
                </a:lnTo>
                <a:cubicBezTo>
                  <a:pt x="2363" y="851"/>
                  <a:pt x="1954" y="1198"/>
                  <a:pt x="1733" y="1670"/>
                </a:cubicBezTo>
                <a:lnTo>
                  <a:pt x="442" y="1670"/>
                </a:lnTo>
                <a:cubicBezTo>
                  <a:pt x="221" y="1670"/>
                  <a:pt x="0" y="1859"/>
                  <a:pt x="0" y="2048"/>
                </a:cubicBezTo>
                <a:lnTo>
                  <a:pt x="0" y="12256"/>
                </a:lnTo>
                <a:cubicBezTo>
                  <a:pt x="0" y="12508"/>
                  <a:pt x="221" y="12665"/>
                  <a:pt x="442" y="12665"/>
                </a:cubicBezTo>
                <a:lnTo>
                  <a:pt x="10366" y="12665"/>
                </a:lnTo>
                <a:cubicBezTo>
                  <a:pt x="10618" y="12665"/>
                  <a:pt x="10807" y="12445"/>
                  <a:pt x="10807" y="12256"/>
                </a:cubicBezTo>
                <a:lnTo>
                  <a:pt x="10807" y="2048"/>
                </a:lnTo>
                <a:cubicBezTo>
                  <a:pt x="10807" y="1828"/>
                  <a:pt x="10618" y="1670"/>
                  <a:pt x="10366" y="1670"/>
                </a:cubicBezTo>
                <a:lnTo>
                  <a:pt x="9074" y="1670"/>
                </a:lnTo>
                <a:cubicBezTo>
                  <a:pt x="8916" y="1198"/>
                  <a:pt x="8444" y="851"/>
                  <a:pt x="7877" y="851"/>
                </a:cubicBezTo>
                <a:lnTo>
                  <a:pt x="6585" y="851"/>
                </a:lnTo>
                <a:cubicBezTo>
                  <a:pt x="6427" y="378"/>
                  <a:pt x="5955" y="0"/>
                  <a:pt x="5419" y="0"/>
                </a:cubicBezTo>
                <a:close/>
              </a:path>
            </a:pathLst>
          </a:custGeom>
          <a:solidFill>
            <a:srgbClr val="1F3C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431825" y="3967213"/>
            <a:ext cx="31665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Mise au point avec la commission logistique sur les sources de données externes à intégrer dans la visualisation des indicateurs</a:t>
            </a:r>
            <a:endParaRPr b="1" i="0" sz="1000" u="none" cap="none" strike="noStrike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grpSp>
        <p:nvGrpSpPr>
          <p:cNvPr id="238" name="Google Shape;238;p10"/>
          <p:cNvGrpSpPr/>
          <p:nvPr/>
        </p:nvGrpSpPr>
        <p:grpSpPr>
          <a:xfrm>
            <a:off x="6186277" y="4024357"/>
            <a:ext cx="311695" cy="311665"/>
            <a:chOff x="583100" y="3982600"/>
            <a:chExt cx="296175" cy="296175"/>
          </a:xfrm>
        </p:grpSpPr>
        <p:sp>
          <p:nvSpPr>
            <p:cNvPr id="239" name="Google Shape;239;p10"/>
            <p:cNvSpPr/>
            <p:nvPr/>
          </p:nvSpPr>
          <p:spPr>
            <a:xfrm>
              <a:off x="694925" y="3982600"/>
              <a:ext cx="70925" cy="68550"/>
            </a:xfrm>
            <a:custGeom>
              <a:rect b="b" l="l" r="r" t="t"/>
              <a:pathLst>
                <a:path extrusionOk="0" h="2742" w="2837">
                  <a:moveTo>
                    <a:pt x="1419" y="1"/>
                  </a:moveTo>
                  <a:cubicBezTo>
                    <a:pt x="631" y="1"/>
                    <a:pt x="1" y="599"/>
                    <a:pt x="1" y="1355"/>
                  </a:cubicBezTo>
                  <a:cubicBezTo>
                    <a:pt x="1" y="2143"/>
                    <a:pt x="631" y="2742"/>
                    <a:pt x="1419" y="2742"/>
                  </a:cubicBezTo>
                  <a:cubicBezTo>
                    <a:pt x="2206" y="2742"/>
                    <a:pt x="2836" y="2143"/>
                    <a:pt x="2836" y="1355"/>
                  </a:cubicBezTo>
                  <a:cubicBezTo>
                    <a:pt x="2836" y="599"/>
                    <a:pt x="2206" y="1"/>
                    <a:pt x="1419" y="1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609075" y="4139350"/>
              <a:ext cx="69350" cy="68525"/>
            </a:xfrm>
            <a:custGeom>
              <a:rect b="b" l="l" r="r" t="t"/>
              <a:pathLst>
                <a:path extrusionOk="0" h="2741" w="2774">
                  <a:moveTo>
                    <a:pt x="1387" y="0"/>
                  </a:moveTo>
                  <a:cubicBezTo>
                    <a:pt x="631" y="0"/>
                    <a:pt x="1" y="630"/>
                    <a:pt x="1" y="1355"/>
                  </a:cubicBezTo>
                  <a:cubicBezTo>
                    <a:pt x="1" y="2111"/>
                    <a:pt x="631" y="2741"/>
                    <a:pt x="1387" y="2741"/>
                  </a:cubicBezTo>
                  <a:cubicBezTo>
                    <a:pt x="2143" y="2741"/>
                    <a:pt x="2773" y="2111"/>
                    <a:pt x="2773" y="1355"/>
                  </a:cubicBezTo>
                  <a:cubicBezTo>
                    <a:pt x="2773" y="630"/>
                    <a:pt x="2143" y="0"/>
                    <a:pt x="1387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783925" y="4140125"/>
              <a:ext cx="68550" cy="68550"/>
            </a:xfrm>
            <a:custGeom>
              <a:rect b="b" l="l" r="r" t="t"/>
              <a:pathLst>
                <a:path extrusionOk="0" h="2742" w="2742">
                  <a:moveTo>
                    <a:pt x="1356" y="1"/>
                  </a:moveTo>
                  <a:cubicBezTo>
                    <a:pt x="631" y="1"/>
                    <a:pt x="1" y="631"/>
                    <a:pt x="1" y="1387"/>
                  </a:cubicBezTo>
                  <a:cubicBezTo>
                    <a:pt x="1" y="2111"/>
                    <a:pt x="631" y="2741"/>
                    <a:pt x="1356" y="2741"/>
                  </a:cubicBezTo>
                  <a:cubicBezTo>
                    <a:pt x="2112" y="2741"/>
                    <a:pt x="2742" y="2111"/>
                    <a:pt x="2742" y="1387"/>
                  </a:cubicBezTo>
                  <a:cubicBezTo>
                    <a:pt x="2742" y="631"/>
                    <a:pt x="2112" y="1"/>
                    <a:pt x="1356" y="1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583100" y="4207075"/>
              <a:ext cx="122100" cy="71700"/>
            </a:xfrm>
            <a:custGeom>
              <a:rect b="b" l="l" r="r" t="t"/>
              <a:pathLst>
                <a:path extrusionOk="0" h="2868" w="4884">
                  <a:moveTo>
                    <a:pt x="819" y="0"/>
                  </a:moveTo>
                  <a:cubicBezTo>
                    <a:pt x="347" y="442"/>
                    <a:pt x="0" y="1072"/>
                    <a:pt x="0" y="1796"/>
                  </a:cubicBezTo>
                  <a:lnTo>
                    <a:pt x="0" y="2521"/>
                  </a:lnTo>
                  <a:cubicBezTo>
                    <a:pt x="0" y="2710"/>
                    <a:pt x="158" y="2867"/>
                    <a:pt x="347" y="2867"/>
                  </a:cubicBezTo>
                  <a:lnTo>
                    <a:pt x="4505" y="2867"/>
                  </a:lnTo>
                  <a:cubicBezTo>
                    <a:pt x="4726" y="2867"/>
                    <a:pt x="4883" y="2710"/>
                    <a:pt x="4883" y="2521"/>
                  </a:cubicBezTo>
                  <a:lnTo>
                    <a:pt x="4883" y="1796"/>
                  </a:lnTo>
                  <a:cubicBezTo>
                    <a:pt x="4883" y="1103"/>
                    <a:pt x="4568" y="442"/>
                    <a:pt x="4033" y="0"/>
                  </a:cubicBezTo>
                  <a:cubicBezTo>
                    <a:pt x="3655" y="473"/>
                    <a:pt x="3088" y="788"/>
                    <a:pt x="2426" y="788"/>
                  </a:cubicBezTo>
                  <a:cubicBezTo>
                    <a:pt x="1796" y="788"/>
                    <a:pt x="1197" y="473"/>
                    <a:pt x="819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669725" y="4049550"/>
              <a:ext cx="122900" cy="72475"/>
            </a:xfrm>
            <a:custGeom>
              <a:rect b="b" l="l" r="r" t="t"/>
              <a:pathLst>
                <a:path extrusionOk="0" h="2899" w="4916">
                  <a:moveTo>
                    <a:pt x="851" y="1"/>
                  </a:moveTo>
                  <a:cubicBezTo>
                    <a:pt x="347" y="442"/>
                    <a:pt x="1" y="1103"/>
                    <a:pt x="1" y="1796"/>
                  </a:cubicBezTo>
                  <a:lnTo>
                    <a:pt x="1" y="2552"/>
                  </a:lnTo>
                  <a:cubicBezTo>
                    <a:pt x="1" y="2741"/>
                    <a:pt x="158" y="2899"/>
                    <a:pt x="347" y="2899"/>
                  </a:cubicBezTo>
                  <a:lnTo>
                    <a:pt x="4537" y="2899"/>
                  </a:lnTo>
                  <a:cubicBezTo>
                    <a:pt x="4758" y="2899"/>
                    <a:pt x="4915" y="2741"/>
                    <a:pt x="4915" y="2552"/>
                  </a:cubicBezTo>
                  <a:lnTo>
                    <a:pt x="4915" y="1796"/>
                  </a:lnTo>
                  <a:cubicBezTo>
                    <a:pt x="4915" y="1103"/>
                    <a:pt x="4600" y="442"/>
                    <a:pt x="4065" y="1"/>
                  </a:cubicBezTo>
                  <a:cubicBezTo>
                    <a:pt x="3687" y="473"/>
                    <a:pt x="3088" y="788"/>
                    <a:pt x="2458" y="788"/>
                  </a:cubicBezTo>
                  <a:cubicBezTo>
                    <a:pt x="1828" y="788"/>
                    <a:pt x="1198" y="473"/>
                    <a:pt x="851" y="1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757150" y="4207075"/>
              <a:ext cx="122125" cy="71700"/>
            </a:xfrm>
            <a:custGeom>
              <a:rect b="b" l="l" r="r" t="t"/>
              <a:pathLst>
                <a:path extrusionOk="0" h="2868" w="4885">
                  <a:moveTo>
                    <a:pt x="820" y="0"/>
                  </a:moveTo>
                  <a:cubicBezTo>
                    <a:pt x="316" y="442"/>
                    <a:pt x="1" y="1103"/>
                    <a:pt x="1" y="1796"/>
                  </a:cubicBezTo>
                  <a:lnTo>
                    <a:pt x="1" y="2521"/>
                  </a:lnTo>
                  <a:cubicBezTo>
                    <a:pt x="1" y="2710"/>
                    <a:pt x="158" y="2867"/>
                    <a:pt x="347" y="2867"/>
                  </a:cubicBezTo>
                  <a:lnTo>
                    <a:pt x="4506" y="2867"/>
                  </a:lnTo>
                  <a:cubicBezTo>
                    <a:pt x="4727" y="2867"/>
                    <a:pt x="4884" y="2710"/>
                    <a:pt x="4884" y="2521"/>
                  </a:cubicBezTo>
                  <a:lnTo>
                    <a:pt x="4884" y="1796"/>
                  </a:lnTo>
                  <a:cubicBezTo>
                    <a:pt x="4884" y="1103"/>
                    <a:pt x="4569" y="442"/>
                    <a:pt x="4033" y="0"/>
                  </a:cubicBezTo>
                  <a:cubicBezTo>
                    <a:pt x="3655" y="473"/>
                    <a:pt x="3088" y="788"/>
                    <a:pt x="2427" y="788"/>
                  </a:cubicBezTo>
                  <a:cubicBezTo>
                    <a:pt x="1797" y="788"/>
                    <a:pt x="1198" y="473"/>
                    <a:pt x="820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691775" y="4139350"/>
              <a:ext cx="77225" cy="64600"/>
            </a:xfrm>
            <a:custGeom>
              <a:rect b="b" l="l" r="r" t="t"/>
              <a:pathLst>
                <a:path extrusionOk="0" h="2584" w="3089">
                  <a:moveTo>
                    <a:pt x="1198" y="0"/>
                  </a:moveTo>
                  <a:lnTo>
                    <a:pt x="1198" y="882"/>
                  </a:lnTo>
                  <a:lnTo>
                    <a:pt x="1" y="2079"/>
                  </a:lnTo>
                  <a:cubicBezTo>
                    <a:pt x="221" y="2237"/>
                    <a:pt x="284" y="2300"/>
                    <a:pt x="473" y="2583"/>
                  </a:cubicBezTo>
                  <a:lnTo>
                    <a:pt x="1545" y="1575"/>
                  </a:lnTo>
                  <a:lnTo>
                    <a:pt x="2616" y="2583"/>
                  </a:lnTo>
                  <a:cubicBezTo>
                    <a:pt x="2773" y="2394"/>
                    <a:pt x="2931" y="2237"/>
                    <a:pt x="3088" y="2111"/>
                  </a:cubicBezTo>
                  <a:lnTo>
                    <a:pt x="1891" y="882"/>
                  </a:lnTo>
                  <a:lnTo>
                    <a:pt x="1891" y="0"/>
                  </a:ln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86125" lIns="86125" spcFirstLastPara="1" rIns="86125" wrap="square" tIns="861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19"/>
                <a:buFont typeface="Arial"/>
                <a:buNone/>
              </a:pPr>
              <a:r>
                <a:t/>
              </a:r>
              <a:endParaRPr b="0" i="0" sz="131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46" name="Google Shape;246;p10"/>
          <p:cNvCxnSpPr/>
          <p:nvPr/>
        </p:nvCxnSpPr>
        <p:spPr>
          <a:xfrm flipH="1">
            <a:off x="6498424" y="4457063"/>
            <a:ext cx="3099900" cy="9300"/>
          </a:xfrm>
          <a:prstGeom prst="straightConnector1">
            <a:avLst/>
          </a:prstGeom>
          <a:noFill/>
          <a:ln cap="flat" cmpd="sng" w="9525">
            <a:solidFill>
              <a:srgbClr val="1F3CA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247" name="Google Shape;247;p10"/>
          <p:cNvSpPr/>
          <p:nvPr/>
        </p:nvSpPr>
        <p:spPr>
          <a:xfrm>
            <a:off x="6465125" y="4663808"/>
            <a:ext cx="31665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Maintien d’un mécanisme continu d’amélioration des visualisations d’indicateurs de la vaccination de routine avec le PEV et partenaires et intégration à la plateforme d</a:t>
            </a:r>
            <a:r>
              <a:rPr b="1" lang="en-US" sz="1000">
                <a:solidFill>
                  <a:srgbClr val="1F3CA5"/>
                </a:solidFill>
                <a:latin typeface="Mulish Light"/>
                <a:ea typeface="Mulish Light"/>
                <a:cs typeface="Mulish Light"/>
                <a:sym typeface="Mulish Light"/>
              </a:rPr>
              <a:t>éveloppée conjointement avec l’OMS</a:t>
            </a:r>
            <a:endParaRPr b="1" i="0" sz="1000" u="none" cap="none" strike="noStrike">
              <a:solidFill>
                <a:srgbClr val="1F3CA5"/>
              </a:solidFill>
              <a:latin typeface="Mulish Light"/>
              <a:ea typeface="Mulish Light"/>
              <a:cs typeface="Mulish Light"/>
              <a:sym typeface="Mulish Light"/>
            </a:endParaRPr>
          </a:p>
        </p:txBody>
      </p:sp>
      <p:grpSp>
        <p:nvGrpSpPr>
          <p:cNvPr id="248" name="Google Shape;248;p10"/>
          <p:cNvGrpSpPr/>
          <p:nvPr/>
        </p:nvGrpSpPr>
        <p:grpSpPr>
          <a:xfrm>
            <a:off x="6176719" y="4602447"/>
            <a:ext cx="330827" cy="330827"/>
            <a:chOff x="2037825" y="3254050"/>
            <a:chExt cx="296175" cy="296175"/>
          </a:xfrm>
        </p:grpSpPr>
        <p:sp>
          <p:nvSpPr>
            <p:cNvPr id="249" name="Google Shape;249;p10"/>
            <p:cNvSpPr/>
            <p:nvPr/>
          </p:nvSpPr>
          <p:spPr>
            <a:xfrm>
              <a:off x="2063825" y="3254050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2178025" y="3289500"/>
              <a:ext cx="104000" cy="67950"/>
            </a:xfrm>
            <a:custGeom>
              <a:rect b="b" l="l" r="r" t="t"/>
              <a:pathLst>
                <a:path extrusionOk="0" h="2718" w="416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2070125" y="3444225"/>
              <a:ext cx="106350" cy="69075"/>
            </a:xfrm>
            <a:custGeom>
              <a:rect b="b" l="l" r="r" t="t"/>
              <a:pathLst>
                <a:path extrusionOk="0" h="2763" w="4254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0"/>
            <p:cNvSpPr/>
            <p:nvPr/>
          </p:nvSpPr>
          <p:spPr>
            <a:xfrm>
              <a:off x="2219775" y="3375350"/>
              <a:ext cx="89025" cy="85875"/>
            </a:xfrm>
            <a:custGeom>
              <a:rect b="b" l="l" r="r" t="t"/>
              <a:pathLst>
                <a:path extrusionOk="0" h="3435" w="3561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>
              <a:off x="2037825" y="3339125"/>
              <a:ext cx="138650" cy="88225"/>
            </a:xfrm>
            <a:custGeom>
              <a:rect b="b" l="l" r="r" t="t"/>
              <a:pathLst>
                <a:path extrusionOk="0" h="3529" w="5546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>
              <a:off x="2193775" y="3460400"/>
              <a:ext cx="140225" cy="89825"/>
            </a:xfrm>
            <a:custGeom>
              <a:rect b="b" l="l" r="r" t="t"/>
              <a:pathLst>
                <a:path extrusionOk="0" h="3593" w="5609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rgbClr val="1F3CA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"/>
          <p:cNvSpPr txBox="1"/>
          <p:nvPr/>
        </p:nvSpPr>
        <p:spPr>
          <a:xfrm>
            <a:off x="458592" y="317941"/>
            <a:ext cx="11274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2700" u="none" cap="none" strike="noStrike">
                <a:solidFill>
                  <a:srgbClr val="1155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Recommandations </a:t>
            </a:r>
            <a:endParaRPr b="0" i="0" sz="27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0" y="272241"/>
            <a:ext cx="2355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11"/>
          <p:cNvSpPr txBox="1"/>
          <p:nvPr/>
        </p:nvSpPr>
        <p:spPr>
          <a:xfrm>
            <a:off x="267700" y="6492843"/>
            <a:ext cx="11414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2190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1155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1"/>
          <p:cNvSpPr txBox="1"/>
          <p:nvPr/>
        </p:nvSpPr>
        <p:spPr>
          <a:xfrm>
            <a:off x="11658600" y="6496067"/>
            <a:ext cx="228300" cy="1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1155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11"/>
          <p:cNvCxnSpPr/>
          <p:nvPr/>
        </p:nvCxnSpPr>
        <p:spPr>
          <a:xfrm>
            <a:off x="267700" y="6427967"/>
            <a:ext cx="11640300" cy="0"/>
          </a:xfrm>
          <a:prstGeom prst="straightConnector1">
            <a:avLst/>
          </a:prstGeom>
          <a:noFill/>
          <a:ln cap="flat" cmpd="sng" w="12700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11"/>
          <p:cNvSpPr/>
          <p:nvPr/>
        </p:nvSpPr>
        <p:spPr>
          <a:xfrm>
            <a:off x="458600" y="1323700"/>
            <a:ext cx="11356500" cy="4764900"/>
          </a:xfrm>
          <a:prstGeom prst="rect">
            <a:avLst/>
          </a:prstGeom>
          <a:solidFill>
            <a:schemeClr val="lt2"/>
          </a:solidFill>
          <a:ln cap="flat" cmpd="sng" w="9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100" lIns="94100" spcFirstLastPara="1" rIns="94100" wrap="square" tIns="94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 Ministère de la santé  et au PEV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"/>
          <p:cNvSpPr txBox="1"/>
          <p:nvPr/>
        </p:nvSpPr>
        <p:spPr>
          <a:xfrm>
            <a:off x="733100" y="1202135"/>
            <a:ext cx="10707600" cy="35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Merci</a:t>
            </a:r>
            <a:endParaRPr b="1" i="0" sz="32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588" y="2654952"/>
            <a:ext cx="45009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689667" y="2654952"/>
            <a:ext cx="4501500" cy="6549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2025-07-23T00:59:00Z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1036-12.2.0.23155</vt:lpwstr>
  </property>
  <property fmtid="{D5CDD505-2E9C-101B-9397-08002B2CF9AE}" pid="3" name="ICV">
    <vt:lpwstr>7B1E43FCB6934876B8E89E70B7276213_13</vt:lpwstr>
  </property>
</Properties>
</file>